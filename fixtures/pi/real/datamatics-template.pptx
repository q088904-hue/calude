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375" r:id="rId2"/>
    <p:sldId id="491" r:id="rId3"/>
    <p:sldId id="492" r:id="rId4"/>
    <p:sldId id="493" r:id="rId5"/>
    <p:sldId id="490" r:id="rId6"/>
    <p:sldId id="494" r:id="rId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FCFCFC"/>
    <a:srgbClr val="F5F5F5"/>
    <a:srgbClr val="FAFAFA"/>
    <a:srgbClr val="C3C3C3"/>
    <a:srgbClr val="B3C4CD"/>
    <a:srgbClr val="97AEBB"/>
    <a:srgbClr val="EBEBEB"/>
    <a:srgbClr val="4D4D4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a:wholeTbl>
      <a:tcTxStyle>
        <a:fontRef idx="minor">
          <a:prstClr val="black"/>
        </a:fontRef>
        <a:schemeClr val="accent6"/>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0588" autoAdjust="0"/>
  </p:normalViewPr>
  <p:slideViewPr>
    <p:cSldViewPr>
      <p:cViewPr varScale="1">
        <p:scale>
          <a:sx n="91" d="100"/>
          <a:sy n="91" d="100"/>
        </p:scale>
        <p:origin x="810" y="78"/>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3468" y="-3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2D600A-4E33-49E9-B6C5-9CB6A6A68EE2}" type="datetimeFigureOut">
              <a:rPr lang="en-IN" smtClean="0"/>
              <a:t>23-01-2026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BF003F-D8D6-48BA-AD45-348F12818E02}" type="slidenum">
              <a:rPr lang="en-IN" smtClean="0"/>
              <a:t>‹#›</a:t>
            </a:fld>
            <a:endParaRPr lang="en-IN"/>
          </a:p>
        </p:txBody>
      </p:sp>
    </p:spTree>
    <p:extLst>
      <p:ext uri="{BB962C8B-B14F-4D97-AF65-F5344CB8AC3E}">
        <p14:creationId xmlns:p14="http://schemas.microsoft.com/office/powerpoint/2010/main" val="3410441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9BF003F-D8D6-48BA-AD45-348F12818E02}" type="slidenum">
              <a:rPr lang="en-IN" smtClean="0"/>
              <a:t>1</a:t>
            </a:fld>
            <a:endParaRPr lang="en-IN"/>
          </a:p>
        </p:txBody>
      </p:sp>
    </p:spTree>
    <p:extLst>
      <p:ext uri="{BB962C8B-B14F-4D97-AF65-F5344CB8AC3E}">
        <p14:creationId xmlns:p14="http://schemas.microsoft.com/office/powerpoint/2010/main" val="2150765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out customer logo">
    <p:spTree>
      <p:nvGrpSpPr>
        <p:cNvPr id="1" name=""/>
        <p:cNvGrpSpPr/>
        <p:nvPr/>
      </p:nvGrpSpPr>
      <p:grpSpPr>
        <a:xfrm>
          <a:off x="0" y="0"/>
          <a:ext cx="0" cy="0"/>
          <a:chOff x="0" y="0"/>
          <a:chExt cx="0" cy="0"/>
        </a:xfrm>
      </p:grpSpPr>
      <p:grpSp>
        <p:nvGrpSpPr>
          <p:cNvPr id="25" name="Group 11"/>
          <p:cNvGrpSpPr/>
          <p:nvPr userDrawn="1"/>
        </p:nvGrpSpPr>
        <p:grpSpPr>
          <a:xfrm>
            <a:off x="526852" y="727132"/>
            <a:ext cx="1623429" cy="188434"/>
            <a:chOff x="9685338" y="627063"/>
            <a:chExt cx="4535487" cy="528637"/>
          </a:xfrm>
        </p:grpSpPr>
        <p:sp>
          <p:nvSpPr>
            <p:cNvPr id="27"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Title 1"/>
          <p:cNvSpPr>
            <a:spLocks noGrp="1"/>
          </p:cNvSpPr>
          <p:nvPr userDrawn="1">
            <p:ph type="title"/>
          </p:nvPr>
        </p:nvSpPr>
        <p:spPr>
          <a:xfrm>
            <a:off x="842408" y="1636291"/>
            <a:ext cx="3945616" cy="1944216"/>
          </a:xfrm>
        </p:spPr>
        <p:txBody>
          <a:bodyPr>
            <a:normAutofit/>
          </a:bodyPr>
          <a:lstStyle>
            <a:lvl1pPr>
              <a:defRPr sz="2800" b="1">
                <a:solidFill>
                  <a:srgbClr val="474747"/>
                </a:solidFill>
              </a:defRPr>
            </a:lvl1pPr>
          </a:lstStyle>
          <a:p>
            <a:r>
              <a:rPr lang="en-US"/>
              <a:t>Click to edit Master title style</a:t>
            </a:r>
            <a:endParaRPr lang="en-US" dirty="0"/>
          </a:p>
        </p:txBody>
      </p:sp>
      <p:sp>
        <p:nvSpPr>
          <p:cNvPr id="11" name="Text Placeholder 9"/>
          <p:cNvSpPr>
            <a:spLocks noGrp="1"/>
          </p:cNvSpPr>
          <p:nvPr userDrawn="1">
            <p:ph type="body" sz="quarter" idx="10"/>
          </p:nvPr>
        </p:nvSpPr>
        <p:spPr>
          <a:xfrm>
            <a:off x="5363914" y="1779141"/>
            <a:ext cx="3168526" cy="936625"/>
          </a:xfrm>
        </p:spPr>
        <p:txBody>
          <a:bodyPr vert="horz" lIns="0" tIns="0" rIns="0" bIns="0" rtlCol="0">
            <a:normAutofit/>
          </a:bodyPr>
          <a:lstStyle>
            <a:lvl1pPr marL="0">
              <a:spcBef>
                <a:spcPts val="300"/>
              </a:spcBef>
              <a:buNone/>
              <a:defRPr lang="en-US" sz="1600" i="1" kern="1200" smtClean="0">
                <a:solidFill>
                  <a:srgbClr val="474747"/>
                </a:solidFill>
                <a:latin typeface="Segoe UI" pitchFamily="34" charset="0"/>
                <a:ea typeface="+mn-ea"/>
                <a:cs typeface="Segoe UI" pitchFamily="34" charset="0"/>
              </a:defRPr>
            </a:lvl1pPr>
            <a:lvl2pPr>
              <a:defRPr sz="1400"/>
            </a:lvl2pPr>
            <a:lvl3pPr>
              <a:defRPr sz="1400"/>
            </a:lvl3pPr>
            <a:lvl4pPr>
              <a:defRPr sz="1400"/>
            </a:lvl4pPr>
            <a:lvl5pPr>
              <a:defRPr sz="1400"/>
            </a:lvl5pPr>
          </a:lstStyle>
          <a:p>
            <a:pPr marL="0" lvl="0" indent="0" algn="l" defTabSz="685800" rtl="0" eaLnBrk="1" latinLnBrk="0" hangingPunct="1">
              <a:lnSpc>
                <a:spcPct val="110000"/>
              </a:lnSpc>
              <a:spcBef>
                <a:spcPts val="600"/>
              </a:spcBef>
              <a:buFont typeface="Arial" panose="020B0604020202020204" pitchFamily="34" charset="0"/>
              <a:buNone/>
            </a:pPr>
            <a:r>
              <a:rPr lang="en-US"/>
              <a:t>Click to edit Master text styles</a:t>
            </a:r>
          </a:p>
        </p:txBody>
      </p:sp>
      <p:sp>
        <p:nvSpPr>
          <p:cNvPr id="42" name="Rectangle 41"/>
          <p:cNvSpPr/>
          <p:nvPr userDrawn="1"/>
        </p:nvSpPr>
        <p:spPr>
          <a:xfrm>
            <a:off x="8460432" y="0"/>
            <a:ext cx="683568"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8260250" y="4659982"/>
            <a:ext cx="883750" cy="483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3778" r="3913" b="32463"/>
          <a:stretch/>
        </p:blipFill>
        <p:spPr>
          <a:xfrm>
            <a:off x="-36512" y="3003799"/>
            <a:ext cx="9180512" cy="2160240"/>
          </a:xfrm>
          <a:prstGeom prst="rect">
            <a:avLst/>
          </a:prstGeom>
        </p:spPr>
      </p:pic>
      <p:pic>
        <p:nvPicPr>
          <p:cNvPr id="21" name="Picture 20" descr="Line-01.png"/>
          <p:cNvPicPr>
            <a:picLocks noChangeAspect="1"/>
          </p:cNvPicPr>
          <p:nvPr userDrawn="1"/>
        </p:nvPicPr>
        <p:blipFill rotWithShape="1">
          <a:blip r:embed="rId3" cstate="print"/>
          <a:srcRect r="3809"/>
          <a:stretch/>
        </p:blipFill>
        <p:spPr>
          <a:xfrm>
            <a:off x="1871192" y="3291583"/>
            <a:ext cx="7272808" cy="432295"/>
          </a:xfrm>
          <a:prstGeom prst="rect">
            <a:avLst/>
          </a:prstGeom>
        </p:spPr>
      </p:pic>
      <p:pic>
        <p:nvPicPr>
          <p:cNvPr id="22" name="Picture 21" descr="Line-02.png"/>
          <p:cNvPicPr>
            <a:picLocks noChangeAspect="1"/>
          </p:cNvPicPr>
          <p:nvPr userDrawn="1"/>
        </p:nvPicPr>
        <p:blipFill>
          <a:blip r:embed="rId4" cstate="print"/>
          <a:stretch>
            <a:fillRect/>
          </a:stretch>
        </p:blipFill>
        <p:spPr>
          <a:xfrm>
            <a:off x="4644008" y="3723878"/>
            <a:ext cx="3616242" cy="4320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customer logo">
    <p:spTree>
      <p:nvGrpSpPr>
        <p:cNvPr id="1" name=""/>
        <p:cNvGrpSpPr/>
        <p:nvPr/>
      </p:nvGrpSpPr>
      <p:grpSpPr>
        <a:xfrm>
          <a:off x="0" y="0"/>
          <a:ext cx="0" cy="0"/>
          <a:chOff x="0" y="0"/>
          <a:chExt cx="0" cy="0"/>
        </a:xfrm>
      </p:grpSpPr>
      <p:sp>
        <p:nvSpPr>
          <p:cNvPr id="26" name="Rectangle 25"/>
          <p:cNvSpPr/>
          <p:nvPr userDrawn="1"/>
        </p:nvSpPr>
        <p:spPr>
          <a:xfrm>
            <a:off x="8260250" y="4659982"/>
            <a:ext cx="883750" cy="483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3778" r="3913" b="32463"/>
          <a:stretch/>
        </p:blipFill>
        <p:spPr>
          <a:xfrm>
            <a:off x="-36512" y="3003799"/>
            <a:ext cx="9180512" cy="2160240"/>
          </a:xfrm>
          <a:prstGeom prst="rect">
            <a:avLst/>
          </a:prstGeom>
        </p:spPr>
      </p:pic>
      <p:pic>
        <p:nvPicPr>
          <p:cNvPr id="28" name="Picture 27" descr="Line-01.png"/>
          <p:cNvPicPr>
            <a:picLocks noChangeAspect="1"/>
          </p:cNvPicPr>
          <p:nvPr userDrawn="1"/>
        </p:nvPicPr>
        <p:blipFill rotWithShape="1">
          <a:blip r:embed="rId3" cstate="print"/>
          <a:srcRect r="3809"/>
          <a:stretch/>
        </p:blipFill>
        <p:spPr>
          <a:xfrm>
            <a:off x="1871192" y="3291583"/>
            <a:ext cx="7272808" cy="432295"/>
          </a:xfrm>
          <a:prstGeom prst="rect">
            <a:avLst/>
          </a:prstGeom>
        </p:spPr>
      </p:pic>
      <p:pic>
        <p:nvPicPr>
          <p:cNvPr id="29" name="Picture 28" descr="Line-02.png"/>
          <p:cNvPicPr>
            <a:picLocks noChangeAspect="1"/>
          </p:cNvPicPr>
          <p:nvPr userDrawn="1"/>
        </p:nvPicPr>
        <p:blipFill>
          <a:blip r:embed="rId4" cstate="print"/>
          <a:stretch>
            <a:fillRect/>
          </a:stretch>
        </p:blipFill>
        <p:spPr>
          <a:xfrm>
            <a:off x="4644008" y="3723878"/>
            <a:ext cx="3616242" cy="432048"/>
          </a:xfrm>
          <a:prstGeom prst="rect">
            <a:avLst/>
          </a:prstGeom>
        </p:spPr>
      </p:pic>
      <p:sp>
        <p:nvSpPr>
          <p:cNvPr id="8" name="Rectangle 7"/>
          <p:cNvSpPr/>
          <p:nvPr userDrawn="1"/>
        </p:nvSpPr>
        <p:spPr>
          <a:xfrm>
            <a:off x="436728" y="3998795"/>
            <a:ext cx="2138832" cy="8369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9" name="Picture Placeholder 9"/>
          <p:cNvSpPr>
            <a:spLocks noGrp="1"/>
          </p:cNvSpPr>
          <p:nvPr>
            <p:ph type="pic" sz="quarter" idx="11"/>
          </p:nvPr>
        </p:nvSpPr>
        <p:spPr>
          <a:xfrm>
            <a:off x="562760" y="4131388"/>
            <a:ext cx="1886769" cy="571748"/>
          </a:xfrm>
          <a:solidFill>
            <a:schemeClr val="bg1"/>
          </a:solidFill>
        </p:spPr>
        <p:txBody>
          <a:bodyPr vert="horz" wrap="square" lIns="0" tIns="0" rIns="0" bIns="0" rtlCol="0" anchor="ctr">
            <a:noAutofit/>
          </a:bodyPr>
          <a:lstStyle>
            <a:lvl1pPr marL="0" indent="0" algn="ctr" defTabSz="685800" rtl="0" eaLnBrk="1" latinLnBrk="0" hangingPunct="1">
              <a:lnSpc>
                <a:spcPct val="90000"/>
              </a:lnSpc>
              <a:spcBef>
                <a:spcPts val="750"/>
              </a:spcBef>
              <a:buFont typeface="Arial" panose="020B0604020202020204" pitchFamily="34" charset="0"/>
              <a:buNone/>
              <a:defRPr lang="en-US" sz="800" kern="1200" smtClean="0">
                <a:solidFill>
                  <a:schemeClr val="tx1"/>
                </a:solidFill>
                <a:latin typeface="Segoe UI" pitchFamily="34" charset="0"/>
                <a:ea typeface="+mn-ea"/>
                <a:cs typeface="Segoe UI" pitchFamily="34" charset="0"/>
              </a:defRPr>
            </a:lvl1pPr>
          </a:lstStyle>
          <a:p>
            <a:r>
              <a:rPr lang="en-US"/>
              <a:t>Click icon to add picture</a:t>
            </a:r>
            <a:endParaRPr lang="en-US" dirty="0"/>
          </a:p>
        </p:txBody>
      </p:sp>
      <p:sp>
        <p:nvSpPr>
          <p:cNvPr id="51" name="Title 1"/>
          <p:cNvSpPr>
            <a:spLocks noGrp="1"/>
          </p:cNvSpPr>
          <p:nvPr>
            <p:ph type="title"/>
          </p:nvPr>
        </p:nvSpPr>
        <p:spPr>
          <a:xfrm>
            <a:off x="842408" y="1636291"/>
            <a:ext cx="3945616" cy="1944216"/>
          </a:xfrm>
        </p:spPr>
        <p:txBody>
          <a:bodyPr>
            <a:normAutofit/>
          </a:bodyPr>
          <a:lstStyle>
            <a:lvl1pPr>
              <a:defRPr sz="2800" b="1">
                <a:solidFill>
                  <a:srgbClr val="474747"/>
                </a:solidFill>
              </a:defRPr>
            </a:lvl1pPr>
          </a:lstStyle>
          <a:p>
            <a:r>
              <a:rPr lang="en-US"/>
              <a:t>Click to edit Master title style</a:t>
            </a:r>
            <a:endParaRPr lang="en-US" dirty="0"/>
          </a:p>
        </p:txBody>
      </p:sp>
      <p:sp>
        <p:nvSpPr>
          <p:cNvPr id="52" name="Text Placeholder 9"/>
          <p:cNvSpPr>
            <a:spLocks noGrp="1"/>
          </p:cNvSpPr>
          <p:nvPr>
            <p:ph type="body" sz="quarter" idx="10"/>
          </p:nvPr>
        </p:nvSpPr>
        <p:spPr>
          <a:xfrm>
            <a:off x="5363914" y="1779141"/>
            <a:ext cx="3168526" cy="936625"/>
          </a:xfrm>
        </p:spPr>
        <p:txBody>
          <a:bodyPr vert="horz" lIns="0" tIns="0" rIns="0" bIns="0" rtlCol="0">
            <a:normAutofit/>
          </a:bodyPr>
          <a:lstStyle>
            <a:lvl1pPr marL="0">
              <a:spcBef>
                <a:spcPts val="300"/>
              </a:spcBef>
              <a:buNone/>
              <a:defRPr lang="en-US" sz="1600" i="1" kern="1200" smtClean="0">
                <a:solidFill>
                  <a:srgbClr val="474747"/>
                </a:solidFill>
                <a:latin typeface="Segoe UI" pitchFamily="34" charset="0"/>
                <a:ea typeface="+mn-ea"/>
                <a:cs typeface="Segoe UI" pitchFamily="34" charset="0"/>
              </a:defRPr>
            </a:lvl1pPr>
            <a:lvl2pPr>
              <a:defRPr sz="1400"/>
            </a:lvl2pPr>
            <a:lvl3pPr>
              <a:defRPr sz="1400"/>
            </a:lvl3pPr>
            <a:lvl4pPr>
              <a:defRPr sz="1400"/>
            </a:lvl4pPr>
            <a:lvl5pPr>
              <a:defRPr sz="1400"/>
            </a:lvl5pPr>
          </a:lstStyle>
          <a:p>
            <a:pPr marL="0" lvl="0" indent="0" algn="l" defTabSz="685800" rtl="0" eaLnBrk="1" latinLnBrk="0" hangingPunct="1">
              <a:lnSpc>
                <a:spcPct val="110000"/>
              </a:lnSpc>
              <a:spcBef>
                <a:spcPts val="600"/>
              </a:spcBef>
              <a:buFont typeface="Arial" panose="020B0604020202020204" pitchFamily="34" charset="0"/>
              <a:buNone/>
            </a:pPr>
            <a:r>
              <a:rPr lang="en-US"/>
              <a:t>Click to edit Master text styles</a:t>
            </a:r>
          </a:p>
        </p:txBody>
      </p:sp>
      <p:grpSp>
        <p:nvGrpSpPr>
          <p:cNvPr id="57" name="Group 11"/>
          <p:cNvGrpSpPr/>
          <p:nvPr userDrawn="1"/>
        </p:nvGrpSpPr>
        <p:grpSpPr>
          <a:xfrm>
            <a:off x="526852" y="727132"/>
            <a:ext cx="1623429" cy="188434"/>
            <a:chOff x="9685338" y="627063"/>
            <a:chExt cx="4535487" cy="528637"/>
          </a:xfrm>
        </p:grpSpPr>
        <p:sp>
          <p:nvSpPr>
            <p:cNvPr id="58"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71" name="Rectangle 70"/>
          <p:cNvSpPr/>
          <p:nvPr userDrawn="1"/>
        </p:nvSpPr>
        <p:spPr>
          <a:xfrm>
            <a:off x="8460432" y="0"/>
            <a:ext cx="683568"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70400" y="1306294"/>
            <a:ext cx="7560000" cy="3085884"/>
          </a:xfrm>
        </p:spPr>
        <p:txBody>
          <a:bodyPr/>
          <a:lstStyle>
            <a:lvl1pPr>
              <a:defRPr sz="1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sz="half" idx="1"/>
          </p:nvPr>
        </p:nvSpPr>
        <p:spPr>
          <a:xfrm>
            <a:off x="770400" y="1370013"/>
            <a:ext cx="3729592"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Content Placeholder 3"/>
          <p:cNvSpPr>
            <a:spLocks noGrp="1"/>
          </p:cNvSpPr>
          <p:nvPr>
            <p:ph sz="half" idx="2"/>
          </p:nvPr>
        </p:nvSpPr>
        <p:spPr>
          <a:xfrm>
            <a:off x="4648200" y="1370013"/>
            <a:ext cx="368220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out text 1">
    <p:spTree>
      <p:nvGrpSpPr>
        <p:cNvPr id="1" name=""/>
        <p:cNvGrpSpPr/>
        <p:nvPr/>
      </p:nvGrpSpPr>
      <p:grpSpPr>
        <a:xfrm>
          <a:off x="0" y="0"/>
          <a:ext cx="0" cy="0"/>
          <a:chOff x="0" y="0"/>
          <a:chExt cx="0" cy="0"/>
        </a:xfrm>
      </p:grpSpPr>
      <p:sp>
        <p:nvSpPr>
          <p:cNvPr id="2" name="Title 1"/>
          <p:cNvSpPr>
            <a:spLocks noGrp="1"/>
          </p:cNvSpPr>
          <p:nvPr>
            <p:ph type="title"/>
          </p:nvPr>
        </p:nvSpPr>
        <p:spPr>
          <a:xfrm>
            <a:off x="770400" y="399600"/>
            <a:ext cx="5817824" cy="720000"/>
          </a:xfrm>
        </p:spPr>
        <p:txBody>
          <a:bodyPr/>
          <a:lstStyle/>
          <a:p>
            <a:r>
              <a:rPr lang="en-US"/>
              <a:t>Click to edit Master title style</a:t>
            </a:r>
          </a:p>
        </p:txBody>
      </p:sp>
    </p:spTree>
    <p:extLst>
      <p:ext uri="{BB962C8B-B14F-4D97-AF65-F5344CB8AC3E}">
        <p14:creationId xmlns:p14="http://schemas.microsoft.com/office/powerpoint/2010/main" val="3560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out text 2">
    <p:spTree>
      <p:nvGrpSpPr>
        <p:cNvPr id="1" name=""/>
        <p:cNvGrpSpPr/>
        <p:nvPr/>
      </p:nvGrpSpPr>
      <p:grpSpPr>
        <a:xfrm>
          <a:off x="0" y="0"/>
          <a:ext cx="0" cy="0"/>
          <a:chOff x="0" y="0"/>
          <a:chExt cx="0" cy="0"/>
        </a:xfrm>
      </p:grpSpPr>
      <p:sp>
        <p:nvSpPr>
          <p:cNvPr id="2" name="Title 1"/>
          <p:cNvSpPr>
            <a:spLocks noGrp="1"/>
          </p:cNvSpPr>
          <p:nvPr>
            <p:ph type="title"/>
          </p:nvPr>
        </p:nvSpPr>
        <p:spPr>
          <a:xfrm>
            <a:off x="770400" y="399600"/>
            <a:ext cx="5817824" cy="720000"/>
          </a:xfrm>
        </p:spPr>
        <p:txBody>
          <a:bodyPr/>
          <a:lstStyle/>
          <a:p>
            <a:r>
              <a:rPr lang="en-US"/>
              <a:t>Click to edit Master title style</a:t>
            </a:r>
          </a:p>
        </p:txBody>
      </p:sp>
      <p:sp>
        <p:nvSpPr>
          <p:cNvPr id="3" name="Picture Placeholder 7">
            <a:extLst>
              <a:ext uri="{FF2B5EF4-FFF2-40B4-BE49-F238E27FC236}">
                <a16:creationId xmlns:a16="http://schemas.microsoft.com/office/drawing/2014/main" id="{AECE2944-37C3-4636-BD65-3917BCEDBE4F}"/>
              </a:ext>
            </a:extLst>
          </p:cNvPr>
          <p:cNvSpPr>
            <a:spLocks noGrp="1"/>
          </p:cNvSpPr>
          <p:nvPr>
            <p:ph type="pic" sz="quarter" idx="11"/>
          </p:nvPr>
        </p:nvSpPr>
        <p:spPr>
          <a:xfrm>
            <a:off x="7006234" y="1"/>
            <a:ext cx="2137766" cy="2136073"/>
          </a:xfrm>
          <a:custGeom>
            <a:avLst/>
            <a:gdLst>
              <a:gd name="connsiteX0" fmla="*/ 25 w 2850355"/>
              <a:gd name="connsiteY0" fmla="*/ 0 h 2848097"/>
              <a:gd name="connsiteX1" fmla="*/ 1182415 w 2850355"/>
              <a:gd name="connsiteY1" fmla="*/ 0 h 2848097"/>
              <a:gd name="connsiteX2" fmla="*/ 1182386 w 2850355"/>
              <a:gd name="connsiteY2" fmla="*/ 446 h 2848097"/>
              <a:gd name="connsiteX3" fmla="*/ 1409668 w 2850355"/>
              <a:gd name="connsiteY3" fmla="*/ 840561 h 2848097"/>
              <a:gd name="connsiteX4" fmla="*/ 2649304 w 2850355"/>
              <a:gd name="connsiteY4" fmla="*/ 1655840 h 2848097"/>
              <a:gd name="connsiteX5" fmla="*/ 2850355 w 2850355"/>
              <a:gd name="connsiteY5" fmla="*/ 1666649 h 2848097"/>
              <a:gd name="connsiteX6" fmla="*/ 2850355 w 2850355"/>
              <a:gd name="connsiteY6" fmla="*/ 2848097 h 2848097"/>
              <a:gd name="connsiteX7" fmla="*/ 2506780 w 2850355"/>
              <a:gd name="connsiteY7" fmla="*/ 2829626 h 2848097"/>
              <a:gd name="connsiteX8" fmla="*/ 388397 w 2850355"/>
              <a:gd name="connsiteY8" fmla="*/ 1436414 h 2848097"/>
              <a:gd name="connsiteX9" fmla="*/ 0 w 2850355"/>
              <a:gd name="connsiteY9" fmla="*/ 762 h 2848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0355" h="2848097">
                <a:moveTo>
                  <a:pt x="25" y="0"/>
                </a:moveTo>
                <a:lnTo>
                  <a:pt x="1182415" y="0"/>
                </a:lnTo>
                <a:lnTo>
                  <a:pt x="1182386" y="446"/>
                </a:lnTo>
                <a:cubicBezTo>
                  <a:pt x="1182464" y="290732"/>
                  <a:pt x="1258227" y="580997"/>
                  <a:pt x="1409668" y="840561"/>
                </a:cubicBezTo>
                <a:cubicBezTo>
                  <a:pt x="1674690" y="1294798"/>
                  <a:pt x="2135610" y="1593542"/>
                  <a:pt x="2649304" y="1655840"/>
                </a:cubicBezTo>
                <a:lnTo>
                  <a:pt x="2850355" y="1666649"/>
                </a:lnTo>
                <a:lnTo>
                  <a:pt x="2850355" y="2848097"/>
                </a:lnTo>
                <a:lnTo>
                  <a:pt x="2506780" y="2829626"/>
                </a:lnTo>
                <a:cubicBezTo>
                  <a:pt x="1628941" y="2723166"/>
                  <a:pt x="841286" y="2212649"/>
                  <a:pt x="388397" y="1436414"/>
                </a:cubicBezTo>
                <a:cubicBezTo>
                  <a:pt x="129603" y="992852"/>
                  <a:pt x="133" y="496824"/>
                  <a:pt x="0" y="762"/>
                </a:cubicBezTo>
                <a:close/>
              </a:path>
            </a:pathLst>
          </a:cu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28DE896-FA0A-1C47-BEB2-4C6614ED3DD7}"/>
              </a:ext>
            </a:extLst>
          </p:cNvPr>
          <p:cNvCxnSpPr/>
          <p:nvPr userDrawn="1"/>
        </p:nvCxnSpPr>
        <p:spPr>
          <a:xfrm>
            <a:off x="0" y="1779662"/>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43ECA0E-7D3E-CF46-BAD4-5CBCF0C2FC55}"/>
              </a:ext>
            </a:extLst>
          </p:cNvPr>
          <p:cNvCxnSpPr/>
          <p:nvPr userDrawn="1"/>
        </p:nvCxnSpPr>
        <p:spPr>
          <a:xfrm>
            <a:off x="0" y="2403731"/>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C476B31-7D50-A145-A22B-EBE2BA88D832}"/>
              </a:ext>
            </a:extLst>
          </p:cNvPr>
          <p:cNvCxnSpPr/>
          <p:nvPr userDrawn="1"/>
        </p:nvCxnSpPr>
        <p:spPr>
          <a:xfrm>
            <a:off x="0" y="30278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78B2E72-3846-0343-BA57-4EA861B0E586}"/>
              </a:ext>
            </a:extLst>
          </p:cNvPr>
          <p:cNvPicPr>
            <a:picLocks noChangeAspect="1"/>
          </p:cNvPicPr>
          <p:nvPr userDrawn="1"/>
        </p:nvPicPr>
        <p:blipFill>
          <a:blip r:embed="rId2"/>
          <a:stretch>
            <a:fillRect/>
          </a:stretch>
        </p:blipFill>
        <p:spPr>
          <a:xfrm>
            <a:off x="5292080" y="2499742"/>
            <a:ext cx="720080" cy="405045"/>
          </a:xfrm>
          <a:prstGeom prst="rect">
            <a:avLst/>
          </a:prstGeom>
        </p:spPr>
      </p:pic>
      <p:sp>
        <p:nvSpPr>
          <p:cNvPr id="11" name="Text Placeholder 8"/>
          <p:cNvSpPr>
            <a:spLocks noGrp="1"/>
          </p:cNvSpPr>
          <p:nvPr>
            <p:ph type="body" sz="quarter" idx="10" hasCustomPrompt="1"/>
          </p:nvPr>
        </p:nvSpPr>
        <p:spPr>
          <a:xfrm>
            <a:off x="794436" y="1779662"/>
            <a:ext cx="4497644" cy="1247702"/>
          </a:xfrm>
        </p:spPr>
        <p:txBody>
          <a:bodyPr>
            <a:noAutofit/>
          </a:bodyPr>
          <a:lstStyle>
            <a:lvl1pPr>
              <a:defRPr lang="en-US" sz="3600" kern="1200" dirty="0" smtClean="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1274840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7" name="Fill shape">
            <a:extLst>
              <a:ext uri="{FF2B5EF4-FFF2-40B4-BE49-F238E27FC236}">
                <a16:creationId xmlns:a16="http://schemas.microsoft.com/office/drawing/2014/main" id="{907CB2E3-5B18-7F45-A53F-5A586A41CF63}"/>
              </a:ext>
            </a:extLst>
          </p:cNvPr>
          <p:cNvSpPr/>
          <p:nvPr userDrawn="1"/>
        </p:nvSpPr>
        <p:spPr>
          <a:xfrm>
            <a:off x="827584" y="663538"/>
            <a:ext cx="7488832" cy="3816424"/>
          </a:xfrm>
          <a:prstGeom prst="roundRect">
            <a:avLst>
              <a:gd name="adj" fmla="val 50000"/>
            </a:avLst>
          </a:prstGeom>
          <a:no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sz="900" dirty="0">
              <a:solidFill>
                <a:schemeClr val="tx1"/>
              </a:solidFill>
              <a:latin typeface="Segoe UI" pitchFamily="34" charset="0"/>
              <a:cs typeface="Segoe UI" pitchFamily="34" charset="0"/>
            </a:endParaRPr>
          </a:p>
        </p:txBody>
      </p:sp>
      <p:pic>
        <p:nvPicPr>
          <p:cNvPr id="9" name="Picture 8">
            <a:extLst>
              <a:ext uri="{FF2B5EF4-FFF2-40B4-BE49-F238E27FC236}">
                <a16:creationId xmlns:a16="http://schemas.microsoft.com/office/drawing/2014/main" id="{1DC30AFD-2B7D-FD46-AED5-1A72A28D9A9A}"/>
              </a:ext>
            </a:extLst>
          </p:cNvPr>
          <p:cNvPicPr>
            <a:picLocks noChangeAspect="1"/>
          </p:cNvPicPr>
          <p:nvPr userDrawn="1"/>
        </p:nvPicPr>
        <p:blipFill>
          <a:blip r:embed="rId2"/>
          <a:stretch>
            <a:fillRect/>
          </a:stretch>
        </p:blipFill>
        <p:spPr>
          <a:xfrm>
            <a:off x="4211960" y="3435846"/>
            <a:ext cx="720080" cy="405045"/>
          </a:xfrm>
          <a:prstGeom prst="rect">
            <a:avLst/>
          </a:prstGeom>
        </p:spPr>
      </p:pic>
      <p:sp>
        <p:nvSpPr>
          <p:cNvPr id="12" name="Text Placeholder 8"/>
          <p:cNvSpPr>
            <a:spLocks noGrp="1"/>
          </p:cNvSpPr>
          <p:nvPr>
            <p:ph type="body" sz="quarter" idx="10" hasCustomPrompt="1"/>
          </p:nvPr>
        </p:nvSpPr>
        <p:spPr>
          <a:xfrm>
            <a:off x="2323178" y="1828104"/>
            <a:ext cx="4497644" cy="1247702"/>
          </a:xfrm>
        </p:spPr>
        <p:txBody>
          <a:bodyPr>
            <a:noAutofit/>
          </a:bodyPr>
          <a:lstStyle>
            <a:lvl1pPr marL="0" algn="ctr" defTabSz="685800" rtl="0" eaLnBrk="1" latinLnBrk="0" hangingPunct="1">
              <a:lnSpc>
                <a:spcPct val="90000"/>
              </a:lnSpc>
              <a:spcBef>
                <a:spcPct val="0"/>
              </a:spcBef>
              <a:buNone/>
              <a:defRPr lang="en-IN" sz="3600" kern="1200" dirty="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1249971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ection Divider 2">
    <p:spTree>
      <p:nvGrpSpPr>
        <p:cNvPr id="1" name=""/>
        <p:cNvGrpSpPr/>
        <p:nvPr/>
      </p:nvGrpSpPr>
      <p:grpSpPr>
        <a:xfrm>
          <a:off x="0" y="0"/>
          <a:ext cx="0" cy="0"/>
          <a:chOff x="0" y="0"/>
          <a:chExt cx="0" cy="0"/>
        </a:xfrm>
      </p:grpSpPr>
      <p:sp>
        <p:nvSpPr>
          <p:cNvPr id="8" name="Oval 7"/>
          <p:cNvSpPr/>
          <p:nvPr userDrawn="1"/>
        </p:nvSpPr>
        <p:spPr>
          <a:xfrm>
            <a:off x="1849760" y="-150490"/>
            <a:ext cx="5444480" cy="544448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1691680" y="4227934"/>
            <a:ext cx="5760640" cy="440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 name="Picture 14" descr="Line-01.png"/>
          <p:cNvPicPr>
            <a:picLocks noChangeAspect="1"/>
          </p:cNvPicPr>
          <p:nvPr userDrawn="1"/>
        </p:nvPicPr>
        <p:blipFill rotWithShape="1">
          <a:blip r:embed="rId2" cstate="print"/>
          <a:srcRect r="3809"/>
          <a:stretch/>
        </p:blipFill>
        <p:spPr>
          <a:xfrm>
            <a:off x="1871192" y="3804023"/>
            <a:ext cx="7272808" cy="432295"/>
          </a:xfrm>
          <a:prstGeom prst="rect">
            <a:avLst/>
          </a:prstGeom>
        </p:spPr>
      </p:pic>
      <p:pic>
        <p:nvPicPr>
          <p:cNvPr id="16" name="Picture 15" descr="Line-02.png"/>
          <p:cNvPicPr>
            <a:picLocks noChangeAspect="1"/>
          </p:cNvPicPr>
          <p:nvPr userDrawn="1"/>
        </p:nvPicPr>
        <p:blipFill>
          <a:blip r:embed="rId3" cstate="print"/>
          <a:stretch>
            <a:fillRect/>
          </a:stretch>
        </p:blipFill>
        <p:spPr>
          <a:xfrm>
            <a:off x="4796408" y="4236318"/>
            <a:ext cx="3616242" cy="432048"/>
          </a:xfrm>
          <a:prstGeom prst="rect">
            <a:avLst/>
          </a:prstGeom>
        </p:spPr>
      </p:pic>
      <p:sp>
        <p:nvSpPr>
          <p:cNvPr id="18" name="Text Placeholder 8"/>
          <p:cNvSpPr>
            <a:spLocks noGrp="1"/>
          </p:cNvSpPr>
          <p:nvPr>
            <p:ph type="body" sz="quarter" idx="10" hasCustomPrompt="1"/>
          </p:nvPr>
        </p:nvSpPr>
        <p:spPr>
          <a:xfrm>
            <a:off x="2097185" y="1779662"/>
            <a:ext cx="4949630" cy="1247702"/>
          </a:xfrm>
        </p:spPr>
        <p:txBody>
          <a:bodyPr anchor="ctr">
            <a:noAutofit/>
          </a:bodyPr>
          <a:lstStyle>
            <a:lvl1pPr marL="0" algn="ctr" defTabSz="685800" rtl="0" eaLnBrk="1" latinLnBrk="0" hangingPunct="1">
              <a:lnSpc>
                <a:spcPct val="90000"/>
              </a:lnSpc>
              <a:spcBef>
                <a:spcPct val="0"/>
              </a:spcBef>
              <a:buNone/>
              <a:defRPr lang="en-IN" sz="3200" kern="1200" dirty="0">
                <a:solidFill>
                  <a:schemeClr val="tx1"/>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231411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ection Divider 2">
    <p:spTree>
      <p:nvGrpSpPr>
        <p:cNvPr id="1" name=""/>
        <p:cNvGrpSpPr/>
        <p:nvPr/>
      </p:nvGrpSpPr>
      <p:grpSpPr>
        <a:xfrm>
          <a:off x="0" y="0"/>
          <a:ext cx="0" cy="0"/>
          <a:chOff x="0" y="0"/>
          <a:chExt cx="0" cy="0"/>
        </a:xfrm>
      </p:grpSpPr>
      <p:sp>
        <p:nvSpPr>
          <p:cNvPr id="5" name="Text Placeholder 8"/>
          <p:cNvSpPr>
            <a:spLocks noGrp="1"/>
          </p:cNvSpPr>
          <p:nvPr>
            <p:ph type="body" sz="quarter" idx="10" hasCustomPrompt="1"/>
          </p:nvPr>
        </p:nvSpPr>
        <p:spPr>
          <a:xfrm>
            <a:off x="1871192" y="1419622"/>
            <a:ext cx="4949630" cy="1247702"/>
          </a:xfrm>
        </p:spPr>
        <p:txBody>
          <a:bodyPr>
            <a:noAutofit/>
          </a:bodyPr>
          <a:lstStyle>
            <a:lvl1pPr marL="0" algn="l" defTabSz="685800" rtl="0" eaLnBrk="1" latinLnBrk="0" hangingPunct="1">
              <a:lnSpc>
                <a:spcPct val="90000"/>
              </a:lnSpc>
              <a:spcBef>
                <a:spcPct val="0"/>
              </a:spcBef>
              <a:buNone/>
              <a:defRPr lang="en-IN" sz="3600" kern="1200" dirty="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pic>
        <p:nvPicPr>
          <p:cNvPr id="6" name="Picture 5">
            <a:extLst>
              <a:ext uri="{FF2B5EF4-FFF2-40B4-BE49-F238E27FC236}">
                <a16:creationId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67493" r="3913" b="32463"/>
          <a:stretch/>
        </p:blipFill>
        <p:spPr>
          <a:xfrm>
            <a:off x="7308304" y="2385834"/>
            <a:ext cx="2195736" cy="1667945"/>
          </a:xfrm>
          <a:prstGeom prst="rect">
            <a:avLst/>
          </a:prstGeom>
        </p:spPr>
      </p:pic>
      <p:pic>
        <p:nvPicPr>
          <p:cNvPr id="8" name="Picture 7" descr="Line-01.png"/>
          <p:cNvPicPr>
            <a:picLocks noChangeAspect="1"/>
          </p:cNvPicPr>
          <p:nvPr userDrawn="1"/>
        </p:nvPicPr>
        <p:blipFill rotWithShape="1">
          <a:blip r:embed="rId3" cstate="print"/>
          <a:srcRect r="3809"/>
          <a:stretch/>
        </p:blipFill>
        <p:spPr>
          <a:xfrm>
            <a:off x="1871192" y="3651623"/>
            <a:ext cx="7272808" cy="432295"/>
          </a:xfrm>
          <a:prstGeom prst="rect">
            <a:avLst/>
          </a:prstGeom>
        </p:spPr>
      </p:pic>
      <p:pic>
        <p:nvPicPr>
          <p:cNvPr id="10" name="Picture 9" descr="Line-02.png"/>
          <p:cNvPicPr>
            <a:picLocks noChangeAspect="1"/>
          </p:cNvPicPr>
          <p:nvPr userDrawn="1"/>
        </p:nvPicPr>
        <p:blipFill>
          <a:blip r:embed="rId4" cstate="print"/>
          <a:stretch>
            <a:fillRect/>
          </a:stretch>
        </p:blipFill>
        <p:spPr>
          <a:xfrm>
            <a:off x="4644008" y="4083918"/>
            <a:ext cx="3616242" cy="432048"/>
          </a:xfrm>
          <a:prstGeom prst="rect">
            <a:avLst/>
          </a:prstGeom>
        </p:spPr>
      </p:pic>
    </p:spTree>
    <p:extLst>
      <p:ext uri="{BB962C8B-B14F-4D97-AF65-F5344CB8AC3E}">
        <p14:creationId xmlns:p14="http://schemas.microsoft.com/office/powerpoint/2010/main" val="1520694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ase study 1">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3" name="Picture Placeholder 2"/>
          <p:cNvSpPr>
            <a:spLocks noGrp="1"/>
          </p:cNvSpPr>
          <p:nvPr>
            <p:ph type="pic" sz="quarter" idx="31"/>
          </p:nvPr>
        </p:nvSpPr>
        <p:spPr>
          <a:xfrm>
            <a:off x="6005479" y="1306830"/>
            <a:ext cx="3138521" cy="2347912"/>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15"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916214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ase study 2">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3" name="Picture Placeholder 2"/>
          <p:cNvSpPr>
            <a:spLocks noGrp="1"/>
          </p:cNvSpPr>
          <p:nvPr>
            <p:ph type="pic" sz="quarter" idx="31"/>
          </p:nvPr>
        </p:nvSpPr>
        <p:spPr>
          <a:xfrm>
            <a:off x="6005479" y="1306830"/>
            <a:ext cx="3138521" cy="2347912"/>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6" name="Picture Placeholder 5"/>
          <p:cNvSpPr>
            <a:spLocks noGrp="1"/>
          </p:cNvSpPr>
          <p:nvPr>
            <p:ph type="pic" sz="quarter" idx="33"/>
          </p:nvPr>
        </p:nvSpPr>
        <p:spPr>
          <a:xfrm>
            <a:off x="5867400" y="3875761"/>
            <a:ext cx="1440904" cy="640205"/>
          </a:xfrm>
        </p:spPr>
        <p:txBody>
          <a:bodyPr/>
          <a:lstStyle/>
          <a:p>
            <a:r>
              <a:rPr lang="en-US"/>
              <a:t>Click icon to add picture</a:t>
            </a:r>
            <a:endParaRPr lang="en-IN"/>
          </a:p>
        </p:txBody>
      </p:sp>
      <p:sp>
        <p:nvSpPr>
          <p:cNvPr id="13" name="Picture Placeholder 5"/>
          <p:cNvSpPr>
            <a:spLocks noGrp="1"/>
          </p:cNvSpPr>
          <p:nvPr>
            <p:ph type="pic" sz="quarter" idx="34"/>
          </p:nvPr>
        </p:nvSpPr>
        <p:spPr>
          <a:xfrm>
            <a:off x="7563491" y="3875761"/>
            <a:ext cx="1440904" cy="640205"/>
          </a:xfrm>
        </p:spPr>
        <p:txBody>
          <a:bodyPr/>
          <a:lstStyle/>
          <a:p>
            <a:r>
              <a:rPr lang="en-US"/>
              <a:t>Click icon to add picture</a:t>
            </a:r>
            <a:endParaRPr lang="en-IN"/>
          </a:p>
        </p:txBody>
      </p:sp>
      <p:cxnSp>
        <p:nvCxnSpPr>
          <p:cNvPr id="11" name="Straight Connector 10"/>
          <p:cNvCxnSpPr/>
          <p:nvPr userDrawn="1"/>
        </p:nvCxnSpPr>
        <p:spPr>
          <a:xfrm>
            <a:off x="7437405" y="3875761"/>
            <a:ext cx="0" cy="640205"/>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179205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ase study 3">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6" name="Picture Placeholder 5"/>
          <p:cNvSpPr>
            <a:spLocks noGrp="1"/>
          </p:cNvSpPr>
          <p:nvPr>
            <p:ph type="pic" sz="quarter" idx="33"/>
          </p:nvPr>
        </p:nvSpPr>
        <p:spPr>
          <a:xfrm>
            <a:off x="5867400" y="3875761"/>
            <a:ext cx="1440904" cy="640205"/>
          </a:xfrm>
        </p:spPr>
        <p:txBody>
          <a:bodyPr/>
          <a:lstStyle/>
          <a:p>
            <a:r>
              <a:rPr lang="en-US"/>
              <a:t>Click icon to add picture</a:t>
            </a:r>
            <a:endParaRPr lang="en-IN"/>
          </a:p>
        </p:txBody>
      </p:sp>
      <p:sp>
        <p:nvSpPr>
          <p:cNvPr id="13" name="Picture Placeholder 5"/>
          <p:cNvSpPr>
            <a:spLocks noGrp="1"/>
          </p:cNvSpPr>
          <p:nvPr>
            <p:ph type="pic" sz="quarter" idx="34"/>
          </p:nvPr>
        </p:nvSpPr>
        <p:spPr>
          <a:xfrm>
            <a:off x="7563491" y="3875761"/>
            <a:ext cx="1440904" cy="640205"/>
          </a:xfrm>
        </p:spPr>
        <p:txBody>
          <a:bodyPr/>
          <a:lstStyle/>
          <a:p>
            <a:r>
              <a:rPr lang="en-US"/>
              <a:t>Click icon to add picture</a:t>
            </a:r>
            <a:endParaRPr lang="en-IN"/>
          </a:p>
        </p:txBody>
      </p:sp>
      <p:grpSp>
        <p:nvGrpSpPr>
          <p:cNvPr id="25" name="Group 24"/>
          <p:cNvGrpSpPr/>
          <p:nvPr userDrawn="1"/>
        </p:nvGrpSpPr>
        <p:grpSpPr>
          <a:xfrm>
            <a:off x="5451269" y="1419622"/>
            <a:ext cx="3713775" cy="2298309"/>
            <a:chOff x="-660730" y="1528642"/>
            <a:chExt cx="8541904" cy="5286213"/>
          </a:xfrm>
        </p:grpSpPr>
        <p:pic>
          <p:nvPicPr>
            <p:cNvPr id="26" name="Picture 25">
              <a:extLst>
                <a:ext uri="{FF2B5EF4-FFF2-40B4-BE49-F238E27FC236}">
                  <a16:creationId xmlns:a16="http://schemas.microsoft.com/office/drawing/2014/main" id="{99B160CC-CEA6-43E1-8F66-92E52D034B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730" y="1528642"/>
              <a:ext cx="8541904" cy="5286213"/>
            </a:xfrm>
            <a:prstGeom prst="rect">
              <a:avLst/>
            </a:prstGeom>
          </p:spPr>
        </p:pic>
        <p:sp>
          <p:nvSpPr>
            <p:cNvPr id="27" name="Rectangle 26">
              <a:extLst>
                <a:ext uri="{FF2B5EF4-FFF2-40B4-BE49-F238E27FC236}">
                  <a16:creationId xmlns:a16="http://schemas.microsoft.com/office/drawing/2014/main" id="{94F40020-71B1-44B5-9794-6D75B24E18C5}"/>
                </a:ext>
              </a:extLst>
            </p:cNvPr>
            <p:cNvSpPr/>
            <p:nvPr/>
          </p:nvSpPr>
          <p:spPr>
            <a:xfrm>
              <a:off x="3171574" y="6278940"/>
              <a:ext cx="877298" cy="98205"/>
            </a:xfrm>
            <a:prstGeom prst="rect">
              <a:avLst/>
            </a:prstGeom>
            <a:solidFill>
              <a:srgbClr val="1A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Picture Placeholder 2"/>
          <p:cNvSpPr>
            <a:spLocks noGrp="1"/>
          </p:cNvSpPr>
          <p:nvPr>
            <p:ph type="pic" sz="quarter" idx="31"/>
          </p:nvPr>
        </p:nvSpPr>
        <p:spPr>
          <a:xfrm>
            <a:off x="5907733" y="1692867"/>
            <a:ext cx="2801141" cy="1764000"/>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dirty="0"/>
          </a:p>
        </p:txBody>
      </p:sp>
      <p:sp>
        <p:nvSpPr>
          <p:cNvPr id="15"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690984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9083" y="809622"/>
            <a:ext cx="5577018" cy="4498185"/>
          </a:xfrm>
          <a:prstGeom prst="rect">
            <a:avLst/>
          </a:prstGeom>
        </p:spPr>
      </p:pic>
      <p:sp>
        <p:nvSpPr>
          <p:cNvPr id="40" name="Picture Placeholder 13">
            <a:extLst>
              <a:ext uri="{FF2B5EF4-FFF2-40B4-BE49-F238E27FC236}">
                <a16:creationId xmlns:a16="http://schemas.microsoft.com/office/drawing/2014/main" id="{2FABAE3D-61F4-46A0-8222-345BCB7D6C48}"/>
              </a:ext>
            </a:extLst>
          </p:cNvPr>
          <p:cNvSpPr>
            <a:spLocks noGrp="1"/>
          </p:cNvSpPr>
          <p:nvPr>
            <p:ph type="pic" sz="quarter" idx="12"/>
          </p:nvPr>
        </p:nvSpPr>
        <p:spPr>
          <a:xfrm>
            <a:off x="935619" y="1330748"/>
            <a:ext cx="4301018" cy="3229822"/>
          </a:xfrm>
          <a:prstGeom prst="roundRect">
            <a:avLst>
              <a:gd name="adj" fmla="val 2601"/>
            </a:avLst>
          </a:prstGeom>
          <a:gradFill>
            <a:gsLst>
              <a:gs pos="0">
                <a:schemeClr val="bg1">
                  <a:lumMod val="95000"/>
                </a:schemeClr>
              </a:gs>
              <a:gs pos="100000">
                <a:schemeClr val="bg1">
                  <a:lumMod val="8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extLst>
      <p:ext uri="{BB962C8B-B14F-4D97-AF65-F5344CB8AC3E}">
        <p14:creationId xmlns:p14="http://schemas.microsoft.com/office/powerpoint/2010/main" val="18318776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image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grpSp>
        <p:nvGrpSpPr>
          <p:cNvPr id="3" name="Group 6"/>
          <p:cNvGrpSpPr/>
          <p:nvPr userDrawn="1"/>
        </p:nvGrpSpPr>
        <p:grpSpPr>
          <a:xfrm>
            <a:off x="1368785" y="864733"/>
            <a:ext cx="6406431" cy="3964688"/>
            <a:chOff x="1825046" y="1152977"/>
            <a:chExt cx="8541908" cy="5286250"/>
          </a:xfrm>
        </p:grpSpPr>
        <p:pic>
          <p:nvPicPr>
            <p:cNvPr id="4" name="Picture 3">
              <a:extLst>
                <a:ext uri="{FF2B5EF4-FFF2-40B4-BE49-F238E27FC236}">
                  <a16:creationId xmlns:a16="http://schemas.microsoft.com/office/drawing/2014/main" id="{99B160CC-CEA6-43E1-8F66-92E52D034B3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25046" y="1152977"/>
              <a:ext cx="8541908" cy="5286250"/>
            </a:xfrm>
            <a:prstGeom prst="rect">
              <a:avLst/>
            </a:prstGeom>
          </p:spPr>
        </p:pic>
        <p:sp>
          <p:nvSpPr>
            <p:cNvPr id="5" name="Rectangle 4">
              <a:extLst>
                <a:ext uri="{FF2B5EF4-FFF2-40B4-BE49-F238E27FC236}">
                  <a16:creationId xmlns:a16="http://schemas.microsoft.com/office/drawing/2014/main" id="{94F40020-71B1-44B5-9794-6D75B24E18C5}"/>
                </a:ext>
              </a:extLst>
            </p:cNvPr>
            <p:cNvSpPr/>
            <p:nvPr userDrawn="1"/>
          </p:nvSpPr>
          <p:spPr>
            <a:xfrm>
              <a:off x="5657350" y="5911956"/>
              <a:ext cx="877300" cy="98205"/>
            </a:xfrm>
            <a:prstGeom prst="rect">
              <a:avLst/>
            </a:prstGeom>
            <a:solidFill>
              <a:srgbClr val="1A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egoe UI" pitchFamily="34" charset="0"/>
                <a:cs typeface="Segoe UI" pitchFamily="34" charset="0"/>
              </a:endParaRPr>
            </a:p>
          </p:txBody>
        </p:sp>
      </p:grpSp>
      <p:sp>
        <p:nvSpPr>
          <p:cNvPr id="6" name="Picture Placeholder 13">
            <a:extLst>
              <a:ext uri="{FF2B5EF4-FFF2-40B4-BE49-F238E27FC236}">
                <a16:creationId xmlns:a16="http://schemas.microsoft.com/office/drawing/2014/main" id="{2B64A4BA-2084-41F7-9865-21BEA10D6341}"/>
              </a:ext>
            </a:extLst>
          </p:cNvPr>
          <p:cNvSpPr>
            <a:spLocks noGrp="1"/>
          </p:cNvSpPr>
          <p:nvPr>
            <p:ph type="pic" sz="quarter" idx="22"/>
          </p:nvPr>
        </p:nvSpPr>
        <p:spPr>
          <a:xfrm>
            <a:off x="2154229" y="1264506"/>
            <a:ext cx="4835543" cy="3183108"/>
          </a:xfrm>
          <a:prstGeom prst="roundRect">
            <a:avLst>
              <a:gd name="adj" fmla="val 1973"/>
            </a:avLst>
          </a:pr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extLst>
      <p:ext uri="{BB962C8B-B14F-4D97-AF65-F5344CB8AC3E}">
        <p14:creationId xmlns:p14="http://schemas.microsoft.com/office/powerpoint/2010/main" val="22512590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th content and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BDE31-47C2-45A3-B197-4F59252497F8}"/>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sp>
        <p:nvSpPr>
          <p:cNvPr id="37" name="Picture Placeholder 13">
            <a:extLst>
              <a:ext uri="{FF2B5EF4-FFF2-40B4-BE49-F238E27FC236}">
                <a16:creationId xmlns:a16="http://schemas.microsoft.com/office/drawing/2014/main" id="{13CF0DDD-AEDC-40C4-BCE7-2A703C125BCE}"/>
              </a:ext>
            </a:extLst>
          </p:cNvPr>
          <p:cNvSpPr>
            <a:spLocks noGrp="1"/>
          </p:cNvSpPr>
          <p:nvPr>
            <p:ph type="pic" sz="quarter" idx="10"/>
          </p:nvPr>
        </p:nvSpPr>
        <p:spPr>
          <a:xfrm>
            <a:off x="771525" y="3743902"/>
            <a:ext cx="7600951" cy="1399598"/>
          </a:xfrm>
          <a:prstGeom prst="round2SameRect">
            <a:avLst/>
          </a:pr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
        <p:nvSpPr>
          <p:cNvPr id="4" name="Text Placeholder 3"/>
          <p:cNvSpPr>
            <a:spLocks noGrp="1"/>
          </p:cNvSpPr>
          <p:nvPr>
            <p:ph type="body" sz="quarter" idx="11"/>
          </p:nvPr>
        </p:nvSpPr>
        <p:spPr>
          <a:xfrm>
            <a:off x="771525" y="1419225"/>
            <a:ext cx="7600950" cy="208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6462465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out titl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3132138" cy="5143500"/>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Tree>
    <p:extLst>
      <p:ext uri="{BB962C8B-B14F-4D97-AF65-F5344CB8AC3E}">
        <p14:creationId xmlns:p14="http://schemas.microsoft.com/office/powerpoint/2010/main" val="24706706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with content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sp>
        <p:nvSpPr>
          <p:cNvPr id="25" name="Trapezoid 24">
            <a:extLst>
              <a:ext uri="{FF2B5EF4-FFF2-40B4-BE49-F238E27FC236}">
                <a16:creationId xmlns:a16="http://schemas.microsoft.com/office/drawing/2014/main" id="{04876DA9-2632-47A3-A250-BA3A1FAC3D87}"/>
              </a:ext>
            </a:extLst>
          </p:cNvPr>
          <p:cNvSpPr/>
          <p:nvPr userDrawn="1"/>
        </p:nvSpPr>
        <p:spPr>
          <a:xfrm rot="10800000">
            <a:off x="1317331" y="2697092"/>
            <a:ext cx="6509335" cy="1060160"/>
          </a:xfrm>
          <a:prstGeom prst="trapezoid">
            <a:avLst>
              <a:gd name="adj" fmla="val 54289"/>
            </a:avLst>
          </a:prstGeom>
          <a:solidFill>
            <a:srgbClr val="C00000"/>
          </a:solidFill>
          <a:ln>
            <a:noFill/>
          </a:ln>
          <a:effectLst>
            <a:outerShdw blurRad="1168400" dist="139700" dir="15600000" algn="t" rotWithShape="0">
              <a:schemeClr val="bg1">
                <a:lumMod val="75000"/>
                <a:alpha val="8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atin typeface="Segoe UI" pitchFamily="34" charset="0"/>
              <a:cs typeface="Segoe UI" pitchFamily="34" charset="0"/>
            </a:endParaRPr>
          </a:p>
        </p:txBody>
      </p:sp>
      <p:pic>
        <p:nvPicPr>
          <p:cNvPr id="30" name="Picture 29">
            <a:extLst>
              <a:ext uri="{FF2B5EF4-FFF2-40B4-BE49-F238E27FC236}">
                <a16:creationId xmlns:a16="http://schemas.microsoft.com/office/drawing/2014/main" id="{D81E8C8A-BC94-4E85-867B-8E337C3E7A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3674" y="2371008"/>
            <a:ext cx="6976652" cy="2772493"/>
          </a:xfrm>
          <a:prstGeom prst="rect">
            <a:avLst/>
          </a:prstGeom>
        </p:spPr>
      </p:pic>
      <p:sp>
        <p:nvSpPr>
          <p:cNvPr id="31" name="Picture Placeholder 13">
            <a:extLst>
              <a:ext uri="{FF2B5EF4-FFF2-40B4-BE49-F238E27FC236}">
                <a16:creationId xmlns:a16="http://schemas.microsoft.com/office/drawing/2014/main" id="{E298634D-1348-4909-BD40-7BB70D313451}"/>
              </a:ext>
            </a:extLst>
          </p:cNvPr>
          <p:cNvSpPr>
            <a:spLocks noGrp="1"/>
          </p:cNvSpPr>
          <p:nvPr>
            <p:ph type="pic" sz="quarter" idx="18"/>
          </p:nvPr>
        </p:nvSpPr>
        <p:spPr>
          <a:xfrm>
            <a:off x="1602321" y="1431372"/>
            <a:ext cx="5939357" cy="3525736"/>
          </a:xfrm>
          <a:prstGeom prst="roundRect">
            <a:avLst>
              <a:gd name="adj" fmla="val 892"/>
            </a:avLst>
          </a:prstGeom>
          <a:gradFill>
            <a:gsLst>
              <a:gs pos="0">
                <a:schemeClr val="bg1">
                  <a:lumMod val="50000"/>
                  <a:lumOff val="50000"/>
                </a:schemeClr>
              </a:gs>
              <a:gs pos="100000">
                <a:schemeClr val="bg1">
                  <a:lumMod val="75000"/>
                  <a:lumOff val="25000"/>
                </a:schemeClr>
              </a:gs>
            </a:gsLst>
            <a:lin ang="5400000" scaled="1"/>
          </a:gradFill>
          <a:scene3d>
            <a:camera prst="perspectiveBelow" fov="1620000">
              <a:rot lat="4200000" lon="0" rev="0"/>
            </a:camera>
            <a:lightRig rig="threePt" dir="t"/>
          </a:scene3d>
        </p:spPr>
        <p:txBody>
          <a:bodyPr anchor="ctr">
            <a:normAutofit/>
          </a:bodyPr>
          <a:lstStyle>
            <a:lvl1pPr algn="ctr">
              <a:defRPr sz="800">
                <a:latin typeface="Segoe UI" pitchFamily="34" charset="0"/>
                <a:cs typeface="Segoe UI" pitchFamily="34" charset="0"/>
              </a:defRPr>
            </a:lvl1pPr>
          </a:lstStyle>
          <a:p>
            <a:r>
              <a:rPr lang="en-US"/>
              <a:t>Click icon to add picture</a:t>
            </a:r>
            <a:endParaRPr lang="en-US" dirty="0"/>
          </a:p>
        </p:txBody>
      </p:sp>
      <p:sp>
        <p:nvSpPr>
          <p:cNvPr id="34" name="Text Placeholder 33"/>
          <p:cNvSpPr>
            <a:spLocks noGrp="1"/>
          </p:cNvSpPr>
          <p:nvPr>
            <p:ph type="body" sz="quarter" idx="19"/>
          </p:nvPr>
        </p:nvSpPr>
        <p:spPr>
          <a:xfrm>
            <a:off x="2031029" y="1242060"/>
            <a:ext cx="5066066" cy="882293"/>
          </a:xfrm>
          <a:prstGeom prst="rect">
            <a:avLst/>
          </a:prstGeom>
          <a:noFill/>
        </p:spPr>
        <p:txBody>
          <a:bodyPr wrap="none" lIns="0" tIns="0" rIns="0" bIns="0" rtlCol="0">
            <a:spAutoFit/>
          </a:bodyPr>
          <a:lstStyle>
            <a:lvl1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1pPr>
            <a:lvl2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2pPr>
            <a:lvl3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3pPr>
            <a:lvl4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4pPr>
            <a:lvl5pPr marL="0" algn="ctr" defTabSz="685800" rtl="0" eaLnBrk="1" latinLnBrk="0" hangingPunct="1">
              <a:defRPr lang="en-US" sz="3000" kern="1200" dirty="0">
                <a:solidFill>
                  <a:schemeClr val="tx1"/>
                </a:solidFill>
                <a:latin typeface="Segoe UI" pitchFamily="34" charset="0"/>
                <a:ea typeface="+mn-ea"/>
                <a:cs typeface="Segoe UI"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31877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F3A2-367D-49A0-B746-5038CF8F2BE7}"/>
              </a:ext>
            </a:extLst>
          </p:cNvPr>
          <p:cNvSpPr>
            <a:spLocks noGrp="1"/>
          </p:cNvSpPr>
          <p:nvPr>
            <p:ph type="title"/>
          </p:nvPr>
        </p:nvSpPr>
        <p:spPr>
          <a:xfrm>
            <a:off x="771525" y="400051"/>
            <a:ext cx="7600951" cy="771518"/>
          </a:xfrm>
          <a:prstGeom prst="rect">
            <a:avLst/>
          </a:prstGeom>
        </p:spPr>
        <p:txBody>
          <a:bodyPr/>
          <a:lstStyle/>
          <a:p>
            <a:r>
              <a:rPr lang="en-US"/>
              <a:t>Click to edit Master title style</a:t>
            </a:r>
            <a:endParaRPr lang="en-US" dirty="0"/>
          </a:p>
        </p:txBody>
      </p:sp>
      <p:sp>
        <p:nvSpPr>
          <p:cNvPr id="3" name="world map">
            <a:extLst>
              <a:ext uri="{FF2B5EF4-FFF2-40B4-BE49-F238E27FC236}">
                <a16:creationId xmlns:a16="http://schemas.microsoft.com/office/drawing/2014/main" id="{52F80A47-E2F6-4588-BAC2-7F22C8FE3910}"/>
              </a:ext>
            </a:extLst>
          </p:cNvPr>
          <p:cNvSpPr>
            <a:spLocks noEditPoints="1"/>
          </p:cNvSpPr>
          <p:nvPr userDrawn="1"/>
        </p:nvSpPr>
        <p:spPr bwMode="auto">
          <a:xfrm>
            <a:off x="1074839" y="1019550"/>
            <a:ext cx="6994322" cy="3888140"/>
          </a:xfrm>
          <a:custGeom>
            <a:avLst/>
            <a:gdLst>
              <a:gd name="T0" fmla="*/ 1073 w 2722"/>
              <a:gd name="T1" fmla="*/ 60 h 1511"/>
              <a:gd name="T2" fmla="*/ 807 w 2722"/>
              <a:gd name="T3" fmla="*/ 129 h 1511"/>
              <a:gd name="T4" fmla="*/ 2086 w 2722"/>
              <a:gd name="T5" fmla="*/ 163 h 1511"/>
              <a:gd name="T6" fmla="*/ 1966 w 2722"/>
              <a:gd name="T7" fmla="*/ 223 h 1511"/>
              <a:gd name="T8" fmla="*/ 2361 w 2722"/>
              <a:gd name="T9" fmla="*/ 240 h 1511"/>
              <a:gd name="T10" fmla="*/ 2361 w 2722"/>
              <a:gd name="T11" fmla="*/ 266 h 1511"/>
              <a:gd name="T12" fmla="*/ 2249 w 2722"/>
              <a:gd name="T13" fmla="*/ 283 h 1511"/>
              <a:gd name="T14" fmla="*/ 1803 w 2722"/>
              <a:gd name="T15" fmla="*/ 317 h 1511"/>
              <a:gd name="T16" fmla="*/ 2662 w 2722"/>
              <a:gd name="T17" fmla="*/ 326 h 1511"/>
              <a:gd name="T18" fmla="*/ 1794 w 2722"/>
              <a:gd name="T19" fmla="*/ 343 h 1511"/>
              <a:gd name="T20" fmla="*/ 2670 w 2722"/>
              <a:gd name="T21" fmla="*/ 343 h 1511"/>
              <a:gd name="T22" fmla="*/ 1554 w 2722"/>
              <a:gd name="T23" fmla="*/ 360 h 1511"/>
              <a:gd name="T24" fmla="*/ 2421 w 2722"/>
              <a:gd name="T25" fmla="*/ 369 h 1511"/>
              <a:gd name="T26" fmla="*/ 575 w 2722"/>
              <a:gd name="T27" fmla="*/ 403 h 1511"/>
              <a:gd name="T28" fmla="*/ 2026 w 2722"/>
              <a:gd name="T29" fmla="*/ 395 h 1511"/>
              <a:gd name="T30" fmla="*/ 197 w 2722"/>
              <a:gd name="T31" fmla="*/ 420 h 1511"/>
              <a:gd name="T32" fmla="*/ 1605 w 2722"/>
              <a:gd name="T33" fmla="*/ 412 h 1511"/>
              <a:gd name="T34" fmla="*/ 2447 w 2722"/>
              <a:gd name="T35" fmla="*/ 420 h 1511"/>
              <a:gd name="T36" fmla="*/ 936 w 2722"/>
              <a:gd name="T37" fmla="*/ 455 h 1511"/>
              <a:gd name="T38" fmla="*/ 2181 w 2722"/>
              <a:gd name="T39" fmla="*/ 446 h 1511"/>
              <a:gd name="T40" fmla="*/ 506 w 2722"/>
              <a:gd name="T41" fmla="*/ 472 h 1511"/>
              <a:gd name="T42" fmla="*/ 2121 w 2722"/>
              <a:gd name="T43" fmla="*/ 463 h 1511"/>
              <a:gd name="T44" fmla="*/ 463 w 2722"/>
              <a:gd name="T45" fmla="*/ 498 h 1511"/>
              <a:gd name="T46" fmla="*/ 2043 w 2722"/>
              <a:gd name="T47" fmla="*/ 506 h 1511"/>
              <a:gd name="T48" fmla="*/ 532 w 2722"/>
              <a:gd name="T49" fmla="*/ 523 h 1511"/>
              <a:gd name="T50" fmla="*/ 2103 w 2722"/>
              <a:gd name="T51" fmla="*/ 523 h 1511"/>
              <a:gd name="T52" fmla="*/ 1477 w 2722"/>
              <a:gd name="T53" fmla="*/ 541 h 1511"/>
              <a:gd name="T54" fmla="*/ 2473 w 2722"/>
              <a:gd name="T55" fmla="*/ 549 h 1511"/>
              <a:gd name="T56" fmla="*/ 1451 w 2722"/>
              <a:gd name="T57" fmla="*/ 584 h 1511"/>
              <a:gd name="T58" fmla="*/ 2310 w 2722"/>
              <a:gd name="T59" fmla="*/ 575 h 1511"/>
              <a:gd name="T60" fmla="*/ 1485 w 2722"/>
              <a:gd name="T61" fmla="*/ 601 h 1511"/>
              <a:gd name="T62" fmla="*/ 2327 w 2722"/>
              <a:gd name="T63" fmla="*/ 592 h 1511"/>
              <a:gd name="T64" fmla="*/ 1545 w 2722"/>
              <a:gd name="T65" fmla="*/ 627 h 1511"/>
              <a:gd name="T66" fmla="*/ 343 w 2722"/>
              <a:gd name="T67" fmla="*/ 661 h 1511"/>
              <a:gd name="T68" fmla="*/ 1691 w 2722"/>
              <a:gd name="T69" fmla="*/ 652 h 1511"/>
              <a:gd name="T70" fmla="*/ 532 w 2722"/>
              <a:gd name="T71" fmla="*/ 678 h 1511"/>
              <a:gd name="T72" fmla="*/ 1889 w 2722"/>
              <a:gd name="T73" fmla="*/ 669 h 1511"/>
              <a:gd name="T74" fmla="*/ 1185 w 2722"/>
              <a:gd name="T75" fmla="*/ 704 h 1511"/>
              <a:gd name="T76" fmla="*/ 2146 w 2722"/>
              <a:gd name="T77" fmla="*/ 712 h 1511"/>
              <a:gd name="T78" fmla="*/ 1666 w 2722"/>
              <a:gd name="T79" fmla="*/ 730 h 1511"/>
              <a:gd name="T80" fmla="*/ 584 w 2722"/>
              <a:gd name="T81" fmla="*/ 755 h 1511"/>
              <a:gd name="T82" fmla="*/ 2121 w 2722"/>
              <a:gd name="T83" fmla="*/ 747 h 1511"/>
              <a:gd name="T84" fmla="*/ 1777 w 2722"/>
              <a:gd name="T85" fmla="*/ 781 h 1511"/>
              <a:gd name="T86" fmla="*/ 1271 w 2722"/>
              <a:gd name="T87" fmla="*/ 815 h 1511"/>
              <a:gd name="T88" fmla="*/ 2181 w 2722"/>
              <a:gd name="T89" fmla="*/ 807 h 1511"/>
              <a:gd name="T90" fmla="*/ 1949 w 2722"/>
              <a:gd name="T91" fmla="*/ 833 h 1511"/>
              <a:gd name="T92" fmla="*/ 1786 w 2722"/>
              <a:gd name="T93" fmla="*/ 850 h 1511"/>
              <a:gd name="T94" fmla="*/ 1442 w 2722"/>
              <a:gd name="T95" fmla="*/ 884 h 1511"/>
              <a:gd name="T96" fmla="*/ 1245 w 2722"/>
              <a:gd name="T97" fmla="*/ 918 h 1511"/>
              <a:gd name="T98" fmla="*/ 1202 w 2722"/>
              <a:gd name="T99" fmla="*/ 936 h 1511"/>
              <a:gd name="T100" fmla="*/ 1279 w 2722"/>
              <a:gd name="T101" fmla="*/ 961 h 1511"/>
              <a:gd name="T102" fmla="*/ 1296 w 2722"/>
              <a:gd name="T103" fmla="*/ 979 h 1511"/>
              <a:gd name="T104" fmla="*/ 1442 w 2722"/>
              <a:gd name="T105" fmla="*/ 1013 h 1511"/>
              <a:gd name="T106" fmla="*/ 2146 w 2722"/>
              <a:gd name="T107" fmla="*/ 1047 h 1511"/>
              <a:gd name="T108" fmla="*/ 764 w 2722"/>
              <a:gd name="T109" fmla="*/ 1090 h 1511"/>
              <a:gd name="T110" fmla="*/ 841 w 2722"/>
              <a:gd name="T111" fmla="*/ 1116 h 1511"/>
              <a:gd name="T112" fmla="*/ 961 w 2722"/>
              <a:gd name="T113" fmla="*/ 1133 h 1511"/>
              <a:gd name="T114" fmla="*/ 2344 w 2722"/>
              <a:gd name="T115" fmla="*/ 1167 h 1511"/>
              <a:gd name="T116" fmla="*/ 833 w 2722"/>
              <a:gd name="T117" fmla="*/ 1228 h 1511"/>
              <a:gd name="T118" fmla="*/ 1459 w 2722"/>
              <a:gd name="T119" fmla="*/ 1245 h 1511"/>
              <a:gd name="T120" fmla="*/ 2232 w 2722"/>
              <a:gd name="T121" fmla="*/ 1270 h 1511"/>
              <a:gd name="T122" fmla="*/ 2456 w 2722"/>
              <a:gd name="T123" fmla="*/ 1288 h 1511"/>
              <a:gd name="T124" fmla="*/ 2370 w 2722"/>
              <a:gd name="T125" fmla="*/ 1374 h 1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22" h="1511">
                <a:moveTo>
                  <a:pt x="781" y="43"/>
                </a:moveTo>
                <a:cubicBezTo>
                  <a:pt x="776" y="43"/>
                  <a:pt x="773" y="39"/>
                  <a:pt x="773" y="34"/>
                </a:cubicBezTo>
                <a:cubicBezTo>
                  <a:pt x="773" y="29"/>
                  <a:pt x="776" y="25"/>
                  <a:pt x="781" y="25"/>
                </a:cubicBezTo>
                <a:cubicBezTo>
                  <a:pt x="786" y="25"/>
                  <a:pt x="790" y="29"/>
                  <a:pt x="790" y="34"/>
                </a:cubicBezTo>
                <a:cubicBezTo>
                  <a:pt x="790" y="39"/>
                  <a:pt x="786" y="43"/>
                  <a:pt x="781" y="43"/>
                </a:cubicBezTo>
                <a:close/>
                <a:moveTo>
                  <a:pt x="816" y="34"/>
                </a:moveTo>
                <a:cubicBezTo>
                  <a:pt x="816" y="29"/>
                  <a:pt x="812" y="25"/>
                  <a:pt x="807" y="25"/>
                </a:cubicBezTo>
                <a:cubicBezTo>
                  <a:pt x="802" y="25"/>
                  <a:pt x="798" y="29"/>
                  <a:pt x="798" y="34"/>
                </a:cubicBezTo>
                <a:cubicBezTo>
                  <a:pt x="798" y="39"/>
                  <a:pt x="802" y="43"/>
                  <a:pt x="807" y="43"/>
                </a:cubicBezTo>
                <a:cubicBezTo>
                  <a:pt x="812" y="43"/>
                  <a:pt x="816" y="39"/>
                  <a:pt x="816" y="34"/>
                </a:cubicBezTo>
                <a:close/>
                <a:moveTo>
                  <a:pt x="841" y="34"/>
                </a:moveTo>
                <a:cubicBezTo>
                  <a:pt x="841" y="29"/>
                  <a:pt x="837" y="25"/>
                  <a:pt x="833" y="25"/>
                </a:cubicBezTo>
                <a:cubicBezTo>
                  <a:pt x="828" y="25"/>
                  <a:pt x="824" y="29"/>
                  <a:pt x="824" y="34"/>
                </a:cubicBezTo>
                <a:cubicBezTo>
                  <a:pt x="824" y="39"/>
                  <a:pt x="828" y="43"/>
                  <a:pt x="833" y="43"/>
                </a:cubicBezTo>
                <a:cubicBezTo>
                  <a:pt x="837" y="43"/>
                  <a:pt x="841" y="39"/>
                  <a:pt x="841" y="34"/>
                </a:cubicBezTo>
                <a:close/>
                <a:moveTo>
                  <a:pt x="867" y="34"/>
                </a:moveTo>
                <a:cubicBezTo>
                  <a:pt x="867" y="29"/>
                  <a:pt x="863" y="25"/>
                  <a:pt x="858" y="25"/>
                </a:cubicBezTo>
                <a:cubicBezTo>
                  <a:pt x="854" y="25"/>
                  <a:pt x="850" y="29"/>
                  <a:pt x="850" y="34"/>
                </a:cubicBezTo>
                <a:cubicBezTo>
                  <a:pt x="850" y="39"/>
                  <a:pt x="854" y="43"/>
                  <a:pt x="858" y="43"/>
                </a:cubicBezTo>
                <a:cubicBezTo>
                  <a:pt x="863" y="43"/>
                  <a:pt x="867" y="39"/>
                  <a:pt x="867" y="34"/>
                </a:cubicBezTo>
                <a:close/>
                <a:moveTo>
                  <a:pt x="867" y="8"/>
                </a:moveTo>
                <a:cubicBezTo>
                  <a:pt x="867" y="4"/>
                  <a:pt x="863" y="0"/>
                  <a:pt x="858" y="0"/>
                </a:cubicBezTo>
                <a:cubicBezTo>
                  <a:pt x="854" y="0"/>
                  <a:pt x="850" y="4"/>
                  <a:pt x="850" y="8"/>
                </a:cubicBezTo>
                <a:cubicBezTo>
                  <a:pt x="850" y="13"/>
                  <a:pt x="854" y="17"/>
                  <a:pt x="858" y="17"/>
                </a:cubicBezTo>
                <a:cubicBezTo>
                  <a:pt x="863" y="17"/>
                  <a:pt x="867" y="13"/>
                  <a:pt x="867" y="8"/>
                </a:cubicBezTo>
                <a:close/>
                <a:moveTo>
                  <a:pt x="893" y="34"/>
                </a:moveTo>
                <a:cubicBezTo>
                  <a:pt x="893" y="29"/>
                  <a:pt x="889" y="25"/>
                  <a:pt x="884" y="25"/>
                </a:cubicBezTo>
                <a:cubicBezTo>
                  <a:pt x="879" y="25"/>
                  <a:pt x="876" y="29"/>
                  <a:pt x="876" y="34"/>
                </a:cubicBezTo>
                <a:cubicBezTo>
                  <a:pt x="876" y="39"/>
                  <a:pt x="879" y="43"/>
                  <a:pt x="884" y="43"/>
                </a:cubicBezTo>
                <a:cubicBezTo>
                  <a:pt x="889" y="43"/>
                  <a:pt x="893" y="39"/>
                  <a:pt x="893" y="34"/>
                </a:cubicBezTo>
                <a:close/>
                <a:moveTo>
                  <a:pt x="893" y="8"/>
                </a:moveTo>
                <a:cubicBezTo>
                  <a:pt x="893" y="4"/>
                  <a:pt x="889" y="0"/>
                  <a:pt x="884" y="0"/>
                </a:cubicBezTo>
                <a:cubicBezTo>
                  <a:pt x="879" y="0"/>
                  <a:pt x="876" y="4"/>
                  <a:pt x="876" y="8"/>
                </a:cubicBezTo>
                <a:cubicBezTo>
                  <a:pt x="876" y="13"/>
                  <a:pt x="879" y="17"/>
                  <a:pt x="884" y="17"/>
                </a:cubicBezTo>
                <a:cubicBezTo>
                  <a:pt x="889" y="17"/>
                  <a:pt x="893" y="13"/>
                  <a:pt x="893" y="8"/>
                </a:cubicBezTo>
                <a:close/>
                <a:moveTo>
                  <a:pt x="919" y="34"/>
                </a:moveTo>
                <a:cubicBezTo>
                  <a:pt x="919" y="29"/>
                  <a:pt x="915" y="25"/>
                  <a:pt x="910" y="25"/>
                </a:cubicBezTo>
                <a:cubicBezTo>
                  <a:pt x="905" y="25"/>
                  <a:pt x="901" y="29"/>
                  <a:pt x="901" y="34"/>
                </a:cubicBezTo>
                <a:cubicBezTo>
                  <a:pt x="901" y="39"/>
                  <a:pt x="905" y="43"/>
                  <a:pt x="910" y="43"/>
                </a:cubicBezTo>
                <a:cubicBezTo>
                  <a:pt x="915" y="43"/>
                  <a:pt x="919" y="39"/>
                  <a:pt x="919" y="34"/>
                </a:cubicBezTo>
                <a:close/>
                <a:moveTo>
                  <a:pt x="944" y="34"/>
                </a:moveTo>
                <a:cubicBezTo>
                  <a:pt x="944" y="29"/>
                  <a:pt x="940" y="25"/>
                  <a:pt x="936" y="25"/>
                </a:cubicBezTo>
                <a:cubicBezTo>
                  <a:pt x="931" y="25"/>
                  <a:pt x="927" y="29"/>
                  <a:pt x="927" y="34"/>
                </a:cubicBezTo>
                <a:cubicBezTo>
                  <a:pt x="927" y="39"/>
                  <a:pt x="931" y="43"/>
                  <a:pt x="936" y="43"/>
                </a:cubicBezTo>
                <a:cubicBezTo>
                  <a:pt x="940" y="43"/>
                  <a:pt x="944" y="39"/>
                  <a:pt x="944" y="34"/>
                </a:cubicBezTo>
                <a:close/>
                <a:moveTo>
                  <a:pt x="970" y="34"/>
                </a:moveTo>
                <a:cubicBezTo>
                  <a:pt x="970" y="29"/>
                  <a:pt x="966" y="25"/>
                  <a:pt x="961" y="25"/>
                </a:cubicBezTo>
                <a:cubicBezTo>
                  <a:pt x="957" y="25"/>
                  <a:pt x="953" y="29"/>
                  <a:pt x="953" y="34"/>
                </a:cubicBezTo>
                <a:cubicBezTo>
                  <a:pt x="953" y="39"/>
                  <a:pt x="957" y="43"/>
                  <a:pt x="961" y="43"/>
                </a:cubicBezTo>
                <a:cubicBezTo>
                  <a:pt x="966" y="43"/>
                  <a:pt x="970" y="39"/>
                  <a:pt x="970" y="34"/>
                </a:cubicBezTo>
                <a:close/>
                <a:moveTo>
                  <a:pt x="970" y="8"/>
                </a:moveTo>
                <a:cubicBezTo>
                  <a:pt x="970" y="4"/>
                  <a:pt x="966" y="0"/>
                  <a:pt x="961" y="0"/>
                </a:cubicBezTo>
                <a:cubicBezTo>
                  <a:pt x="957" y="0"/>
                  <a:pt x="953" y="4"/>
                  <a:pt x="953" y="8"/>
                </a:cubicBezTo>
                <a:cubicBezTo>
                  <a:pt x="953" y="13"/>
                  <a:pt x="957" y="17"/>
                  <a:pt x="961" y="17"/>
                </a:cubicBezTo>
                <a:cubicBezTo>
                  <a:pt x="966" y="17"/>
                  <a:pt x="970" y="13"/>
                  <a:pt x="970" y="8"/>
                </a:cubicBezTo>
                <a:close/>
                <a:moveTo>
                  <a:pt x="996" y="34"/>
                </a:moveTo>
                <a:cubicBezTo>
                  <a:pt x="996" y="29"/>
                  <a:pt x="992" y="25"/>
                  <a:pt x="987" y="25"/>
                </a:cubicBezTo>
                <a:cubicBezTo>
                  <a:pt x="983" y="25"/>
                  <a:pt x="979" y="29"/>
                  <a:pt x="979" y="34"/>
                </a:cubicBezTo>
                <a:cubicBezTo>
                  <a:pt x="979" y="39"/>
                  <a:pt x="983" y="43"/>
                  <a:pt x="987" y="43"/>
                </a:cubicBezTo>
                <a:cubicBezTo>
                  <a:pt x="992" y="43"/>
                  <a:pt x="996" y="39"/>
                  <a:pt x="996" y="34"/>
                </a:cubicBezTo>
                <a:close/>
                <a:moveTo>
                  <a:pt x="996" y="8"/>
                </a:moveTo>
                <a:cubicBezTo>
                  <a:pt x="996" y="4"/>
                  <a:pt x="992" y="0"/>
                  <a:pt x="987" y="0"/>
                </a:cubicBezTo>
                <a:cubicBezTo>
                  <a:pt x="983" y="0"/>
                  <a:pt x="979" y="4"/>
                  <a:pt x="979" y="8"/>
                </a:cubicBezTo>
                <a:cubicBezTo>
                  <a:pt x="979" y="13"/>
                  <a:pt x="983" y="17"/>
                  <a:pt x="987" y="17"/>
                </a:cubicBezTo>
                <a:cubicBezTo>
                  <a:pt x="992" y="17"/>
                  <a:pt x="996" y="13"/>
                  <a:pt x="996" y="8"/>
                </a:cubicBezTo>
                <a:close/>
                <a:moveTo>
                  <a:pt x="1022" y="34"/>
                </a:moveTo>
                <a:cubicBezTo>
                  <a:pt x="1022" y="29"/>
                  <a:pt x="1018" y="25"/>
                  <a:pt x="1013" y="25"/>
                </a:cubicBezTo>
                <a:cubicBezTo>
                  <a:pt x="1008" y="25"/>
                  <a:pt x="1004" y="29"/>
                  <a:pt x="1004" y="34"/>
                </a:cubicBezTo>
                <a:cubicBezTo>
                  <a:pt x="1004" y="39"/>
                  <a:pt x="1008" y="43"/>
                  <a:pt x="1013" y="43"/>
                </a:cubicBezTo>
                <a:cubicBezTo>
                  <a:pt x="1018" y="43"/>
                  <a:pt x="1022" y="39"/>
                  <a:pt x="1022" y="34"/>
                </a:cubicBezTo>
                <a:close/>
                <a:moveTo>
                  <a:pt x="1022" y="8"/>
                </a:moveTo>
                <a:cubicBezTo>
                  <a:pt x="1022" y="4"/>
                  <a:pt x="1018" y="0"/>
                  <a:pt x="1013" y="0"/>
                </a:cubicBezTo>
                <a:cubicBezTo>
                  <a:pt x="1008" y="0"/>
                  <a:pt x="1004" y="4"/>
                  <a:pt x="1004" y="8"/>
                </a:cubicBezTo>
                <a:cubicBezTo>
                  <a:pt x="1004" y="13"/>
                  <a:pt x="1008" y="17"/>
                  <a:pt x="1013" y="17"/>
                </a:cubicBezTo>
                <a:cubicBezTo>
                  <a:pt x="1018" y="17"/>
                  <a:pt x="1022" y="13"/>
                  <a:pt x="1022" y="8"/>
                </a:cubicBezTo>
                <a:close/>
                <a:moveTo>
                  <a:pt x="1047" y="34"/>
                </a:moveTo>
                <a:cubicBezTo>
                  <a:pt x="1047" y="29"/>
                  <a:pt x="1044" y="25"/>
                  <a:pt x="1039" y="25"/>
                </a:cubicBezTo>
                <a:cubicBezTo>
                  <a:pt x="1034" y="25"/>
                  <a:pt x="1030" y="29"/>
                  <a:pt x="1030" y="34"/>
                </a:cubicBezTo>
                <a:cubicBezTo>
                  <a:pt x="1030" y="39"/>
                  <a:pt x="1034" y="43"/>
                  <a:pt x="1039" y="43"/>
                </a:cubicBezTo>
                <a:cubicBezTo>
                  <a:pt x="1044" y="43"/>
                  <a:pt x="1047" y="39"/>
                  <a:pt x="1047" y="34"/>
                </a:cubicBezTo>
                <a:close/>
                <a:moveTo>
                  <a:pt x="1047" y="8"/>
                </a:moveTo>
                <a:cubicBezTo>
                  <a:pt x="1047" y="4"/>
                  <a:pt x="1044" y="0"/>
                  <a:pt x="1039" y="0"/>
                </a:cubicBezTo>
                <a:cubicBezTo>
                  <a:pt x="1034" y="0"/>
                  <a:pt x="1030" y="4"/>
                  <a:pt x="1030" y="8"/>
                </a:cubicBezTo>
                <a:cubicBezTo>
                  <a:pt x="1030" y="13"/>
                  <a:pt x="1034" y="17"/>
                  <a:pt x="1039" y="17"/>
                </a:cubicBezTo>
                <a:cubicBezTo>
                  <a:pt x="1044" y="17"/>
                  <a:pt x="1047" y="13"/>
                  <a:pt x="1047" y="8"/>
                </a:cubicBezTo>
                <a:close/>
                <a:moveTo>
                  <a:pt x="1073" y="34"/>
                </a:moveTo>
                <a:cubicBezTo>
                  <a:pt x="1073" y="29"/>
                  <a:pt x="1069" y="25"/>
                  <a:pt x="1065" y="25"/>
                </a:cubicBezTo>
                <a:cubicBezTo>
                  <a:pt x="1060" y="25"/>
                  <a:pt x="1056" y="29"/>
                  <a:pt x="1056" y="34"/>
                </a:cubicBezTo>
                <a:cubicBezTo>
                  <a:pt x="1056" y="39"/>
                  <a:pt x="1060" y="43"/>
                  <a:pt x="1065" y="43"/>
                </a:cubicBezTo>
                <a:cubicBezTo>
                  <a:pt x="1069" y="43"/>
                  <a:pt x="1073" y="39"/>
                  <a:pt x="1073" y="34"/>
                </a:cubicBezTo>
                <a:close/>
                <a:moveTo>
                  <a:pt x="1073" y="8"/>
                </a:moveTo>
                <a:cubicBezTo>
                  <a:pt x="1073" y="4"/>
                  <a:pt x="1069" y="0"/>
                  <a:pt x="1065" y="0"/>
                </a:cubicBezTo>
                <a:cubicBezTo>
                  <a:pt x="1060" y="0"/>
                  <a:pt x="1056" y="4"/>
                  <a:pt x="1056" y="8"/>
                </a:cubicBezTo>
                <a:cubicBezTo>
                  <a:pt x="1056" y="13"/>
                  <a:pt x="1060" y="17"/>
                  <a:pt x="1065" y="17"/>
                </a:cubicBezTo>
                <a:cubicBezTo>
                  <a:pt x="1069" y="17"/>
                  <a:pt x="1073" y="13"/>
                  <a:pt x="1073" y="8"/>
                </a:cubicBezTo>
                <a:close/>
                <a:moveTo>
                  <a:pt x="1099" y="34"/>
                </a:moveTo>
                <a:cubicBezTo>
                  <a:pt x="1099" y="29"/>
                  <a:pt x="1095" y="25"/>
                  <a:pt x="1090" y="25"/>
                </a:cubicBezTo>
                <a:cubicBezTo>
                  <a:pt x="1086" y="25"/>
                  <a:pt x="1082" y="29"/>
                  <a:pt x="1082" y="34"/>
                </a:cubicBezTo>
                <a:cubicBezTo>
                  <a:pt x="1082" y="39"/>
                  <a:pt x="1086" y="43"/>
                  <a:pt x="1090" y="43"/>
                </a:cubicBezTo>
                <a:cubicBezTo>
                  <a:pt x="1095" y="43"/>
                  <a:pt x="1099" y="39"/>
                  <a:pt x="1099" y="34"/>
                </a:cubicBezTo>
                <a:close/>
                <a:moveTo>
                  <a:pt x="1099" y="8"/>
                </a:moveTo>
                <a:cubicBezTo>
                  <a:pt x="1099" y="4"/>
                  <a:pt x="1095" y="0"/>
                  <a:pt x="1090" y="0"/>
                </a:cubicBezTo>
                <a:cubicBezTo>
                  <a:pt x="1086" y="0"/>
                  <a:pt x="1082" y="4"/>
                  <a:pt x="1082" y="8"/>
                </a:cubicBezTo>
                <a:cubicBezTo>
                  <a:pt x="1082" y="13"/>
                  <a:pt x="1086" y="17"/>
                  <a:pt x="1090" y="17"/>
                </a:cubicBezTo>
                <a:cubicBezTo>
                  <a:pt x="1095" y="17"/>
                  <a:pt x="1099" y="13"/>
                  <a:pt x="1099" y="8"/>
                </a:cubicBezTo>
                <a:close/>
                <a:moveTo>
                  <a:pt x="1125" y="34"/>
                </a:moveTo>
                <a:cubicBezTo>
                  <a:pt x="1125" y="29"/>
                  <a:pt x="1121" y="25"/>
                  <a:pt x="1116" y="25"/>
                </a:cubicBezTo>
                <a:cubicBezTo>
                  <a:pt x="1111" y="25"/>
                  <a:pt x="1107" y="29"/>
                  <a:pt x="1107" y="34"/>
                </a:cubicBezTo>
                <a:cubicBezTo>
                  <a:pt x="1107" y="39"/>
                  <a:pt x="1111" y="43"/>
                  <a:pt x="1116" y="43"/>
                </a:cubicBezTo>
                <a:cubicBezTo>
                  <a:pt x="1121" y="43"/>
                  <a:pt x="1125" y="39"/>
                  <a:pt x="1125" y="34"/>
                </a:cubicBezTo>
                <a:close/>
                <a:moveTo>
                  <a:pt x="790" y="60"/>
                </a:moveTo>
                <a:cubicBezTo>
                  <a:pt x="790" y="55"/>
                  <a:pt x="786" y="51"/>
                  <a:pt x="781" y="51"/>
                </a:cubicBezTo>
                <a:cubicBezTo>
                  <a:pt x="776" y="51"/>
                  <a:pt x="773" y="55"/>
                  <a:pt x="773" y="60"/>
                </a:cubicBezTo>
                <a:cubicBezTo>
                  <a:pt x="773" y="65"/>
                  <a:pt x="776" y="68"/>
                  <a:pt x="781" y="68"/>
                </a:cubicBezTo>
                <a:cubicBezTo>
                  <a:pt x="786" y="68"/>
                  <a:pt x="790" y="65"/>
                  <a:pt x="790" y="60"/>
                </a:cubicBezTo>
                <a:close/>
                <a:moveTo>
                  <a:pt x="816" y="60"/>
                </a:moveTo>
                <a:cubicBezTo>
                  <a:pt x="816" y="55"/>
                  <a:pt x="812" y="51"/>
                  <a:pt x="807" y="51"/>
                </a:cubicBezTo>
                <a:cubicBezTo>
                  <a:pt x="802" y="51"/>
                  <a:pt x="798" y="55"/>
                  <a:pt x="798" y="60"/>
                </a:cubicBezTo>
                <a:cubicBezTo>
                  <a:pt x="798" y="65"/>
                  <a:pt x="802" y="68"/>
                  <a:pt x="807" y="68"/>
                </a:cubicBezTo>
                <a:cubicBezTo>
                  <a:pt x="812" y="68"/>
                  <a:pt x="816" y="65"/>
                  <a:pt x="816" y="60"/>
                </a:cubicBezTo>
                <a:close/>
                <a:moveTo>
                  <a:pt x="841" y="60"/>
                </a:moveTo>
                <a:cubicBezTo>
                  <a:pt x="841" y="55"/>
                  <a:pt x="837" y="51"/>
                  <a:pt x="833" y="51"/>
                </a:cubicBezTo>
                <a:cubicBezTo>
                  <a:pt x="828" y="51"/>
                  <a:pt x="824" y="55"/>
                  <a:pt x="824" y="60"/>
                </a:cubicBezTo>
                <a:cubicBezTo>
                  <a:pt x="824" y="65"/>
                  <a:pt x="828" y="68"/>
                  <a:pt x="833" y="68"/>
                </a:cubicBezTo>
                <a:cubicBezTo>
                  <a:pt x="837" y="68"/>
                  <a:pt x="841" y="65"/>
                  <a:pt x="841" y="60"/>
                </a:cubicBezTo>
                <a:close/>
                <a:moveTo>
                  <a:pt x="867" y="60"/>
                </a:moveTo>
                <a:cubicBezTo>
                  <a:pt x="867" y="55"/>
                  <a:pt x="863" y="51"/>
                  <a:pt x="858" y="51"/>
                </a:cubicBezTo>
                <a:cubicBezTo>
                  <a:pt x="854" y="51"/>
                  <a:pt x="850" y="55"/>
                  <a:pt x="850" y="60"/>
                </a:cubicBezTo>
                <a:cubicBezTo>
                  <a:pt x="850" y="65"/>
                  <a:pt x="854" y="68"/>
                  <a:pt x="858" y="68"/>
                </a:cubicBezTo>
                <a:cubicBezTo>
                  <a:pt x="863" y="68"/>
                  <a:pt x="867" y="65"/>
                  <a:pt x="867" y="60"/>
                </a:cubicBezTo>
                <a:close/>
                <a:moveTo>
                  <a:pt x="893" y="60"/>
                </a:moveTo>
                <a:cubicBezTo>
                  <a:pt x="893" y="55"/>
                  <a:pt x="889" y="51"/>
                  <a:pt x="884" y="51"/>
                </a:cubicBezTo>
                <a:cubicBezTo>
                  <a:pt x="879" y="51"/>
                  <a:pt x="876" y="55"/>
                  <a:pt x="876" y="60"/>
                </a:cubicBezTo>
                <a:cubicBezTo>
                  <a:pt x="876" y="65"/>
                  <a:pt x="879" y="68"/>
                  <a:pt x="884" y="68"/>
                </a:cubicBezTo>
                <a:cubicBezTo>
                  <a:pt x="889" y="68"/>
                  <a:pt x="893" y="65"/>
                  <a:pt x="893" y="60"/>
                </a:cubicBezTo>
                <a:close/>
                <a:moveTo>
                  <a:pt x="919" y="60"/>
                </a:moveTo>
                <a:cubicBezTo>
                  <a:pt x="919" y="55"/>
                  <a:pt x="915" y="51"/>
                  <a:pt x="910" y="51"/>
                </a:cubicBezTo>
                <a:cubicBezTo>
                  <a:pt x="905" y="51"/>
                  <a:pt x="901" y="55"/>
                  <a:pt x="901" y="60"/>
                </a:cubicBezTo>
                <a:cubicBezTo>
                  <a:pt x="901" y="65"/>
                  <a:pt x="905" y="68"/>
                  <a:pt x="910" y="68"/>
                </a:cubicBezTo>
                <a:cubicBezTo>
                  <a:pt x="915" y="68"/>
                  <a:pt x="919" y="65"/>
                  <a:pt x="919" y="60"/>
                </a:cubicBezTo>
                <a:close/>
                <a:moveTo>
                  <a:pt x="944" y="60"/>
                </a:moveTo>
                <a:cubicBezTo>
                  <a:pt x="944" y="55"/>
                  <a:pt x="940" y="51"/>
                  <a:pt x="936" y="51"/>
                </a:cubicBezTo>
                <a:cubicBezTo>
                  <a:pt x="931" y="51"/>
                  <a:pt x="927" y="55"/>
                  <a:pt x="927" y="60"/>
                </a:cubicBezTo>
                <a:cubicBezTo>
                  <a:pt x="927" y="65"/>
                  <a:pt x="931" y="68"/>
                  <a:pt x="936" y="68"/>
                </a:cubicBezTo>
                <a:cubicBezTo>
                  <a:pt x="940" y="68"/>
                  <a:pt x="944" y="65"/>
                  <a:pt x="944" y="60"/>
                </a:cubicBezTo>
                <a:close/>
                <a:moveTo>
                  <a:pt x="970" y="60"/>
                </a:moveTo>
                <a:cubicBezTo>
                  <a:pt x="970" y="55"/>
                  <a:pt x="966" y="51"/>
                  <a:pt x="961" y="51"/>
                </a:cubicBezTo>
                <a:cubicBezTo>
                  <a:pt x="957" y="51"/>
                  <a:pt x="953" y="55"/>
                  <a:pt x="953" y="60"/>
                </a:cubicBezTo>
                <a:cubicBezTo>
                  <a:pt x="953" y="65"/>
                  <a:pt x="957" y="68"/>
                  <a:pt x="961" y="68"/>
                </a:cubicBezTo>
                <a:cubicBezTo>
                  <a:pt x="966" y="68"/>
                  <a:pt x="970" y="65"/>
                  <a:pt x="970" y="60"/>
                </a:cubicBezTo>
                <a:close/>
                <a:moveTo>
                  <a:pt x="996" y="60"/>
                </a:moveTo>
                <a:cubicBezTo>
                  <a:pt x="996" y="55"/>
                  <a:pt x="992" y="51"/>
                  <a:pt x="987" y="51"/>
                </a:cubicBezTo>
                <a:cubicBezTo>
                  <a:pt x="983" y="51"/>
                  <a:pt x="979" y="55"/>
                  <a:pt x="979" y="60"/>
                </a:cubicBezTo>
                <a:cubicBezTo>
                  <a:pt x="979" y="65"/>
                  <a:pt x="983" y="68"/>
                  <a:pt x="987" y="68"/>
                </a:cubicBezTo>
                <a:cubicBezTo>
                  <a:pt x="992" y="68"/>
                  <a:pt x="996" y="65"/>
                  <a:pt x="996" y="60"/>
                </a:cubicBezTo>
                <a:close/>
                <a:moveTo>
                  <a:pt x="1022" y="60"/>
                </a:moveTo>
                <a:cubicBezTo>
                  <a:pt x="1022" y="55"/>
                  <a:pt x="1018" y="51"/>
                  <a:pt x="1013" y="51"/>
                </a:cubicBezTo>
                <a:cubicBezTo>
                  <a:pt x="1008" y="51"/>
                  <a:pt x="1004" y="55"/>
                  <a:pt x="1004" y="60"/>
                </a:cubicBezTo>
                <a:cubicBezTo>
                  <a:pt x="1004" y="65"/>
                  <a:pt x="1008" y="68"/>
                  <a:pt x="1013" y="68"/>
                </a:cubicBezTo>
                <a:cubicBezTo>
                  <a:pt x="1018" y="68"/>
                  <a:pt x="1022" y="65"/>
                  <a:pt x="1022" y="60"/>
                </a:cubicBezTo>
                <a:close/>
                <a:moveTo>
                  <a:pt x="1047" y="60"/>
                </a:moveTo>
                <a:cubicBezTo>
                  <a:pt x="1047" y="55"/>
                  <a:pt x="1044" y="51"/>
                  <a:pt x="1039" y="51"/>
                </a:cubicBezTo>
                <a:cubicBezTo>
                  <a:pt x="1034" y="51"/>
                  <a:pt x="1030" y="55"/>
                  <a:pt x="1030" y="60"/>
                </a:cubicBezTo>
                <a:cubicBezTo>
                  <a:pt x="1030" y="65"/>
                  <a:pt x="1034" y="68"/>
                  <a:pt x="1039" y="68"/>
                </a:cubicBezTo>
                <a:cubicBezTo>
                  <a:pt x="1044" y="68"/>
                  <a:pt x="1047" y="65"/>
                  <a:pt x="1047" y="60"/>
                </a:cubicBezTo>
                <a:close/>
                <a:moveTo>
                  <a:pt x="1073" y="60"/>
                </a:moveTo>
                <a:cubicBezTo>
                  <a:pt x="1073" y="55"/>
                  <a:pt x="1069" y="51"/>
                  <a:pt x="1065" y="51"/>
                </a:cubicBezTo>
                <a:cubicBezTo>
                  <a:pt x="1060" y="51"/>
                  <a:pt x="1056" y="55"/>
                  <a:pt x="1056" y="60"/>
                </a:cubicBezTo>
                <a:cubicBezTo>
                  <a:pt x="1056" y="65"/>
                  <a:pt x="1060" y="68"/>
                  <a:pt x="1065" y="68"/>
                </a:cubicBezTo>
                <a:cubicBezTo>
                  <a:pt x="1069" y="68"/>
                  <a:pt x="1073" y="65"/>
                  <a:pt x="1073" y="60"/>
                </a:cubicBezTo>
                <a:close/>
                <a:moveTo>
                  <a:pt x="1099" y="60"/>
                </a:moveTo>
                <a:cubicBezTo>
                  <a:pt x="1099" y="55"/>
                  <a:pt x="1095" y="51"/>
                  <a:pt x="1090" y="51"/>
                </a:cubicBezTo>
                <a:cubicBezTo>
                  <a:pt x="1086" y="51"/>
                  <a:pt x="1082" y="55"/>
                  <a:pt x="1082" y="60"/>
                </a:cubicBezTo>
                <a:cubicBezTo>
                  <a:pt x="1082" y="65"/>
                  <a:pt x="1086" y="68"/>
                  <a:pt x="1090" y="68"/>
                </a:cubicBezTo>
                <a:cubicBezTo>
                  <a:pt x="1095" y="68"/>
                  <a:pt x="1099" y="65"/>
                  <a:pt x="1099" y="60"/>
                </a:cubicBezTo>
                <a:close/>
                <a:moveTo>
                  <a:pt x="1125" y="60"/>
                </a:moveTo>
                <a:cubicBezTo>
                  <a:pt x="1125" y="55"/>
                  <a:pt x="1121" y="51"/>
                  <a:pt x="1116" y="51"/>
                </a:cubicBezTo>
                <a:cubicBezTo>
                  <a:pt x="1111" y="51"/>
                  <a:pt x="1107" y="55"/>
                  <a:pt x="1107" y="60"/>
                </a:cubicBezTo>
                <a:cubicBezTo>
                  <a:pt x="1107" y="65"/>
                  <a:pt x="1111" y="68"/>
                  <a:pt x="1116" y="68"/>
                </a:cubicBezTo>
                <a:cubicBezTo>
                  <a:pt x="1121" y="68"/>
                  <a:pt x="1125" y="65"/>
                  <a:pt x="1125" y="60"/>
                </a:cubicBezTo>
                <a:close/>
                <a:moveTo>
                  <a:pt x="790" y="86"/>
                </a:moveTo>
                <a:cubicBezTo>
                  <a:pt x="790" y="81"/>
                  <a:pt x="786" y="77"/>
                  <a:pt x="781" y="77"/>
                </a:cubicBezTo>
                <a:cubicBezTo>
                  <a:pt x="776" y="77"/>
                  <a:pt x="773" y="81"/>
                  <a:pt x="773" y="86"/>
                </a:cubicBezTo>
                <a:cubicBezTo>
                  <a:pt x="773" y="90"/>
                  <a:pt x="776" y="94"/>
                  <a:pt x="781" y="94"/>
                </a:cubicBezTo>
                <a:cubicBezTo>
                  <a:pt x="786" y="94"/>
                  <a:pt x="790" y="90"/>
                  <a:pt x="790" y="86"/>
                </a:cubicBezTo>
                <a:close/>
                <a:moveTo>
                  <a:pt x="816" y="86"/>
                </a:moveTo>
                <a:cubicBezTo>
                  <a:pt x="816" y="81"/>
                  <a:pt x="812" y="77"/>
                  <a:pt x="807" y="77"/>
                </a:cubicBezTo>
                <a:cubicBezTo>
                  <a:pt x="802" y="77"/>
                  <a:pt x="798" y="81"/>
                  <a:pt x="798" y="86"/>
                </a:cubicBezTo>
                <a:cubicBezTo>
                  <a:pt x="798" y="90"/>
                  <a:pt x="802" y="94"/>
                  <a:pt x="807" y="94"/>
                </a:cubicBezTo>
                <a:cubicBezTo>
                  <a:pt x="812" y="94"/>
                  <a:pt x="816" y="90"/>
                  <a:pt x="816" y="86"/>
                </a:cubicBezTo>
                <a:close/>
                <a:moveTo>
                  <a:pt x="841" y="86"/>
                </a:moveTo>
                <a:cubicBezTo>
                  <a:pt x="841" y="81"/>
                  <a:pt x="837" y="77"/>
                  <a:pt x="833" y="77"/>
                </a:cubicBezTo>
                <a:cubicBezTo>
                  <a:pt x="828" y="77"/>
                  <a:pt x="824" y="81"/>
                  <a:pt x="824" y="86"/>
                </a:cubicBezTo>
                <a:cubicBezTo>
                  <a:pt x="824" y="90"/>
                  <a:pt x="828" y="94"/>
                  <a:pt x="833" y="94"/>
                </a:cubicBezTo>
                <a:cubicBezTo>
                  <a:pt x="837" y="94"/>
                  <a:pt x="841" y="90"/>
                  <a:pt x="841" y="86"/>
                </a:cubicBezTo>
                <a:close/>
                <a:moveTo>
                  <a:pt x="867" y="86"/>
                </a:moveTo>
                <a:cubicBezTo>
                  <a:pt x="867" y="81"/>
                  <a:pt x="863" y="77"/>
                  <a:pt x="858" y="77"/>
                </a:cubicBezTo>
                <a:cubicBezTo>
                  <a:pt x="854" y="77"/>
                  <a:pt x="850" y="81"/>
                  <a:pt x="850" y="86"/>
                </a:cubicBezTo>
                <a:cubicBezTo>
                  <a:pt x="850" y="90"/>
                  <a:pt x="854" y="94"/>
                  <a:pt x="858" y="94"/>
                </a:cubicBezTo>
                <a:cubicBezTo>
                  <a:pt x="863" y="94"/>
                  <a:pt x="867" y="90"/>
                  <a:pt x="867" y="86"/>
                </a:cubicBezTo>
                <a:close/>
                <a:moveTo>
                  <a:pt x="893" y="86"/>
                </a:moveTo>
                <a:cubicBezTo>
                  <a:pt x="893" y="81"/>
                  <a:pt x="889" y="77"/>
                  <a:pt x="884" y="77"/>
                </a:cubicBezTo>
                <a:cubicBezTo>
                  <a:pt x="879" y="77"/>
                  <a:pt x="876" y="81"/>
                  <a:pt x="876" y="86"/>
                </a:cubicBezTo>
                <a:cubicBezTo>
                  <a:pt x="876" y="90"/>
                  <a:pt x="879" y="94"/>
                  <a:pt x="884" y="94"/>
                </a:cubicBezTo>
                <a:cubicBezTo>
                  <a:pt x="889" y="94"/>
                  <a:pt x="893" y="90"/>
                  <a:pt x="893" y="86"/>
                </a:cubicBezTo>
                <a:close/>
                <a:moveTo>
                  <a:pt x="919" y="86"/>
                </a:moveTo>
                <a:cubicBezTo>
                  <a:pt x="919" y="81"/>
                  <a:pt x="915" y="77"/>
                  <a:pt x="910" y="77"/>
                </a:cubicBezTo>
                <a:cubicBezTo>
                  <a:pt x="905" y="77"/>
                  <a:pt x="901" y="81"/>
                  <a:pt x="901" y="86"/>
                </a:cubicBezTo>
                <a:cubicBezTo>
                  <a:pt x="901" y="90"/>
                  <a:pt x="905" y="94"/>
                  <a:pt x="910" y="94"/>
                </a:cubicBezTo>
                <a:cubicBezTo>
                  <a:pt x="915" y="94"/>
                  <a:pt x="919" y="90"/>
                  <a:pt x="919" y="86"/>
                </a:cubicBezTo>
                <a:close/>
                <a:moveTo>
                  <a:pt x="944" y="86"/>
                </a:moveTo>
                <a:cubicBezTo>
                  <a:pt x="944" y="81"/>
                  <a:pt x="940" y="77"/>
                  <a:pt x="936" y="77"/>
                </a:cubicBezTo>
                <a:cubicBezTo>
                  <a:pt x="931" y="77"/>
                  <a:pt x="927" y="81"/>
                  <a:pt x="927" y="86"/>
                </a:cubicBezTo>
                <a:cubicBezTo>
                  <a:pt x="927" y="90"/>
                  <a:pt x="931" y="94"/>
                  <a:pt x="936" y="94"/>
                </a:cubicBezTo>
                <a:cubicBezTo>
                  <a:pt x="940" y="94"/>
                  <a:pt x="944" y="90"/>
                  <a:pt x="944" y="86"/>
                </a:cubicBezTo>
                <a:close/>
                <a:moveTo>
                  <a:pt x="970" y="86"/>
                </a:moveTo>
                <a:cubicBezTo>
                  <a:pt x="970" y="81"/>
                  <a:pt x="966" y="77"/>
                  <a:pt x="961" y="77"/>
                </a:cubicBezTo>
                <a:cubicBezTo>
                  <a:pt x="957" y="77"/>
                  <a:pt x="953" y="81"/>
                  <a:pt x="953" y="86"/>
                </a:cubicBezTo>
                <a:cubicBezTo>
                  <a:pt x="953" y="90"/>
                  <a:pt x="957" y="94"/>
                  <a:pt x="961" y="94"/>
                </a:cubicBezTo>
                <a:cubicBezTo>
                  <a:pt x="966" y="94"/>
                  <a:pt x="970" y="90"/>
                  <a:pt x="970" y="86"/>
                </a:cubicBezTo>
                <a:close/>
                <a:moveTo>
                  <a:pt x="996" y="86"/>
                </a:moveTo>
                <a:cubicBezTo>
                  <a:pt x="996" y="81"/>
                  <a:pt x="992" y="77"/>
                  <a:pt x="987" y="77"/>
                </a:cubicBezTo>
                <a:cubicBezTo>
                  <a:pt x="983" y="77"/>
                  <a:pt x="979" y="81"/>
                  <a:pt x="979" y="86"/>
                </a:cubicBezTo>
                <a:cubicBezTo>
                  <a:pt x="979" y="90"/>
                  <a:pt x="983" y="94"/>
                  <a:pt x="987" y="94"/>
                </a:cubicBezTo>
                <a:cubicBezTo>
                  <a:pt x="992" y="94"/>
                  <a:pt x="996" y="90"/>
                  <a:pt x="996" y="86"/>
                </a:cubicBezTo>
                <a:close/>
                <a:moveTo>
                  <a:pt x="1022" y="86"/>
                </a:moveTo>
                <a:cubicBezTo>
                  <a:pt x="1022" y="81"/>
                  <a:pt x="1018" y="77"/>
                  <a:pt x="1013" y="77"/>
                </a:cubicBezTo>
                <a:cubicBezTo>
                  <a:pt x="1008" y="77"/>
                  <a:pt x="1004" y="81"/>
                  <a:pt x="1004" y="86"/>
                </a:cubicBezTo>
                <a:cubicBezTo>
                  <a:pt x="1004" y="90"/>
                  <a:pt x="1008" y="94"/>
                  <a:pt x="1013" y="94"/>
                </a:cubicBezTo>
                <a:cubicBezTo>
                  <a:pt x="1018" y="94"/>
                  <a:pt x="1022" y="90"/>
                  <a:pt x="1022" y="86"/>
                </a:cubicBezTo>
                <a:close/>
                <a:moveTo>
                  <a:pt x="1047" y="86"/>
                </a:moveTo>
                <a:cubicBezTo>
                  <a:pt x="1047" y="81"/>
                  <a:pt x="1044" y="77"/>
                  <a:pt x="1039" y="77"/>
                </a:cubicBezTo>
                <a:cubicBezTo>
                  <a:pt x="1034" y="77"/>
                  <a:pt x="1030" y="81"/>
                  <a:pt x="1030" y="86"/>
                </a:cubicBezTo>
                <a:cubicBezTo>
                  <a:pt x="1030" y="90"/>
                  <a:pt x="1034" y="94"/>
                  <a:pt x="1039" y="94"/>
                </a:cubicBezTo>
                <a:cubicBezTo>
                  <a:pt x="1044" y="94"/>
                  <a:pt x="1047" y="90"/>
                  <a:pt x="1047" y="86"/>
                </a:cubicBezTo>
                <a:close/>
                <a:moveTo>
                  <a:pt x="1073" y="86"/>
                </a:moveTo>
                <a:cubicBezTo>
                  <a:pt x="1073" y="81"/>
                  <a:pt x="1069" y="77"/>
                  <a:pt x="1065" y="77"/>
                </a:cubicBezTo>
                <a:cubicBezTo>
                  <a:pt x="1060" y="77"/>
                  <a:pt x="1056" y="81"/>
                  <a:pt x="1056" y="86"/>
                </a:cubicBezTo>
                <a:cubicBezTo>
                  <a:pt x="1056" y="90"/>
                  <a:pt x="1060" y="94"/>
                  <a:pt x="1065" y="94"/>
                </a:cubicBezTo>
                <a:cubicBezTo>
                  <a:pt x="1069" y="94"/>
                  <a:pt x="1073" y="90"/>
                  <a:pt x="1073" y="86"/>
                </a:cubicBezTo>
                <a:close/>
                <a:moveTo>
                  <a:pt x="1099" y="86"/>
                </a:moveTo>
                <a:cubicBezTo>
                  <a:pt x="1099" y="81"/>
                  <a:pt x="1095" y="77"/>
                  <a:pt x="1090" y="77"/>
                </a:cubicBezTo>
                <a:cubicBezTo>
                  <a:pt x="1086" y="77"/>
                  <a:pt x="1082" y="81"/>
                  <a:pt x="1082" y="86"/>
                </a:cubicBezTo>
                <a:cubicBezTo>
                  <a:pt x="1082" y="90"/>
                  <a:pt x="1086" y="94"/>
                  <a:pt x="1090" y="94"/>
                </a:cubicBezTo>
                <a:cubicBezTo>
                  <a:pt x="1095" y="94"/>
                  <a:pt x="1099" y="90"/>
                  <a:pt x="1099" y="86"/>
                </a:cubicBezTo>
                <a:close/>
                <a:moveTo>
                  <a:pt x="1125" y="86"/>
                </a:moveTo>
                <a:cubicBezTo>
                  <a:pt x="1125" y="81"/>
                  <a:pt x="1121" y="77"/>
                  <a:pt x="1116" y="77"/>
                </a:cubicBezTo>
                <a:cubicBezTo>
                  <a:pt x="1111" y="77"/>
                  <a:pt x="1107" y="81"/>
                  <a:pt x="1107" y="86"/>
                </a:cubicBezTo>
                <a:cubicBezTo>
                  <a:pt x="1107" y="90"/>
                  <a:pt x="1111" y="94"/>
                  <a:pt x="1116" y="94"/>
                </a:cubicBezTo>
                <a:cubicBezTo>
                  <a:pt x="1121" y="94"/>
                  <a:pt x="1125" y="90"/>
                  <a:pt x="1125" y="86"/>
                </a:cubicBezTo>
                <a:close/>
                <a:moveTo>
                  <a:pt x="790" y="111"/>
                </a:moveTo>
                <a:cubicBezTo>
                  <a:pt x="790" y="107"/>
                  <a:pt x="786" y="103"/>
                  <a:pt x="781" y="103"/>
                </a:cubicBezTo>
                <a:cubicBezTo>
                  <a:pt x="776" y="103"/>
                  <a:pt x="773" y="107"/>
                  <a:pt x="773" y="111"/>
                </a:cubicBezTo>
                <a:cubicBezTo>
                  <a:pt x="773" y="116"/>
                  <a:pt x="776" y="120"/>
                  <a:pt x="781" y="120"/>
                </a:cubicBezTo>
                <a:cubicBezTo>
                  <a:pt x="786" y="120"/>
                  <a:pt x="790" y="116"/>
                  <a:pt x="790" y="111"/>
                </a:cubicBezTo>
                <a:close/>
                <a:moveTo>
                  <a:pt x="816" y="111"/>
                </a:moveTo>
                <a:cubicBezTo>
                  <a:pt x="816" y="107"/>
                  <a:pt x="812" y="103"/>
                  <a:pt x="807" y="103"/>
                </a:cubicBezTo>
                <a:cubicBezTo>
                  <a:pt x="802" y="103"/>
                  <a:pt x="798" y="107"/>
                  <a:pt x="798" y="111"/>
                </a:cubicBezTo>
                <a:cubicBezTo>
                  <a:pt x="798" y="116"/>
                  <a:pt x="802" y="120"/>
                  <a:pt x="807" y="120"/>
                </a:cubicBezTo>
                <a:cubicBezTo>
                  <a:pt x="812" y="120"/>
                  <a:pt x="816" y="116"/>
                  <a:pt x="816" y="111"/>
                </a:cubicBezTo>
                <a:close/>
                <a:moveTo>
                  <a:pt x="841" y="111"/>
                </a:moveTo>
                <a:cubicBezTo>
                  <a:pt x="841" y="107"/>
                  <a:pt x="837" y="103"/>
                  <a:pt x="833" y="103"/>
                </a:cubicBezTo>
                <a:cubicBezTo>
                  <a:pt x="828" y="103"/>
                  <a:pt x="824" y="107"/>
                  <a:pt x="824" y="111"/>
                </a:cubicBezTo>
                <a:cubicBezTo>
                  <a:pt x="824" y="116"/>
                  <a:pt x="828" y="120"/>
                  <a:pt x="833" y="120"/>
                </a:cubicBezTo>
                <a:cubicBezTo>
                  <a:pt x="837" y="120"/>
                  <a:pt x="841" y="116"/>
                  <a:pt x="841" y="111"/>
                </a:cubicBezTo>
                <a:close/>
                <a:moveTo>
                  <a:pt x="867" y="111"/>
                </a:moveTo>
                <a:cubicBezTo>
                  <a:pt x="867" y="107"/>
                  <a:pt x="863" y="103"/>
                  <a:pt x="858" y="103"/>
                </a:cubicBezTo>
                <a:cubicBezTo>
                  <a:pt x="854" y="103"/>
                  <a:pt x="850" y="107"/>
                  <a:pt x="850" y="111"/>
                </a:cubicBezTo>
                <a:cubicBezTo>
                  <a:pt x="850" y="116"/>
                  <a:pt x="854" y="120"/>
                  <a:pt x="858" y="120"/>
                </a:cubicBezTo>
                <a:cubicBezTo>
                  <a:pt x="863" y="120"/>
                  <a:pt x="867" y="116"/>
                  <a:pt x="867" y="111"/>
                </a:cubicBezTo>
                <a:close/>
                <a:moveTo>
                  <a:pt x="893" y="111"/>
                </a:moveTo>
                <a:cubicBezTo>
                  <a:pt x="893" y="107"/>
                  <a:pt x="889" y="103"/>
                  <a:pt x="884" y="103"/>
                </a:cubicBezTo>
                <a:cubicBezTo>
                  <a:pt x="879" y="103"/>
                  <a:pt x="876" y="107"/>
                  <a:pt x="876" y="111"/>
                </a:cubicBezTo>
                <a:cubicBezTo>
                  <a:pt x="876" y="116"/>
                  <a:pt x="879" y="120"/>
                  <a:pt x="884" y="120"/>
                </a:cubicBezTo>
                <a:cubicBezTo>
                  <a:pt x="889" y="120"/>
                  <a:pt x="893" y="116"/>
                  <a:pt x="893" y="111"/>
                </a:cubicBezTo>
                <a:close/>
                <a:moveTo>
                  <a:pt x="919" y="111"/>
                </a:moveTo>
                <a:cubicBezTo>
                  <a:pt x="919" y="107"/>
                  <a:pt x="915" y="103"/>
                  <a:pt x="910" y="103"/>
                </a:cubicBezTo>
                <a:cubicBezTo>
                  <a:pt x="905" y="103"/>
                  <a:pt x="901" y="107"/>
                  <a:pt x="901" y="111"/>
                </a:cubicBezTo>
                <a:cubicBezTo>
                  <a:pt x="901" y="116"/>
                  <a:pt x="905" y="120"/>
                  <a:pt x="910" y="120"/>
                </a:cubicBezTo>
                <a:cubicBezTo>
                  <a:pt x="915" y="120"/>
                  <a:pt x="919" y="116"/>
                  <a:pt x="919" y="111"/>
                </a:cubicBezTo>
                <a:close/>
                <a:moveTo>
                  <a:pt x="944" y="111"/>
                </a:moveTo>
                <a:cubicBezTo>
                  <a:pt x="944" y="107"/>
                  <a:pt x="940" y="103"/>
                  <a:pt x="936" y="103"/>
                </a:cubicBezTo>
                <a:cubicBezTo>
                  <a:pt x="931" y="103"/>
                  <a:pt x="927" y="107"/>
                  <a:pt x="927" y="111"/>
                </a:cubicBezTo>
                <a:cubicBezTo>
                  <a:pt x="927" y="116"/>
                  <a:pt x="931" y="120"/>
                  <a:pt x="936" y="120"/>
                </a:cubicBezTo>
                <a:cubicBezTo>
                  <a:pt x="940" y="120"/>
                  <a:pt x="944" y="116"/>
                  <a:pt x="944" y="111"/>
                </a:cubicBezTo>
                <a:close/>
                <a:moveTo>
                  <a:pt x="970" y="111"/>
                </a:moveTo>
                <a:cubicBezTo>
                  <a:pt x="970" y="107"/>
                  <a:pt x="966" y="103"/>
                  <a:pt x="961" y="103"/>
                </a:cubicBezTo>
                <a:cubicBezTo>
                  <a:pt x="957" y="103"/>
                  <a:pt x="953" y="107"/>
                  <a:pt x="953" y="111"/>
                </a:cubicBezTo>
                <a:cubicBezTo>
                  <a:pt x="953" y="116"/>
                  <a:pt x="957" y="120"/>
                  <a:pt x="961" y="120"/>
                </a:cubicBezTo>
                <a:cubicBezTo>
                  <a:pt x="966" y="120"/>
                  <a:pt x="970" y="116"/>
                  <a:pt x="970" y="111"/>
                </a:cubicBezTo>
                <a:close/>
                <a:moveTo>
                  <a:pt x="996" y="111"/>
                </a:moveTo>
                <a:cubicBezTo>
                  <a:pt x="996" y="107"/>
                  <a:pt x="992" y="103"/>
                  <a:pt x="987" y="103"/>
                </a:cubicBezTo>
                <a:cubicBezTo>
                  <a:pt x="983" y="103"/>
                  <a:pt x="979" y="107"/>
                  <a:pt x="979" y="111"/>
                </a:cubicBezTo>
                <a:cubicBezTo>
                  <a:pt x="979" y="116"/>
                  <a:pt x="983" y="120"/>
                  <a:pt x="987" y="120"/>
                </a:cubicBezTo>
                <a:cubicBezTo>
                  <a:pt x="992" y="120"/>
                  <a:pt x="996" y="116"/>
                  <a:pt x="996" y="111"/>
                </a:cubicBezTo>
                <a:close/>
                <a:moveTo>
                  <a:pt x="1022" y="111"/>
                </a:moveTo>
                <a:cubicBezTo>
                  <a:pt x="1022" y="107"/>
                  <a:pt x="1018" y="103"/>
                  <a:pt x="1013" y="103"/>
                </a:cubicBezTo>
                <a:cubicBezTo>
                  <a:pt x="1008" y="103"/>
                  <a:pt x="1004" y="107"/>
                  <a:pt x="1004" y="111"/>
                </a:cubicBezTo>
                <a:cubicBezTo>
                  <a:pt x="1004" y="116"/>
                  <a:pt x="1008" y="120"/>
                  <a:pt x="1013" y="120"/>
                </a:cubicBezTo>
                <a:cubicBezTo>
                  <a:pt x="1018" y="120"/>
                  <a:pt x="1022" y="116"/>
                  <a:pt x="1022" y="111"/>
                </a:cubicBezTo>
                <a:close/>
                <a:moveTo>
                  <a:pt x="1047" y="111"/>
                </a:moveTo>
                <a:cubicBezTo>
                  <a:pt x="1047" y="107"/>
                  <a:pt x="1044" y="103"/>
                  <a:pt x="1039" y="103"/>
                </a:cubicBezTo>
                <a:cubicBezTo>
                  <a:pt x="1034" y="103"/>
                  <a:pt x="1030" y="107"/>
                  <a:pt x="1030" y="111"/>
                </a:cubicBezTo>
                <a:cubicBezTo>
                  <a:pt x="1030" y="116"/>
                  <a:pt x="1034" y="120"/>
                  <a:pt x="1039" y="120"/>
                </a:cubicBezTo>
                <a:cubicBezTo>
                  <a:pt x="1044" y="120"/>
                  <a:pt x="1047" y="116"/>
                  <a:pt x="1047" y="111"/>
                </a:cubicBezTo>
                <a:close/>
                <a:moveTo>
                  <a:pt x="1073" y="111"/>
                </a:moveTo>
                <a:cubicBezTo>
                  <a:pt x="1073" y="107"/>
                  <a:pt x="1069" y="103"/>
                  <a:pt x="1065" y="103"/>
                </a:cubicBezTo>
                <a:cubicBezTo>
                  <a:pt x="1060" y="103"/>
                  <a:pt x="1056" y="107"/>
                  <a:pt x="1056" y="111"/>
                </a:cubicBezTo>
                <a:cubicBezTo>
                  <a:pt x="1056" y="116"/>
                  <a:pt x="1060" y="120"/>
                  <a:pt x="1065" y="120"/>
                </a:cubicBezTo>
                <a:cubicBezTo>
                  <a:pt x="1069" y="120"/>
                  <a:pt x="1073" y="116"/>
                  <a:pt x="1073" y="111"/>
                </a:cubicBezTo>
                <a:close/>
                <a:moveTo>
                  <a:pt x="1099" y="111"/>
                </a:moveTo>
                <a:cubicBezTo>
                  <a:pt x="1099" y="107"/>
                  <a:pt x="1095" y="103"/>
                  <a:pt x="1090" y="103"/>
                </a:cubicBezTo>
                <a:cubicBezTo>
                  <a:pt x="1086" y="103"/>
                  <a:pt x="1082" y="107"/>
                  <a:pt x="1082" y="111"/>
                </a:cubicBezTo>
                <a:cubicBezTo>
                  <a:pt x="1082" y="116"/>
                  <a:pt x="1086" y="120"/>
                  <a:pt x="1090" y="120"/>
                </a:cubicBezTo>
                <a:cubicBezTo>
                  <a:pt x="1095" y="120"/>
                  <a:pt x="1099" y="116"/>
                  <a:pt x="1099" y="111"/>
                </a:cubicBezTo>
                <a:close/>
                <a:moveTo>
                  <a:pt x="2052" y="111"/>
                </a:moveTo>
                <a:cubicBezTo>
                  <a:pt x="2052" y="107"/>
                  <a:pt x="2048" y="103"/>
                  <a:pt x="2043" y="103"/>
                </a:cubicBezTo>
                <a:cubicBezTo>
                  <a:pt x="2039" y="103"/>
                  <a:pt x="2035" y="107"/>
                  <a:pt x="2035" y="111"/>
                </a:cubicBezTo>
                <a:cubicBezTo>
                  <a:pt x="2035" y="116"/>
                  <a:pt x="2039" y="120"/>
                  <a:pt x="2043" y="120"/>
                </a:cubicBezTo>
                <a:cubicBezTo>
                  <a:pt x="2048" y="120"/>
                  <a:pt x="2052" y="116"/>
                  <a:pt x="2052" y="111"/>
                </a:cubicBezTo>
                <a:close/>
                <a:moveTo>
                  <a:pt x="2078" y="111"/>
                </a:moveTo>
                <a:cubicBezTo>
                  <a:pt x="2078" y="107"/>
                  <a:pt x="2074" y="103"/>
                  <a:pt x="2069" y="103"/>
                </a:cubicBezTo>
                <a:cubicBezTo>
                  <a:pt x="2064" y="103"/>
                  <a:pt x="2061" y="107"/>
                  <a:pt x="2061" y="111"/>
                </a:cubicBezTo>
                <a:cubicBezTo>
                  <a:pt x="2061" y="116"/>
                  <a:pt x="2064" y="120"/>
                  <a:pt x="2069" y="120"/>
                </a:cubicBezTo>
                <a:cubicBezTo>
                  <a:pt x="2074" y="120"/>
                  <a:pt x="2078" y="116"/>
                  <a:pt x="2078" y="111"/>
                </a:cubicBezTo>
                <a:close/>
                <a:moveTo>
                  <a:pt x="790" y="137"/>
                </a:moveTo>
                <a:cubicBezTo>
                  <a:pt x="790" y="132"/>
                  <a:pt x="786" y="129"/>
                  <a:pt x="781" y="129"/>
                </a:cubicBezTo>
                <a:cubicBezTo>
                  <a:pt x="776" y="129"/>
                  <a:pt x="773" y="132"/>
                  <a:pt x="773" y="137"/>
                </a:cubicBezTo>
                <a:cubicBezTo>
                  <a:pt x="773" y="142"/>
                  <a:pt x="776" y="146"/>
                  <a:pt x="781" y="146"/>
                </a:cubicBezTo>
                <a:cubicBezTo>
                  <a:pt x="786" y="146"/>
                  <a:pt x="790" y="142"/>
                  <a:pt x="790" y="137"/>
                </a:cubicBezTo>
                <a:close/>
                <a:moveTo>
                  <a:pt x="816" y="137"/>
                </a:moveTo>
                <a:cubicBezTo>
                  <a:pt x="816" y="132"/>
                  <a:pt x="812" y="129"/>
                  <a:pt x="807" y="129"/>
                </a:cubicBezTo>
                <a:cubicBezTo>
                  <a:pt x="802" y="129"/>
                  <a:pt x="798" y="132"/>
                  <a:pt x="798" y="137"/>
                </a:cubicBezTo>
                <a:cubicBezTo>
                  <a:pt x="798" y="142"/>
                  <a:pt x="802" y="146"/>
                  <a:pt x="807" y="146"/>
                </a:cubicBezTo>
                <a:cubicBezTo>
                  <a:pt x="812" y="146"/>
                  <a:pt x="816" y="142"/>
                  <a:pt x="816" y="137"/>
                </a:cubicBezTo>
                <a:close/>
                <a:moveTo>
                  <a:pt x="841" y="137"/>
                </a:moveTo>
                <a:cubicBezTo>
                  <a:pt x="841" y="132"/>
                  <a:pt x="837" y="129"/>
                  <a:pt x="833" y="129"/>
                </a:cubicBezTo>
                <a:cubicBezTo>
                  <a:pt x="828" y="129"/>
                  <a:pt x="824" y="132"/>
                  <a:pt x="824" y="137"/>
                </a:cubicBezTo>
                <a:cubicBezTo>
                  <a:pt x="824" y="142"/>
                  <a:pt x="828" y="146"/>
                  <a:pt x="833" y="146"/>
                </a:cubicBezTo>
                <a:cubicBezTo>
                  <a:pt x="837" y="146"/>
                  <a:pt x="841" y="142"/>
                  <a:pt x="841" y="137"/>
                </a:cubicBezTo>
                <a:close/>
                <a:moveTo>
                  <a:pt x="867" y="137"/>
                </a:moveTo>
                <a:cubicBezTo>
                  <a:pt x="867" y="132"/>
                  <a:pt x="863" y="129"/>
                  <a:pt x="858" y="129"/>
                </a:cubicBezTo>
                <a:cubicBezTo>
                  <a:pt x="854" y="129"/>
                  <a:pt x="850" y="132"/>
                  <a:pt x="850" y="137"/>
                </a:cubicBezTo>
                <a:cubicBezTo>
                  <a:pt x="850" y="142"/>
                  <a:pt x="854" y="146"/>
                  <a:pt x="858" y="146"/>
                </a:cubicBezTo>
                <a:cubicBezTo>
                  <a:pt x="863" y="146"/>
                  <a:pt x="867" y="142"/>
                  <a:pt x="867" y="137"/>
                </a:cubicBezTo>
                <a:close/>
                <a:moveTo>
                  <a:pt x="893" y="137"/>
                </a:moveTo>
                <a:cubicBezTo>
                  <a:pt x="893" y="132"/>
                  <a:pt x="889" y="129"/>
                  <a:pt x="884" y="129"/>
                </a:cubicBezTo>
                <a:cubicBezTo>
                  <a:pt x="879" y="129"/>
                  <a:pt x="876" y="132"/>
                  <a:pt x="876" y="137"/>
                </a:cubicBezTo>
                <a:cubicBezTo>
                  <a:pt x="876" y="142"/>
                  <a:pt x="879" y="146"/>
                  <a:pt x="884" y="146"/>
                </a:cubicBezTo>
                <a:cubicBezTo>
                  <a:pt x="889" y="146"/>
                  <a:pt x="893" y="142"/>
                  <a:pt x="893" y="137"/>
                </a:cubicBezTo>
                <a:close/>
                <a:moveTo>
                  <a:pt x="919" y="137"/>
                </a:moveTo>
                <a:cubicBezTo>
                  <a:pt x="919" y="132"/>
                  <a:pt x="915" y="129"/>
                  <a:pt x="910" y="129"/>
                </a:cubicBezTo>
                <a:cubicBezTo>
                  <a:pt x="905" y="129"/>
                  <a:pt x="901" y="132"/>
                  <a:pt x="901" y="137"/>
                </a:cubicBezTo>
                <a:cubicBezTo>
                  <a:pt x="901" y="142"/>
                  <a:pt x="905" y="146"/>
                  <a:pt x="910" y="146"/>
                </a:cubicBezTo>
                <a:cubicBezTo>
                  <a:pt x="915" y="146"/>
                  <a:pt x="919" y="142"/>
                  <a:pt x="919" y="137"/>
                </a:cubicBezTo>
                <a:close/>
                <a:moveTo>
                  <a:pt x="944" y="137"/>
                </a:moveTo>
                <a:cubicBezTo>
                  <a:pt x="944" y="132"/>
                  <a:pt x="940" y="129"/>
                  <a:pt x="936" y="129"/>
                </a:cubicBezTo>
                <a:cubicBezTo>
                  <a:pt x="931" y="129"/>
                  <a:pt x="927" y="132"/>
                  <a:pt x="927" y="137"/>
                </a:cubicBezTo>
                <a:cubicBezTo>
                  <a:pt x="927" y="142"/>
                  <a:pt x="931" y="146"/>
                  <a:pt x="936" y="146"/>
                </a:cubicBezTo>
                <a:cubicBezTo>
                  <a:pt x="940" y="146"/>
                  <a:pt x="944" y="142"/>
                  <a:pt x="944" y="137"/>
                </a:cubicBezTo>
                <a:close/>
                <a:moveTo>
                  <a:pt x="970" y="137"/>
                </a:moveTo>
                <a:cubicBezTo>
                  <a:pt x="970" y="132"/>
                  <a:pt x="966" y="129"/>
                  <a:pt x="961" y="129"/>
                </a:cubicBezTo>
                <a:cubicBezTo>
                  <a:pt x="957" y="129"/>
                  <a:pt x="953" y="132"/>
                  <a:pt x="953" y="137"/>
                </a:cubicBezTo>
                <a:cubicBezTo>
                  <a:pt x="953" y="142"/>
                  <a:pt x="957" y="146"/>
                  <a:pt x="961" y="146"/>
                </a:cubicBezTo>
                <a:cubicBezTo>
                  <a:pt x="966" y="146"/>
                  <a:pt x="970" y="142"/>
                  <a:pt x="970" y="137"/>
                </a:cubicBezTo>
                <a:close/>
                <a:moveTo>
                  <a:pt x="996" y="137"/>
                </a:moveTo>
                <a:cubicBezTo>
                  <a:pt x="996" y="132"/>
                  <a:pt x="992" y="129"/>
                  <a:pt x="987" y="129"/>
                </a:cubicBezTo>
                <a:cubicBezTo>
                  <a:pt x="983" y="129"/>
                  <a:pt x="979" y="132"/>
                  <a:pt x="979" y="137"/>
                </a:cubicBezTo>
                <a:cubicBezTo>
                  <a:pt x="979" y="142"/>
                  <a:pt x="983" y="146"/>
                  <a:pt x="987" y="146"/>
                </a:cubicBezTo>
                <a:cubicBezTo>
                  <a:pt x="992" y="146"/>
                  <a:pt x="996" y="142"/>
                  <a:pt x="996" y="137"/>
                </a:cubicBezTo>
                <a:close/>
                <a:moveTo>
                  <a:pt x="1022" y="137"/>
                </a:moveTo>
                <a:cubicBezTo>
                  <a:pt x="1022" y="132"/>
                  <a:pt x="1018" y="129"/>
                  <a:pt x="1013" y="129"/>
                </a:cubicBezTo>
                <a:cubicBezTo>
                  <a:pt x="1008" y="129"/>
                  <a:pt x="1004" y="132"/>
                  <a:pt x="1004" y="137"/>
                </a:cubicBezTo>
                <a:cubicBezTo>
                  <a:pt x="1004" y="142"/>
                  <a:pt x="1008" y="146"/>
                  <a:pt x="1013" y="146"/>
                </a:cubicBezTo>
                <a:cubicBezTo>
                  <a:pt x="1018" y="146"/>
                  <a:pt x="1022" y="142"/>
                  <a:pt x="1022" y="137"/>
                </a:cubicBezTo>
                <a:close/>
                <a:moveTo>
                  <a:pt x="1047" y="137"/>
                </a:moveTo>
                <a:cubicBezTo>
                  <a:pt x="1047" y="132"/>
                  <a:pt x="1044" y="129"/>
                  <a:pt x="1039" y="129"/>
                </a:cubicBezTo>
                <a:cubicBezTo>
                  <a:pt x="1034" y="129"/>
                  <a:pt x="1030" y="132"/>
                  <a:pt x="1030" y="137"/>
                </a:cubicBezTo>
                <a:cubicBezTo>
                  <a:pt x="1030" y="142"/>
                  <a:pt x="1034" y="146"/>
                  <a:pt x="1039" y="146"/>
                </a:cubicBezTo>
                <a:cubicBezTo>
                  <a:pt x="1044" y="146"/>
                  <a:pt x="1047" y="142"/>
                  <a:pt x="1047" y="137"/>
                </a:cubicBezTo>
                <a:close/>
                <a:moveTo>
                  <a:pt x="1073" y="137"/>
                </a:moveTo>
                <a:cubicBezTo>
                  <a:pt x="1073" y="132"/>
                  <a:pt x="1069" y="129"/>
                  <a:pt x="1065" y="129"/>
                </a:cubicBezTo>
                <a:cubicBezTo>
                  <a:pt x="1060" y="129"/>
                  <a:pt x="1056" y="132"/>
                  <a:pt x="1056" y="137"/>
                </a:cubicBezTo>
                <a:cubicBezTo>
                  <a:pt x="1056" y="142"/>
                  <a:pt x="1060" y="146"/>
                  <a:pt x="1065" y="146"/>
                </a:cubicBezTo>
                <a:cubicBezTo>
                  <a:pt x="1069" y="146"/>
                  <a:pt x="1073" y="142"/>
                  <a:pt x="1073" y="137"/>
                </a:cubicBezTo>
                <a:close/>
                <a:moveTo>
                  <a:pt x="2000" y="137"/>
                </a:moveTo>
                <a:cubicBezTo>
                  <a:pt x="2000" y="132"/>
                  <a:pt x="1997" y="129"/>
                  <a:pt x="1992" y="129"/>
                </a:cubicBezTo>
                <a:cubicBezTo>
                  <a:pt x="1987" y="129"/>
                  <a:pt x="1983" y="132"/>
                  <a:pt x="1983" y="137"/>
                </a:cubicBezTo>
                <a:cubicBezTo>
                  <a:pt x="1983" y="142"/>
                  <a:pt x="1987" y="146"/>
                  <a:pt x="1992" y="146"/>
                </a:cubicBezTo>
                <a:cubicBezTo>
                  <a:pt x="1997" y="146"/>
                  <a:pt x="2000" y="142"/>
                  <a:pt x="2000" y="137"/>
                </a:cubicBezTo>
                <a:close/>
                <a:moveTo>
                  <a:pt x="2026" y="137"/>
                </a:moveTo>
                <a:cubicBezTo>
                  <a:pt x="2026" y="132"/>
                  <a:pt x="2022" y="129"/>
                  <a:pt x="2018" y="129"/>
                </a:cubicBezTo>
                <a:cubicBezTo>
                  <a:pt x="2013" y="129"/>
                  <a:pt x="2009" y="132"/>
                  <a:pt x="2009" y="137"/>
                </a:cubicBezTo>
                <a:cubicBezTo>
                  <a:pt x="2009" y="142"/>
                  <a:pt x="2013" y="146"/>
                  <a:pt x="2018" y="146"/>
                </a:cubicBezTo>
                <a:cubicBezTo>
                  <a:pt x="2022" y="146"/>
                  <a:pt x="2026" y="142"/>
                  <a:pt x="2026" y="137"/>
                </a:cubicBezTo>
                <a:close/>
                <a:moveTo>
                  <a:pt x="2052" y="137"/>
                </a:moveTo>
                <a:cubicBezTo>
                  <a:pt x="2052" y="132"/>
                  <a:pt x="2048" y="129"/>
                  <a:pt x="2043" y="129"/>
                </a:cubicBezTo>
                <a:cubicBezTo>
                  <a:pt x="2039" y="129"/>
                  <a:pt x="2035" y="132"/>
                  <a:pt x="2035" y="137"/>
                </a:cubicBezTo>
                <a:cubicBezTo>
                  <a:pt x="2035" y="142"/>
                  <a:pt x="2039" y="146"/>
                  <a:pt x="2043" y="146"/>
                </a:cubicBezTo>
                <a:cubicBezTo>
                  <a:pt x="2048" y="146"/>
                  <a:pt x="2052" y="142"/>
                  <a:pt x="2052" y="137"/>
                </a:cubicBezTo>
                <a:close/>
                <a:moveTo>
                  <a:pt x="2078" y="137"/>
                </a:moveTo>
                <a:cubicBezTo>
                  <a:pt x="2078" y="132"/>
                  <a:pt x="2074" y="129"/>
                  <a:pt x="2069" y="129"/>
                </a:cubicBezTo>
                <a:cubicBezTo>
                  <a:pt x="2064" y="129"/>
                  <a:pt x="2061" y="132"/>
                  <a:pt x="2061" y="137"/>
                </a:cubicBezTo>
                <a:cubicBezTo>
                  <a:pt x="2061" y="142"/>
                  <a:pt x="2064" y="146"/>
                  <a:pt x="2069" y="146"/>
                </a:cubicBezTo>
                <a:cubicBezTo>
                  <a:pt x="2074" y="146"/>
                  <a:pt x="2078" y="142"/>
                  <a:pt x="2078" y="137"/>
                </a:cubicBezTo>
                <a:close/>
                <a:moveTo>
                  <a:pt x="2103" y="137"/>
                </a:moveTo>
                <a:cubicBezTo>
                  <a:pt x="2103" y="132"/>
                  <a:pt x="2100" y="129"/>
                  <a:pt x="2095" y="129"/>
                </a:cubicBezTo>
                <a:cubicBezTo>
                  <a:pt x="2090" y="129"/>
                  <a:pt x="2086" y="132"/>
                  <a:pt x="2086" y="137"/>
                </a:cubicBezTo>
                <a:cubicBezTo>
                  <a:pt x="2086" y="142"/>
                  <a:pt x="2090" y="146"/>
                  <a:pt x="2095" y="146"/>
                </a:cubicBezTo>
                <a:cubicBezTo>
                  <a:pt x="2100" y="146"/>
                  <a:pt x="2103" y="142"/>
                  <a:pt x="2103" y="137"/>
                </a:cubicBezTo>
                <a:close/>
                <a:moveTo>
                  <a:pt x="2129" y="137"/>
                </a:moveTo>
                <a:cubicBezTo>
                  <a:pt x="2129" y="132"/>
                  <a:pt x="2125" y="129"/>
                  <a:pt x="2121" y="129"/>
                </a:cubicBezTo>
                <a:cubicBezTo>
                  <a:pt x="2116" y="129"/>
                  <a:pt x="2112" y="132"/>
                  <a:pt x="2112" y="137"/>
                </a:cubicBezTo>
                <a:cubicBezTo>
                  <a:pt x="2112" y="142"/>
                  <a:pt x="2116" y="146"/>
                  <a:pt x="2121" y="146"/>
                </a:cubicBezTo>
                <a:cubicBezTo>
                  <a:pt x="2125" y="146"/>
                  <a:pt x="2129" y="142"/>
                  <a:pt x="2129" y="137"/>
                </a:cubicBezTo>
                <a:close/>
                <a:moveTo>
                  <a:pt x="841" y="163"/>
                </a:moveTo>
                <a:cubicBezTo>
                  <a:pt x="841" y="158"/>
                  <a:pt x="837" y="154"/>
                  <a:pt x="833" y="154"/>
                </a:cubicBezTo>
                <a:cubicBezTo>
                  <a:pt x="828" y="154"/>
                  <a:pt x="824" y="158"/>
                  <a:pt x="824" y="163"/>
                </a:cubicBezTo>
                <a:cubicBezTo>
                  <a:pt x="824" y="168"/>
                  <a:pt x="828" y="171"/>
                  <a:pt x="833" y="171"/>
                </a:cubicBezTo>
                <a:cubicBezTo>
                  <a:pt x="837" y="171"/>
                  <a:pt x="841" y="168"/>
                  <a:pt x="841" y="163"/>
                </a:cubicBezTo>
                <a:close/>
                <a:moveTo>
                  <a:pt x="867" y="163"/>
                </a:moveTo>
                <a:cubicBezTo>
                  <a:pt x="867" y="158"/>
                  <a:pt x="863" y="154"/>
                  <a:pt x="858" y="154"/>
                </a:cubicBezTo>
                <a:cubicBezTo>
                  <a:pt x="854" y="154"/>
                  <a:pt x="850" y="158"/>
                  <a:pt x="850" y="163"/>
                </a:cubicBezTo>
                <a:cubicBezTo>
                  <a:pt x="850" y="168"/>
                  <a:pt x="854" y="171"/>
                  <a:pt x="858" y="171"/>
                </a:cubicBezTo>
                <a:cubicBezTo>
                  <a:pt x="863" y="171"/>
                  <a:pt x="867" y="168"/>
                  <a:pt x="867" y="163"/>
                </a:cubicBezTo>
                <a:close/>
                <a:moveTo>
                  <a:pt x="893" y="163"/>
                </a:moveTo>
                <a:cubicBezTo>
                  <a:pt x="893" y="158"/>
                  <a:pt x="889" y="154"/>
                  <a:pt x="884" y="154"/>
                </a:cubicBezTo>
                <a:cubicBezTo>
                  <a:pt x="879" y="154"/>
                  <a:pt x="876" y="158"/>
                  <a:pt x="876" y="163"/>
                </a:cubicBezTo>
                <a:cubicBezTo>
                  <a:pt x="876" y="168"/>
                  <a:pt x="879" y="171"/>
                  <a:pt x="884" y="171"/>
                </a:cubicBezTo>
                <a:cubicBezTo>
                  <a:pt x="889" y="171"/>
                  <a:pt x="893" y="168"/>
                  <a:pt x="893" y="163"/>
                </a:cubicBezTo>
                <a:close/>
                <a:moveTo>
                  <a:pt x="919" y="163"/>
                </a:moveTo>
                <a:cubicBezTo>
                  <a:pt x="919" y="158"/>
                  <a:pt x="915" y="154"/>
                  <a:pt x="910" y="154"/>
                </a:cubicBezTo>
                <a:cubicBezTo>
                  <a:pt x="905" y="154"/>
                  <a:pt x="901" y="158"/>
                  <a:pt x="901" y="163"/>
                </a:cubicBezTo>
                <a:cubicBezTo>
                  <a:pt x="901" y="168"/>
                  <a:pt x="905" y="171"/>
                  <a:pt x="910" y="171"/>
                </a:cubicBezTo>
                <a:cubicBezTo>
                  <a:pt x="915" y="171"/>
                  <a:pt x="919" y="168"/>
                  <a:pt x="919" y="163"/>
                </a:cubicBezTo>
                <a:close/>
                <a:moveTo>
                  <a:pt x="944" y="163"/>
                </a:moveTo>
                <a:cubicBezTo>
                  <a:pt x="944" y="158"/>
                  <a:pt x="940" y="154"/>
                  <a:pt x="936" y="154"/>
                </a:cubicBezTo>
                <a:cubicBezTo>
                  <a:pt x="931" y="154"/>
                  <a:pt x="927" y="158"/>
                  <a:pt x="927" y="163"/>
                </a:cubicBezTo>
                <a:cubicBezTo>
                  <a:pt x="927" y="168"/>
                  <a:pt x="931" y="171"/>
                  <a:pt x="936" y="171"/>
                </a:cubicBezTo>
                <a:cubicBezTo>
                  <a:pt x="940" y="171"/>
                  <a:pt x="944" y="168"/>
                  <a:pt x="944" y="163"/>
                </a:cubicBezTo>
                <a:close/>
                <a:moveTo>
                  <a:pt x="970" y="163"/>
                </a:moveTo>
                <a:cubicBezTo>
                  <a:pt x="970" y="158"/>
                  <a:pt x="966" y="154"/>
                  <a:pt x="961" y="154"/>
                </a:cubicBezTo>
                <a:cubicBezTo>
                  <a:pt x="957" y="154"/>
                  <a:pt x="953" y="158"/>
                  <a:pt x="953" y="163"/>
                </a:cubicBezTo>
                <a:cubicBezTo>
                  <a:pt x="953" y="168"/>
                  <a:pt x="957" y="171"/>
                  <a:pt x="961" y="171"/>
                </a:cubicBezTo>
                <a:cubicBezTo>
                  <a:pt x="966" y="171"/>
                  <a:pt x="970" y="168"/>
                  <a:pt x="970" y="163"/>
                </a:cubicBezTo>
                <a:close/>
                <a:moveTo>
                  <a:pt x="996" y="163"/>
                </a:moveTo>
                <a:cubicBezTo>
                  <a:pt x="996" y="158"/>
                  <a:pt x="992" y="154"/>
                  <a:pt x="987" y="154"/>
                </a:cubicBezTo>
                <a:cubicBezTo>
                  <a:pt x="983" y="154"/>
                  <a:pt x="979" y="158"/>
                  <a:pt x="979" y="163"/>
                </a:cubicBezTo>
                <a:cubicBezTo>
                  <a:pt x="979" y="168"/>
                  <a:pt x="983" y="171"/>
                  <a:pt x="987" y="171"/>
                </a:cubicBezTo>
                <a:cubicBezTo>
                  <a:pt x="992" y="171"/>
                  <a:pt x="996" y="168"/>
                  <a:pt x="996" y="163"/>
                </a:cubicBezTo>
                <a:close/>
                <a:moveTo>
                  <a:pt x="1022" y="163"/>
                </a:moveTo>
                <a:cubicBezTo>
                  <a:pt x="1022" y="158"/>
                  <a:pt x="1018" y="154"/>
                  <a:pt x="1013" y="154"/>
                </a:cubicBezTo>
                <a:cubicBezTo>
                  <a:pt x="1008" y="154"/>
                  <a:pt x="1004" y="158"/>
                  <a:pt x="1004" y="163"/>
                </a:cubicBezTo>
                <a:cubicBezTo>
                  <a:pt x="1004" y="168"/>
                  <a:pt x="1008" y="171"/>
                  <a:pt x="1013" y="171"/>
                </a:cubicBezTo>
                <a:cubicBezTo>
                  <a:pt x="1018" y="171"/>
                  <a:pt x="1022" y="168"/>
                  <a:pt x="1022" y="163"/>
                </a:cubicBezTo>
                <a:close/>
                <a:moveTo>
                  <a:pt x="1047" y="163"/>
                </a:moveTo>
                <a:cubicBezTo>
                  <a:pt x="1047" y="158"/>
                  <a:pt x="1044" y="154"/>
                  <a:pt x="1039" y="154"/>
                </a:cubicBezTo>
                <a:cubicBezTo>
                  <a:pt x="1034" y="154"/>
                  <a:pt x="1030" y="158"/>
                  <a:pt x="1030" y="163"/>
                </a:cubicBezTo>
                <a:cubicBezTo>
                  <a:pt x="1030" y="168"/>
                  <a:pt x="1034" y="171"/>
                  <a:pt x="1039" y="171"/>
                </a:cubicBezTo>
                <a:cubicBezTo>
                  <a:pt x="1044" y="171"/>
                  <a:pt x="1047" y="168"/>
                  <a:pt x="1047" y="163"/>
                </a:cubicBezTo>
                <a:close/>
                <a:moveTo>
                  <a:pt x="1073" y="163"/>
                </a:moveTo>
                <a:cubicBezTo>
                  <a:pt x="1073" y="158"/>
                  <a:pt x="1069" y="154"/>
                  <a:pt x="1065" y="154"/>
                </a:cubicBezTo>
                <a:cubicBezTo>
                  <a:pt x="1060" y="154"/>
                  <a:pt x="1056" y="158"/>
                  <a:pt x="1056" y="163"/>
                </a:cubicBezTo>
                <a:cubicBezTo>
                  <a:pt x="1056" y="168"/>
                  <a:pt x="1060" y="171"/>
                  <a:pt x="1065" y="171"/>
                </a:cubicBezTo>
                <a:cubicBezTo>
                  <a:pt x="1069" y="171"/>
                  <a:pt x="1073" y="168"/>
                  <a:pt x="1073" y="163"/>
                </a:cubicBezTo>
                <a:close/>
                <a:moveTo>
                  <a:pt x="1949" y="163"/>
                </a:moveTo>
                <a:cubicBezTo>
                  <a:pt x="1949" y="158"/>
                  <a:pt x="1945" y="154"/>
                  <a:pt x="1940" y="154"/>
                </a:cubicBezTo>
                <a:cubicBezTo>
                  <a:pt x="1936" y="154"/>
                  <a:pt x="1932" y="158"/>
                  <a:pt x="1932" y="163"/>
                </a:cubicBezTo>
                <a:cubicBezTo>
                  <a:pt x="1932" y="168"/>
                  <a:pt x="1936" y="171"/>
                  <a:pt x="1940" y="171"/>
                </a:cubicBezTo>
                <a:cubicBezTo>
                  <a:pt x="1945" y="171"/>
                  <a:pt x="1949" y="168"/>
                  <a:pt x="1949" y="163"/>
                </a:cubicBezTo>
                <a:close/>
                <a:moveTo>
                  <a:pt x="1975" y="163"/>
                </a:moveTo>
                <a:cubicBezTo>
                  <a:pt x="1975" y="158"/>
                  <a:pt x="1971" y="154"/>
                  <a:pt x="1966" y="154"/>
                </a:cubicBezTo>
                <a:cubicBezTo>
                  <a:pt x="1961" y="154"/>
                  <a:pt x="1957" y="158"/>
                  <a:pt x="1957" y="163"/>
                </a:cubicBezTo>
                <a:cubicBezTo>
                  <a:pt x="1957" y="168"/>
                  <a:pt x="1961" y="171"/>
                  <a:pt x="1966" y="171"/>
                </a:cubicBezTo>
                <a:cubicBezTo>
                  <a:pt x="1971" y="171"/>
                  <a:pt x="1975" y="168"/>
                  <a:pt x="1975" y="163"/>
                </a:cubicBezTo>
                <a:close/>
                <a:moveTo>
                  <a:pt x="2000" y="163"/>
                </a:moveTo>
                <a:cubicBezTo>
                  <a:pt x="2000" y="158"/>
                  <a:pt x="1997" y="154"/>
                  <a:pt x="1992" y="154"/>
                </a:cubicBezTo>
                <a:cubicBezTo>
                  <a:pt x="1987" y="154"/>
                  <a:pt x="1983" y="158"/>
                  <a:pt x="1983" y="163"/>
                </a:cubicBezTo>
                <a:cubicBezTo>
                  <a:pt x="1983" y="168"/>
                  <a:pt x="1987" y="171"/>
                  <a:pt x="1992" y="171"/>
                </a:cubicBezTo>
                <a:cubicBezTo>
                  <a:pt x="1997" y="171"/>
                  <a:pt x="2000" y="168"/>
                  <a:pt x="2000" y="163"/>
                </a:cubicBezTo>
                <a:close/>
                <a:moveTo>
                  <a:pt x="2026" y="163"/>
                </a:moveTo>
                <a:cubicBezTo>
                  <a:pt x="2026" y="158"/>
                  <a:pt x="2022" y="154"/>
                  <a:pt x="2018" y="154"/>
                </a:cubicBezTo>
                <a:cubicBezTo>
                  <a:pt x="2013" y="154"/>
                  <a:pt x="2009" y="158"/>
                  <a:pt x="2009" y="163"/>
                </a:cubicBezTo>
                <a:cubicBezTo>
                  <a:pt x="2009" y="168"/>
                  <a:pt x="2013" y="171"/>
                  <a:pt x="2018" y="171"/>
                </a:cubicBezTo>
                <a:cubicBezTo>
                  <a:pt x="2022" y="171"/>
                  <a:pt x="2026" y="168"/>
                  <a:pt x="2026" y="163"/>
                </a:cubicBezTo>
                <a:close/>
                <a:moveTo>
                  <a:pt x="2052" y="163"/>
                </a:moveTo>
                <a:cubicBezTo>
                  <a:pt x="2052" y="158"/>
                  <a:pt x="2048" y="154"/>
                  <a:pt x="2043" y="154"/>
                </a:cubicBezTo>
                <a:cubicBezTo>
                  <a:pt x="2039" y="154"/>
                  <a:pt x="2035" y="158"/>
                  <a:pt x="2035" y="163"/>
                </a:cubicBezTo>
                <a:cubicBezTo>
                  <a:pt x="2035" y="168"/>
                  <a:pt x="2039" y="171"/>
                  <a:pt x="2043" y="171"/>
                </a:cubicBezTo>
                <a:cubicBezTo>
                  <a:pt x="2048" y="171"/>
                  <a:pt x="2052" y="168"/>
                  <a:pt x="2052" y="163"/>
                </a:cubicBezTo>
                <a:close/>
                <a:moveTo>
                  <a:pt x="2078" y="163"/>
                </a:moveTo>
                <a:cubicBezTo>
                  <a:pt x="2078" y="158"/>
                  <a:pt x="2074" y="154"/>
                  <a:pt x="2069" y="154"/>
                </a:cubicBezTo>
                <a:cubicBezTo>
                  <a:pt x="2064" y="154"/>
                  <a:pt x="2061" y="158"/>
                  <a:pt x="2061" y="163"/>
                </a:cubicBezTo>
                <a:cubicBezTo>
                  <a:pt x="2061" y="168"/>
                  <a:pt x="2064" y="171"/>
                  <a:pt x="2069" y="171"/>
                </a:cubicBezTo>
                <a:cubicBezTo>
                  <a:pt x="2074" y="171"/>
                  <a:pt x="2078" y="168"/>
                  <a:pt x="2078" y="163"/>
                </a:cubicBezTo>
                <a:close/>
                <a:moveTo>
                  <a:pt x="2103" y="163"/>
                </a:moveTo>
                <a:cubicBezTo>
                  <a:pt x="2103" y="158"/>
                  <a:pt x="2100" y="154"/>
                  <a:pt x="2095" y="154"/>
                </a:cubicBezTo>
                <a:cubicBezTo>
                  <a:pt x="2090" y="154"/>
                  <a:pt x="2086" y="158"/>
                  <a:pt x="2086" y="163"/>
                </a:cubicBezTo>
                <a:cubicBezTo>
                  <a:pt x="2086" y="168"/>
                  <a:pt x="2090" y="171"/>
                  <a:pt x="2095" y="171"/>
                </a:cubicBezTo>
                <a:cubicBezTo>
                  <a:pt x="2100" y="171"/>
                  <a:pt x="2103" y="168"/>
                  <a:pt x="2103" y="163"/>
                </a:cubicBezTo>
                <a:close/>
                <a:moveTo>
                  <a:pt x="2129" y="163"/>
                </a:moveTo>
                <a:cubicBezTo>
                  <a:pt x="2129" y="158"/>
                  <a:pt x="2125" y="154"/>
                  <a:pt x="2121" y="154"/>
                </a:cubicBezTo>
                <a:cubicBezTo>
                  <a:pt x="2116" y="154"/>
                  <a:pt x="2112" y="158"/>
                  <a:pt x="2112" y="163"/>
                </a:cubicBezTo>
                <a:cubicBezTo>
                  <a:pt x="2112" y="168"/>
                  <a:pt x="2116" y="171"/>
                  <a:pt x="2121" y="171"/>
                </a:cubicBezTo>
                <a:cubicBezTo>
                  <a:pt x="2125" y="171"/>
                  <a:pt x="2129" y="168"/>
                  <a:pt x="2129" y="163"/>
                </a:cubicBezTo>
                <a:close/>
                <a:moveTo>
                  <a:pt x="841" y="189"/>
                </a:moveTo>
                <a:cubicBezTo>
                  <a:pt x="841" y="184"/>
                  <a:pt x="837" y="180"/>
                  <a:pt x="833" y="180"/>
                </a:cubicBezTo>
                <a:cubicBezTo>
                  <a:pt x="828" y="180"/>
                  <a:pt x="824" y="184"/>
                  <a:pt x="824" y="189"/>
                </a:cubicBezTo>
                <a:cubicBezTo>
                  <a:pt x="824" y="193"/>
                  <a:pt x="828" y="197"/>
                  <a:pt x="833" y="197"/>
                </a:cubicBezTo>
                <a:cubicBezTo>
                  <a:pt x="837" y="197"/>
                  <a:pt x="841" y="193"/>
                  <a:pt x="841" y="189"/>
                </a:cubicBezTo>
                <a:close/>
                <a:moveTo>
                  <a:pt x="867" y="189"/>
                </a:moveTo>
                <a:cubicBezTo>
                  <a:pt x="867" y="184"/>
                  <a:pt x="863" y="180"/>
                  <a:pt x="858" y="180"/>
                </a:cubicBezTo>
                <a:cubicBezTo>
                  <a:pt x="854" y="180"/>
                  <a:pt x="850" y="184"/>
                  <a:pt x="850" y="189"/>
                </a:cubicBezTo>
                <a:cubicBezTo>
                  <a:pt x="850" y="193"/>
                  <a:pt x="854" y="197"/>
                  <a:pt x="858" y="197"/>
                </a:cubicBezTo>
                <a:cubicBezTo>
                  <a:pt x="863" y="197"/>
                  <a:pt x="867" y="193"/>
                  <a:pt x="867" y="189"/>
                </a:cubicBezTo>
                <a:close/>
                <a:moveTo>
                  <a:pt x="893" y="189"/>
                </a:moveTo>
                <a:cubicBezTo>
                  <a:pt x="893" y="184"/>
                  <a:pt x="889" y="180"/>
                  <a:pt x="884" y="180"/>
                </a:cubicBezTo>
                <a:cubicBezTo>
                  <a:pt x="879" y="180"/>
                  <a:pt x="876" y="184"/>
                  <a:pt x="876" y="189"/>
                </a:cubicBezTo>
                <a:cubicBezTo>
                  <a:pt x="876" y="193"/>
                  <a:pt x="879" y="197"/>
                  <a:pt x="884" y="197"/>
                </a:cubicBezTo>
                <a:cubicBezTo>
                  <a:pt x="889" y="197"/>
                  <a:pt x="893" y="193"/>
                  <a:pt x="893" y="189"/>
                </a:cubicBezTo>
                <a:close/>
                <a:moveTo>
                  <a:pt x="919" y="189"/>
                </a:moveTo>
                <a:cubicBezTo>
                  <a:pt x="919" y="184"/>
                  <a:pt x="915" y="180"/>
                  <a:pt x="910" y="180"/>
                </a:cubicBezTo>
                <a:cubicBezTo>
                  <a:pt x="905" y="180"/>
                  <a:pt x="901" y="184"/>
                  <a:pt x="901" y="189"/>
                </a:cubicBezTo>
                <a:cubicBezTo>
                  <a:pt x="901" y="193"/>
                  <a:pt x="905" y="197"/>
                  <a:pt x="910" y="197"/>
                </a:cubicBezTo>
                <a:cubicBezTo>
                  <a:pt x="915" y="197"/>
                  <a:pt x="919" y="193"/>
                  <a:pt x="919" y="189"/>
                </a:cubicBezTo>
                <a:close/>
                <a:moveTo>
                  <a:pt x="944" y="189"/>
                </a:moveTo>
                <a:cubicBezTo>
                  <a:pt x="944" y="184"/>
                  <a:pt x="940" y="180"/>
                  <a:pt x="936" y="180"/>
                </a:cubicBezTo>
                <a:cubicBezTo>
                  <a:pt x="931" y="180"/>
                  <a:pt x="927" y="184"/>
                  <a:pt x="927" y="189"/>
                </a:cubicBezTo>
                <a:cubicBezTo>
                  <a:pt x="927" y="193"/>
                  <a:pt x="931" y="197"/>
                  <a:pt x="936" y="197"/>
                </a:cubicBezTo>
                <a:cubicBezTo>
                  <a:pt x="940" y="197"/>
                  <a:pt x="944" y="193"/>
                  <a:pt x="944" y="189"/>
                </a:cubicBezTo>
                <a:close/>
                <a:moveTo>
                  <a:pt x="970" y="189"/>
                </a:moveTo>
                <a:cubicBezTo>
                  <a:pt x="970" y="184"/>
                  <a:pt x="966" y="180"/>
                  <a:pt x="961" y="180"/>
                </a:cubicBezTo>
                <a:cubicBezTo>
                  <a:pt x="957" y="180"/>
                  <a:pt x="953" y="184"/>
                  <a:pt x="953" y="189"/>
                </a:cubicBezTo>
                <a:cubicBezTo>
                  <a:pt x="953" y="193"/>
                  <a:pt x="957" y="197"/>
                  <a:pt x="961" y="197"/>
                </a:cubicBezTo>
                <a:cubicBezTo>
                  <a:pt x="966" y="197"/>
                  <a:pt x="970" y="193"/>
                  <a:pt x="970" y="189"/>
                </a:cubicBezTo>
                <a:close/>
                <a:moveTo>
                  <a:pt x="996" y="189"/>
                </a:moveTo>
                <a:cubicBezTo>
                  <a:pt x="996" y="184"/>
                  <a:pt x="992" y="180"/>
                  <a:pt x="987" y="180"/>
                </a:cubicBezTo>
                <a:cubicBezTo>
                  <a:pt x="983" y="180"/>
                  <a:pt x="979" y="184"/>
                  <a:pt x="979" y="189"/>
                </a:cubicBezTo>
                <a:cubicBezTo>
                  <a:pt x="979" y="193"/>
                  <a:pt x="983" y="197"/>
                  <a:pt x="987" y="197"/>
                </a:cubicBezTo>
                <a:cubicBezTo>
                  <a:pt x="992" y="197"/>
                  <a:pt x="996" y="193"/>
                  <a:pt x="996" y="189"/>
                </a:cubicBezTo>
                <a:close/>
                <a:moveTo>
                  <a:pt x="1022" y="189"/>
                </a:moveTo>
                <a:cubicBezTo>
                  <a:pt x="1022" y="184"/>
                  <a:pt x="1018" y="180"/>
                  <a:pt x="1013" y="180"/>
                </a:cubicBezTo>
                <a:cubicBezTo>
                  <a:pt x="1008" y="180"/>
                  <a:pt x="1004" y="184"/>
                  <a:pt x="1004" y="189"/>
                </a:cubicBezTo>
                <a:cubicBezTo>
                  <a:pt x="1004" y="193"/>
                  <a:pt x="1008" y="197"/>
                  <a:pt x="1013" y="197"/>
                </a:cubicBezTo>
                <a:cubicBezTo>
                  <a:pt x="1018" y="197"/>
                  <a:pt x="1022" y="193"/>
                  <a:pt x="1022" y="189"/>
                </a:cubicBezTo>
                <a:close/>
                <a:moveTo>
                  <a:pt x="1047" y="189"/>
                </a:moveTo>
                <a:cubicBezTo>
                  <a:pt x="1047" y="184"/>
                  <a:pt x="1044" y="180"/>
                  <a:pt x="1039" y="180"/>
                </a:cubicBezTo>
                <a:cubicBezTo>
                  <a:pt x="1034" y="180"/>
                  <a:pt x="1030" y="184"/>
                  <a:pt x="1030" y="189"/>
                </a:cubicBezTo>
                <a:cubicBezTo>
                  <a:pt x="1030" y="193"/>
                  <a:pt x="1034" y="197"/>
                  <a:pt x="1039" y="197"/>
                </a:cubicBezTo>
                <a:cubicBezTo>
                  <a:pt x="1044" y="197"/>
                  <a:pt x="1047" y="193"/>
                  <a:pt x="1047" y="189"/>
                </a:cubicBezTo>
                <a:close/>
                <a:moveTo>
                  <a:pt x="1073" y="189"/>
                </a:moveTo>
                <a:cubicBezTo>
                  <a:pt x="1073" y="184"/>
                  <a:pt x="1069" y="180"/>
                  <a:pt x="1065" y="180"/>
                </a:cubicBezTo>
                <a:cubicBezTo>
                  <a:pt x="1060" y="180"/>
                  <a:pt x="1056" y="184"/>
                  <a:pt x="1056" y="189"/>
                </a:cubicBezTo>
                <a:cubicBezTo>
                  <a:pt x="1056" y="193"/>
                  <a:pt x="1060" y="197"/>
                  <a:pt x="1065" y="197"/>
                </a:cubicBezTo>
                <a:cubicBezTo>
                  <a:pt x="1069" y="197"/>
                  <a:pt x="1073" y="193"/>
                  <a:pt x="1073" y="189"/>
                </a:cubicBezTo>
                <a:close/>
                <a:moveTo>
                  <a:pt x="1949" y="189"/>
                </a:moveTo>
                <a:cubicBezTo>
                  <a:pt x="1949" y="184"/>
                  <a:pt x="1945" y="180"/>
                  <a:pt x="1940" y="180"/>
                </a:cubicBezTo>
                <a:cubicBezTo>
                  <a:pt x="1936" y="180"/>
                  <a:pt x="1932" y="184"/>
                  <a:pt x="1932" y="189"/>
                </a:cubicBezTo>
                <a:cubicBezTo>
                  <a:pt x="1932" y="193"/>
                  <a:pt x="1936" y="197"/>
                  <a:pt x="1940" y="197"/>
                </a:cubicBezTo>
                <a:cubicBezTo>
                  <a:pt x="1945" y="197"/>
                  <a:pt x="1949" y="193"/>
                  <a:pt x="1949" y="189"/>
                </a:cubicBezTo>
                <a:close/>
                <a:moveTo>
                  <a:pt x="1975" y="189"/>
                </a:moveTo>
                <a:cubicBezTo>
                  <a:pt x="1975" y="184"/>
                  <a:pt x="1971" y="180"/>
                  <a:pt x="1966" y="180"/>
                </a:cubicBezTo>
                <a:cubicBezTo>
                  <a:pt x="1961" y="180"/>
                  <a:pt x="1957" y="184"/>
                  <a:pt x="1957" y="189"/>
                </a:cubicBezTo>
                <a:cubicBezTo>
                  <a:pt x="1957" y="193"/>
                  <a:pt x="1961" y="197"/>
                  <a:pt x="1966" y="197"/>
                </a:cubicBezTo>
                <a:cubicBezTo>
                  <a:pt x="1971" y="197"/>
                  <a:pt x="1975" y="193"/>
                  <a:pt x="1975" y="189"/>
                </a:cubicBezTo>
                <a:close/>
                <a:moveTo>
                  <a:pt x="2000" y="189"/>
                </a:moveTo>
                <a:cubicBezTo>
                  <a:pt x="2000" y="184"/>
                  <a:pt x="1997" y="180"/>
                  <a:pt x="1992" y="180"/>
                </a:cubicBezTo>
                <a:cubicBezTo>
                  <a:pt x="1987" y="180"/>
                  <a:pt x="1983" y="184"/>
                  <a:pt x="1983" y="189"/>
                </a:cubicBezTo>
                <a:cubicBezTo>
                  <a:pt x="1983" y="193"/>
                  <a:pt x="1987" y="197"/>
                  <a:pt x="1992" y="197"/>
                </a:cubicBezTo>
                <a:cubicBezTo>
                  <a:pt x="1997" y="197"/>
                  <a:pt x="2000" y="193"/>
                  <a:pt x="2000" y="189"/>
                </a:cubicBezTo>
                <a:close/>
                <a:moveTo>
                  <a:pt x="2026" y="189"/>
                </a:moveTo>
                <a:cubicBezTo>
                  <a:pt x="2026" y="184"/>
                  <a:pt x="2022" y="180"/>
                  <a:pt x="2018" y="180"/>
                </a:cubicBezTo>
                <a:cubicBezTo>
                  <a:pt x="2013" y="180"/>
                  <a:pt x="2009" y="184"/>
                  <a:pt x="2009" y="189"/>
                </a:cubicBezTo>
                <a:cubicBezTo>
                  <a:pt x="2009" y="193"/>
                  <a:pt x="2013" y="197"/>
                  <a:pt x="2018" y="197"/>
                </a:cubicBezTo>
                <a:cubicBezTo>
                  <a:pt x="2022" y="197"/>
                  <a:pt x="2026" y="193"/>
                  <a:pt x="2026" y="189"/>
                </a:cubicBezTo>
                <a:close/>
                <a:moveTo>
                  <a:pt x="2052" y="189"/>
                </a:moveTo>
                <a:cubicBezTo>
                  <a:pt x="2052" y="184"/>
                  <a:pt x="2048" y="180"/>
                  <a:pt x="2043" y="180"/>
                </a:cubicBezTo>
                <a:cubicBezTo>
                  <a:pt x="2039" y="180"/>
                  <a:pt x="2035" y="184"/>
                  <a:pt x="2035" y="189"/>
                </a:cubicBezTo>
                <a:cubicBezTo>
                  <a:pt x="2035" y="193"/>
                  <a:pt x="2039" y="197"/>
                  <a:pt x="2043" y="197"/>
                </a:cubicBezTo>
                <a:cubicBezTo>
                  <a:pt x="2048" y="197"/>
                  <a:pt x="2052" y="193"/>
                  <a:pt x="2052" y="189"/>
                </a:cubicBezTo>
                <a:close/>
                <a:moveTo>
                  <a:pt x="2078" y="189"/>
                </a:moveTo>
                <a:cubicBezTo>
                  <a:pt x="2078" y="184"/>
                  <a:pt x="2074" y="180"/>
                  <a:pt x="2069" y="180"/>
                </a:cubicBezTo>
                <a:cubicBezTo>
                  <a:pt x="2064" y="180"/>
                  <a:pt x="2061" y="184"/>
                  <a:pt x="2061" y="189"/>
                </a:cubicBezTo>
                <a:cubicBezTo>
                  <a:pt x="2061" y="193"/>
                  <a:pt x="2064" y="197"/>
                  <a:pt x="2069" y="197"/>
                </a:cubicBezTo>
                <a:cubicBezTo>
                  <a:pt x="2074" y="197"/>
                  <a:pt x="2078" y="193"/>
                  <a:pt x="2078" y="189"/>
                </a:cubicBezTo>
                <a:close/>
                <a:moveTo>
                  <a:pt x="2103" y="189"/>
                </a:moveTo>
                <a:cubicBezTo>
                  <a:pt x="2103" y="184"/>
                  <a:pt x="2100" y="180"/>
                  <a:pt x="2095" y="180"/>
                </a:cubicBezTo>
                <a:cubicBezTo>
                  <a:pt x="2090" y="180"/>
                  <a:pt x="2086" y="184"/>
                  <a:pt x="2086" y="189"/>
                </a:cubicBezTo>
                <a:cubicBezTo>
                  <a:pt x="2086" y="193"/>
                  <a:pt x="2090" y="197"/>
                  <a:pt x="2095" y="197"/>
                </a:cubicBezTo>
                <a:cubicBezTo>
                  <a:pt x="2100" y="197"/>
                  <a:pt x="2103" y="193"/>
                  <a:pt x="2103" y="189"/>
                </a:cubicBezTo>
                <a:close/>
                <a:moveTo>
                  <a:pt x="2129" y="189"/>
                </a:moveTo>
                <a:cubicBezTo>
                  <a:pt x="2129" y="184"/>
                  <a:pt x="2125" y="180"/>
                  <a:pt x="2121" y="180"/>
                </a:cubicBezTo>
                <a:cubicBezTo>
                  <a:pt x="2116" y="180"/>
                  <a:pt x="2112" y="184"/>
                  <a:pt x="2112" y="189"/>
                </a:cubicBezTo>
                <a:cubicBezTo>
                  <a:pt x="2112" y="193"/>
                  <a:pt x="2116" y="197"/>
                  <a:pt x="2121" y="197"/>
                </a:cubicBezTo>
                <a:cubicBezTo>
                  <a:pt x="2125" y="197"/>
                  <a:pt x="2129" y="193"/>
                  <a:pt x="2129" y="189"/>
                </a:cubicBezTo>
                <a:close/>
                <a:moveTo>
                  <a:pt x="841" y="214"/>
                </a:moveTo>
                <a:cubicBezTo>
                  <a:pt x="841" y="210"/>
                  <a:pt x="837" y="206"/>
                  <a:pt x="833" y="206"/>
                </a:cubicBezTo>
                <a:cubicBezTo>
                  <a:pt x="828" y="206"/>
                  <a:pt x="824" y="210"/>
                  <a:pt x="824" y="214"/>
                </a:cubicBezTo>
                <a:cubicBezTo>
                  <a:pt x="824" y="219"/>
                  <a:pt x="828" y="223"/>
                  <a:pt x="833" y="223"/>
                </a:cubicBezTo>
                <a:cubicBezTo>
                  <a:pt x="837" y="223"/>
                  <a:pt x="841" y="219"/>
                  <a:pt x="841" y="214"/>
                </a:cubicBezTo>
                <a:close/>
                <a:moveTo>
                  <a:pt x="867" y="214"/>
                </a:moveTo>
                <a:cubicBezTo>
                  <a:pt x="867" y="210"/>
                  <a:pt x="863" y="206"/>
                  <a:pt x="858" y="206"/>
                </a:cubicBezTo>
                <a:cubicBezTo>
                  <a:pt x="854" y="206"/>
                  <a:pt x="850" y="210"/>
                  <a:pt x="850" y="214"/>
                </a:cubicBezTo>
                <a:cubicBezTo>
                  <a:pt x="850" y="219"/>
                  <a:pt x="854" y="223"/>
                  <a:pt x="858" y="223"/>
                </a:cubicBezTo>
                <a:cubicBezTo>
                  <a:pt x="863" y="223"/>
                  <a:pt x="867" y="219"/>
                  <a:pt x="867" y="214"/>
                </a:cubicBezTo>
                <a:close/>
                <a:moveTo>
                  <a:pt x="893" y="214"/>
                </a:moveTo>
                <a:cubicBezTo>
                  <a:pt x="893" y="210"/>
                  <a:pt x="889" y="206"/>
                  <a:pt x="884" y="206"/>
                </a:cubicBezTo>
                <a:cubicBezTo>
                  <a:pt x="879" y="206"/>
                  <a:pt x="876" y="210"/>
                  <a:pt x="876" y="214"/>
                </a:cubicBezTo>
                <a:cubicBezTo>
                  <a:pt x="876" y="219"/>
                  <a:pt x="879" y="223"/>
                  <a:pt x="884" y="223"/>
                </a:cubicBezTo>
                <a:cubicBezTo>
                  <a:pt x="889" y="223"/>
                  <a:pt x="893" y="219"/>
                  <a:pt x="893" y="214"/>
                </a:cubicBezTo>
                <a:close/>
                <a:moveTo>
                  <a:pt x="919" y="214"/>
                </a:moveTo>
                <a:cubicBezTo>
                  <a:pt x="919" y="210"/>
                  <a:pt x="915" y="206"/>
                  <a:pt x="910" y="206"/>
                </a:cubicBezTo>
                <a:cubicBezTo>
                  <a:pt x="905" y="206"/>
                  <a:pt x="901" y="210"/>
                  <a:pt x="901" y="214"/>
                </a:cubicBezTo>
                <a:cubicBezTo>
                  <a:pt x="901" y="219"/>
                  <a:pt x="905" y="223"/>
                  <a:pt x="910" y="223"/>
                </a:cubicBezTo>
                <a:cubicBezTo>
                  <a:pt x="915" y="223"/>
                  <a:pt x="919" y="219"/>
                  <a:pt x="919" y="214"/>
                </a:cubicBezTo>
                <a:close/>
                <a:moveTo>
                  <a:pt x="944" y="214"/>
                </a:moveTo>
                <a:cubicBezTo>
                  <a:pt x="944" y="210"/>
                  <a:pt x="940" y="206"/>
                  <a:pt x="936" y="206"/>
                </a:cubicBezTo>
                <a:cubicBezTo>
                  <a:pt x="931" y="206"/>
                  <a:pt x="927" y="210"/>
                  <a:pt x="927" y="214"/>
                </a:cubicBezTo>
                <a:cubicBezTo>
                  <a:pt x="927" y="219"/>
                  <a:pt x="931" y="223"/>
                  <a:pt x="936" y="223"/>
                </a:cubicBezTo>
                <a:cubicBezTo>
                  <a:pt x="940" y="223"/>
                  <a:pt x="944" y="219"/>
                  <a:pt x="944" y="214"/>
                </a:cubicBezTo>
                <a:close/>
                <a:moveTo>
                  <a:pt x="970" y="214"/>
                </a:moveTo>
                <a:cubicBezTo>
                  <a:pt x="970" y="210"/>
                  <a:pt x="966" y="206"/>
                  <a:pt x="961" y="206"/>
                </a:cubicBezTo>
                <a:cubicBezTo>
                  <a:pt x="957" y="206"/>
                  <a:pt x="953" y="210"/>
                  <a:pt x="953" y="214"/>
                </a:cubicBezTo>
                <a:cubicBezTo>
                  <a:pt x="953" y="219"/>
                  <a:pt x="957" y="223"/>
                  <a:pt x="961" y="223"/>
                </a:cubicBezTo>
                <a:cubicBezTo>
                  <a:pt x="966" y="223"/>
                  <a:pt x="970" y="219"/>
                  <a:pt x="970" y="214"/>
                </a:cubicBezTo>
                <a:close/>
                <a:moveTo>
                  <a:pt x="996" y="214"/>
                </a:moveTo>
                <a:cubicBezTo>
                  <a:pt x="996" y="210"/>
                  <a:pt x="992" y="206"/>
                  <a:pt x="987" y="206"/>
                </a:cubicBezTo>
                <a:cubicBezTo>
                  <a:pt x="983" y="206"/>
                  <a:pt x="979" y="210"/>
                  <a:pt x="979" y="214"/>
                </a:cubicBezTo>
                <a:cubicBezTo>
                  <a:pt x="979" y="219"/>
                  <a:pt x="983" y="223"/>
                  <a:pt x="987" y="223"/>
                </a:cubicBezTo>
                <a:cubicBezTo>
                  <a:pt x="992" y="223"/>
                  <a:pt x="996" y="219"/>
                  <a:pt x="996" y="214"/>
                </a:cubicBezTo>
                <a:close/>
                <a:moveTo>
                  <a:pt x="1022" y="214"/>
                </a:moveTo>
                <a:cubicBezTo>
                  <a:pt x="1022" y="210"/>
                  <a:pt x="1018" y="206"/>
                  <a:pt x="1013" y="206"/>
                </a:cubicBezTo>
                <a:cubicBezTo>
                  <a:pt x="1008" y="206"/>
                  <a:pt x="1004" y="210"/>
                  <a:pt x="1004" y="214"/>
                </a:cubicBezTo>
                <a:cubicBezTo>
                  <a:pt x="1004" y="219"/>
                  <a:pt x="1008" y="223"/>
                  <a:pt x="1013" y="223"/>
                </a:cubicBezTo>
                <a:cubicBezTo>
                  <a:pt x="1018" y="223"/>
                  <a:pt x="1022" y="219"/>
                  <a:pt x="1022" y="214"/>
                </a:cubicBezTo>
                <a:close/>
                <a:moveTo>
                  <a:pt x="1047" y="214"/>
                </a:moveTo>
                <a:cubicBezTo>
                  <a:pt x="1047" y="210"/>
                  <a:pt x="1044" y="206"/>
                  <a:pt x="1039" y="206"/>
                </a:cubicBezTo>
                <a:cubicBezTo>
                  <a:pt x="1034" y="206"/>
                  <a:pt x="1030" y="210"/>
                  <a:pt x="1030" y="214"/>
                </a:cubicBezTo>
                <a:cubicBezTo>
                  <a:pt x="1030" y="219"/>
                  <a:pt x="1034" y="223"/>
                  <a:pt x="1039" y="223"/>
                </a:cubicBezTo>
                <a:cubicBezTo>
                  <a:pt x="1044" y="223"/>
                  <a:pt x="1047" y="219"/>
                  <a:pt x="1047" y="214"/>
                </a:cubicBezTo>
                <a:close/>
                <a:moveTo>
                  <a:pt x="1073" y="214"/>
                </a:moveTo>
                <a:cubicBezTo>
                  <a:pt x="1073" y="210"/>
                  <a:pt x="1069" y="206"/>
                  <a:pt x="1065" y="206"/>
                </a:cubicBezTo>
                <a:cubicBezTo>
                  <a:pt x="1060" y="206"/>
                  <a:pt x="1056" y="210"/>
                  <a:pt x="1056" y="214"/>
                </a:cubicBezTo>
                <a:cubicBezTo>
                  <a:pt x="1056" y="219"/>
                  <a:pt x="1060" y="223"/>
                  <a:pt x="1065" y="223"/>
                </a:cubicBezTo>
                <a:cubicBezTo>
                  <a:pt x="1069" y="223"/>
                  <a:pt x="1073" y="219"/>
                  <a:pt x="1073" y="214"/>
                </a:cubicBezTo>
                <a:close/>
                <a:moveTo>
                  <a:pt x="1897" y="214"/>
                </a:moveTo>
                <a:cubicBezTo>
                  <a:pt x="1897" y="210"/>
                  <a:pt x="1894" y="206"/>
                  <a:pt x="1889" y="206"/>
                </a:cubicBezTo>
                <a:cubicBezTo>
                  <a:pt x="1884" y="206"/>
                  <a:pt x="1880" y="210"/>
                  <a:pt x="1880" y="214"/>
                </a:cubicBezTo>
                <a:cubicBezTo>
                  <a:pt x="1880" y="219"/>
                  <a:pt x="1884" y="223"/>
                  <a:pt x="1889" y="223"/>
                </a:cubicBezTo>
                <a:cubicBezTo>
                  <a:pt x="1894" y="223"/>
                  <a:pt x="1897" y="219"/>
                  <a:pt x="1897" y="214"/>
                </a:cubicBezTo>
                <a:close/>
                <a:moveTo>
                  <a:pt x="1923" y="214"/>
                </a:moveTo>
                <a:cubicBezTo>
                  <a:pt x="1923" y="210"/>
                  <a:pt x="1919" y="206"/>
                  <a:pt x="1915" y="206"/>
                </a:cubicBezTo>
                <a:cubicBezTo>
                  <a:pt x="1910" y="206"/>
                  <a:pt x="1906" y="210"/>
                  <a:pt x="1906" y="214"/>
                </a:cubicBezTo>
                <a:cubicBezTo>
                  <a:pt x="1906" y="219"/>
                  <a:pt x="1910" y="223"/>
                  <a:pt x="1915" y="223"/>
                </a:cubicBezTo>
                <a:cubicBezTo>
                  <a:pt x="1919" y="223"/>
                  <a:pt x="1923" y="219"/>
                  <a:pt x="1923" y="214"/>
                </a:cubicBezTo>
                <a:close/>
                <a:moveTo>
                  <a:pt x="1949" y="214"/>
                </a:moveTo>
                <a:cubicBezTo>
                  <a:pt x="1949" y="210"/>
                  <a:pt x="1945" y="206"/>
                  <a:pt x="1940" y="206"/>
                </a:cubicBezTo>
                <a:cubicBezTo>
                  <a:pt x="1936" y="206"/>
                  <a:pt x="1932" y="210"/>
                  <a:pt x="1932" y="214"/>
                </a:cubicBezTo>
                <a:cubicBezTo>
                  <a:pt x="1932" y="219"/>
                  <a:pt x="1936" y="223"/>
                  <a:pt x="1940" y="223"/>
                </a:cubicBezTo>
                <a:cubicBezTo>
                  <a:pt x="1945" y="223"/>
                  <a:pt x="1949" y="219"/>
                  <a:pt x="1949" y="214"/>
                </a:cubicBezTo>
                <a:close/>
                <a:moveTo>
                  <a:pt x="1975" y="214"/>
                </a:moveTo>
                <a:cubicBezTo>
                  <a:pt x="1975" y="210"/>
                  <a:pt x="1971" y="206"/>
                  <a:pt x="1966" y="206"/>
                </a:cubicBezTo>
                <a:cubicBezTo>
                  <a:pt x="1961" y="206"/>
                  <a:pt x="1957" y="210"/>
                  <a:pt x="1957" y="214"/>
                </a:cubicBezTo>
                <a:cubicBezTo>
                  <a:pt x="1957" y="219"/>
                  <a:pt x="1961" y="223"/>
                  <a:pt x="1966" y="223"/>
                </a:cubicBezTo>
                <a:cubicBezTo>
                  <a:pt x="1971" y="223"/>
                  <a:pt x="1975" y="219"/>
                  <a:pt x="1975" y="214"/>
                </a:cubicBezTo>
                <a:close/>
                <a:moveTo>
                  <a:pt x="2000" y="214"/>
                </a:moveTo>
                <a:cubicBezTo>
                  <a:pt x="2000" y="210"/>
                  <a:pt x="1997" y="206"/>
                  <a:pt x="1992" y="206"/>
                </a:cubicBezTo>
                <a:cubicBezTo>
                  <a:pt x="1987" y="206"/>
                  <a:pt x="1983" y="210"/>
                  <a:pt x="1983" y="214"/>
                </a:cubicBezTo>
                <a:cubicBezTo>
                  <a:pt x="1983" y="219"/>
                  <a:pt x="1987" y="223"/>
                  <a:pt x="1992" y="223"/>
                </a:cubicBezTo>
                <a:cubicBezTo>
                  <a:pt x="1997" y="223"/>
                  <a:pt x="2000" y="219"/>
                  <a:pt x="2000" y="214"/>
                </a:cubicBezTo>
                <a:close/>
                <a:moveTo>
                  <a:pt x="2026" y="214"/>
                </a:moveTo>
                <a:cubicBezTo>
                  <a:pt x="2026" y="210"/>
                  <a:pt x="2022" y="206"/>
                  <a:pt x="2018" y="206"/>
                </a:cubicBezTo>
                <a:cubicBezTo>
                  <a:pt x="2013" y="206"/>
                  <a:pt x="2009" y="210"/>
                  <a:pt x="2009" y="214"/>
                </a:cubicBezTo>
                <a:cubicBezTo>
                  <a:pt x="2009" y="219"/>
                  <a:pt x="2013" y="223"/>
                  <a:pt x="2018" y="223"/>
                </a:cubicBezTo>
                <a:cubicBezTo>
                  <a:pt x="2022" y="223"/>
                  <a:pt x="2026" y="219"/>
                  <a:pt x="2026" y="214"/>
                </a:cubicBezTo>
                <a:close/>
                <a:moveTo>
                  <a:pt x="2052" y="214"/>
                </a:moveTo>
                <a:cubicBezTo>
                  <a:pt x="2052" y="210"/>
                  <a:pt x="2048" y="206"/>
                  <a:pt x="2043" y="206"/>
                </a:cubicBezTo>
                <a:cubicBezTo>
                  <a:pt x="2039" y="206"/>
                  <a:pt x="2035" y="210"/>
                  <a:pt x="2035" y="214"/>
                </a:cubicBezTo>
                <a:cubicBezTo>
                  <a:pt x="2035" y="219"/>
                  <a:pt x="2039" y="223"/>
                  <a:pt x="2043" y="223"/>
                </a:cubicBezTo>
                <a:cubicBezTo>
                  <a:pt x="2048" y="223"/>
                  <a:pt x="2052" y="219"/>
                  <a:pt x="2052" y="214"/>
                </a:cubicBezTo>
                <a:close/>
                <a:moveTo>
                  <a:pt x="2078" y="214"/>
                </a:moveTo>
                <a:cubicBezTo>
                  <a:pt x="2078" y="210"/>
                  <a:pt x="2074" y="206"/>
                  <a:pt x="2069" y="206"/>
                </a:cubicBezTo>
                <a:cubicBezTo>
                  <a:pt x="2064" y="206"/>
                  <a:pt x="2061" y="210"/>
                  <a:pt x="2061" y="214"/>
                </a:cubicBezTo>
                <a:cubicBezTo>
                  <a:pt x="2061" y="219"/>
                  <a:pt x="2064" y="223"/>
                  <a:pt x="2069" y="223"/>
                </a:cubicBezTo>
                <a:cubicBezTo>
                  <a:pt x="2074" y="223"/>
                  <a:pt x="2078" y="219"/>
                  <a:pt x="2078" y="214"/>
                </a:cubicBezTo>
                <a:close/>
                <a:moveTo>
                  <a:pt x="2103" y="214"/>
                </a:moveTo>
                <a:cubicBezTo>
                  <a:pt x="2103" y="210"/>
                  <a:pt x="2100" y="206"/>
                  <a:pt x="2095" y="206"/>
                </a:cubicBezTo>
                <a:cubicBezTo>
                  <a:pt x="2090" y="206"/>
                  <a:pt x="2086" y="210"/>
                  <a:pt x="2086" y="214"/>
                </a:cubicBezTo>
                <a:cubicBezTo>
                  <a:pt x="2086" y="219"/>
                  <a:pt x="2090" y="223"/>
                  <a:pt x="2095" y="223"/>
                </a:cubicBezTo>
                <a:cubicBezTo>
                  <a:pt x="2100" y="223"/>
                  <a:pt x="2103" y="219"/>
                  <a:pt x="2103" y="214"/>
                </a:cubicBezTo>
                <a:close/>
                <a:moveTo>
                  <a:pt x="2129" y="214"/>
                </a:moveTo>
                <a:cubicBezTo>
                  <a:pt x="2129" y="210"/>
                  <a:pt x="2125" y="206"/>
                  <a:pt x="2121" y="206"/>
                </a:cubicBezTo>
                <a:cubicBezTo>
                  <a:pt x="2116" y="206"/>
                  <a:pt x="2112" y="210"/>
                  <a:pt x="2112" y="214"/>
                </a:cubicBezTo>
                <a:cubicBezTo>
                  <a:pt x="2112" y="219"/>
                  <a:pt x="2116" y="223"/>
                  <a:pt x="2121" y="223"/>
                </a:cubicBezTo>
                <a:cubicBezTo>
                  <a:pt x="2125" y="223"/>
                  <a:pt x="2129" y="219"/>
                  <a:pt x="2129" y="214"/>
                </a:cubicBezTo>
                <a:close/>
                <a:moveTo>
                  <a:pt x="841" y="240"/>
                </a:moveTo>
                <a:cubicBezTo>
                  <a:pt x="841" y="235"/>
                  <a:pt x="837" y="232"/>
                  <a:pt x="833" y="232"/>
                </a:cubicBezTo>
                <a:cubicBezTo>
                  <a:pt x="828" y="232"/>
                  <a:pt x="824" y="235"/>
                  <a:pt x="824" y="240"/>
                </a:cubicBezTo>
                <a:cubicBezTo>
                  <a:pt x="824" y="245"/>
                  <a:pt x="828" y="249"/>
                  <a:pt x="833" y="249"/>
                </a:cubicBezTo>
                <a:cubicBezTo>
                  <a:pt x="837" y="249"/>
                  <a:pt x="841" y="245"/>
                  <a:pt x="841" y="240"/>
                </a:cubicBezTo>
                <a:close/>
                <a:moveTo>
                  <a:pt x="867" y="240"/>
                </a:moveTo>
                <a:cubicBezTo>
                  <a:pt x="867" y="235"/>
                  <a:pt x="863" y="232"/>
                  <a:pt x="858" y="232"/>
                </a:cubicBezTo>
                <a:cubicBezTo>
                  <a:pt x="854" y="232"/>
                  <a:pt x="850" y="235"/>
                  <a:pt x="850" y="240"/>
                </a:cubicBezTo>
                <a:cubicBezTo>
                  <a:pt x="850" y="245"/>
                  <a:pt x="854" y="249"/>
                  <a:pt x="858" y="249"/>
                </a:cubicBezTo>
                <a:cubicBezTo>
                  <a:pt x="863" y="249"/>
                  <a:pt x="867" y="245"/>
                  <a:pt x="867" y="240"/>
                </a:cubicBezTo>
                <a:close/>
                <a:moveTo>
                  <a:pt x="893" y="240"/>
                </a:moveTo>
                <a:cubicBezTo>
                  <a:pt x="893" y="235"/>
                  <a:pt x="889" y="232"/>
                  <a:pt x="884" y="232"/>
                </a:cubicBezTo>
                <a:cubicBezTo>
                  <a:pt x="879" y="232"/>
                  <a:pt x="876" y="235"/>
                  <a:pt x="876" y="240"/>
                </a:cubicBezTo>
                <a:cubicBezTo>
                  <a:pt x="876" y="245"/>
                  <a:pt x="879" y="249"/>
                  <a:pt x="884" y="249"/>
                </a:cubicBezTo>
                <a:cubicBezTo>
                  <a:pt x="889" y="249"/>
                  <a:pt x="893" y="245"/>
                  <a:pt x="893" y="240"/>
                </a:cubicBezTo>
                <a:close/>
                <a:moveTo>
                  <a:pt x="919" y="240"/>
                </a:moveTo>
                <a:cubicBezTo>
                  <a:pt x="919" y="235"/>
                  <a:pt x="915" y="232"/>
                  <a:pt x="910" y="232"/>
                </a:cubicBezTo>
                <a:cubicBezTo>
                  <a:pt x="905" y="232"/>
                  <a:pt x="901" y="235"/>
                  <a:pt x="901" y="240"/>
                </a:cubicBezTo>
                <a:cubicBezTo>
                  <a:pt x="901" y="245"/>
                  <a:pt x="905" y="249"/>
                  <a:pt x="910" y="249"/>
                </a:cubicBezTo>
                <a:cubicBezTo>
                  <a:pt x="915" y="249"/>
                  <a:pt x="919" y="245"/>
                  <a:pt x="919" y="240"/>
                </a:cubicBezTo>
                <a:close/>
                <a:moveTo>
                  <a:pt x="944" y="240"/>
                </a:moveTo>
                <a:cubicBezTo>
                  <a:pt x="944" y="235"/>
                  <a:pt x="940" y="232"/>
                  <a:pt x="936" y="232"/>
                </a:cubicBezTo>
                <a:cubicBezTo>
                  <a:pt x="931" y="232"/>
                  <a:pt x="927" y="235"/>
                  <a:pt x="927" y="240"/>
                </a:cubicBezTo>
                <a:cubicBezTo>
                  <a:pt x="927" y="245"/>
                  <a:pt x="931" y="249"/>
                  <a:pt x="936" y="249"/>
                </a:cubicBezTo>
                <a:cubicBezTo>
                  <a:pt x="940" y="249"/>
                  <a:pt x="944" y="245"/>
                  <a:pt x="944" y="240"/>
                </a:cubicBezTo>
                <a:close/>
                <a:moveTo>
                  <a:pt x="970" y="240"/>
                </a:moveTo>
                <a:cubicBezTo>
                  <a:pt x="970" y="235"/>
                  <a:pt x="966" y="232"/>
                  <a:pt x="961" y="232"/>
                </a:cubicBezTo>
                <a:cubicBezTo>
                  <a:pt x="957" y="232"/>
                  <a:pt x="953" y="235"/>
                  <a:pt x="953" y="240"/>
                </a:cubicBezTo>
                <a:cubicBezTo>
                  <a:pt x="953" y="245"/>
                  <a:pt x="957" y="249"/>
                  <a:pt x="961" y="249"/>
                </a:cubicBezTo>
                <a:cubicBezTo>
                  <a:pt x="966" y="249"/>
                  <a:pt x="970" y="245"/>
                  <a:pt x="970" y="240"/>
                </a:cubicBezTo>
                <a:close/>
                <a:moveTo>
                  <a:pt x="996" y="240"/>
                </a:moveTo>
                <a:cubicBezTo>
                  <a:pt x="996" y="235"/>
                  <a:pt x="992" y="232"/>
                  <a:pt x="987" y="232"/>
                </a:cubicBezTo>
                <a:cubicBezTo>
                  <a:pt x="983" y="232"/>
                  <a:pt x="979" y="235"/>
                  <a:pt x="979" y="240"/>
                </a:cubicBezTo>
                <a:cubicBezTo>
                  <a:pt x="979" y="245"/>
                  <a:pt x="983" y="249"/>
                  <a:pt x="987" y="249"/>
                </a:cubicBezTo>
                <a:cubicBezTo>
                  <a:pt x="992" y="249"/>
                  <a:pt x="996" y="245"/>
                  <a:pt x="996" y="240"/>
                </a:cubicBezTo>
                <a:close/>
                <a:moveTo>
                  <a:pt x="1022" y="240"/>
                </a:moveTo>
                <a:cubicBezTo>
                  <a:pt x="1022" y="235"/>
                  <a:pt x="1018" y="232"/>
                  <a:pt x="1013" y="232"/>
                </a:cubicBezTo>
                <a:cubicBezTo>
                  <a:pt x="1008" y="232"/>
                  <a:pt x="1004" y="235"/>
                  <a:pt x="1004" y="240"/>
                </a:cubicBezTo>
                <a:cubicBezTo>
                  <a:pt x="1004" y="245"/>
                  <a:pt x="1008" y="249"/>
                  <a:pt x="1013" y="249"/>
                </a:cubicBezTo>
                <a:cubicBezTo>
                  <a:pt x="1018" y="249"/>
                  <a:pt x="1022" y="245"/>
                  <a:pt x="1022" y="240"/>
                </a:cubicBezTo>
                <a:close/>
                <a:moveTo>
                  <a:pt x="1047" y="240"/>
                </a:moveTo>
                <a:cubicBezTo>
                  <a:pt x="1047" y="235"/>
                  <a:pt x="1044" y="232"/>
                  <a:pt x="1039" y="232"/>
                </a:cubicBezTo>
                <a:cubicBezTo>
                  <a:pt x="1034" y="232"/>
                  <a:pt x="1030" y="235"/>
                  <a:pt x="1030" y="240"/>
                </a:cubicBezTo>
                <a:cubicBezTo>
                  <a:pt x="1030" y="245"/>
                  <a:pt x="1034" y="249"/>
                  <a:pt x="1039" y="249"/>
                </a:cubicBezTo>
                <a:cubicBezTo>
                  <a:pt x="1044" y="249"/>
                  <a:pt x="1047" y="245"/>
                  <a:pt x="1047" y="240"/>
                </a:cubicBezTo>
                <a:close/>
                <a:moveTo>
                  <a:pt x="1073" y="240"/>
                </a:moveTo>
                <a:cubicBezTo>
                  <a:pt x="1073" y="235"/>
                  <a:pt x="1069" y="232"/>
                  <a:pt x="1065" y="232"/>
                </a:cubicBezTo>
                <a:cubicBezTo>
                  <a:pt x="1060" y="232"/>
                  <a:pt x="1056" y="235"/>
                  <a:pt x="1056" y="240"/>
                </a:cubicBezTo>
                <a:cubicBezTo>
                  <a:pt x="1056" y="245"/>
                  <a:pt x="1060" y="249"/>
                  <a:pt x="1065" y="249"/>
                </a:cubicBezTo>
                <a:cubicBezTo>
                  <a:pt x="1069" y="249"/>
                  <a:pt x="1073" y="245"/>
                  <a:pt x="1073" y="240"/>
                </a:cubicBezTo>
                <a:close/>
                <a:moveTo>
                  <a:pt x="1872" y="240"/>
                </a:moveTo>
                <a:cubicBezTo>
                  <a:pt x="1872" y="235"/>
                  <a:pt x="1868" y="232"/>
                  <a:pt x="1863" y="232"/>
                </a:cubicBezTo>
                <a:cubicBezTo>
                  <a:pt x="1858" y="232"/>
                  <a:pt x="1854" y="235"/>
                  <a:pt x="1854" y="240"/>
                </a:cubicBezTo>
                <a:cubicBezTo>
                  <a:pt x="1854" y="245"/>
                  <a:pt x="1858" y="249"/>
                  <a:pt x="1863" y="249"/>
                </a:cubicBezTo>
                <a:cubicBezTo>
                  <a:pt x="1868" y="249"/>
                  <a:pt x="1872" y="245"/>
                  <a:pt x="1872" y="240"/>
                </a:cubicBezTo>
                <a:close/>
                <a:moveTo>
                  <a:pt x="1897" y="240"/>
                </a:moveTo>
                <a:cubicBezTo>
                  <a:pt x="1897" y="235"/>
                  <a:pt x="1894" y="232"/>
                  <a:pt x="1889" y="232"/>
                </a:cubicBezTo>
                <a:cubicBezTo>
                  <a:pt x="1884" y="232"/>
                  <a:pt x="1880" y="235"/>
                  <a:pt x="1880" y="240"/>
                </a:cubicBezTo>
                <a:cubicBezTo>
                  <a:pt x="1880" y="245"/>
                  <a:pt x="1884" y="249"/>
                  <a:pt x="1889" y="249"/>
                </a:cubicBezTo>
                <a:cubicBezTo>
                  <a:pt x="1894" y="249"/>
                  <a:pt x="1897" y="245"/>
                  <a:pt x="1897" y="240"/>
                </a:cubicBezTo>
                <a:close/>
                <a:moveTo>
                  <a:pt x="1923" y="240"/>
                </a:moveTo>
                <a:cubicBezTo>
                  <a:pt x="1923" y="235"/>
                  <a:pt x="1919" y="232"/>
                  <a:pt x="1915" y="232"/>
                </a:cubicBezTo>
                <a:cubicBezTo>
                  <a:pt x="1910" y="232"/>
                  <a:pt x="1906" y="235"/>
                  <a:pt x="1906" y="240"/>
                </a:cubicBezTo>
                <a:cubicBezTo>
                  <a:pt x="1906" y="245"/>
                  <a:pt x="1910" y="249"/>
                  <a:pt x="1915" y="249"/>
                </a:cubicBezTo>
                <a:cubicBezTo>
                  <a:pt x="1919" y="249"/>
                  <a:pt x="1923" y="245"/>
                  <a:pt x="1923" y="240"/>
                </a:cubicBezTo>
                <a:close/>
                <a:moveTo>
                  <a:pt x="1949" y="240"/>
                </a:moveTo>
                <a:cubicBezTo>
                  <a:pt x="1949" y="235"/>
                  <a:pt x="1945" y="232"/>
                  <a:pt x="1940" y="232"/>
                </a:cubicBezTo>
                <a:cubicBezTo>
                  <a:pt x="1936" y="232"/>
                  <a:pt x="1932" y="235"/>
                  <a:pt x="1932" y="240"/>
                </a:cubicBezTo>
                <a:cubicBezTo>
                  <a:pt x="1932" y="245"/>
                  <a:pt x="1936" y="249"/>
                  <a:pt x="1940" y="249"/>
                </a:cubicBezTo>
                <a:cubicBezTo>
                  <a:pt x="1945" y="249"/>
                  <a:pt x="1949" y="245"/>
                  <a:pt x="1949" y="240"/>
                </a:cubicBezTo>
                <a:close/>
                <a:moveTo>
                  <a:pt x="1975" y="240"/>
                </a:moveTo>
                <a:cubicBezTo>
                  <a:pt x="1975" y="235"/>
                  <a:pt x="1971" y="232"/>
                  <a:pt x="1966" y="232"/>
                </a:cubicBezTo>
                <a:cubicBezTo>
                  <a:pt x="1961" y="232"/>
                  <a:pt x="1957" y="235"/>
                  <a:pt x="1957" y="240"/>
                </a:cubicBezTo>
                <a:cubicBezTo>
                  <a:pt x="1957" y="245"/>
                  <a:pt x="1961" y="249"/>
                  <a:pt x="1966" y="249"/>
                </a:cubicBezTo>
                <a:cubicBezTo>
                  <a:pt x="1971" y="249"/>
                  <a:pt x="1975" y="245"/>
                  <a:pt x="1975" y="240"/>
                </a:cubicBezTo>
                <a:close/>
                <a:moveTo>
                  <a:pt x="2000" y="240"/>
                </a:moveTo>
                <a:cubicBezTo>
                  <a:pt x="2000" y="235"/>
                  <a:pt x="1997" y="232"/>
                  <a:pt x="1992" y="232"/>
                </a:cubicBezTo>
                <a:cubicBezTo>
                  <a:pt x="1987" y="232"/>
                  <a:pt x="1983" y="235"/>
                  <a:pt x="1983" y="240"/>
                </a:cubicBezTo>
                <a:cubicBezTo>
                  <a:pt x="1983" y="245"/>
                  <a:pt x="1987" y="249"/>
                  <a:pt x="1992" y="249"/>
                </a:cubicBezTo>
                <a:cubicBezTo>
                  <a:pt x="1997" y="249"/>
                  <a:pt x="2000" y="245"/>
                  <a:pt x="2000" y="240"/>
                </a:cubicBezTo>
                <a:close/>
                <a:moveTo>
                  <a:pt x="2026" y="240"/>
                </a:moveTo>
                <a:cubicBezTo>
                  <a:pt x="2026" y="235"/>
                  <a:pt x="2022" y="232"/>
                  <a:pt x="2018" y="232"/>
                </a:cubicBezTo>
                <a:cubicBezTo>
                  <a:pt x="2013" y="232"/>
                  <a:pt x="2009" y="235"/>
                  <a:pt x="2009" y="240"/>
                </a:cubicBezTo>
                <a:cubicBezTo>
                  <a:pt x="2009" y="245"/>
                  <a:pt x="2013" y="249"/>
                  <a:pt x="2018" y="249"/>
                </a:cubicBezTo>
                <a:cubicBezTo>
                  <a:pt x="2022" y="249"/>
                  <a:pt x="2026" y="245"/>
                  <a:pt x="2026" y="240"/>
                </a:cubicBezTo>
                <a:close/>
                <a:moveTo>
                  <a:pt x="2052" y="240"/>
                </a:moveTo>
                <a:cubicBezTo>
                  <a:pt x="2052" y="235"/>
                  <a:pt x="2048" y="232"/>
                  <a:pt x="2043" y="232"/>
                </a:cubicBezTo>
                <a:cubicBezTo>
                  <a:pt x="2039" y="232"/>
                  <a:pt x="2035" y="235"/>
                  <a:pt x="2035" y="240"/>
                </a:cubicBezTo>
                <a:cubicBezTo>
                  <a:pt x="2035" y="245"/>
                  <a:pt x="2039" y="249"/>
                  <a:pt x="2043" y="249"/>
                </a:cubicBezTo>
                <a:cubicBezTo>
                  <a:pt x="2048" y="249"/>
                  <a:pt x="2052" y="245"/>
                  <a:pt x="2052" y="240"/>
                </a:cubicBezTo>
                <a:close/>
                <a:moveTo>
                  <a:pt x="2078" y="240"/>
                </a:moveTo>
                <a:cubicBezTo>
                  <a:pt x="2078" y="235"/>
                  <a:pt x="2074" y="232"/>
                  <a:pt x="2069" y="232"/>
                </a:cubicBezTo>
                <a:cubicBezTo>
                  <a:pt x="2064" y="232"/>
                  <a:pt x="2061" y="235"/>
                  <a:pt x="2061" y="240"/>
                </a:cubicBezTo>
                <a:cubicBezTo>
                  <a:pt x="2061" y="245"/>
                  <a:pt x="2064" y="249"/>
                  <a:pt x="2069" y="249"/>
                </a:cubicBezTo>
                <a:cubicBezTo>
                  <a:pt x="2074" y="249"/>
                  <a:pt x="2078" y="245"/>
                  <a:pt x="2078" y="240"/>
                </a:cubicBezTo>
                <a:close/>
                <a:moveTo>
                  <a:pt x="2103" y="240"/>
                </a:moveTo>
                <a:cubicBezTo>
                  <a:pt x="2103" y="235"/>
                  <a:pt x="2100" y="232"/>
                  <a:pt x="2095" y="232"/>
                </a:cubicBezTo>
                <a:cubicBezTo>
                  <a:pt x="2090" y="232"/>
                  <a:pt x="2086" y="235"/>
                  <a:pt x="2086" y="240"/>
                </a:cubicBezTo>
                <a:cubicBezTo>
                  <a:pt x="2086" y="245"/>
                  <a:pt x="2090" y="249"/>
                  <a:pt x="2095" y="249"/>
                </a:cubicBezTo>
                <a:cubicBezTo>
                  <a:pt x="2100" y="249"/>
                  <a:pt x="2103" y="245"/>
                  <a:pt x="2103" y="240"/>
                </a:cubicBezTo>
                <a:close/>
                <a:moveTo>
                  <a:pt x="2129" y="240"/>
                </a:moveTo>
                <a:cubicBezTo>
                  <a:pt x="2129" y="235"/>
                  <a:pt x="2125" y="232"/>
                  <a:pt x="2121" y="232"/>
                </a:cubicBezTo>
                <a:cubicBezTo>
                  <a:pt x="2116" y="232"/>
                  <a:pt x="2112" y="235"/>
                  <a:pt x="2112" y="240"/>
                </a:cubicBezTo>
                <a:cubicBezTo>
                  <a:pt x="2112" y="245"/>
                  <a:pt x="2116" y="249"/>
                  <a:pt x="2121" y="249"/>
                </a:cubicBezTo>
                <a:cubicBezTo>
                  <a:pt x="2125" y="249"/>
                  <a:pt x="2129" y="245"/>
                  <a:pt x="2129" y="240"/>
                </a:cubicBezTo>
                <a:close/>
                <a:moveTo>
                  <a:pt x="2155" y="240"/>
                </a:moveTo>
                <a:cubicBezTo>
                  <a:pt x="2155" y="235"/>
                  <a:pt x="2151" y="232"/>
                  <a:pt x="2146" y="232"/>
                </a:cubicBezTo>
                <a:cubicBezTo>
                  <a:pt x="2142" y="232"/>
                  <a:pt x="2138" y="235"/>
                  <a:pt x="2138" y="240"/>
                </a:cubicBezTo>
                <a:cubicBezTo>
                  <a:pt x="2138" y="245"/>
                  <a:pt x="2142" y="249"/>
                  <a:pt x="2146" y="249"/>
                </a:cubicBezTo>
                <a:cubicBezTo>
                  <a:pt x="2151" y="249"/>
                  <a:pt x="2155" y="245"/>
                  <a:pt x="2155" y="240"/>
                </a:cubicBezTo>
                <a:close/>
                <a:moveTo>
                  <a:pt x="2181" y="240"/>
                </a:moveTo>
                <a:cubicBezTo>
                  <a:pt x="2181" y="235"/>
                  <a:pt x="2177" y="232"/>
                  <a:pt x="2172" y="232"/>
                </a:cubicBezTo>
                <a:cubicBezTo>
                  <a:pt x="2167" y="232"/>
                  <a:pt x="2164" y="235"/>
                  <a:pt x="2164" y="240"/>
                </a:cubicBezTo>
                <a:cubicBezTo>
                  <a:pt x="2164" y="245"/>
                  <a:pt x="2167" y="249"/>
                  <a:pt x="2172" y="249"/>
                </a:cubicBezTo>
                <a:cubicBezTo>
                  <a:pt x="2177" y="249"/>
                  <a:pt x="2181" y="245"/>
                  <a:pt x="2181" y="240"/>
                </a:cubicBezTo>
                <a:close/>
                <a:moveTo>
                  <a:pt x="2207" y="240"/>
                </a:moveTo>
                <a:cubicBezTo>
                  <a:pt x="2207" y="235"/>
                  <a:pt x="2203" y="232"/>
                  <a:pt x="2198" y="232"/>
                </a:cubicBezTo>
                <a:cubicBezTo>
                  <a:pt x="2193" y="232"/>
                  <a:pt x="2189" y="235"/>
                  <a:pt x="2189" y="240"/>
                </a:cubicBezTo>
                <a:cubicBezTo>
                  <a:pt x="2189" y="245"/>
                  <a:pt x="2193" y="249"/>
                  <a:pt x="2198" y="249"/>
                </a:cubicBezTo>
                <a:cubicBezTo>
                  <a:pt x="2203" y="249"/>
                  <a:pt x="2207" y="245"/>
                  <a:pt x="2207" y="240"/>
                </a:cubicBezTo>
                <a:close/>
                <a:moveTo>
                  <a:pt x="2232" y="240"/>
                </a:moveTo>
                <a:cubicBezTo>
                  <a:pt x="2232" y="235"/>
                  <a:pt x="2228" y="232"/>
                  <a:pt x="2224" y="232"/>
                </a:cubicBezTo>
                <a:cubicBezTo>
                  <a:pt x="2219" y="232"/>
                  <a:pt x="2215" y="235"/>
                  <a:pt x="2215" y="240"/>
                </a:cubicBezTo>
                <a:cubicBezTo>
                  <a:pt x="2215" y="245"/>
                  <a:pt x="2219" y="249"/>
                  <a:pt x="2224" y="249"/>
                </a:cubicBezTo>
                <a:cubicBezTo>
                  <a:pt x="2228" y="249"/>
                  <a:pt x="2232" y="245"/>
                  <a:pt x="2232" y="240"/>
                </a:cubicBezTo>
                <a:close/>
                <a:moveTo>
                  <a:pt x="2258" y="240"/>
                </a:moveTo>
                <a:cubicBezTo>
                  <a:pt x="2258" y="235"/>
                  <a:pt x="2254" y="232"/>
                  <a:pt x="2249" y="232"/>
                </a:cubicBezTo>
                <a:cubicBezTo>
                  <a:pt x="2245" y="232"/>
                  <a:pt x="2241" y="235"/>
                  <a:pt x="2241" y="240"/>
                </a:cubicBezTo>
                <a:cubicBezTo>
                  <a:pt x="2241" y="245"/>
                  <a:pt x="2245" y="249"/>
                  <a:pt x="2249" y="249"/>
                </a:cubicBezTo>
                <a:cubicBezTo>
                  <a:pt x="2254" y="249"/>
                  <a:pt x="2258" y="245"/>
                  <a:pt x="2258" y="240"/>
                </a:cubicBezTo>
                <a:close/>
                <a:moveTo>
                  <a:pt x="2361" y="240"/>
                </a:moveTo>
                <a:cubicBezTo>
                  <a:pt x="2361" y="235"/>
                  <a:pt x="2357" y="232"/>
                  <a:pt x="2352" y="232"/>
                </a:cubicBezTo>
                <a:cubicBezTo>
                  <a:pt x="2348" y="232"/>
                  <a:pt x="2344" y="235"/>
                  <a:pt x="2344" y="240"/>
                </a:cubicBezTo>
                <a:cubicBezTo>
                  <a:pt x="2344" y="245"/>
                  <a:pt x="2348" y="249"/>
                  <a:pt x="2352" y="249"/>
                </a:cubicBezTo>
                <a:cubicBezTo>
                  <a:pt x="2357" y="249"/>
                  <a:pt x="2361" y="245"/>
                  <a:pt x="2361" y="240"/>
                </a:cubicBezTo>
                <a:close/>
                <a:moveTo>
                  <a:pt x="2387" y="240"/>
                </a:moveTo>
                <a:cubicBezTo>
                  <a:pt x="2387" y="235"/>
                  <a:pt x="2383" y="232"/>
                  <a:pt x="2378" y="232"/>
                </a:cubicBezTo>
                <a:cubicBezTo>
                  <a:pt x="2373" y="232"/>
                  <a:pt x="2370" y="235"/>
                  <a:pt x="2370" y="240"/>
                </a:cubicBezTo>
                <a:cubicBezTo>
                  <a:pt x="2370" y="245"/>
                  <a:pt x="2373" y="249"/>
                  <a:pt x="2378" y="249"/>
                </a:cubicBezTo>
                <a:cubicBezTo>
                  <a:pt x="2383" y="249"/>
                  <a:pt x="2387" y="245"/>
                  <a:pt x="2387" y="240"/>
                </a:cubicBezTo>
                <a:close/>
                <a:moveTo>
                  <a:pt x="2413" y="240"/>
                </a:moveTo>
                <a:cubicBezTo>
                  <a:pt x="2413" y="235"/>
                  <a:pt x="2409" y="232"/>
                  <a:pt x="2404" y="232"/>
                </a:cubicBezTo>
                <a:cubicBezTo>
                  <a:pt x="2399" y="232"/>
                  <a:pt x="2395" y="235"/>
                  <a:pt x="2395" y="240"/>
                </a:cubicBezTo>
                <a:cubicBezTo>
                  <a:pt x="2395" y="245"/>
                  <a:pt x="2399" y="249"/>
                  <a:pt x="2404" y="249"/>
                </a:cubicBezTo>
                <a:cubicBezTo>
                  <a:pt x="2409" y="249"/>
                  <a:pt x="2413" y="245"/>
                  <a:pt x="2413" y="240"/>
                </a:cubicBezTo>
                <a:close/>
                <a:moveTo>
                  <a:pt x="841" y="266"/>
                </a:moveTo>
                <a:cubicBezTo>
                  <a:pt x="841" y="261"/>
                  <a:pt x="837" y="257"/>
                  <a:pt x="833" y="257"/>
                </a:cubicBezTo>
                <a:cubicBezTo>
                  <a:pt x="828" y="257"/>
                  <a:pt x="824" y="261"/>
                  <a:pt x="824" y="266"/>
                </a:cubicBezTo>
                <a:cubicBezTo>
                  <a:pt x="824" y="271"/>
                  <a:pt x="828" y="274"/>
                  <a:pt x="833" y="274"/>
                </a:cubicBezTo>
                <a:cubicBezTo>
                  <a:pt x="837" y="274"/>
                  <a:pt x="841" y="271"/>
                  <a:pt x="841" y="266"/>
                </a:cubicBezTo>
                <a:close/>
                <a:moveTo>
                  <a:pt x="867" y="266"/>
                </a:moveTo>
                <a:cubicBezTo>
                  <a:pt x="867" y="261"/>
                  <a:pt x="863" y="257"/>
                  <a:pt x="858" y="257"/>
                </a:cubicBezTo>
                <a:cubicBezTo>
                  <a:pt x="854" y="257"/>
                  <a:pt x="850" y="261"/>
                  <a:pt x="850" y="266"/>
                </a:cubicBezTo>
                <a:cubicBezTo>
                  <a:pt x="850" y="271"/>
                  <a:pt x="854" y="274"/>
                  <a:pt x="858" y="274"/>
                </a:cubicBezTo>
                <a:cubicBezTo>
                  <a:pt x="863" y="274"/>
                  <a:pt x="867" y="271"/>
                  <a:pt x="867" y="266"/>
                </a:cubicBezTo>
                <a:close/>
                <a:moveTo>
                  <a:pt x="893" y="266"/>
                </a:moveTo>
                <a:cubicBezTo>
                  <a:pt x="893" y="261"/>
                  <a:pt x="889" y="257"/>
                  <a:pt x="884" y="257"/>
                </a:cubicBezTo>
                <a:cubicBezTo>
                  <a:pt x="879" y="257"/>
                  <a:pt x="876" y="261"/>
                  <a:pt x="876" y="266"/>
                </a:cubicBezTo>
                <a:cubicBezTo>
                  <a:pt x="876" y="271"/>
                  <a:pt x="879" y="274"/>
                  <a:pt x="884" y="274"/>
                </a:cubicBezTo>
                <a:cubicBezTo>
                  <a:pt x="889" y="274"/>
                  <a:pt x="893" y="271"/>
                  <a:pt x="893" y="266"/>
                </a:cubicBezTo>
                <a:close/>
                <a:moveTo>
                  <a:pt x="919" y="266"/>
                </a:moveTo>
                <a:cubicBezTo>
                  <a:pt x="919" y="261"/>
                  <a:pt x="915" y="257"/>
                  <a:pt x="910" y="257"/>
                </a:cubicBezTo>
                <a:cubicBezTo>
                  <a:pt x="905" y="257"/>
                  <a:pt x="901" y="261"/>
                  <a:pt x="901" y="266"/>
                </a:cubicBezTo>
                <a:cubicBezTo>
                  <a:pt x="901" y="271"/>
                  <a:pt x="905" y="274"/>
                  <a:pt x="910" y="274"/>
                </a:cubicBezTo>
                <a:cubicBezTo>
                  <a:pt x="915" y="274"/>
                  <a:pt x="919" y="271"/>
                  <a:pt x="919" y="266"/>
                </a:cubicBezTo>
                <a:close/>
                <a:moveTo>
                  <a:pt x="944" y="266"/>
                </a:moveTo>
                <a:cubicBezTo>
                  <a:pt x="944" y="261"/>
                  <a:pt x="940" y="257"/>
                  <a:pt x="936" y="257"/>
                </a:cubicBezTo>
                <a:cubicBezTo>
                  <a:pt x="931" y="257"/>
                  <a:pt x="927" y="261"/>
                  <a:pt x="927" y="266"/>
                </a:cubicBezTo>
                <a:cubicBezTo>
                  <a:pt x="927" y="271"/>
                  <a:pt x="931" y="274"/>
                  <a:pt x="936" y="274"/>
                </a:cubicBezTo>
                <a:cubicBezTo>
                  <a:pt x="940" y="274"/>
                  <a:pt x="944" y="271"/>
                  <a:pt x="944" y="266"/>
                </a:cubicBezTo>
                <a:close/>
                <a:moveTo>
                  <a:pt x="970" y="266"/>
                </a:moveTo>
                <a:cubicBezTo>
                  <a:pt x="970" y="261"/>
                  <a:pt x="966" y="257"/>
                  <a:pt x="961" y="257"/>
                </a:cubicBezTo>
                <a:cubicBezTo>
                  <a:pt x="957" y="257"/>
                  <a:pt x="953" y="261"/>
                  <a:pt x="953" y="266"/>
                </a:cubicBezTo>
                <a:cubicBezTo>
                  <a:pt x="953" y="271"/>
                  <a:pt x="957" y="274"/>
                  <a:pt x="961" y="274"/>
                </a:cubicBezTo>
                <a:cubicBezTo>
                  <a:pt x="966" y="274"/>
                  <a:pt x="970" y="271"/>
                  <a:pt x="970" y="266"/>
                </a:cubicBezTo>
                <a:close/>
                <a:moveTo>
                  <a:pt x="996" y="266"/>
                </a:moveTo>
                <a:cubicBezTo>
                  <a:pt x="996" y="261"/>
                  <a:pt x="992" y="257"/>
                  <a:pt x="987" y="257"/>
                </a:cubicBezTo>
                <a:cubicBezTo>
                  <a:pt x="983" y="257"/>
                  <a:pt x="979" y="261"/>
                  <a:pt x="979" y="266"/>
                </a:cubicBezTo>
                <a:cubicBezTo>
                  <a:pt x="979" y="271"/>
                  <a:pt x="983" y="274"/>
                  <a:pt x="987" y="274"/>
                </a:cubicBezTo>
                <a:cubicBezTo>
                  <a:pt x="992" y="274"/>
                  <a:pt x="996" y="271"/>
                  <a:pt x="996" y="266"/>
                </a:cubicBezTo>
                <a:close/>
                <a:moveTo>
                  <a:pt x="1022" y="266"/>
                </a:moveTo>
                <a:cubicBezTo>
                  <a:pt x="1022" y="261"/>
                  <a:pt x="1018" y="257"/>
                  <a:pt x="1013" y="257"/>
                </a:cubicBezTo>
                <a:cubicBezTo>
                  <a:pt x="1008" y="257"/>
                  <a:pt x="1004" y="261"/>
                  <a:pt x="1004" y="266"/>
                </a:cubicBezTo>
                <a:cubicBezTo>
                  <a:pt x="1004" y="271"/>
                  <a:pt x="1008" y="274"/>
                  <a:pt x="1013" y="274"/>
                </a:cubicBezTo>
                <a:cubicBezTo>
                  <a:pt x="1018" y="274"/>
                  <a:pt x="1022" y="271"/>
                  <a:pt x="1022" y="266"/>
                </a:cubicBezTo>
                <a:close/>
                <a:moveTo>
                  <a:pt x="1047" y="266"/>
                </a:moveTo>
                <a:cubicBezTo>
                  <a:pt x="1047" y="261"/>
                  <a:pt x="1044" y="257"/>
                  <a:pt x="1039" y="257"/>
                </a:cubicBezTo>
                <a:cubicBezTo>
                  <a:pt x="1034" y="257"/>
                  <a:pt x="1030" y="261"/>
                  <a:pt x="1030" y="266"/>
                </a:cubicBezTo>
                <a:cubicBezTo>
                  <a:pt x="1030" y="271"/>
                  <a:pt x="1034" y="274"/>
                  <a:pt x="1039" y="274"/>
                </a:cubicBezTo>
                <a:cubicBezTo>
                  <a:pt x="1044" y="274"/>
                  <a:pt x="1047" y="271"/>
                  <a:pt x="1047" y="266"/>
                </a:cubicBezTo>
                <a:close/>
                <a:moveTo>
                  <a:pt x="1073" y="266"/>
                </a:moveTo>
                <a:cubicBezTo>
                  <a:pt x="1073" y="261"/>
                  <a:pt x="1069" y="257"/>
                  <a:pt x="1065" y="257"/>
                </a:cubicBezTo>
                <a:cubicBezTo>
                  <a:pt x="1060" y="257"/>
                  <a:pt x="1056" y="261"/>
                  <a:pt x="1056" y="266"/>
                </a:cubicBezTo>
                <a:cubicBezTo>
                  <a:pt x="1056" y="271"/>
                  <a:pt x="1060" y="274"/>
                  <a:pt x="1065" y="274"/>
                </a:cubicBezTo>
                <a:cubicBezTo>
                  <a:pt x="1069" y="274"/>
                  <a:pt x="1073" y="271"/>
                  <a:pt x="1073" y="266"/>
                </a:cubicBezTo>
                <a:close/>
                <a:moveTo>
                  <a:pt x="1794" y="266"/>
                </a:moveTo>
                <a:cubicBezTo>
                  <a:pt x="1794" y="261"/>
                  <a:pt x="1791" y="257"/>
                  <a:pt x="1786" y="257"/>
                </a:cubicBezTo>
                <a:cubicBezTo>
                  <a:pt x="1781" y="257"/>
                  <a:pt x="1777" y="261"/>
                  <a:pt x="1777" y="266"/>
                </a:cubicBezTo>
                <a:cubicBezTo>
                  <a:pt x="1777" y="271"/>
                  <a:pt x="1781" y="274"/>
                  <a:pt x="1786" y="274"/>
                </a:cubicBezTo>
                <a:cubicBezTo>
                  <a:pt x="1791" y="274"/>
                  <a:pt x="1794" y="271"/>
                  <a:pt x="1794" y="266"/>
                </a:cubicBezTo>
                <a:close/>
                <a:moveTo>
                  <a:pt x="1820" y="266"/>
                </a:moveTo>
                <a:cubicBezTo>
                  <a:pt x="1820" y="261"/>
                  <a:pt x="1816" y="257"/>
                  <a:pt x="1812" y="257"/>
                </a:cubicBezTo>
                <a:cubicBezTo>
                  <a:pt x="1807" y="257"/>
                  <a:pt x="1803" y="261"/>
                  <a:pt x="1803" y="266"/>
                </a:cubicBezTo>
                <a:cubicBezTo>
                  <a:pt x="1803" y="271"/>
                  <a:pt x="1807" y="274"/>
                  <a:pt x="1812" y="274"/>
                </a:cubicBezTo>
                <a:cubicBezTo>
                  <a:pt x="1816" y="274"/>
                  <a:pt x="1820" y="271"/>
                  <a:pt x="1820" y="266"/>
                </a:cubicBezTo>
                <a:close/>
                <a:moveTo>
                  <a:pt x="1846" y="266"/>
                </a:moveTo>
                <a:cubicBezTo>
                  <a:pt x="1846" y="261"/>
                  <a:pt x="1842" y="257"/>
                  <a:pt x="1837" y="257"/>
                </a:cubicBezTo>
                <a:cubicBezTo>
                  <a:pt x="1833" y="257"/>
                  <a:pt x="1829" y="261"/>
                  <a:pt x="1829" y="266"/>
                </a:cubicBezTo>
                <a:cubicBezTo>
                  <a:pt x="1829" y="271"/>
                  <a:pt x="1833" y="274"/>
                  <a:pt x="1837" y="274"/>
                </a:cubicBezTo>
                <a:cubicBezTo>
                  <a:pt x="1842" y="274"/>
                  <a:pt x="1846" y="271"/>
                  <a:pt x="1846" y="266"/>
                </a:cubicBezTo>
                <a:close/>
                <a:moveTo>
                  <a:pt x="1872" y="266"/>
                </a:moveTo>
                <a:cubicBezTo>
                  <a:pt x="1872" y="261"/>
                  <a:pt x="1868" y="257"/>
                  <a:pt x="1863" y="257"/>
                </a:cubicBezTo>
                <a:cubicBezTo>
                  <a:pt x="1858" y="257"/>
                  <a:pt x="1854" y="261"/>
                  <a:pt x="1854" y="266"/>
                </a:cubicBezTo>
                <a:cubicBezTo>
                  <a:pt x="1854" y="271"/>
                  <a:pt x="1858" y="274"/>
                  <a:pt x="1863" y="274"/>
                </a:cubicBezTo>
                <a:cubicBezTo>
                  <a:pt x="1868" y="274"/>
                  <a:pt x="1872" y="271"/>
                  <a:pt x="1872" y="266"/>
                </a:cubicBezTo>
                <a:close/>
                <a:moveTo>
                  <a:pt x="1897" y="266"/>
                </a:moveTo>
                <a:cubicBezTo>
                  <a:pt x="1897" y="261"/>
                  <a:pt x="1894" y="257"/>
                  <a:pt x="1889" y="257"/>
                </a:cubicBezTo>
                <a:cubicBezTo>
                  <a:pt x="1884" y="257"/>
                  <a:pt x="1880" y="261"/>
                  <a:pt x="1880" y="266"/>
                </a:cubicBezTo>
                <a:cubicBezTo>
                  <a:pt x="1880" y="271"/>
                  <a:pt x="1884" y="274"/>
                  <a:pt x="1889" y="274"/>
                </a:cubicBezTo>
                <a:cubicBezTo>
                  <a:pt x="1894" y="274"/>
                  <a:pt x="1897" y="271"/>
                  <a:pt x="1897" y="266"/>
                </a:cubicBezTo>
                <a:close/>
                <a:moveTo>
                  <a:pt x="1923" y="266"/>
                </a:moveTo>
                <a:cubicBezTo>
                  <a:pt x="1923" y="261"/>
                  <a:pt x="1919" y="257"/>
                  <a:pt x="1915" y="257"/>
                </a:cubicBezTo>
                <a:cubicBezTo>
                  <a:pt x="1910" y="257"/>
                  <a:pt x="1906" y="261"/>
                  <a:pt x="1906" y="266"/>
                </a:cubicBezTo>
                <a:cubicBezTo>
                  <a:pt x="1906" y="271"/>
                  <a:pt x="1910" y="274"/>
                  <a:pt x="1915" y="274"/>
                </a:cubicBezTo>
                <a:cubicBezTo>
                  <a:pt x="1919" y="274"/>
                  <a:pt x="1923" y="271"/>
                  <a:pt x="1923" y="266"/>
                </a:cubicBezTo>
                <a:close/>
                <a:moveTo>
                  <a:pt x="1949" y="266"/>
                </a:moveTo>
                <a:cubicBezTo>
                  <a:pt x="1949" y="261"/>
                  <a:pt x="1945" y="257"/>
                  <a:pt x="1940" y="257"/>
                </a:cubicBezTo>
                <a:cubicBezTo>
                  <a:pt x="1936" y="257"/>
                  <a:pt x="1932" y="261"/>
                  <a:pt x="1932" y="266"/>
                </a:cubicBezTo>
                <a:cubicBezTo>
                  <a:pt x="1932" y="271"/>
                  <a:pt x="1936" y="274"/>
                  <a:pt x="1940" y="274"/>
                </a:cubicBezTo>
                <a:cubicBezTo>
                  <a:pt x="1945" y="274"/>
                  <a:pt x="1949" y="271"/>
                  <a:pt x="1949" y="266"/>
                </a:cubicBezTo>
                <a:close/>
                <a:moveTo>
                  <a:pt x="1975" y="266"/>
                </a:moveTo>
                <a:cubicBezTo>
                  <a:pt x="1975" y="261"/>
                  <a:pt x="1971" y="257"/>
                  <a:pt x="1966" y="257"/>
                </a:cubicBezTo>
                <a:cubicBezTo>
                  <a:pt x="1961" y="257"/>
                  <a:pt x="1957" y="261"/>
                  <a:pt x="1957" y="266"/>
                </a:cubicBezTo>
                <a:cubicBezTo>
                  <a:pt x="1957" y="271"/>
                  <a:pt x="1961" y="274"/>
                  <a:pt x="1966" y="274"/>
                </a:cubicBezTo>
                <a:cubicBezTo>
                  <a:pt x="1971" y="274"/>
                  <a:pt x="1975" y="271"/>
                  <a:pt x="1975" y="266"/>
                </a:cubicBezTo>
                <a:close/>
                <a:moveTo>
                  <a:pt x="2000" y="266"/>
                </a:moveTo>
                <a:cubicBezTo>
                  <a:pt x="2000" y="261"/>
                  <a:pt x="1997" y="257"/>
                  <a:pt x="1992" y="257"/>
                </a:cubicBezTo>
                <a:cubicBezTo>
                  <a:pt x="1987" y="257"/>
                  <a:pt x="1983" y="261"/>
                  <a:pt x="1983" y="266"/>
                </a:cubicBezTo>
                <a:cubicBezTo>
                  <a:pt x="1983" y="271"/>
                  <a:pt x="1987" y="274"/>
                  <a:pt x="1992" y="274"/>
                </a:cubicBezTo>
                <a:cubicBezTo>
                  <a:pt x="1997" y="274"/>
                  <a:pt x="2000" y="271"/>
                  <a:pt x="2000" y="266"/>
                </a:cubicBezTo>
                <a:close/>
                <a:moveTo>
                  <a:pt x="2026" y="266"/>
                </a:moveTo>
                <a:cubicBezTo>
                  <a:pt x="2026" y="261"/>
                  <a:pt x="2022" y="257"/>
                  <a:pt x="2018" y="257"/>
                </a:cubicBezTo>
                <a:cubicBezTo>
                  <a:pt x="2013" y="257"/>
                  <a:pt x="2009" y="261"/>
                  <a:pt x="2009" y="266"/>
                </a:cubicBezTo>
                <a:cubicBezTo>
                  <a:pt x="2009" y="271"/>
                  <a:pt x="2013" y="274"/>
                  <a:pt x="2018" y="274"/>
                </a:cubicBezTo>
                <a:cubicBezTo>
                  <a:pt x="2022" y="274"/>
                  <a:pt x="2026" y="271"/>
                  <a:pt x="2026" y="266"/>
                </a:cubicBezTo>
                <a:close/>
                <a:moveTo>
                  <a:pt x="2052" y="266"/>
                </a:moveTo>
                <a:cubicBezTo>
                  <a:pt x="2052" y="261"/>
                  <a:pt x="2048" y="257"/>
                  <a:pt x="2043" y="257"/>
                </a:cubicBezTo>
                <a:cubicBezTo>
                  <a:pt x="2039" y="257"/>
                  <a:pt x="2035" y="261"/>
                  <a:pt x="2035" y="266"/>
                </a:cubicBezTo>
                <a:cubicBezTo>
                  <a:pt x="2035" y="271"/>
                  <a:pt x="2039" y="274"/>
                  <a:pt x="2043" y="274"/>
                </a:cubicBezTo>
                <a:cubicBezTo>
                  <a:pt x="2048" y="274"/>
                  <a:pt x="2052" y="271"/>
                  <a:pt x="2052" y="266"/>
                </a:cubicBezTo>
                <a:close/>
                <a:moveTo>
                  <a:pt x="2078" y="266"/>
                </a:moveTo>
                <a:cubicBezTo>
                  <a:pt x="2078" y="261"/>
                  <a:pt x="2074" y="257"/>
                  <a:pt x="2069" y="257"/>
                </a:cubicBezTo>
                <a:cubicBezTo>
                  <a:pt x="2064" y="257"/>
                  <a:pt x="2061" y="261"/>
                  <a:pt x="2061" y="266"/>
                </a:cubicBezTo>
                <a:cubicBezTo>
                  <a:pt x="2061" y="271"/>
                  <a:pt x="2064" y="274"/>
                  <a:pt x="2069" y="274"/>
                </a:cubicBezTo>
                <a:cubicBezTo>
                  <a:pt x="2074" y="274"/>
                  <a:pt x="2078" y="271"/>
                  <a:pt x="2078" y="266"/>
                </a:cubicBezTo>
                <a:close/>
                <a:moveTo>
                  <a:pt x="2103" y="266"/>
                </a:moveTo>
                <a:cubicBezTo>
                  <a:pt x="2103" y="261"/>
                  <a:pt x="2100" y="257"/>
                  <a:pt x="2095" y="257"/>
                </a:cubicBezTo>
                <a:cubicBezTo>
                  <a:pt x="2090" y="257"/>
                  <a:pt x="2086" y="261"/>
                  <a:pt x="2086" y="266"/>
                </a:cubicBezTo>
                <a:cubicBezTo>
                  <a:pt x="2086" y="271"/>
                  <a:pt x="2090" y="274"/>
                  <a:pt x="2095" y="274"/>
                </a:cubicBezTo>
                <a:cubicBezTo>
                  <a:pt x="2100" y="274"/>
                  <a:pt x="2103" y="271"/>
                  <a:pt x="2103" y="266"/>
                </a:cubicBezTo>
                <a:close/>
                <a:moveTo>
                  <a:pt x="2129" y="266"/>
                </a:moveTo>
                <a:cubicBezTo>
                  <a:pt x="2129" y="261"/>
                  <a:pt x="2125" y="257"/>
                  <a:pt x="2121" y="257"/>
                </a:cubicBezTo>
                <a:cubicBezTo>
                  <a:pt x="2116" y="257"/>
                  <a:pt x="2112" y="261"/>
                  <a:pt x="2112" y="266"/>
                </a:cubicBezTo>
                <a:cubicBezTo>
                  <a:pt x="2112" y="271"/>
                  <a:pt x="2116" y="274"/>
                  <a:pt x="2121" y="274"/>
                </a:cubicBezTo>
                <a:cubicBezTo>
                  <a:pt x="2125" y="274"/>
                  <a:pt x="2129" y="271"/>
                  <a:pt x="2129" y="266"/>
                </a:cubicBezTo>
                <a:close/>
                <a:moveTo>
                  <a:pt x="2155" y="266"/>
                </a:moveTo>
                <a:cubicBezTo>
                  <a:pt x="2155" y="261"/>
                  <a:pt x="2151" y="257"/>
                  <a:pt x="2146" y="257"/>
                </a:cubicBezTo>
                <a:cubicBezTo>
                  <a:pt x="2142" y="257"/>
                  <a:pt x="2138" y="261"/>
                  <a:pt x="2138" y="266"/>
                </a:cubicBezTo>
                <a:cubicBezTo>
                  <a:pt x="2138" y="271"/>
                  <a:pt x="2142" y="274"/>
                  <a:pt x="2146" y="274"/>
                </a:cubicBezTo>
                <a:cubicBezTo>
                  <a:pt x="2151" y="274"/>
                  <a:pt x="2155" y="271"/>
                  <a:pt x="2155" y="266"/>
                </a:cubicBezTo>
                <a:close/>
                <a:moveTo>
                  <a:pt x="2181" y="266"/>
                </a:moveTo>
                <a:cubicBezTo>
                  <a:pt x="2181" y="261"/>
                  <a:pt x="2177" y="257"/>
                  <a:pt x="2172" y="257"/>
                </a:cubicBezTo>
                <a:cubicBezTo>
                  <a:pt x="2167" y="257"/>
                  <a:pt x="2164" y="261"/>
                  <a:pt x="2164" y="266"/>
                </a:cubicBezTo>
                <a:cubicBezTo>
                  <a:pt x="2164" y="271"/>
                  <a:pt x="2167" y="274"/>
                  <a:pt x="2172" y="274"/>
                </a:cubicBezTo>
                <a:cubicBezTo>
                  <a:pt x="2177" y="274"/>
                  <a:pt x="2181" y="271"/>
                  <a:pt x="2181" y="266"/>
                </a:cubicBezTo>
                <a:close/>
                <a:moveTo>
                  <a:pt x="2207" y="266"/>
                </a:moveTo>
                <a:cubicBezTo>
                  <a:pt x="2207" y="261"/>
                  <a:pt x="2203" y="257"/>
                  <a:pt x="2198" y="257"/>
                </a:cubicBezTo>
                <a:cubicBezTo>
                  <a:pt x="2193" y="257"/>
                  <a:pt x="2189" y="261"/>
                  <a:pt x="2189" y="266"/>
                </a:cubicBezTo>
                <a:cubicBezTo>
                  <a:pt x="2189" y="271"/>
                  <a:pt x="2193" y="274"/>
                  <a:pt x="2198" y="274"/>
                </a:cubicBezTo>
                <a:cubicBezTo>
                  <a:pt x="2203" y="274"/>
                  <a:pt x="2207" y="271"/>
                  <a:pt x="2207" y="266"/>
                </a:cubicBezTo>
                <a:close/>
                <a:moveTo>
                  <a:pt x="2232" y="266"/>
                </a:moveTo>
                <a:cubicBezTo>
                  <a:pt x="2232" y="261"/>
                  <a:pt x="2228" y="257"/>
                  <a:pt x="2224" y="257"/>
                </a:cubicBezTo>
                <a:cubicBezTo>
                  <a:pt x="2219" y="257"/>
                  <a:pt x="2215" y="261"/>
                  <a:pt x="2215" y="266"/>
                </a:cubicBezTo>
                <a:cubicBezTo>
                  <a:pt x="2215" y="271"/>
                  <a:pt x="2219" y="274"/>
                  <a:pt x="2224" y="274"/>
                </a:cubicBezTo>
                <a:cubicBezTo>
                  <a:pt x="2228" y="274"/>
                  <a:pt x="2232" y="271"/>
                  <a:pt x="2232" y="266"/>
                </a:cubicBezTo>
                <a:close/>
                <a:moveTo>
                  <a:pt x="2258" y="266"/>
                </a:moveTo>
                <a:cubicBezTo>
                  <a:pt x="2258" y="261"/>
                  <a:pt x="2254" y="257"/>
                  <a:pt x="2249" y="257"/>
                </a:cubicBezTo>
                <a:cubicBezTo>
                  <a:pt x="2245" y="257"/>
                  <a:pt x="2241" y="261"/>
                  <a:pt x="2241" y="266"/>
                </a:cubicBezTo>
                <a:cubicBezTo>
                  <a:pt x="2241" y="271"/>
                  <a:pt x="2245" y="274"/>
                  <a:pt x="2249" y="274"/>
                </a:cubicBezTo>
                <a:cubicBezTo>
                  <a:pt x="2254" y="274"/>
                  <a:pt x="2258" y="271"/>
                  <a:pt x="2258" y="266"/>
                </a:cubicBezTo>
                <a:close/>
                <a:moveTo>
                  <a:pt x="2310" y="266"/>
                </a:moveTo>
                <a:cubicBezTo>
                  <a:pt x="2310" y="261"/>
                  <a:pt x="2306" y="257"/>
                  <a:pt x="2301" y="257"/>
                </a:cubicBezTo>
                <a:cubicBezTo>
                  <a:pt x="2296" y="257"/>
                  <a:pt x="2292" y="261"/>
                  <a:pt x="2292" y="266"/>
                </a:cubicBezTo>
                <a:cubicBezTo>
                  <a:pt x="2292" y="271"/>
                  <a:pt x="2296" y="274"/>
                  <a:pt x="2301" y="274"/>
                </a:cubicBezTo>
                <a:cubicBezTo>
                  <a:pt x="2306" y="274"/>
                  <a:pt x="2310" y="271"/>
                  <a:pt x="2310" y="266"/>
                </a:cubicBezTo>
                <a:close/>
                <a:moveTo>
                  <a:pt x="2335" y="266"/>
                </a:moveTo>
                <a:cubicBezTo>
                  <a:pt x="2335" y="261"/>
                  <a:pt x="2331" y="257"/>
                  <a:pt x="2327" y="257"/>
                </a:cubicBezTo>
                <a:cubicBezTo>
                  <a:pt x="2322" y="257"/>
                  <a:pt x="2318" y="261"/>
                  <a:pt x="2318" y="266"/>
                </a:cubicBezTo>
                <a:cubicBezTo>
                  <a:pt x="2318" y="271"/>
                  <a:pt x="2322" y="274"/>
                  <a:pt x="2327" y="274"/>
                </a:cubicBezTo>
                <a:cubicBezTo>
                  <a:pt x="2331" y="274"/>
                  <a:pt x="2335" y="271"/>
                  <a:pt x="2335" y="266"/>
                </a:cubicBezTo>
                <a:close/>
                <a:moveTo>
                  <a:pt x="2361" y="266"/>
                </a:moveTo>
                <a:cubicBezTo>
                  <a:pt x="2361" y="261"/>
                  <a:pt x="2357" y="257"/>
                  <a:pt x="2352" y="257"/>
                </a:cubicBezTo>
                <a:cubicBezTo>
                  <a:pt x="2348" y="257"/>
                  <a:pt x="2344" y="261"/>
                  <a:pt x="2344" y="266"/>
                </a:cubicBezTo>
                <a:cubicBezTo>
                  <a:pt x="2344" y="271"/>
                  <a:pt x="2348" y="274"/>
                  <a:pt x="2352" y="274"/>
                </a:cubicBezTo>
                <a:cubicBezTo>
                  <a:pt x="2357" y="274"/>
                  <a:pt x="2361" y="271"/>
                  <a:pt x="2361" y="266"/>
                </a:cubicBezTo>
                <a:close/>
                <a:moveTo>
                  <a:pt x="2387" y="266"/>
                </a:moveTo>
                <a:cubicBezTo>
                  <a:pt x="2387" y="261"/>
                  <a:pt x="2383" y="257"/>
                  <a:pt x="2378" y="257"/>
                </a:cubicBezTo>
                <a:cubicBezTo>
                  <a:pt x="2373" y="257"/>
                  <a:pt x="2370" y="261"/>
                  <a:pt x="2370" y="266"/>
                </a:cubicBezTo>
                <a:cubicBezTo>
                  <a:pt x="2370" y="271"/>
                  <a:pt x="2373" y="274"/>
                  <a:pt x="2378" y="274"/>
                </a:cubicBezTo>
                <a:cubicBezTo>
                  <a:pt x="2383" y="274"/>
                  <a:pt x="2387" y="271"/>
                  <a:pt x="2387" y="266"/>
                </a:cubicBezTo>
                <a:close/>
                <a:moveTo>
                  <a:pt x="2413" y="266"/>
                </a:moveTo>
                <a:cubicBezTo>
                  <a:pt x="2413" y="261"/>
                  <a:pt x="2409" y="257"/>
                  <a:pt x="2404" y="257"/>
                </a:cubicBezTo>
                <a:cubicBezTo>
                  <a:pt x="2399" y="257"/>
                  <a:pt x="2395" y="261"/>
                  <a:pt x="2395" y="266"/>
                </a:cubicBezTo>
                <a:cubicBezTo>
                  <a:pt x="2395" y="271"/>
                  <a:pt x="2399" y="274"/>
                  <a:pt x="2404" y="274"/>
                </a:cubicBezTo>
                <a:cubicBezTo>
                  <a:pt x="2409" y="274"/>
                  <a:pt x="2413" y="271"/>
                  <a:pt x="2413" y="266"/>
                </a:cubicBezTo>
                <a:close/>
                <a:moveTo>
                  <a:pt x="841" y="292"/>
                </a:moveTo>
                <a:cubicBezTo>
                  <a:pt x="841" y="287"/>
                  <a:pt x="837" y="283"/>
                  <a:pt x="833" y="283"/>
                </a:cubicBezTo>
                <a:cubicBezTo>
                  <a:pt x="828" y="283"/>
                  <a:pt x="824" y="287"/>
                  <a:pt x="824" y="292"/>
                </a:cubicBezTo>
                <a:cubicBezTo>
                  <a:pt x="824" y="296"/>
                  <a:pt x="828" y="300"/>
                  <a:pt x="833" y="300"/>
                </a:cubicBezTo>
                <a:cubicBezTo>
                  <a:pt x="837" y="300"/>
                  <a:pt x="841" y="296"/>
                  <a:pt x="841" y="292"/>
                </a:cubicBezTo>
                <a:close/>
                <a:moveTo>
                  <a:pt x="867" y="292"/>
                </a:moveTo>
                <a:cubicBezTo>
                  <a:pt x="867" y="287"/>
                  <a:pt x="863" y="283"/>
                  <a:pt x="858" y="283"/>
                </a:cubicBezTo>
                <a:cubicBezTo>
                  <a:pt x="854" y="283"/>
                  <a:pt x="850" y="287"/>
                  <a:pt x="850" y="292"/>
                </a:cubicBezTo>
                <a:cubicBezTo>
                  <a:pt x="850" y="296"/>
                  <a:pt x="854" y="300"/>
                  <a:pt x="858" y="300"/>
                </a:cubicBezTo>
                <a:cubicBezTo>
                  <a:pt x="863" y="300"/>
                  <a:pt x="867" y="296"/>
                  <a:pt x="867" y="292"/>
                </a:cubicBezTo>
                <a:close/>
                <a:moveTo>
                  <a:pt x="893" y="292"/>
                </a:moveTo>
                <a:cubicBezTo>
                  <a:pt x="893" y="287"/>
                  <a:pt x="889" y="283"/>
                  <a:pt x="884" y="283"/>
                </a:cubicBezTo>
                <a:cubicBezTo>
                  <a:pt x="879" y="283"/>
                  <a:pt x="876" y="287"/>
                  <a:pt x="876" y="292"/>
                </a:cubicBezTo>
                <a:cubicBezTo>
                  <a:pt x="876" y="296"/>
                  <a:pt x="879" y="300"/>
                  <a:pt x="884" y="300"/>
                </a:cubicBezTo>
                <a:cubicBezTo>
                  <a:pt x="889" y="300"/>
                  <a:pt x="893" y="296"/>
                  <a:pt x="893" y="292"/>
                </a:cubicBezTo>
                <a:close/>
                <a:moveTo>
                  <a:pt x="919" y="292"/>
                </a:moveTo>
                <a:cubicBezTo>
                  <a:pt x="919" y="287"/>
                  <a:pt x="915" y="283"/>
                  <a:pt x="910" y="283"/>
                </a:cubicBezTo>
                <a:cubicBezTo>
                  <a:pt x="905" y="283"/>
                  <a:pt x="901" y="287"/>
                  <a:pt x="901" y="292"/>
                </a:cubicBezTo>
                <a:cubicBezTo>
                  <a:pt x="901" y="296"/>
                  <a:pt x="905" y="300"/>
                  <a:pt x="910" y="300"/>
                </a:cubicBezTo>
                <a:cubicBezTo>
                  <a:pt x="915" y="300"/>
                  <a:pt x="919" y="296"/>
                  <a:pt x="919" y="292"/>
                </a:cubicBezTo>
                <a:close/>
                <a:moveTo>
                  <a:pt x="944" y="292"/>
                </a:moveTo>
                <a:cubicBezTo>
                  <a:pt x="944" y="287"/>
                  <a:pt x="940" y="283"/>
                  <a:pt x="936" y="283"/>
                </a:cubicBezTo>
                <a:cubicBezTo>
                  <a:pt x="931" y="283"/>
                  <a:pt x="927" y="287"/>
                  <a:pt x="927" y="292"/>
                </a:cubicBezTo>
                <a:cubicBezTo>
                  <a:pt x="927" y="296"/>
                  <a:pt x="931" y="300"/>
                  <a:pt x="936" y="300"/>
                </a:cubicBezTo>
                <a:cubicBezTo>
                  <a:pt x="940" y="300"/>
                  <a:pt x="944" y="296"/>
                  <a:pt x="944" y="292"/>
                </a:cubicBezTo>
                <a:close/>
                <a:moveTo>
                  <a:pt x="970" y="292"/>
                </a:moveTo>
                <a:cubicBezTo>
                  <a:pt x="970" y="287"/>
                  <a:pt x="966" y="283"/>
                  <a:pt x="961" y="283"/>
                </a:cubicBezTo>
                <a:cubicBezTo>
                  <a:pt x="957" y="283"/>
                  <a:pt x="953" y="287"/>
                  <a:pt x="953" y="292"/>
                </a:cubicBezTo>
                <a:cubicBezTo>
                  <a:pt x="953" y="296"/>
                  <a:pt x="957" y="300"/>
                  <a:pt x="961" y="300"/>
                </a:cubicBezTo>
                <a:cubicBezTo>
                  <a:pt x="966" y="300"/>
                  <a:pt x="970" y="296"/>
                  <a:pt x="970" y="292"/>
                </a:cubicBezTo>
                <a:close/>
                <a:moveTo>
                  <a:pt x="996" y="292"/>
                </a:moveTo>
                <a:cubicBezTo>
                  <a:pt x="996" y="287"/>
                  <a:pt x="992" y="283"/>
                  <a:pt x="987" y="283"/>
                </a:cubicBezTo>
                <a:cubicBezTo>
                  <a:pt x="983" y="283"/>
                  <a:pt x="979" y="287"/>
                  <a:pt x="979" y="292"/>
                </a:cubicBezTo>
                <a:cubicBezTo>
                  <a:pt x="979" y="296"/>
                  <a:pt x="983" y="300"/>
                  <a:pt x="987" y="300"/>
                </a:cubicBezTo>
                <a:cubicBezTo>
                  <a:pt x="992" y="300"/>
                  <a:pt x="996" y="296"/>
                  <a:pt x="996" y="292"/>
                </a:cubicBezTo>
                <a:close/>
                <a:moveTo>
                  <a:pt x="1022" y="292"/>
                </a:moveTo>
                <a:cubicBezTo>
                  <a:pt x="1022" y="287"/>
                  <a:pt x="1018" y="283"/>
                  <a:pt x="1013" y="283"/>
                </a:cubicBezTo>
                <a:cubicBezTo>
                  <a:pt x="1008" y="283"/>
                  <a:pt x="1004" y="287"/>
                  <a:pt x="1004" y="292"/>
                </a:cubicBezTo>
                <a:cubicBezTo>
                  <a:pt x="1004" y="296"/>
                  <a:pt x="1008" y="300"/>
                  <a:pt x="1013" y="300"/>
                </a:cubicBezTo>
                <a:cubicBezTo>
                  <a:pt x="1018" y="300"/>
                  <a:pt x="1022" y="296"/>
                  <a:pt x="1022" y="292"/>
                </a:cubicBezTo>
                <a:close/>
                <a:moveTo>
                  <a:pt x="1047" y="292"/>
                </a:moveTo>
                <a:cubicBezTo>
                  <a:pt x="1047" y="287"/>
                  <a:pt x="1044" y="283"/>
                  <a:pt x="1039" y="283"/>
                </a:cubicBezTo>
                <a:cubicBezTo>
                  <a:pt x="1034" y="283"/>
                  <a:pt x="1030" y="287"/>
                  <a:pt x="1030" y="292"/>
                </a:cubicBezTo>
                <a:cubicBezTo>
                  <a:pt x="1030" y="296"/>
                  <a:pt x="1034" y="300"/>
                  <a:pt x="1039" y="300"/>
                </a:cubicBezTo>
                <a:cubicBezTo>
                  <a:pt x="1044" y="300"/>
                  <a:pt x="1047" y="296"/>
                  <a:pt x="1047" y="292"/>
                </a:cubicBezTo>
                <a:close/>
                <a:moveTo>
                  <a:pt x="1434" y="292"/>
                </a:moveTo>
                <a:cubicBezTo>
                  <a:pt x="1434" y="287"/>
                  <a:pt x="1430" y="283"/>
                  <a:pt x="1425" y="283"/>
                </a:cubicBezTo>
                <a:cubicBezTo>
                  <a:pt x="1420" y="283"/>
                  <a:pt x="1417" y="287"/>
                  <a:pt x="1417" y="292"/>
                </a:cubicBezTo>
                <a:cubicBezTo>
                  <a:pt x="1417" y="296"/>
                  <a:pt x="1420" y="300"/>
                  <a:pt x="1425" y="300"/>
                </a:cubicBezTo>
                <a:cubicBezTo>
                  <a:pt x="1430" y="300"/>
                  <a:pt x="1434" y="296"/>
                  <a:pt x="1434" y="292"/>
                </a:cubicBezTo>
                <a:close/>
                <a:moveTo>
                  <a:pt x="1459" y="292"/>
                </a:moveTo>
                <a:cubicBezTo>
                  <a:pt x="1459" y="287"/>
                  <a:pt x="1456" y="283"/>
                  <a:pt x="1451" y="283"/>
                </a:cubicBezTo>
                <a:cubicBezTo>
                  <a:pt x="1446" y="283"/>
                  <a:pt x="1442" y="287"/>
                  <a:pt x="1442" y="292"/>
                </a:cubicBezTo>
                <a:cubicBezTo>
                  <a:pt x="1442" y="296"/>
                  <a:pt x="1446" y="300"/>
                  <a:pt x="1451" y="300"/>
                </a:cubicBezTo>
                <a:cubicBezTo>
                  <a:pt x="1456" y="300"/>
                  <a:pt x="1459" y="296"/>
                  <a:pt x="1459" y="292"/>
                </a:cubicBezTo>
                <a:close/>
                <a:moveTo>
                  <a:pt x="1485" y="292"/>
                </a:moveTo>
                <a:cubicBezTo>
                  <a:pt x="1485" y="287"/>
                  <a:pt x="1481" y="283"/>
                  <a:pt x="1477" y="283"/>
                </a:cubicBezTo>
                <a:cubicBezTo>
                  <a:pt x="1472" y="283"/>
                  <a:pt x="1468" y="287"/>
                  <a:pt x="1468" y="292"/>
                </a:cubicBezTo>
                <a:cubicBezTo>
                  <a:pt x="1468" y="296"/>
                  <a:pt x="1472" y="300"/>
                  <a:pt x="1477" y="300"/>
                </a:cubicBezTo>
                <a:cubicBezTo>
                  <a:pt x="1481" y="300"/>
                  <a:pt x="1485" y="296"/>
                  <a:pt x="1485" y="292"/>
                </a:cubicBezTo>
                <a:close/>
                <a:moveTo>
                  <a:pt x="1794" y="292"/>
                </a:moveTo>
                <a:cubicBezTo>
                  <a:pt x="1794" y="287"/>
                  <a:pt x="1791" y="283"/>
                  <a:pt x="1786" y="283"/>
                </a:cubicBezTo>
                <a:cubicBezTo>
                  <a:pt x="1781" y="283"/>
                  <a:pt x="1777" y="287"/>
                  <a:pt x="1777" y="292"/>
                </a:cubicBezTo>
                <a:cubicBezTo>
                  <a:pt x="1777" y="296"/>
                  <a:pt x="1781" y="300"/>
                  <a:pt x="1786" y="300"/>
                </a:cubicBezTo>
                <a:cubicBezTo>
                  <a:pt x="1791" y="300"/>
                  <a:pt x="1794" y="296"/>
                  <a:pt x="1794" y="292"/>
                </a:cubicBezTo>
                <a:close/>
                <a:moveTo>
                  <a:pt x="1820" y="292"/>
                </a:moveTo>
                <a:cubicBezTo>
                  <a:pt x="1820" y="287"/>
                  <a:pt x="1816" y="283"/>
                  <a:pt x="1812" y="283"/>
                </a:cubicBezTo>
                <a:cubicBezTo>
                  <a:pt x="1807" y="283"/>
                  <a:pt x="1803" y="287"/>
                  <a:pt x="1803" y="292"/>
                </a:cubicBezTo>
                <a:cubicBezTo>
                  <a:pt x="1803" y="296"/>
                  <a:pt x="1807" y="300"/>
                  <a:pt x="1812" y="300"/>
                </a:cubicBezTo>
                <a:cubicBezTo>
                  <a:pt x="1816" y="300"/>
                  <a:pt x="1820" y="296"/>
                  <a:pt x="1820" y="292"/>
                </a:cubicBezTo>
                <a:close/>
                <a:moveTo>
                  <a:pt x="1846" y="292"/>
                </a:moveTo>
                <a:cubicBezTo>
                  <a:pt x="1846" y="287"/>
                  <a:pt x="1842" y="283"/>
                  <a:pt x="1837" y="283"/>
                </a:cubicBezTo>
                <a:cubicBezTo>
                  <a:pt x="1833" y="283"/>
                  <a:pt x="1829" y="287"/>
                  <a:pt x="1829" y="292"/>
                </a:cubicBezTo>
                <a:cubicBezTo>
                  <a:pt x="1829" y="296"/>
                  <a:pt x="1833" y="300"/>
                  <a:pt x="1837" y="300"/>
                </a:cubicBezTo>
                <a:cubicBezTo>
                  <a:pt x="1842" y="300"/>
                  <a:pt x="1846" y="296"/>
                  <a:pt x="1846" y="292"/>
                </a:cubicBezTo>
                <a:close/>
                <a:moveTo>
                  <a:pt x="1872" y="292"/>
                </a:moveTo>
                <a:cubicBezTo>
                  <a:pt x="1872" y="287"/>
                  <a:pt x="1868" y="283"/>
                  <a:pt x="1863" y="283"/>
                </a:cubicBezTo>
                <a:cubicBezTo>
                  <a:pt x="1858" y="283"/>
                  <a:pt x="1854" y="287"/>
                  <a:pt x="1854" y="292"/>
                </a:cubicBezTo>
                <a:cubicBezTo>
                  <a:pt x="1854" y="296"/>
                  <a:pt x="1858" y="300"/>
                  <a:pt x="1863" y="300"/>
                </a:cubicBezTo>
                <a:cubicBezTo>
                  <a:pt x="1868" y="300"/>
                  <a:pt x="1872" y="296"/>
                  <a:pt x="1872" y="292"/>
                </a:cubicBezTo>
                <a:close/>
                <a:moveTo>
                  <a:pt x="1897" y="292"/>
                </a:moveTo>
                <a:cubicBezTo>
                  <a:pt x="1897" y="287"/>
                  <a:pt x="1894" y="283"/>
                  <a:pt x="1889" y="283"/>
                </a:cubicBezTo>
                <a:cubicBezTo>
                  <a:pt x="1884" y="283"/>
                  <a:pt x="1880" y="287"/>
                  <a:pt x="1880" y="292"/>
                </a:cubicBezTo>
                <a:cubicBezTo>
                  <a:pt x="1880" y="296"/>
                  <a:pt x="1884" y="300"/>
                  <a:pt x="1889" y="300"/>
                </a:cubicBezTo>
                <a:cubicBezTo>
                  <a:pt x="1894" y="300"/>
                  <a:pt x="1897" y="296"/>
                  <a:pt x="1897" y="292"/>
                </a:cubicBezTo>
                <a:close/>
                <a:moveTo>
                  <a:pt x="1923" y="292"/>
                </a:moveTo>
                <a:cubicBezTo>
                  <a:pt x="1923" y="287"/>
                  <a:pt x="1919" y="283"/>
                  <a:pt x="1915" y="283"/>
                </a:cubicBezTo>
                <a:cubicBezTo>
                  <a:pt x="1910" y="283"/>
                  <a:pt x="1906" y="287"/>
                  <a:pt x="1906" y="292"/>
                </a:cubicBezTo>
                <a:cubicBezTo>
                  <a:pt x="1906" y="296"/>
                  <a:pt x="1910" y="300"/>
                  <a:pt x="1915" y="300"/>
                </a:cubicBezTo>
                <a:cubicBezTo>
                  <a:pt x="1919" y="300"/>
                  <a:pt x="1923" y="296"/>
                  <a:pt x="1923" y="292"/>
                </a:cubicBezTo>
                <a:close/>
                <a:moveTo>
                  <a:pt x="1949" y="292"/>
                </a:moveTo>
                <a:cubicBezTo>
                  <a:pt x="1949" y="287"/>
                  <a:pt x="1945" y="283"/>
                  <a:pt x="1940" y="283"/>
                </a:cubicBezTo>
                <a:cubicBezTo>
                  <a:pt x="1936" y="283"/>
                  <a:pt x="1932" y="287"/>
                  <a:pt x="1932" y="292"/>
                </a:cubicBezTo>
                <a:cubicBezTo>
                  <a:pt x="1932" y="296"/>
                  <a:pt x="1936" y="300"/>
                  <a:pt x="1940" y="300"/>
                </a:cubicBezTo>
                <a:cubicBezTo>
                  <a:pt x="1945" y="300"/>
                  <a:pt x="1949" y="296"/>
                  <a:pt x="1949" y="292"/>
                </a:cubicBezTo>
                <a:close/>
                <a:moveTo>
                  <a:pt x="1975" y="292"/>
                </a:moveTo>
                <a:cubicBezTo>
                  <a:pt x="1975" y="287"/>
                  <a:pt x="1971" y="283"/>
                  <a:pt x="1966" y="283"/>
                </a:cubicBezTo>
                <a:cubicBezTo>
                  <a:pt x="1961" y="283"/>
                  <a:pt x="1957" y="287"/>
                  <a:pt x="1957" y="292"/>
                </a:cubicBezTo>
                <a:cubicBezTo>
                  <a:pt x="1957" y="296"/>
                  <a:pt x="1961" y="300"/>
                  <a:pt x="1966" y="300"/>
                </a:cubicBezTo>
                <a:cubicBezTo>
                  <a:pt x="1971" y="300"/>
                  <a:pt x="1975" y="296"/>
                  <a:pt x="1975" y="292"/>
                </a:cubicBezTo>
                <a:close/>
                <a:moveTo>
                  <a:pt x="2000" y="292"/>
                </a:moveTo>
                <a:cubicBezTo>
                  <a:pt x="2000" y="287"/>
                  <a:pt x="1997" y="283"/>
                  <a:pt x="1992" y="283"/>
                </a:cubicBezTo>
                <a:cubicBezTo>
                  <a:pt x="1987" y="283"/>
                  <a:pt x="1983" y="287"/>
                  <a:pt x="1983" y="292"/>
                </a:cubicBezTo>
                <a:cubicBezTo>
                  <a:pt x="1983" y="296"/>
                  <a:pt x="1987" y="300"/>
                  <a:pt x="1992" y="300"/>
                </a:cubicBezTo>
                <a:cubicBezTo>
                  <a:pt x="1997" y="300"/>
                  <a:pt x="2000" y="296"/>
                  <a:pt x="2000" y="292"/>
                </a:cubicBezTo>
                <a:close/>
                <a:moveTo>
                  <a:pt x="2026" y="292"/>
                </a:moveTo>
                <a:cubicBezTo>
                  <a:pt x="2026" y="287"/>
                  <a:pt x="2022" y="283"/>
                  <a:pt x="2018" y="283"/>
                </a:cubicBezTo>
                <a:cubicBezTo>
                  <a:pt x="2013" y="283"/>
                  <a:pt x="2009" y="287"/>
                  <a:pt x="2009" y="292"/>
                </a:cubicBezTo>
                <a:cubicBezTo>
                  <a:pt x="2009" y="296"/>
                  <a:pt x="2013" y="300"/>
                  <a:pt x="2018" y="300"/>
                </a:cubicBezTo>
                <a:cubicBezTo>
                  <a:pt x="2022" y="300"/>
                  <a:pt x="2026" y="296"/>
                  <a:pt x="2026" y="292"/>
                </a:cubicBezTo>
                <a:close/>
                <a:moveTo>
                  <a:pt x="2052" y="292"/>
                </a:moveTo>
                <a:cubicBezTo>
                  <a:pt x="2052" y="287"/>
                  <a:pt x="2048" y="283"/>
                  <a:pt x="2043" y="283"/>
                </a:cubicBezTo>
                <a:cubicBezTo>
                  <a:pt x="2039" y="283"/>
                  <a:pt x="2035" y="287"/>
                  <a:pt x="2035" y="292"/>
                </a:cubicBezTo>
                <a:cubicBezTo>
                  <a:pt x="2035" y="296"/>
                  <a:pt x="2039" y="300"/>
                  <a:pt x="2043" y="300"/>
                </a:cubicBezTo>
                <a:cubicBezTo>
                  <a:pt x="2048" y="300"/>
                  <a:pt x="2052" y="296"/>
                  <a:pt x="2052" y="292"/>
                </a:cubicBezTo>
                <a:close/>
                <a:moveTo>
                  <a:pt x="2078" y="292"/>
                </a:moveTo>
                <a:cubicBezTo>
                  <a:pt x="2078" y="287"/>
                  <a:pt x="2074" y="283"/>
                  <a:pt x="2069" y="283"/>
                </a:cubicBezTo>
                <a:cubicBezTo>
                  <a:pt x="2064" y="283"/>
                  <a:pt x="2061" y="287"/>
                  <a:pt x="2061" y="292"/>
                </a:cubicBezTo>
                <a:cubicBezTo>
                  <a:pt x="2061" y="296"/>
                  <a:pt x="2064" y="300"/>
                  <a:pt x="2069" y="300"/>
                </a:cubicBezTo>
                <a:cubicBezTo>
                  <a:pt x="2074" y="300"/>
                  <a:pt x="2078" y="296"/>
                  <a:pt x="2078" y="292"/>
                </a:cubicBezTo>
                <a:close/>
                <a:moveTo>
                  <a:pt x="2103" y="292"/>
                </a:moveTo>
                <a:cubicBezTo>
                  <a:pt x="2103" y="287"/>
                  <a:pt x="2100" y="283"/>
                  <a:pt x="2095" y="283"/>
                </a:cubicBezTo>
                <a:cubicBezTo>
                  <a:pt x="2090" y="283"/>
                  <a:pt x="2086" y="287"/>
                  <a:pt x="2086" y="292"/>
                </a:cubicBezTo>
                <a:cubicBezTo>
                  <a:pt x="2086" y="296"/>
                  <a:pt x="2090" y="300"/>
                  <a:pt x="2095" y="300"/>
                </a:cubicBezTo>
                <a:cubicBezTo>
                  <a:pt x="2100" y="300"/>
                  <a:pt x="2103" y="296"/>
                  <a:pt x="2103" y="292"/>
                </a:cubicBezTo>
                <a:close/>
                <a:moveTo>
                  <a:pt x="2129" y="292"/>
                </a:moveTo>
                <a:cubicBezTo>
                  <a:pt x="2129" y="287"/>
                  <a:pt x="2125" y="283"/>
                  <a:pt x="2121" y="283"/>
                </a:cubicBezTo>
                <a:cubicBezTo>
                  <a:pt x="2116" y="283"/>
                  <a:pt x="2112" y="287"/>
                  <a:pt x="2112" y="292"/>
                </a:cubicBezTo>
                <a:cubicBezTo>
                  <a:pt x="2112" y="296"/>
                  <a:pt x="2116" y="300"/>
                  <a:pt x="2121" y="300"/>
                </a:cubicBezTo>
                <a:cubicBezTo>
                  <a:pt x="2125" y="300"/>
                  <a:pt x="2129" y="296"/>
                  <a:pt x="2129" y="292"/>
                </a:cubicBezTo>
                <a:close/>
                <a:moveTo>
                  <a:pt x="2155" y="292"/>
                </a:moveTo>
                <a:cubicBezTo>
                  <a:pt x="2155" y="287"/>
                  <a:pt x="2151" y="283"/>
                  <a:pt x="2146" y="283"/>
                </a:cubicBezTo>
                <a:cubicBezTo>
                  <a:pt x="2142" y="283"/>
                  <a:pt x="2138" y="287"/>
                  <a:pt x="2138" y="292"/>
                </a:cubicBezTo>
                <a:cubicBezTo>
                  <a:pt x="2138" y="296"/>
                  <a:pt x="2142" y="300"/>
                  <a:pt x="2146" y="300"/>
                </a:cubicBezTo>
                <a:cubicBezTo>
                  <a:pt x="2151" y="300"/>
                  <a:pt x="2155" y="296"/>
                  <a:pt x="2155" y="292"/>
                </a:cubicBezTo>
                <a:close/>
                <a:moveTo>
                  <a:pt x="2181" y="292"/>
                </a:moveTo>
                <a:cubicBezTo>
                  <a:pt x="2181" y="287"/>
                  <a:pt x="2177" y="283"/>
                  <a:pt x="2172" y="283"/>
                </a:cubicBezTo>
                <a:cubicBezTo>
                  <a:pt x="2167" y="283"/>
                  <a:pt x="2164" y="287"/>
                  <a:pt x="2164" y="292"/>
                </a:cubicBezTo>
                <a:cubicBezTo>
                  <a:pt x="2164" y="296"/>
                  <a:pt x="2167" y="300"/>
                  <a:pt x="2172" y="300"/>
                </a:cubicBezTo>
                <a:cubicBezTo>
                  <a:pt x="2177" y="300"/>
                  <a:pt x="2181" y="296"/>
                  <a:pt x="2181" y="292"/>
                </a:cubicBezTo>
                <a:close/>
                <a:moveTo>
                  <a:pt x="2207" y="292"/>
                </a:moveTo>
                <a:cubicBezTo>
                  <a:pt x="2207" y="287"/>
                  <a:pt x="2203" y="283"/>
                  <a:pt x="2198" y="283"/>
                </a:cubicBezTo>
                <a:cubicBezTo>
                  <a:pt x="2193" y="283"/>
                  <a:pt x="2189" y="287"/>
                  <a:pt x="2189" y="292"/>
                </a:cubicBezTo>
                <a:cubicBezTo>
                  <a:pt x="2189" y="296"/>
                  <a:pt x="2193" y="300"/>
                  <a:pt x="2198" y="300"/>
                </a:cubicBezTo>
                <a:cubicBezTo>
                  <a:pt x="2203" y="300"/>
                  <a:pt x="2207" y="296"/>
                  <a:pt x="2207" y="292"/>
                </a:cubicBezTo>
                <a:close/>
                <a:moveTo>
                  <a:pt x="2232" y="292"/>
                </a:moveTo>
                <a:cubicBezTo>
                  <a:pt x="2232" y="287"/>
                  <a:pt x="2228" y="283"/>
                  <a:pt x="2224" y="283"/>
                </a:cubicBezTo>
                <a:cubicBezTo>
                  <a:pt x="2219" y="283"/>
                  <a:pt x="2215" y="287"/>
                  <a:pt x="2215" y="292"/>
                </a:cubicBezTo>
                <a:cubicBezTo>
                  <a:pt x="2215" y="296"/>
                  <a:pt x="2219" y="300"/>
                  <a:pt x="2224" y="300"/>
                </a:cubicBezTo>
                <a:cubicBezTo>
                  <a:pt x="2228" y="300"/>
                  <a:pt x="2232" y="296"/>
                  <a:pt x="2232" y="292"/>
                </a:cubicBezTo>
                <a:close/>
                <a:moveTo>
                  <a:pt x="2258" y="292"/>
                </a:moveTo>
                <a:cubicBezTo>
                  <a:pt x="2258" y="287"/>
                  <a:pt x="2254" y="283"/>
                  <a:pt x="2249" y="283"/>
                </a:cubicBezTo>
                <a:cubicBezTo>
                  <a:pt x="2245" y="283"/>
                  <a:pt x="2241" y="287"/>
                  <a:pt x="2241" y="292"/>
                </a:cubicBezTo>
                <a:cubicBezTo>
                  <a:pt x="2241" y="296"/>
                  <a:pt x="2245" y="300"/>
                  <a:pt x="2249" y="300"/>
                </a:cubicBezTo>
                <a:cubicBezTo>
                  <a:pt x="2254" y="300"/>
                  <a:pt x="2258" y="296"/>
                  <a:pt x="2258" y="292"/>
                </a:cubicBezTo>
                <a:close/>
                <a:moveTo>
                  <a:pt x="2310" y="292"/>
                </a:moveTo>
                <a:cubicBezTo>
                  <a:pt x="2310" y="287"/>
                  <a:pt x="2306" y="283"/>
                  <a:pt x="2301" y="283"/>
                </a:cubicBezTo>
                <a:cubicBezTo>
                  <a:pt x="2296" y="283"/>
                  <a:pt x="2292" y="287"/>
                  <a:pt x="2292" y="292"/>
                </a:cubicBezTo>
                <a:cubicBezTo>
                  <a:pt x="2292" y="296"/>
                  <a:pt x="2296" y="300"/>
                  <a:pt x="2301" y="300"/>
                </a:cubicBezTo>
                <a:cubicBezTo>
                  <a:pt x="2306" y="300"/>
                  <a:pt x="2310" y="296"/>
                  <a:pt x="2310" y="292"/>
                </a:cubicBezTo>
                <a:close/>
                <a:moveTo>
                  <a:pt x="2335" y="292"/>
                </a:moveTo>
                <a:cubicBezTo>
                  <a:pt x="2335" y="287"/>
                  <a:pt x="2331" y="283"/>
                  <a:pt x="2327" y="283"/>
                </a:cubicBezTo>
                <a:cubicBezTo>
                  <a:pt x="2322" y="283"/>
                  <a:pt x="2318" y="287"/>
                  <a:pt x="2318" y="292"/>
                </a:cubicBezTo>
                <a:cubicBezTo>
                  <a:pt x="2318" y="296"/>
                  <a:pt x="2322" y="300"/>
                  <a:pt x="2327" y="300"/>
                </a:cubicBezTo>
                <a:cubicBezTo>
                  <a:pt x="2331" y="300"/>
                  <a:pt x="2335" y="296"/>
                  <a:pt x="2335" y="292"/>
                </a:cubicBezTo>
                <a:close/>
                <a:moveTo>
                  <a:pt x="2361" y="292"/>
                </a:moveTo>
                <a:cubicBezTo>
                  <a:pt x="2361" y="287"/>
                  <a:pt x="2357" y="283"/>
                  <a:pt x="2352" y="283"/>
                </a:cubicBezTo>
                <a:cubicBezTo>
                  <a:pt x="2348" y="283"/>
                  <a:pt x="2344" y="287"/>
                  <a:pt x="2344" y="292"/>
                </a:cubicBezTo>
                <a:cubicBezTo>
                  <a:pt x="2344" y="296"/>
                  <a:pt x="2348" y="300"/>
                  <a:pt x="2352" y="300"/>
                </a:cubicBezTo>
                <a:cubicBezTo>
                  <a:pt x="2357" y="300"/>
                  <a:pt x="2361" y="296"/>
                  <a:pt x="2361" y="292"/>
                </a:cubicBezTo>
                <a:close/>
                <a:moveTo>
                  <a:pt x="2387" y="292"/>
                </a:moveTo>
                <a:cubicBezTo>
                  <a:pt x="2387" y="287"/>
                  <a:pt x="2383" y="283"/>
                  <a:pt x="2378" y="283"/>
                </a:cubicBezTo>
                <a:cubicBezTo>
                  <a:pt x="2373" y="283"/>
                  <a:pt x="2370" y="287"/>
                  <a:pt x="2370" y="292"/>
                </a:cubicBezTo>
                <a:cubicBezTo>
                  <a:pt x="2370" y="296"/>
                  <a:pt x="2373" y="300"/>
                  <a:pt x="2378" y="300"/>
                </a:cubicBezTo>
                <a:cubicBezTo>
                  <a:pt x="2383" y="300"/>
                  <a:pt x="2387" y="296"/>
                  <a:pt x="2387" y="292"/>
                </a:cubicBezTo>
                <a:close/>
                <a:moveTo>
                  <a:pt x="2413" y="292"/>
                </a:moveTo>
                <a:cubicBezTo>
                  <a:pt x="2413" y="287"/>
                  <a:pt x="2409" y="283"/>
                  <a:pt x="2404" y="283"/>
                </a:cubicBezTo>
                <a:cubicBezTo>
                  <a:pt x="2399" y="283"/>
                  <a:pt x="2395" y="287"/>
                  <a:pt x="2395" y="292"/>
                </a:cubicBezTo>
                <a:cubicBezTo>
                  <a:pt x="2395" y="296"/>
                  <a:pt x="2399" y="300"/>
                  <a:pt x="2404" y="300"/>
                </a:cubicBezTo>
                <a:cubicBezTo>
                  <a:pt x="2409" y="300"/>
                  <a:pt x="2413" y="296"/>
                  <a:pt x="2413" y="292"/>
                </a:cubicBezTo>
                <a:close/>
                <a:moveTo>
                  <a:pt x="2438" y="292"/>
                </a:moveTo>
                <a:cubicBezTo>
                  <a:pt x="2438" y="287"/>
                  <a:pt x="2434" y="283"/>
                  <a:pt x="2430" y="283"/>
                </a:cubicBezTo>
                <a:cubicBezTo>
                  <a:pt x="2425" y="283"/>
                  <a:pt x="2421" y="287"/>
                  <a:pt x="2421" y="292"/>
                </a:cubicBezTo>
                <a:cubicBezTo>
                  <a:pt x="2421" y="296"/>
                  <a:pt x="2425" y="300"/>
                  <a:pt x="2430" y="300"/>
                </a:cubicBezTo>
                <a:cubicBezTo>
                  <a:pt x="2434" y="300"/>
                  <a:pt x="2438" y="296"/>
                  <a:pt x="2438" y="292"/>
                </a:cubicBezTo>
                <a:close/>
                <a:moveTo>
                  <a:pt x="2464" y="292"/>
                </a:moveTo>
                <a:cubicBezTo>
                  <a:pt x="2464" y="287"/>
                  <a:pt x="2460" y="283"/>
                  <a:pt x="2456" y="283"/>
                </a:cubicBezTo>
                <a:cubicBezTo>
                  <a:pt x="2451" y="283"/>
                  <a:pt x="2447" y="287"/>
                  <a:pt x="2447" y="292"/>
                </a:cubicBezTo>
                <a:cubicBezTo>
                  <a:pt x="2447" y="296"/>
                  <a:pt x="2451" y="300"/>
                  <a:pt x="2456" y="300"/>
                </a:cubicBezTo>
                <a:cubicBezTo>
                  <a:pt x="2460" y="300"/>
                  <a:pt x="2464" y="296"/>
                  <a:pt x="2464" y="292"/>
                </a:cubicBezTo>
                <a:close/>
                <a:moveTo>
                  <a:pt x="2490" y="292"/>
                </a:moveTo>
                <a:cubicBezTo>
                  <a:pt x="2490" y="287"/>
                  <a:pt x="2486" y="283"/>
                  <a:pt x="2481" y="283"/>
                </a:cubicBezTo>
                <a:cubicBezTo>
                  <a:pt x="2477" y="283"/>
                  <a:pt x="2473" y="287"/>
                  <a:pt x="2473" y="292"/>
                </a:cubicBezTo>
                <a:cubicBezTo>
                  <a:pt x="2473" y="296"/>
                  <a:pt x="2477" y="300"/>
                  <a:pt x="2481" y="300"/>
                </a:cubicBezTo>
                <a:cubicBezTo>
                  <a:pt x="2486" y="300"/>
                  <a:pt x="2490" y="296"/>
                  <a:pt x="2490" y="292"/>
                </a:cubicBezTo>
                <a:close/>
                <a:moveTo>
                  <a:pt x="2516" y="292"/>
                </a:moveTo>
                <a:cubicBezTo>
                  <a:pt x="2516" y="287"/>
                  <a:pt x="2512" y="283"/>
                  <a:pt x="2507" y="283"/>
                </a:cubicBezTo>
                <a:cubicBezTo>
                  <a:pt x="2502" y="283"/>
                  <a:pt x="2498" y="287"/>
                  <a:pt x="2498" y="292"/>
                </a:cubicBezTo>
                <a:cubicBezTo>
                  <a:pt x="2498" y="296"/>
                  <a:pt x="2502" y="300"/>
                  <a:pt x="2507" y="300"/>
                </a:cubicBezTo>
                <a:cubicBezTo>
                  <a:pt x="2512" y="300"/>
                  <a:pt x="2516" y="296"/>
                  <a:pt x="2516" y="292"/>
                </a:cubicBezTo>
                <a:close/>
                <a:moveTo>
                  <a:pt x="2541" y="292"/>
                </a:moveTo>
                <a:cubicBezTo>
                  <a:pt x="2541" y="287"/>
                  <a:pt x="2538" y="283"/>
                  <a:pt x="2533" y="283"/>
                </a:cubicBezTo>
                <a:cubicBezTo>
                  <a:pt x="2528" y="283"/>
                  <a:pt x="2524" y="287"/>
                  <a:pt x="2524" y="292"/>
                </a:cubicBezTo>
                <a:cubicBezTo>
                  <a:pt x="2524" y="296"/>
                  <a:pt x="2528" y="300"/>
                  <a:pt x="2533" y="300"/>
                </a:cubicBezTo>
                <a:cubicBezTo>
                  <a:pt x="2538" y="300"/>
                  <a:pt x="2541" y="296"/>
                  <a:pt x="2541" y="292"/>
                </a:cubicBezTo>
                <a:close/>
                <a:moveTo>
                  <a:pt x="2567" y="292"/>
                </a:moveTo>
                <a:cubicBezTo>
                  <a:pt x="2567" y="287"/>
                  <a:pt x="2563" y="283"/>
                  <a:pt x="2559" y="283"/>
                </a:cubicBezTo>
                <a:cubicBezTo>
                  <a:pt x="2554" y="283"/>
                  <a:pt x="2550" y="287"/>
                  <a:pt x="2550" y="292"/>
                </a:cubicBezTo>
                <a:cubicBezTo>
                  <a:pt x="2550" y="296"/>
                  <a:pt x="2554" y="300"/>
                  <a:pt x="2559" y="300"/>
                </a:cubicBezTo>
                <a:cubicBezTo>
                  <a:pt x="2563" y="300"/>
                  <a:pt x="2567" y="296"/>
                  <a:pt x="2567" y="292"/>
                </a:cubicBezTo>
                <a:close/>
                <a:moveTo>
                  <a:pt x="2593" y="292"/>
                </a:moveTo>
                <a:cubicBezTo>
                  <a:pt x="2593" y="287"/>
                  <a:pt x="2589" y="283"/>
                  <a:pt x="2584" y="283"/>
                </a:cubicBezTo>
                <a:cubicBezTo>
                  <a:pt x="2580" y="283"/>
                  <a:pt x="2576" y="287"/>
                  <a:pt x="2576" y="292"/>
                </a:cubicBezTo>
                <a:cubicBezTo>
                  <a:pt x="2576" y="296"/>
                  <a:pt x="2580" y="300"/>
                  <a:pt x="2584" y="300"/>
                </a:cubicBezTo>
                <a:cubicBezTo>
                  <a:pt x="2589" y="300"/>
                  <a:pt x="2593" y="296"/>
                  <a:pt x="2593" y="292"/>
                </a:cubicBezTo>
                <a:close/>
                <a:moveTo>
                  <a:pt x="2619" y="292"/>
                </a:moveTo>
                <a:cubicBezTo>
                  <a:pt x="2619" y="287"/>
                  <a:pt x="2615" y="283"/>
                  <a:pt x="2610" y="283"/>
                </a:cubicBezTo>
                <a:cubicBezTo>
                  <a:pt x="2605" y="283"/>
                  <a:pt x="2601" y="287"/>
                  <a:pt x="2601" y="292"/>
                </a:cubicBezTo>
                <a:cubicBezTo>
                  <a:pt x="2601" y="296"/>
                  <a:pt x="2605" y="300"/>
                  <a:pt x="2610" y="300"/>
                </a:cubicBezTo>
                <a:cubicBezTo>
                  <a:pt x="2615" y="300"/>
                  <a:pt x="2619" y="296"/>
                  <a:pt x="2619" y="292"/>
                </a:cubicBezTo>
                <a:close/>
                <a:moveTo>
                  <a:pt x="2644" y="292"/>
                </a:moveTo>
                <a:cubicBezTo>
                  <a:pt x="2644" y="287"/>
                  <a:pt x="2641" y="283"/>
                  <a:pt x="2636" y="283"/>
                </a:cubicBezTo>
                <a:cubicBezTo>
                  <a:pt x="2631" y="283"/>
                  <a:pt x="2627" y="287"/>
                  <a:pt x="2627" y="292"/>
                </a:cubicBezTo>
                <a:cubicBezTo>
                  <a:pt x="2627" y="296"/>
                  <a:pt x="2631" y="300"/>
                  <a:pt x="2636" y="300"/>
                </a:cubicBezTo>
                <a:cubicBezTo>
                  <a:pt x="2641" y="300"/>
                  <a:pt x="2644" y="296"/>
                  <a:pt x="2644" y="292"/>
                </a:cubicBezTo>
                <a:close/>
                <a:moveTo>
                  <a:pt x="69" y="317"/>
                </a:moveTo>
                <a:cubicBezTo>
                  <a:pt x="69" y="313"/>
                  <a:pt x="65" y="309"/>
                  <a:pt x="60" y="309"/>
                </a:cubicBezTo>
                <a:cubicBezTo>
                  <a:pt x="55" y="309"/>
                  <a:pt x="51" y="313"/>
                  <a:pt x="51" y="317"/>
                </a:cubicBezTo>
                <a:cubicBezTo>
                  <a:pt x="51" y="322"/>
                  <a:pt x="55" y="326"/>
                  <a:pt x="60" y="326"/>
                </a:cubicBezTo>
                <a:cubicBezTo>
                  <a:pt x="65" y="326"/>
                  <a:pt x="69" y="322"/>
                  <a:pt x="69" y="317"/>
                </a:cubicBezTo>
                <a:close/>
                <a:moveTo>
                  <a:pt x="94" y="317"/>
                </a:moveTo>
                <a:cubicBezTo>
                  <a:pt x="94" y="313"/>
                  <a:pt x="90" y="309"/>
                  <a:pt x="86" y="309"/>
                </a:cubicBezTo>
                <a:cubicBezTo>
                  <a:pt x="81" y="309"/>
                  <a:pt x="77" y="313"/>
                  <a:pt x="77" y="317"/>
                </a:cubicBezTo>
                <a:cubicBezTo>
                  <a:pt x="77" y="322"/>
                  <a:pt x="81" y="326"/>
                  <a:pt x="86" y="326"/>
                </a:cubicBezTo>
                <a:cubicBezTo>
                  <a:pt x="90" y="326"/>
                  <a:pt x="94" y="322"/>
                  <a:pt x="94" y="317"/>
                </a:cubicBezTo>
                <a:close/>
                <a:moveTo>
                  <a:pt x="326" y="317"/>
                </a:moveTo>
                <a:cubicBezTo>
                  <a:pt x="326" y="313"/>
                  <a:pt x="322" y="309"/>
                  <a:pt x="318" y="309"/>
                </a:cubicBezTo>
                <a:cubicBezTo>
                  <a:pt x="313" y="309"/>
                  <a:pt x="309" y="313"/>
                  <a:pt x="309" y="317"/>
                </a:cubicBezTo>
                <a:cubicBezTo>
                  <a:pt x="309" y="322"/>
                  <a:pt x="313" y="326"/>
                  <a:pt x="318" y="326"/>
                </a:cubicBezTo>
                <a:cubicBezTo>
                  <a:pt x="322" y="326"/>
                  <a:pt x="326" y="322"/>
                  <a:pt x="326" y="317"/>
                </a:cubicBezTo>
                <a:close/>
                <a:moveTo>
                  <a:pt x="841" y="317"/>
                </a:moveTo>
                <a:cubicBezTo>
                  <a:pt x="841" y="313"/>
                  <a:pt x="837" y="309"/>
                  <a:pt x="833" y="309"/>
                </a:cubicBezTo>
                <a:cubicBezTo>
                  <a:pt x="828" y="309"/>
                  <a:pt x="824" y="313"/>
                  <a:pt x="824" y="317"/>
                </a:cubicBezTo>
                <a:cubicBezTo>
                  <a:pt x="824" y="322"/>
                  <a:pt x="828" y="326"/>
                  <a:pt x="833" y="326"/>
                </a:cubicBezTo>
                <a:cubicBezTo>
                  <a:pt x="837" y="326"/>
                  <a:pt x="841" y="322"/>
                  <a:pt x="841" y="317"/>
                </a:cubicBezTo>
                <a:close/>
                <a:moveTo>
                  <a:pt x="867" y="317"/>
                </a:moveTo>
                <a:cubicBezTo>
                  <a:pt x="867" y="313"/>
                  <a:pt x="863" y="309"/>
                  <a:pt x="858" y="309"/>
                </a:cubicBezTo>
                <a:cubicBezTo>
                  <a:pt x="854" y="309"/>
                  <a:pt x="850" y="313"/>
                  <a:pt x="850" y="317"/>
                </a:cubicBezTo>
                <a:cubicBezTo>
                  <a:pt x="850" y="322"/>
                  <a:pt x="854" y="326"/>
                  <a:pt x="858" y="326"/>
                </a:cubicBezTo>
                <a:cubicBezTo>
                  <a:pt x="863" y="326"/>
                  <a:pt x="867" y="322"/>
                  <a:pt x="867" y="317"/>
                </a:cubicBezTo>
                <a:close/>
                <a:moveTo>
                  <a:pt x="893" y="317"/>
                </a:moveTo>
                <a:cubicBezTo>
                  <a:pt x="893" y="313"/>
                  <a:pt x="889" y="309"/>
                  <a:pt x="884" y="309"/>
                </a:cubicBezTo>
                <a:cubicBezTo>
                  <a:pt x="879" y="309"/>
                  <a:pt x="876" y="313"/>
                  <a:pt x="876" y="317"/>
                </a:cubicBezTo>
                <a:cubicBezTo>
                  <a:pt x="876" y="322"/>
                  <a:pt x="879" y="326"/>
                  <a:pt x="884" y="326"/>
                </a:cubicBezTo>
                <a:cubicBezTo>
                  <a:pt x="889" y="326"/>
                  <a:pt x="893" y="322"/>
                  <a:pt x="893" y="317"/>
                </a:cubicBezTo>
                <a:close/>
                <a:moveTo>
                  <a:pt x="919" y="317"/>
                </a:moveTo>
                <a:cubicBezTo>
                  <a:pt x="919" y="313"/>
                  <a:pt x="915" y="309"/>
                  <a:pt x="910" y="309"/>
                </a:cubicBezTo>
                <a:cubicBezTo>
                  <a:pt x="905" y="309"/>
                  <a:pt x="901" y="313"/>
                  <a:pt x="901" y="317"/>
                </a:cubicBezTo>
                <a:cubicBezTo>
                  <a:pt x="901" y="322"/>
                  <a:pt x="905" y="326"/>
                  <a:pt x="910" y="326"/>
                </a:cubicBezTo>
                <a:cubicBezTo>
                  <a:pt x="915" y="326"/>
                  <a:pt x="919" y="322"/>
                  <a:pt x="919" y="317"/>
                </a:cubicBezTo>
                <a:close/>
                <a:moveTo>
                  <a:pt x="944" y="317"/>
                </a:moveTo>
                <a:cubicBezTo>
                  <a:pt x="944" y="313"/>
                  <a:pt x="940" y="309"/>
                  <a:pt x="936" y="309"/>
                </a:cubicBezTo>
                <a:cubicBezTo>
                  <a:pt x="931" y="309"/>
                  <a:pt x="927" y="313"/>
                  <a:pt x="927" y="317"/>
                </a:cubicBezTo>
                <a:cubicBezTo>
                  <a:pt x="927" y="322"/>
                  <a:pt x="931" y="326"/>
                  <a:pt x="936" y="326"/>
                </a:cubicBezTo>
                <a:cubicBezTo>
                  <a:pt x="940" y="326"/>
                  <a:pt x="944" y="322"/>
                  <a:pt x="944" y="317"/>
                </a:cubicBezTo>
                <a:close/>
                <a:moveTo>
                  <a:pt x="970" y="317"/>
                </a:moveTo>
                <a:cubicBezTo>
                  <a:pt x="970" y="313"/>
                  <a:pt x="966" y="309"/>
                  <a:pt x="961" y="309"/>
                </a:cubicBezTo>
                <a:cubicBezTo>
                  <a:pt x="957" y="309"/>
                  <a:pt x="953" y="313"/>
                  <a:pt x="953" y="317"/>
                </a:cubicBezTo>
                <a:cubicBezTo>
                  <a:pt x="953" y="322"/>
                  <a:pt x="957" y="326"/>
                  <a:pt x="961" y="326"/>
                </a:cubicBezTo>
                <a:cubicBezTo>
                  <a:pt x="966" y="326"/>
                  <a:pt x="970" y="322"/>
                  <a:pt x="970" y="317"/>
                </a:cubicBezTo>
                <a:close/>
                <a:moveTo>
                  <a:pt x="996" y="317"/>
                </a:moveTo>
                <a:cubicBezTo>
                  <a:pt x="996" y="313"/>
                  <a:pt x="992" y="309"/>
                  <a:pt x="987" y="309"/>
                </a:cubicBezTo>
                <a:cubicBezTo>
                  <a:pt x="983" y="309"/>
                  <a:pt x="979" y="313"/>
                  <a:pt x="979" y="317"/>
                </a:cubicBezTo>
                <a:cubicBezTo>
                  <a:pt x="979" y="322"/>
                  <a:pt x="983" y="326"/>
                  <a:pt x="987" y="326"/>
                </a:cubicBezTo>
                <a:cubicBezTo>
                  <a:pt x="992" y="326"/>
                  <a:pt x="996" y="322"/>
                  <a:pt x="996" y="317"/>
                </a:cubicBezTo>
                <a:close/>
                <a:moveTo>
                  <a:pt x="1022" y="317"/>
                </a:moveTo>
                <a:cubicBezTo>
                  <a:pt x="1022" y="313"/>
                  <a:pt x="1018" y="309"/>
                  <a:pt x="1013" y="309"/>
                </a:cubicBezTo>
                <a:cubicBezTo>
                  <a:pt x="1008" y="309"/>
                  <a:pt x="1004" y="313"/>
                  <a:pt x="1004" y="317"/>
                </a:cubicBezTo>
                <a:cubicBezTo>
                  <a:pt x="1004" y="322"/>
                  <a:pt x="1008" y="326"/>
                  <a:pt x="1013" y="326"/>
                </a:cubicBezTo>
                <a:cubicBezTo>
                  <a:pt x="1018" y="326"/>
                  <a:pt x="1022" y="322"/>
                  <a:pt x="1022" y="317"/>
                </a:cubicBezTo>
                <a:close/>
                <a:moveTo>
                  <a:pt x="1408" y="317"/>
                </a:moveTo>
                <a:cubicBezTo>
                  <a:pt x="1408" y="313"/>
                  <a:pt x="1404" y="309"/>
                  <a:pt x="1399" y="309"/>
                </a:cubicBezTo>
                <a:cubicBezTo>
                  <a:pt x="1395" y="309"/>
                  <a:pt x="1391" y="313"/>
                  <a:pt x="1391" y="317"/>
                </a:cubicBezTo>
                <a:cubicBezTo>
                  <a:pt x="1391" y="322"/>
                  <a:pt x="1395" y="326"/>
                  <a:pt x="1399" y="326"/>
                </a:cubicBezTo>
                <a:cubicBezTo>
                  <a:pt x="1404" y="326"/>
                  <a:pt x="1408" y="322"/>
                  <a:pt x="1408" y="317"/>
                </a:cubicBezTo>
                <a:close/>
                <a:moveTo>
                  <a:pt x="1434" y="317"/>
                </a:moveTo>
                <a:cubicBezTo>
                  <a:pt x="1434" y="313"/>
                  <a:pt x="1430" y="309"/>
                  <a:pt x="1425" y="309"/>
                </a:cubicBezTo>
                <a:cubicBezTo>
                  <a:pt x="1420" y="309"/>
                  <a:pt x="1417" y="313"/>
                  <a:pt x="1417" y="317"/>
                </a:cubicBezTo>
                <a:cubicBezTo>
                  <a:pt x="1417" y="322"/>
                  <a:pt x="1420" y="326"/>
                  <a:pt x="1425" y="326"/>
                </a:cubicBezTo>
                <a:cubicBezTo>
                  <a:pt x="1430" y="326"/>
                  <a:pt x="1434" y="322"/>
                  <a:pt x="1434" y="317"/>
                </a:cubicBezTo>
                <a:close/>
                <a:moveTo>
                  <a:pt x="1459" y="317"/>
                </a:moveTo>
                <a:cubicBezTo>
                  <a:pt x="1459" y="313"/>
                  <a:pt x="1456" y="309"/>
                  <a:pt x="1451" y="309"/>
                </a:cubicBezTo>
                <a:cubicBezTo>
                  <a:pt x="1446" y="309"/>
                  <a:pt x="1442" y="313"/>
                  <a:pt x="1442" y="317"/>
                </a:cubicBezTo>
                <a:cubicBezTo>
                  <a:pt x="1442" y="322"/>
                  <a:pt x="1446" y="326"/>
                  <a:pt x="1451" y="326"/>
                </a:cubicBezTo>
                <a:cubicBezTo>
                  <a:pt x="1456" y="326"/>
                  <a:pt x="1459" y="322"/>
                  <a:pt x="1459" y="317"/>
                </a:cubicBezTo>
                <a:close/>
                <a:moveTo>
                  <a:pt x="1511" y="317"/>
                </a:moveTo>
                <a:cubicBezTo>
                  <a:pt x="1511" y="313"/>
                  <a:pt x="1507" y="309"/>
                  <a:pt x="1502" y="309"/>
                </a:cubicBezTo>
                <a:cubicBezTo>
                  <a:pt x="1498" y="309"/>
                  <a:pt x="1494" y="313"/>
                  <a:pt x="1494" y="317"/>
                </a:cubicBezTo>
                <a:cubicBezTo>
                  <a:pt x="1494" y="322"/>
                  <a:pt x="1498" y="326"/>
                  <a:pt x="1502" y="326"/>
                </a:cubicBezTo>
                <a:cubicBezTo>
                  <a:pt x="1507" y="326"/>
                  <a:pt x="1511" y="322"/>
                  <a:pt x="1511" y="317"/>
                </a:cubicBezTo>
                <a:close/>
                <a:moveTo>
                  <a:pt x="1743" y="317"/>
                </a:moveTo>
                <a:cubicBezTo>
                  <a:pt x="1743" y="313"/>
                  <a:pt x="1739" y="309"/>
                  <a:pt x="1734" y="309"/>
                </a:cubicBezTo>
                <a:cubicBezTo>
                  <a:pt x="1730" y="309"/>
                  <a:pt x="1726" y="313"/>
                  <a:pt x="1726" y="317"/>
                </a:cubicBezTo>
                <a:cubicBezTo>
                  <a:pt x="1726" y="322"/>
                  <a:pt x="1730" y="326"/>
                  <a:pt x="1734" y="326"/>
                </a:cubicBezTo>
                <a:cubicBezTo>
                  <a:pt x="1739" y="326"/>
                  <a:pt x="1743" y="322"/>
                  <a:pt x="1743" y="317"/>
                </a:cubicBezTo>
                <a:close/>
                <a:moveTo>
                  <a:pt x="1769" y="317"/>
                </a:moveTo>
                <a:cubicBezTo>
                  <a:pt x="1769" y="313"/>
                  <a:pt x="1765" y="309"/>
                  <a:pt x="1760" y="309"/>
                </a:cubicBezTo>
                <a:cubicBezTo>
                  <a:pt x="1755" y="309"/>
                  <a:pt x="1751" y="313"/>
                  <a:pt x="1751" y="317"/>
                </a:cubicBezTo>
                <a:cubicBezTo>
                  <a:pt x="1751" y="322"/>
                  <a:pt x="1755" y="326"/>
                  <a:pt x="1760" y="326"/>
                </a:cubicBezTo>
                <a:cubicBezTo>
                  <a:pt x="1765" y="326"/>
                  <a:pt x="1769" y="322"/>
                  <a:pt x="1769" y="317"/>
                </a:cubicBezTo>
                <a:close/>
                <a:moveTo>
                  <a:pt x="1794" y="317"/>
                </a:moveTo>
                <a:cubicBezTo>
                  <a:pt x="1794" y="313"/>
                  <a:pt x="1791" y="309"/>
                  <a:pt x="1786" y="309"/>
                </a:cubicBezTo>
                <a:cubicBezTo>
                  <a:pt x="1781" y="309"/>
                  <a:pt x="1777" y="313"/>
                  <a:pt x="1777" y="317"/>
                </a:cubicBezTo>
                <a:cubicBezTo>
                  <a:pt x="1777" y="322"/>
                  <a:pt x="1781" y="326"/>
                  <a:pt x="1786" y="326"/>
                </a:cubicBezTo>
                <a:cubicBezTo>
                  <a:pt x="1791" y="326"/>
                  <a:pt x="1794" y="322"/>
                  <a:pt x="1794" y="317"/>
                </a:cubicBezTo>
                <a:close/>
                <a:moveTo>
                  <a:pt x="1820" y="317"/>
                </a:moveTo>
                <a:cubicBezTo>
                  <a:pt x="1820" y="313"/>
                  <a:pt x="1816" y="309"/>
                  <a:pt x="1812" y="309"/>
                </a:cubicBezTo>
                <a:cubicBezTo>
                  <a:pt x="1807" y="309"/>
                  <a:pt x="1803" y="313"/>
                  <a:pt x="1803" y="317"/>
                </a:cubicBezTo>
                <a:cubicBezTo>
                  <a:pt x="1803" y="322"/>
                  <a:pt x="1807" y="326"/>
                  <a:pt x="1812" y="326"/>
                </a:cubicBezTo>
                <a:cubicBezTo>
                  <a:pt x="1816" y="326"/>
                  <a:pt x="1820" y="322"/>
                  <a:pt x="1820" y="317"/>
                </a:cubicBezTo>
                <a:close/>
                <a:moveTo>
                  <a:pt x="1846" y="317"/>
                </a:moveTo>
                <a:cubicBezTo>
                  <a:pt x="1846" y="313"/>
                  <a:pt x="1842" y="309"/>
                  <a:pt x="1837" y="309"/>
                </a:cubicBezTo>
                <a:cubicBezTo>
                  <a:pt x="1833" y="309"/>
                  <a:pt x="1829" y="313"/>
                  <a:pt x="1829" y="317"/>
                </a:cubicBezTo>
                <a:cubicBezTo>
                  <a:pt x="1829" y="322"/>
                  <a:pt x="1833" y="326"/>
                  <a:pt x="1837" y="326"/>
                </a:cubicBezTo>
                <a:cubicBezTo>
                  <a:pt x="1842" y="326"/>
                  <a:pt x="1846" y="322"/>
                  <a:pt x="1846" y="317"/>
                </a:cubicBezTo>
                <a:close/>
                <a:moveTo>
                  <a:pt x="1872" y="317"/>
                </a:moveTo>
                <a:cubicBezTo>
                  <a:pt x="1872" y="313"/>
                  <a:pt x="1868" y="309"/>
                  <a:pt x="1863" y="309"/>
                </a:cubicBezTo>
                <a:cubicBezTo>
                  <a:pt x="1858" y="309"/>
                  <a:pt x="1854" y="313"/>
                  <a:pt x="1854" y="317"/>
                </a:cubicBezTo>
                <a:cubicBezTo>
                  <a:pt x="1854" y="322"/>
                  <a:pt x="1858" y="326"/>
                  <a:pt x="1863" y="326"/>
                </a:cubicBezTo>
                <a:cubicBezTo>
                  <a:pt x="1868" y="326"/>
                  <a:pt x="1872" y="322"/>
                  <a:pt x="1872" y="317"/>
                </a:cubicBezTo>
                <a:close/>
                <a:moveTo>
                  <a:pt x="1897" y="317"/>
                </a:moveTo>
                <a:cubicBezTo>
                  <a:pt x="1897" y="313"/>
                  <a:pt x="1894" y="309"/>
                  <a:pt x="1889" y="309"/>
                </a:cubicBezTo>
                <a:cubicBezTo>
                  <a:pt x="1884" y="309"/>
                  <a:pt x="1880" y="313"/>
                  <a:pt x="1880" y="317"/>
                </a:cubicBezTo>
                <a:cubicBezTo>
                  <a:pt x="1880" y="322"/>
                  <a:pt x="1884" y="326"/>
                  <a:pt x="1889" y="326"/>
                </a:cubicBezTo>
                <a:cubicBezTo>
                  <a:pt x="1894" y="326"/>
                  <a:pt x="1897" y="322"/>
                  <a:pt x="1897" y="317"/>
                </a:cubicBezTo>
                <a:close/>
                <a:moveTo>
                  <a:pt x="1923" y="317"/>
                </a:moveTo>
                <a:cubicBezTo>
                  <a:pt x="1923" y="313"/>
                  <a:pt x="1919" y="309"/>
                  <a:pt x="1915" y="309"/>
                </a:cubicBezTo>
                <a:cubicBezTo>
                  <a:pt x="1910" y="309"/>
                  <a:pt x="1906" y="313"/>
                  <a:pt x="1906" y="317"/>
                </a:cubicBezTo>
                <a:cubicBezTo>
                  <a:pt x="1906" y="322"/>
                  <a:pt x="1910" y="326"/>
                  <a:pt x="1915" y="326"/>
                </a:cubicBezTo>
                <a:cubicBezTo>
                  <a:pt x="1919" y="326"/>
                  <a:pt x="1923" y="322"/>
                  <a:pt x="1923" y="317"/>
                </a:cubicBezTo>
                <a:close/>
                <a:moveTo>
                  <a:pt x="1949" y="317"/>
                </a:moveTo>
                <a:cubicBezTo>
                  <a:pt x="1949" y="313"/>
                  <a:pt x="1945" y="309"/>
                  <a:pt x="1940" y="309"/>
                </a:cubicBezTo>
                <a:cubicBezTo>
                  <a:pt x="1936" y="309"/>
                  <a:pt x="1932" y="313"/>
                  <a:pt x="1932" y="317"/>
                </a:cubicBezTo>
                <a:cubicBezTo>
                  <a:pt x="1932" y="322"/>
                  <a:pt x="1936" y="326"/>
                  <a:pt x="1940" y="326"/>
                </a:cubicBezTo>
                <a:cubicBezTo>
                  <a:pt x="1945" y="326"/>
                  <a:pt x="1949" y="322"/>
                  <a:pt x="1949" y="317"/>
                </a:cubicBezTo>
                <a:close/>
                <a:moveTo>
                  <a:pt x="1975" y="317"/>
                </a:moveTo>
                <a:cubicBezTo>
                  <a:pt x="1975" y="313"/>
                  <a:pt x="1971" y="309"/>
                  <a:pt x="1966" y="309"/>
                </a:cubicBezTo>
                <a:cubicBezTo>
                  <a:pt x="1961" y="309"/>
                  <a:pt x="1957" y="313"/>
                  <a:pt x="1957" y="317"/>
                </a:cubicBezTo>
                <a:cubicBezTo>
                  <a:pt x="1957" y="322"/>
                  <a:pt x="1961" y="326"/>
                  <a:pt x="1966" y="326"/>
                </a:cubicBezTo>
                <a:cubicBezTo>
                  <a:pt x="1971" y="326"/>
                  <a:pt x="1975" y="322"/>
                  <a:pt x="1975" y="317"/>
                </a:cubicBezTo>
                <a:close/>
                <a:moveTo>
                  <a:pt x="2000" y="317"/>
                </a:moveTo>
                <a:cubicBezTo>
                  <a:pt x="2000" y="313"/>
                  <a:pt x="1997" y="309"/>
                  <a:pt x="1992" y="309"/>
                </a:cubicBezTo>
                <a:cubicBezTo>
                  <a:pt x="1987" y="309"/>
                  <a:pt x="1983" y="313"/>
                  <a:pt x="1983" y="317"/>
                </a:cubicBezTo>
                <a:cubicBezTo>
                  <a:pt x="1983" y="322"/>
                  <a:pt x="1987" y="326"/>
                  <a:pt x="1992" y="326"/>
                </a:cubicBezTo>
                <a:cubicBezTo>
                  <a:pt x="1997" y="326"/>
                  <a:pt x="2000" y="322"/>
                  <a:pt x="2000" y="317"/>
                </a:cubicBezTo>
                <a:close/>
                <a:moveTo>
                  <a:pt x="2026" y="317"/>
                </a:moveTo>
                <a:cubicBezTo>
                  <a:pt x="2026" y="313"/>
                  <a:pt x="2022" y="309"/>
                  <a:pt x="2018" y="309"/>
                </a:cubicBezTo>
                <a:cubicBezTo>
                  <a:pt x="2013" y="309"/>
                  <a:pt x="2009" y="313"/>
                  <a:pt x="2009" y="317"/>
                </a:cubicBezTo>
                <a:cubicBezTo>
                  <a:pt x="2009" y="322"/>
                  <a:pt x="2013" y="326"/>
                  <a:pt x="2018" y="326"/>
                </a:cubicBezTo>
                <a:cubicBezTo>
                  <a:pt x="2022" y="326"/>
                  <a:pt x="2026" y="322"/>
                  <a:pt x="2026" y="317"/>
                </a:cubicBezTo>
                <a:close/>
                <a:moveTo>
                  <a:pt x="2052" y="317"/>
                </a:moveTo>
                <a:cubicBezTo>
                  <a:pt x="2052" y="313"/>
                  <a:pt x="2048" y="309"/>
                  <a:pt x="2043" y="309"/>
                </a:cubicBezTo>
                <a:cubicBezTo>
                  <a:pt x="2039" y="309"/>
                  <a:pt x="2035" y="313"/>
                  <a:pt x="2035" y="317"/>
                </a:cubicBezTo>
                <a:cubicBezTo>
                  <a:pt x="2035" y="322"/>
                  <a:pt x="2039" y="326"/>
                  <a:pt x="2043" y="326"/>
                </a:cubicBezTo>
                <a:cubicBezTo>
                  <a:pt x="2048" y="326"/>
                  <a:pt x="2052" y="322"/>
                  <a:pt x="2052" y="317"/>
                </a:cubicBezTo>
                <a:close/>
                <a:moveTo>
                  <a:pt x="2078" y="317"/>
                </a:moveTo>
                <a:cubicBezTo>
                  <a:pt x="2078" y="313"/>
                  <a:pt x="2074" y="309"/>
                  <a:pt x="2069" y="309"/>
                </a:cubicBezTo>
                <a:cubicBezTo>
                  <a:pt x="2064" y="309"/>
                  <a:pt x="2061" y="313"/>
                  <a:pt x="2061" y="317"/>
                </a:cubicBezTo>
                <a:cubicBezTo>
                  <a:pt x="2061" y="322"/>
                  <a:pt x="2064" y="326"/>
                  <a:pt x="2069" y="326"/>
                </a:cubicBezTo>
                <a:cubicBezTo>
                  <a:pt x="2074" y="326"/>
                  <a:pt x="2078" y="322"/>
                  <a:pt x="2078" y="317"/>
                </a:cubicBezTo>
                <a:close/>
                <a:moveTo>
                  <a:pt x="2103" y="317"/>
                </a:moveTo>
                <a:cubicBezTo>
                  <a:pt x="2103" y="313"/>
                  <a:pt x="2100" y="309"/>
                  <a:pt x="2095" y="309"/>
                </a:cubicBezTo>
                <a:cubicBezTo>
                  <a:pt x="2090" y="309"/>
                  <a:pt x="2086" y="313"/>
                  <a:pt x="2086" y="317"/>
                </a:cubicBezTo>
                <a:cubicBezTo>
                  <a:pt x="2086" y="322"/>
                  <a:pt x="2090" y="326"/>
                  <a:pt x="2095" y="326"/>
                </a:cubicBezTo>
                <a:cubicBezTo>
                  <a:pt x="2100" y="326"/>
                  <a:pt x="2103" y="322"/>
                  <a:pt x="2103" y="317"/>
                </a:cubicBezTo>
                <a:close/>
                <a:moveTo>
                  <a:pt x="2129" y="317"/>
                </a:moveTo>
                <a:cubicBezTo>
                  <a:pt x="2129" y="313"/>
                  <a:pt x="2125" y="309"/>
                  <a:pt x="2121" y="309"/>
                </a:cubicBezTo>
                <a:cubicBezTo>
                  <a:pt x="2116" y="309"/>
                  <a:pt x="2112" y="313"/>
                  <a:pt x="2112" y="317"/>
                </a:cubicBezTo>
                <a:cubicBezTo>
                  <a:pt x="2112" y="322"/>
                  <a:pt x="2116" y="326"/>
                  <a:pt x="2121" y="326"/>
                </a:cubicBezTo>
                <a:cubicBezTo>
                  <a:pt x="2125" y="326"/>
                  <a:pt x="2129" y="322"/>
                  <a:pt x="2129" y="317"/>
                </a:cubicBezTo>
                <a:close/>
                <a:moveTo>
                  <a:pt x="2155" y="317"/>
                </a:moveTo>
                <a:cubicBezTo>
                  <a:pt x="2155" y="313"/>
                  <a:pt x="2151" y="309"/>
                  <a:pt x="2146" y="309"/>
                </a:cubicBezTo>
                <a:cubicBezTo>
                  <a:pt x="2142" y="309"/>
                  <a:pt x="2138" y="313"/>
                  <a:pt x="2138" y="317"/>
                </a:cubicBezTo>
                <a:cubicBezTo>
                  <a:pt x="2138" y="322"/>
                  <a:pt x="2142" y="326"/>
                  <a:pt x="2146" y="326"/>
                </a:cubicBezTo>
                <a:cubicBezTo>
                  <a:pt x="2151" y="326"/>
                  <a:pt x="2155" y="322"/>
                  <a:pt x="2155" y="317"/>
                </a:cubicBezTo>
                <a:close/>
                <a:moveTo>
                  <a:pt x="2181" y="317"/>
                </a:moveTo>
                <a:cubicBezTo>
                  <a:pt x="2181" y="313"/>
                  <a:pt x="2177" y="309"/>
                  <a:pt x="2172" y="309"/>
                </a:cubicBezTo>
                <a:cubicBezTo>
                  <a:pt x="2167" y="309"/>
                  <a:pt x="2164" y="313"/>
                  <a:pt x="2164" y="317"/>
                </a:cubicBezTo>
                <a:cubicBezTo>
                  <a:pt x="2164" y="322"/>
                  <a:pt x="2167" y="326"/>
                  <a:pt x="2172" y="326"/>
                </a:cubicBezTo>
                <a:cubicBezTo>
                  <a:pt x="2177" y="326"/>
                  <a:pt x="2181" y="322"/>
                  <a:pt x="2181" y="317"/>
                </a:cubicBezTo>
                <a:close/>
                <a:moveTo>
                  <a:pt x="2207" y="317"/>
                </a:moveTo>
                <a:cubicBezTo>
                  <a:pt x="2207" y="313"/>
                  <a:pt x="2203" y="309"/>
                  <a:pt x="2198" y="309"/>
                </a:cubicBezTo>
                <a:cubicBezTo>
                  <a:pt x="2193" y="309"/>
                  <a:pt x="2189" y="313"/>
                  <a:pt x="2189" y="317"/>
                </a:cubicBezTo>
                <a:cubicBezTo>
                  <a:pt x="2189" y="322"/>
                  <a:pt x="2193" y="326"/>
                  <a:pt x="2198" y="326"/>
                </a:cubicBezTo>
                <a:cubicBezTo>
                  <a:pt x="2203" y="326"/>
                  <a:pt x="2207" y="322"/>
                  <a:pt x="2207" y="317"/>
                </a:cubicBezTo>
                <a:close/>
                <a:moveTo>
                  <a:pt x="2232" y="317"/>
                </a:moveTo>
                <a:cubicBezTo>
                  <a:pt x="2232" y="313"/>
                  <a:pt x="2228" y="309"/>
                  <a:pt x="2224" y="309"/>
                </a:cubicBezTo>
                <a:cubicBezTo>
                  <a:pt x="2219" y="309"/>
                  <a:pt x="2215" y="313"/>
                  <a:pt x="2215" y="317"/>
                </a:cubicBezTo>
                <a:cubicBezTo>
                  <a:pt x="2215" y="322"/>
                  <a:pt x="2219" y="326"/>
                  <a:pt x="2224" y="326"/>
                </a:cubicBezTo>
                <a:cubicBezTo>
                  <a:pt x="2228" y="326"/>
                  <a:pt x="2232" y="322"/>
                  <a:pt x="2232" y="317"/>
                </a:cubicBezTo>
                <a:close/>
                <a:moveTo>
                  <a:pt x="2258" y="317"/>
                </a:moveTo>
                <a:cubicBezTo>
                  <a:pt x="2258" y="313"/>
                  <a:pt x="2254" y="309"/>
                  <a:pt x="2249" y="309"/>
                </a:cubicBezTo>
                <a:cubicBezTo>
                  <a:pt x="2245" y="309"/>
                  <a:pt x="2241" y="313"/>
                  <a:pt x="2241" y="317"/>
                </a:cubicBezTo>
                <a:cubicBezTo>
                  <a:pt x="2241" y="322"/>
                  <a:pt x="2245" y="326"/>
                  <a:pt x="2249" y="326"/>
                </a:cubicBezTo>
                <a:cubicBezTo>
                  <a:pt x="2254" y="326"/>
                  <a:pt x="2258" y="322"/>
                  <a:pt x="2258" y="317"/>
                </a:cubicBezTo>
                <a:close/>
                <a:moveTo>
                  <a:pt x="2284" y="317"/>
                </a:moveTo>
                <a:cubicBezTo>
                  <a:pt x="2284" y="313"/>
                  <a:pt x="2280" y="309"/>
                  <a:pt x="2275" y="309"/>
                </a:cubicBezTo>
                <a:cubicBezTo>
                  <a:pt x="2270" y="309"/>
                  <a:pt x="2267" y="313"/>
                  <a:pt x="2267" y="317"/>
                </a:cubicBezTo>
                <a:cubicBezTo>
                  <a:pt x="2267" y="322"/>
                  <a:pt x="2270" y="326"/>
                  <a:pt x="2275" y="326"/>
                </a:cubicBezTo>
                <a:cubicBezTo>
                  <a:pt x="2280" y="326"/>
                  <a:pt x="2284" y="322"/>
                  <a:pt x="2284" y="317"/>
                </a:cubicBezTo>
                <a:close/>
                <a:moveTo>
                  <a:pt x="2310" y="317"/>
                </a:moveTo>
                <a:cubicBezTo>
                  <a:pt x="2310" y="313"/>
                  <a:pt x="2306" y="309"/>
                  <a:pt x="2301" y="309"/>
                </a:cubicBezTo>
                <a:cubicBezTo>
                  <a:pt x="2296" y="309"/>
                  <a:pt x="2292" y="313"/>
                  <a:pt x="2292" y="317"/>
                </a:cubicBezTo>
                <a:cubicBezTo>
                  <a:pt x="2292" y="322"/>
                  <a:pt x="2296" y="326"/>
                  <a:pt x="2301" y="326"/>
                </a:cubicBezTo>
                <a:cubicBezTo>
                  <a:pt x="2306" y="326"/>
                  <a:pt x="2310" y="322"/>
                  <a:pt x="2310" y="317"/>
                </a:cubicBezTo>
                <a:close/>
                <a:moveTo>
                  <a:pt x="2335" y="317"/>
                </a:moveTo>
                <a:cubicBezTo>
                  <a:pt x="2335" y="313"/>
                  <a:pt x="2331" y="309"/>
                  <a:pt x="2327" y="309"/>
                </a:cubicBezTo>
                <a:cubicBezTo>
                  <a:pt x="2322" y="309"/>
                  <a:pt x="2318" y="313"/>
                  <a:pt x="2318" y="317"/>
                </a:cubicBezTo>
                <a:cubicBezTo>
                  <a:pt x="2318" y="322"/>
                  <a:pt x="2322" y="326"/>
                  <a:pt x="2327" y="326"/>
                </a:cubicBezTo>
                <a:cubicBezTo>
                  <a:pt x="2331" y="326"/>
                  <a:pt x="2335" y="322"/>
                  <a:pt x="2335" y="317"/>
                </a:cubicBezTo>
                <a:close/>
                <a:moveTo>
                  <a:pt x="2361" y="317"/>
                </a:moveTo>
                <a:cubicBezTo>
                  <a:pt x="2361" y="313"/>
                  <a:pt x="2357" y="309"/>
                  <a:pt x="2352" y="309"/>
                </a:cubicBezTo>
                <a:cubicBezTo>
                  <a:pt x="2348" y="309"/>
                  <a:pt x="2344" y="313"/>
                  <a:pt x="2344" y="317"/>
                </a:cubicBezTo>
                <a:cubicBezTo>
                  <a:pt x="2344" y="322"/>
                  <a:pt x="2348" y="326"/>
                  <a:pt x="2352" y="326"/>
                </a:cubicBezTo>
                <a:cubicBezTo>
                  <a:pt x="2357" y="326"/>
                  <a:pt x="2361" y="322"/>
                  <a:pt x="2361" y="317"/>
                </a:cubicBezTo>
                <a:close/>
                <a:moveTo>
                  <a:pt x="2387" y="317"/>
                </a:moveTo>
                <a:cubicBezTo>
                  <a:pt x="2387" y="313"/>
                  <a:pt x="2383" y="309"/>
                  <a:pt x="2378" y="309"/>
                </a:cubicBezTo>
                <a:cubicBezTo>
                  <a:pt x="2373" y="309"/>
                  <a:pt x="2370" y="313"/>
                  <a:pt x="2370" y="317"/>
                </a:cubicBezTo>
                <a:cubicBezTo>
                  <a:pt x="2370" y="322"/>
                  <a:pt x="2373" y="326"/>
                  <a:pt x="2378" y="326"/>
                </a:cubicBezTo>
                <a:cubicBezTo>
                  <a:pt x="2383" y="326"/>
                  <a:pt x="2387" y="322"/>
                  <a:pt x="2387" y="317"/>
                </a:cubicBezTo>
                <a:close/>
                <a:moveTo>
                  <a:pt x="2413" y="317"/>
                </a:moveTo>
                <a:cubicBezTo>
                  <a:pt x="2413" y="313"/>
                  <a:pt x="2409" y="309"/>
                  <a:pt x="2404" y="309"/>
                </a:cubicBezTo>
                <a:cubicBezTo>
                  <a:pt x="2399" y="309"/>
                  <a:pt x="2395" y="313"/>
                  <a:pt x="2395" y="317"/>
                </a:cubicBezTo>
                <a:cubicBezTo>
                  <a:pt x="2395" y="322"/>
                  <a:pt x="2399" y="326"/>
                  <a:pt x="2404" y="326"/>
                </a:cubicBezTo>
                <a:cubicBezTo>
                  <a:pt x="2409" y="326"/>
                  <a:pt x="2413" y="322"/>
                  <a:pt x="2413" y="317"/>
                </a:cubicBezTo>
                <a:close/>
                <a:moveTo>
                  <a:pt x="2438" y="317"/>
                </a:moveTo>
                <a:cubicBezTo>
                  <a:pt x="2438" y="313"/>
                  <a:pt x="2434" y="309"/>
                  <a:pt x="2430" y="309"/>
                </a:cubicBezTo>
                <a:cubicBezTo>
                  <a:pt x="2425" y="309"/>
                  <a:pt x="2421" y="313"/>
                  <a:pt x="2421" y="317"/>
                </a:cubicBezTo>
                <a:cubicBezTo>
                  <a:pt x="2421" y="322"/>
                  <a:pt x="2425" y="326"/>
                  <a:pt x="2430" y="326"/>
                </a:cubicBezTo>
                <a:cubicBezTo>
                  <a:pt x="2434" y="326"/>
                  <a:pt x="2438" y="322"/>
                  <a:pt x="2438" y="317"/>
                </a:cubicBezTo>
                <a:close/>
                <a:moveTo>
                  <a:pt x="2464" y="317"/>
                </a:moveTo>
                <a:cubicBezTo>
                  <a:pt x="2464" y="313"/>
                  <a:pt x="2460" y="309"/>
                  <a:pt x="2456" y="309"/>
                </a:cubicBezTo>
                <a:cubicBezTo>
                  <a:pt x="2451" y="309"/>
                  <a:pt x="2447" y="313"/>
                  <a:pt x="2447" y="317"/>
                </a:cubicBezTo>
                <a:cubicBezTo>
                  <a:pt x="2447" y="322"/>
                  <a:pt x="2451" y="326"/>
                  <a:pt x="2456" y="326"/>
                </a:cubicBezTo>
                <a:cubicBezTo>
                  <a:pt x="2460" y="326"/>
                  <a:pt x="2464" y="322"/>
                  <a:pt x="2464" y="317"/>
                </a:cubicBezTo>
                <a:close/>
                <a:moveTo>
                  <a:pt x="2490" y="317"/>
                </a:moveTo>
                <a:cubicBezTo>
                  <a:pt x="2490" y="313"/>
                  <a:pt x="2486" y="309"/>
                  <a:pt x="2481" y="309"/>
                </a:cubicBezTo>
                <a:cubicBezTo>
                  <a:pt x="2477" y="309"/>
                  <a:pt x="2473" y="313"/>
                  <a:pt x="2473" y="317"/>
                </a:cubicBezTo>
                <a:cubicBezTo>
                  <a:pt x="2473" y="322"/>
                  <a:pt x="2477" y="326"/>
                  <a:pt x="2481" y="326"/>
                </a:cubicBezTo>
                <a:cubicBezTo>
                  <a:pt x="2486" y="326"/>
                  <a:pt x="2490" y="322"/>
                  <a:pt x="2490" y="317"/>
                </a:cubicBezTo>
                <a:close/>
                <a:moveTo>
                  <a:pt x="2516" y="317"/>
                </a:moveTo>
                <a:cubicBezTo>
                  <a:pt x="2516" y="313"/>
                  <a:pt x="2512" y="309"/>
                  <a:pt x="2507" y="309"/>
                </a:cubicBezTo>
                <a:cubicBezTo>
                  <a:pt x="2502" y="309"/>
                  <a:pt x="2498" y="313"/>
                  <a:pt x="2498" y="317"/>
                </a:cubicBezTo>
                <a:cubicBezTo>
                  <a:pt x="2498" y="322"/>
                  <a:pt x="2502" y="326"/>
                  <a:pt x="2507" y="326"/>
                </a:cubicBezTo>
                <a:cubicBezTo>
                  <a:pt x="2512" y="326"/>
                  <a:pt x="2516" y="322"/>
                  <a:pt x="2516" y="317"/>
                </a:cubicBezTo>
                <a:close/>
                <a:moveTo>
                  <a:pt x="2541" y="317"/>
                </a:moveTo>
                <a:cubicBezTo>
                  <a:pt x="2541" y="313"/>
                  <a:pt x="2538" y="309"/>
                  <a:pt x="2533" y="309"/>
                </a:cubicBezTo>
                <a:cubicBezTo>
                  <a:pt x="2528" y="309"/>
                  <a:pt x="2524" y="313"/>
                  <a:pt x="2524" y="317"/>
                </a:cubicBezTo>
                <a:cubicBezTo>
                  <a:pt x="2524" y="322"/>
                  <a:pt x="2528" y="326"/>
                  <a:pt x="2533" y="326"/>
                </a:cubicBezTo>
                <a:cubicBezTo>
                  <a:pt x="2538" y="326"/>
                  <a:pt x="2541" y="322"/>
                  <a:pt x="2541" y="317"/>
                </a:cubicBezTo>
                <a:close/>
                <a:moveTo>
                  <a:pt x="2567" y="317"/>
                </a:moveTo>
                <a:cubicBezTo>
                  <a:pt x="2567" y="313"/>
                  <a:pt x="2563" y="309"/>
                  <a:pt x="2559" y="309"/>
                </a:cubicBezTo>
                <a:cubicBezTo>
                  <a:pt x="2554" y="309"/>
                  <a:pt x="2550" y="313"/>
                  <a:pt x="2550" y="317"/>
                </a:cubicBezTo>
                <a:cubicBezTo>
                  <a:pt x="2550" y="322"/>
                  <a:pt x="2554" y="326"/>
                  <a:pt x="2559" y="326"/>
                </a:cubicBezTo>
                <a:cubicBezTo>
                  <a:pt x="2563" y="326"/>
                  <a:pt x="2567" y="322"/>
                  <a:pt x="2567" y="317"/>
                </a:cubicBezTo>
                <a:close/>
                <a:moveTo>
                  <a:pt x="2593" y="317"/>
                </a:moveTo>
                <a:cubicBezTo>
                  <a:pt x="2593" y="313"/>
                  <a:pt x="2589" y="309"/>
                  <a:pt x="2584" y="309"/>
                </a:cubicBezTo>
                <a:cubicBezTo>
                  <a:pt x="2580" y="309"/>
                  <a:pt x="2576" y="313"/>
                  <a:pt x="2576" y="317"/>
                </a:cubicBezTo>
                <a:cubicBezTo>
                  <a:pt x="2576" y="322"/>
                  <a:pt x="2580" y="326"/>
                  <a:pt x="2584" y="326"/>
                </a:cubicBezTo>
                <a:cubicBezTo>
                  <a:pt x="2589" y="326"/>
                  <a:pt x="2593" y="322"/>
                  <a:pt x="2593" y="317"/>
                </a:cubicBezTo>
                <a:close/>
                <a:moveTo>
                  <a:pt x="2619" y="317"/>
                </a:moveTo>
                <a:cubicBezTo>
                  <a:pt x="2619" y="313"/>
                  <a:pt x="2615" y="309"/>
                  <a:pt x="2610" y="309"/>
                </a:cubicBezTo>
                <a:cubicBezTo>
                  <a:pt x="2605" y="309"/>
                  <a:pt x="2601" y="313"/>
                  <a:pt x="2601" y="317"/>
                </a:cubicBezTo>
                <a:cubicBezTo>
                  <a:pt x="2601" y="322"/>
                  <a:pt x="2605" y="326"/>
                  <a:pt x="2610" y="326"/>
                </a:cubicBezTo>
                <a:cubicBezTo>
                  <a:pt x="2615" y="326"/>
                  <a:pt x="2619" y="322"/>
                  <a:pt x="2619" y="317"/>
                </a:cubicBezTo>
                <a:close/>
                <a:moveTo>
                  <a:pt x="2644" y="317"/>
                </a:moveTo>
                <a:cubicBezTo>
                  <a:pt x="2644" y="313"/>
                  <a:pt x="2641" y="309"/>
                  <a:pt x="2636" y="309"/>
                </a:cubicBezTo>
                <a:cubicBezTo>
                  <a:pt x="2631" y="309"/>
                  <a:pt x="2627" y="313"/>
                  <a:pt x="2627" y="317"/>
                </a:cubicBezTo>
                <a:cubicBezTo>
                  <a:pt x="2627" y="322"/>
                  <a:pt x="2631" y="326"/>
                  <a:pt x="2636" y="326"/>
                </a:cubicBezTo>
                <a:cubicBezTo>
                  <a:pt x="2641" y="326"/>
                  <a:pt x="2644" y="322"/>
                  <a:pt x="2644" y="317"/>
                </a:cubicBezTo>
                <a:close/>
                <a:moveTo>
                  <a:pt x="2670" y="317"/>
                </a:moveTo>
                <a:cubicBezTo>
                  <a:pt x="2670" y="313"/>
                  <a:pt x="2666" y="309"/>
                  <a:pt x="2662" y="309"/>
                </a:cubicBezTo>
                <a:cubicBezTo>
                  <a:pt x="2657" y="309"/>
                  <a:pt x="2653" y="313"/>
                  <a:pt x="2653" y="317"/>
                </a:cubicBezTo>
                <a:cubicBezTo>
                  <a:pt x="2653" y="322"/>
                  <a:pt x="2657" y="326"/>
                  <a:pt x="2662" y="326"/>
                </a:cubicBezTo>
                <a:cubicBezTo>
                  <a:pt x="2666" y="326"/>
                  <a:pt x="2670" y="322"/>
                  <a:pt x="2670" y="317"/>
                </a:cubicBezTo>
                <a:close/>
                <a:moveTo>
                  <a:pt x="43" y="343"/>
                </a:moveTo>
                <a:cubicBezTo>
                  <a:pt x="43" y="338"/>
                  <a:pt x="39" y="335"/>
                  <a:pt x="34" y="335"/>
                </a:cubicBezTo>
                <a:cubicBezTo>
                  <a:pt x="29" y="335"/>
                  <a:pt x="26" y="338"/>
                  <a:pt x="26" y="343"/>
                </a:cubicBezTo>
                <a:cubicBezTo>
                  <a:pt x="26" y="348"/>
                  <a:pt x="29" y="352"/>
                  <a:pt x="34" y="352"/>
                </a:cubicBezTo>
                <a:cubicBezTo>
                  <a:pt x="39" y="352"/>
                  <a:pt x="43" y="348"/>
                  <a:pt x="43" y="343"/>
                </a:cubicBezTo>
                <a:close/>
                <a:moveTo>
                  <a:pt x="69" y="343"/>
                </a:moveTo>
                <a:cubicBezTo>
                  <a:pt x="69" y="338"/>
                  <a:pt x="65" y="335"/>
                  <a:pt x="60" y="335"/>
                </a:cubicBezTo>
                <a:cubicBezTo>
                  <a:pt x="55" y="335"/>
                  <a:pt x="51" y="338"/>
                  <a:pt x="51" y="343"/>
                </a:cubicBezTo>
                <a:cubicBezTo>
                  <a:pt x="51" y="348"/>
                  <a:pt x="55" y="352"/>
                  <a:pt x="60" y="352"/>
                </a:cubicBezTo>
                <a:cubicBezTo>
                  <a:pt x="65" y="352"/>
                  <a:pt x="69" y="348"/>
                  <a:pt x="69" y="343"/>
                </a:cubicBezTo>
                <a:close/>
                <a:moveTo>
                  <a:pt x="94" y="343"/>
                </a:moveTo>
                <a:cubicBezTo>
                  <a:pt x="94" y="338"/>
                  <a:pt x="90" y="335"/>
                  <a:pt x="86" y="335"/>
                </a:cubicBezTo>
                <a:cubicBezTo>
                  <a:pt x="81" y="335"/>
                  <a:pt x="77" y="338"/>
                  <a:pt x="77" y="343"/>
                </a:cubicBezTo>
                <a:cubicBezTo>
                  <a:pt x="77" y="348"/>
                  <a:pt x="81" y="352"/>
                  <a:pt x="86" y="352"/>
                </a:cubicBezTo>
                <a:cubicBezTo>
                  <a:pt x="90" y="352"/>
                  <a:pt x="94" y="348"/>
                  <a:pt x="94" y="343"/>
                </a:cubicBezTo>
                <a:close/>
                <a:moveTo>
                  <a:pt x="120" y="343"/>
                </a:moveTo>
                <a:cubicBezTo>
                  <a:pt x="120" y="338"/>
                  <a:pt x="116" y="335"/>
                  <a:pt x="111" y="335"/>
                </a:cubicBezTo>
                <a:cubicBezTo>
                  <a:pt x="107" y="335"/>
                  <a:pt x="103" y="338"/>
                  <a:pt x="103" y="343"/>
                </a:cubicBezTo>
                <a:cubicBezTo>
                  <a:pt x="103" y="348"/>
                  <a:pt x="107" y="352"/>
                  <a:pt x="111" y="352"/>
                </a:cubicBezTo>
                <a:cubicBezTo>
                  <a:pt x="116" y="352"/>
                  <a:pt x="120" y="348"/>
                  <a:pt x="120" y="343"/>
                </a:cubicBezTo>
                <a:close/>
                <a:moveTo>
                  <a:pt x="146" y="343"/>
                </a:moveTo>
                <a:cubicBezTo>
                  <a:pt x="146" y="338"/>
                  <a:pt x="142" y="335"/>
                  <a:pt x="137" y="335"/>
                </a:cubicBezTo>
                <a:cubicBezTo>
                  <a:pt x="132" y="335"/>
                  <a:pt x="129" y="338"/>
                  <a:pt x="129" y="343"/>
                </a:cubicBezTo>
                <a:cubicBezTo>
                  <a:pt x="129" y="348"/>
                  <a:pt x="132" y="352"/>
                  <a:pt x="137" y="352"/>
                </a:cubicBezTo>
                <a:cubicBezTo>
                  <a:pt x="142" y="352"/>
                  <a:pt x="146" y="348"/>
                  <a:pt x="146" y="343"/>
                </a:cubicBezTo>
                <a:close/>
                <a:moveTo>
                  <a:pt x="172" y="343"/>
                </a:moveTo>
                <a:cubicBezTo>
                  <a:pt x="172" y="338"/>
                  <a:pt x="168" y="335"/>
                  <a:pt x="163" y="335"/>
                </a:cubicBezTo>
                <a:cubicBezTo>
                  <a:pt x="158" y="335"/>
                  <a:pt x="154" y="338"/>
                  <a:pt x="154" y="343"/>
                </a:cubicBezTo>
                <a:cubicBezTo>
                  <a:pt x="154" y="348"/>
                  <a:pt x="158" y="352"/>
                  <a:pt x="163" y="352"/>
                </a:cubicBezTo>
                <a:cubicBezTo>
                  <a:pt x="168" y="352"/>
                  <a:pt x="172" y="348"/>
                  <a:pt x="172" y="343"/>
                </a:cubicBezTo>
                <a:close/>
                <a:moveTo>
                  <a:pt x="275" y="343"/>
                </a:moveTo>
                <a:cubicBezTo>
                  <a:pt x="275" y="338"/>
                  <a:pt x="271" y="335"/>
                  <a:pt x="266" y="335"/>
                </a:cubicBezTo>
                <a:cubicBezTo>
                  <a:pt x="261" y="335"/>
                  <a:pt x="257" y="338"/>
                  <a:pt x="257" y="343"/>
                </a:cubicBezTo>
                <a:cubicBezTo>
                  <a:pt x="257" y="348"/>
                  <a:pt x="261" y="352"/>
                  <a:pt x="266" y="352"/>
                </a:cubicBezTo>
                <a:cubicBezTo>
                  <a:pt x="271" y="352"/>
                  <a:pt x="275" y="348"/>
                  <a:pt x="275" y="343"/>
                </a:cubicBezTo>
                <a:close/>
                <a:moveTo>
                  <a:pt x="300" y="343"/>
                </a:moveTo>
                <a:cubicBezTo>
                  <a:pt x="300" y="338"/>
                  <a:pt x="297" y="335"/>
                  <a:pt x="292" y="335"/>
                </a:cubicBezTo>
                <a:cubicBezTo>
                  <a:pt x="287" y="335"/>
                  <a:pt x="283" y="338"/>
                  <a:pt x="283" y="343"/>
                </a:cubicBezTo>
                <a:cubicBezTo>
                  <a:pt x="283" y="348"/>
                  <a:pt x="287" y="352"/>
                  <a:pt x="292" y="352"/>
                </a:cubicBezTo>
                <a:cubicBezTo>
                  <a:pt x="297" y="352"/>
                  <a:pt x="300" y="348"/>
                  <a:pt x="300" y="343"/>
                </a:cubicBezTo>
                <a:close/>
                <a:moveTo>
                  <a:pt x="326" y="343"/>
                </a:moveTo>
                <a:cubicBezTo>
                  <a:pt x="326" y="338"/>
                  <a:pt x="322" y="335"/>
                  <a:pt x="318" y="335"/>
                </a:cubicBezTo>
                <a:cubicBezTo>
                  <a:pt x="313" y="335"/>
                  <a:pt x="309" y="338"/>
                  <a:pt x="309" y="343"/>
                </a:cubicBezTo>
                <a:cubicBezTo>
                  <a:pt x="309" y="348"/>
                  <a:pt x="313" y="352"/>
                  <a:pt x="318" y="352"/>
                </a:cubicBezTo>
                <a:cubicBezTo>
                  <a:pt x="322" y="352"/>
                  <a:pt x="326" y="348"/>
                  <a:pt x="326" y="343"/>
                </a:cubicBezTo>
                <a:close/>
                <a:moveTo>
                  <a:pt x="352" y="343"/>
                </a:moveTo>
                <a:cubicBezTo>
                  <a:pt x="352" y="338"/>
                  <a:pt x="348" y="335"/>
                  <a:pt x="343" y="335"/>
                </a:cubicBezTo>
                <a:cubicBezTo>
                  <a:pt x="339" y="335"/>
                  <a:pt x="335" y="338"/>
                  <a:pt x="335" y="343"/>
                </a:cubicBezTo>
                <a:cubicBezTo>
                  <a:pt x="335" y="348"/>
                  <a:pt x="339" y="352"/>
                  <a:pt x="343" y="352"/>
                </a:cubicBezTo>
                <a:cubicBezTo>
                  <a:pt x="348" y="352"/>
                  <a:pt x="352" y="348"/>
                  <a:pt x="352" y="343"/>
                </a:cubicBezTo>
                <a:close/>
                <a:moveTo>
                  <a:pt x="378" y="343"/>
                </a:moveTo>
                <a:cubicBezTo>
                  <a:pt x="378" y="338"/>
                  <a:pt x="374" y="335"/>
                  <a:pt x="369" y="335"/>
                </a:cubicBezTo>
                <a:cubicBezTo>
                  <a:pt x="364" y="335"/>
                  <a:pt x="360" y="338"/>
                  <a:pt x="360" y="343"/>
                </a:cubicBezTo>
                <a:cubicBezTo>
                  <a:pt x="360" y="348"/>
                  <a:pt x="364" y="352"/>
                  <a:pt x="369" y="352"/>
                </a:cubicBezTo>
                <a:cubicBezTo>
                  <a:pt x="374" y="352"/>
                  <a:pt x="378" y="348"/>
                  <a:pt x="378" y="343"/>
                </a:cubicBezTo>
                <a:close/>
                <a:moveTo>
                  <a:pt x="532" y="343"/>
                </a:moveTo>
                <a:cubicBezTo>
                  <a:pt x="532" y="338"/>
                  <a:pt x="528" y="335"/>
                  <a:pt x="524" y="335"/>
                </a:cubicBezTo>
                <a:cubicBezTo>
                  <a:pt x="519" y="335"/>
                  <a:pt x="515" y="338"/>
                  <a:pt x="515" y="343"/>
                </a:cubicBezTo>
                <a:cubicBezTo>
                  <a:pt x="515" y="348"/>
                  <a:pt x="519" y="352"/>
                  <a:pt x="524" y="352"/>
                </a:cubicBezTo>
                <a:cubicBezTo>
                  <a:pt x="528" y="352"/>
                  <a:pt x="532" y="348"/>
                  <a:pt x="532" y="343"/>
                </a:cubicBezTo>
                <a:close/>
                <a:moveTo>
                  <a:pt x="558" y="343"/>
                </a:moveTo>
                <a:cubicBezTo>
                  <a:pt x="558" y="338"/>
                  <a:pt x="554" y="335"/>
                  <a:pt x="549" y="335"/>
                </a:cubicBezTo>
                <a:cubicBezTo>
                  <a:pt x="545" y="335"/>
                  <a:pt x="541" y="338"/>
                  <a:pt x="541" y="343"/>
                </a:cubicBezTo>
                <a:cubicBezTo>
                  <a:pt x="541" y="348"/>
                  <a:pt x="545" y="352"/>
                  <a:pt x="549" y="352"/>
                </a:cubicBezTo>
                <a:cubicBezTo>
                  <a:pt x="554" y="352"/>
                  <a:pt x="558" y="348"/>
                  <a:pt x="558" y="343"/>
                </a:cubicBezTo>
                <a:close/>
                <a:moveTo>
                  <a:pt x="841" y="343"/>
                </a:moveTo>
                <a:cubicBezTo>
                  <a:pt x="841" y="338"/>
                  <a:pt x="837" y="335"/>
                  <a:pt x="833" y="335"/>
                </a:cubicBezTo>
                <a:cubicBezTo>
                  <a:pt x="828" y="335"/>
                  <a:pt x="824" y="338"/>
                  <a:pt x="824" y="343"/>
                </a:cubicBezTo>
                <a:cubicBezTo>
                  <a:pt x="824" y="348"/>
                  <a:pt x="828" y="352"/>
                  <a:pt x="833" y="352"/>
                </a:cubicBezTo>
                <a:cubicBezTo>
                  <a:pt x="837" y="352"/>
                  <a:pt x="841" y="348"/>
                  <a:pt x="841" y="343"/>
                </a:cubicBezTo>
                <a:close/>
                <a:moveTo>
                  <a:pt x="867" y="343"/>
                </a:moveTo>
                <a:cubicBezTo>
                  <a:pt x="867" y="338"/>
                  <a:pt x="863" y="335"/>
                  <a:pt x="858" y="335"/>
                </a:cubicBezTo>
                <a:cubicBezTo>
                  <a:pt x="854" y="335"/>
                  <a:pt x="850" y="338"/>
                  <a:pt x="850" y="343"/>
                </a:cubicBezTo>
                <a:cubicBezTo>
                  <a:pt x="850" y="348"/>
                  <a:pt x="854" y="352"/>
                  <a:pt x="858" y="352"/>
                </a:cubicBezTo>
                <a:cubicBezTo>
                  <a:pt x="863" y="352"/>
                  <a:pt x="867" y="348"/>
                  <a:pt x="867" y="343"/>
                </a:cubicBezTo>
                <a:close/>
                <a:moveTo>
                  <a:pt x="893" y="343"/>
                </a:moveTo>
                <a:cubicBezTo>
                  <a:pt x="893" y="338"/>
                  <a:pt x="889" y="335"/>
                  <a:pt x="884" y="335"/>
                </a:cubicBezTo>
                <a:cubicBezTo>
                  <a:pt x="879" y="335"/>
                  <a:pt x="876" y="338"/>
                  <a:pt x="876" y="343"/>
                </a:cubicBezTo>
                <a:cubicBezTo>
                  <a:pt x="876" y="348"/>
                  <a:pt x="879" y="352"/>
                  <a:pt x="884" y="352"/>
                </a:cubicBezTo>
                <a:cubicBezTo>
                  <a:pt x="889" y="352"/>
                  <a:pt x="893" y="348"/>
                  <a:pt x="893" y="343"/>
                </a:cubicBezTo>
                <a:close/>
                <a:moveTo>
                  <a:pt x="919" y="343"/>
                </a:moveTo>
                <a:cubicBezTo>
                  <a:pt x="919" y="338"/>
                  <a:pt x="915" y="335"/>
                  <a:pt x="910" y="335"/>
                </a:cubicBezTo>
                <a:cubicBezTo>
                  <a:pt x="905" y="335"/>
                  <a:pt x="901" y="338"/>
                  <a:pt x="901" y="343"/>
                </a:cubicBezTo>
                <a:cubicBezTo>
                  <a:pt x="901" y="348"/>
                  <a:pt x="905" y="352"/>
                  <a:pt x="910" y="352"/>
                </a:cubicBezTo>
                <a:cubicBezTo>
                  <a:pt x="915" y="352"/>
                  <a:pt x="919" y="348"/>
                  <a:pt x="919" y="343"/>
                </a:cubicBezTo>
                <a:close/>
                <a:moveTo>
                  <a:pt x="944" y="343"/>
                </a:moveTo>
                <a:cubicBezTo>
                  <a:pt x="944" y="338"/>
                  <a:pt x="940" y="335"/>
                  <a:pt x="936" y="335"/>
                </a:cubicBezTo>
                <a:cubicBezTo>
                  <a:pt x="931" y="335"/>
                  <a:pt x="927" y="338"/>
                  <a:pt x="927" y="343"/>
                </a:cubicBezTo>
                <a:cubicBezTo>
                  <a:pt x="927" y="348"/>
                  <a:pt x="931" y="352"/>
                  <a:pt x="936" y="352"/>
                </a:cubicBezTo>
                <a:cubicBezTo>
                  <a:pt x="940" y="352"/>
                  <a:pt x="944" y="348"/>
                  <a:pt x="944" y="343"/>
                </a:cubicBezTo>
                <a:close/>
                <a:moveTo>
                  <a:pt x="970" y="343"/>
                </a:moveTo>
                <a:cubicBezTo>
                  <a:pt x="970" y="338"/>
                  <a:pt x="966" y="335"/>
                  <a:pt x="961" y="335"/>
                </a:cubicBezTo>
                <a:cubicBezTo>
                  <a:pt x="957" y="335"/>
                  <a:pt x="953" y="338"/>
                  <a:pt x="953" y="343"/>
                </a:cubicBezTo>
                <a:cubicBezTo>
                  <a:pt x="953" y="348"/>
                  <a:pt x="957" y="352"/>
                  <a:pt x="961" y="352"/>
                </a:cubicBezTo>
                <a:cubicBezTo>
                  <a:pt x="966" y="352"/>
                  <a:pt x="970" y="348"/>
                  <a:pt x="970" y="343"/>
                </a:cubicBezTo>
                <a:close/>
                <a:moveTo>
                  <a:pt x="996" y="343"/>
                </a:moveTo>
                <a:cubicBezTo>
                  <a:pt x="996" y="338"/>
                  <a:pt x="992" y="335"/>
                  <a:pt x="987" y="335"/>
                </a:cubicBezTo>
                <a:cubicBezTo>
                  <a:pt x="983" y="335"/>
                  <a:pt x="979" y="338"/>
                  <a:pt x="979" y="343"/>
                </a:cubicBezTo>
                <a:cubicBezTo>
                  <a:pt x="979" y="348"/>
                  <a:pt x="983" y="352"/>
                  <a:pt x="987" y="352"/>
                </a:cubicBezTo>
                <a:cubicBezTo>
                  <a:pt x="992" y="352"/>
                  <a:pt x="996" y="348"/>
                  <a:pt x="996" y="343"/>
                </a:cubicBezTo>
                <a:close/>
                <a:moveTo>
                  <a:pt x="1408" y="343"/>
                </a:moveTo>
                <a:cubicBezTo>
                  <a:pt x="1408" y="338"/>
                  <a:pt x="1404" y="335"/>
                  <a:pt x="1399" y="335"/>
                </a:cubicBezTo>
                <a:cubicBezTo>
                  <a:pt x="1395" y="335"/>
                  <a:pt x="1391" y="338"/>
                  <a:pt x="1391" y="343"/>
                </a:cubicBezTo>
                <a:cubicBezTo>
                  <a:pt x="1391" y="348"/>
                  <a:pt x="1395" y="352"/>
                  <a:pt x="1399" y="352"/>
                </a:cubicBezTo>
                <a:cubicBezTo>
                  <a:pt x="1404" y="352"/>
                  <a:pt x="1408" y="348"/>
                  <a:pt x="1408" y="343"/>
                </a:cubicBezTo>
                <a:close/>
                <a:moveTo>
                  <a:pt x="1434" y="343"/>
                </a:moveTo>
                <a:cubicBezTo>
                  <a:pt x="1434" y="338"/>
                  <a:pt x="1430" y="335"/>
                  <a:pt x="1425" y="335"/>
                </a:cubicBezTo>
                <a:cubicBezTo>
                  <a:pt x="1420" y="335"/>
                  <a:pt x="1417" y="338"/>
                  <a:pt x="1417" y="343"/>
                </a:cubicBezTo>
                <a:cubicBezTo>
                  <a:pt x="1417" y="348"/>
                  <a:pt x="1420" y="352"/>
                  <a:pt x="1425" y="352"/>
                </a:cubicBezTo>
                <a:cubicBezTo>
                  <a:pt x="1430" y="352"/>
                  <a:pt x="1434" y="348"/>
                  <a:pt x="1434" y="343"/>
                </a:cubicBezTo>
                <a:close/>
                <a:moveTo>
                  <a:pt x="1459" y="343"/>
                </a:moveTo>
                <a:cubicBezTo>
                  <a:pt x="1459" y="338"/>
                  <a:pt x="1456" y="335"/>
                  <a:pt x="1451" y="335"/>
                </a:cubicBezTo>
                <a:cubicBezTo>
                  <a:pt x="1446" y="335"/>
                  <a:pt x="1442" y="338"/>
                  <a:pt x="1442" y="343"/>
                </a:cubicBezTo>
                <a:cubicBezTo>
                  <a:pt x="1442" y="348"/>
                  <a:pt x="1446" y="352"/>
                  <a:pt x="1451" y="352"/>
                </a:cubicBezTo>
                <a:cubicBezTo>
                  <a:pt x="1456" y="352"/>
                  <a:pt x="1459" y="348"/>
                  <a:pt x="1459" y="343"/>
                </a:cubicBezTo>
                <a:close/>
                <a:moveTo>
                  <a:pt x="1485" y="343"/>
                </a:moveTo>
                <a:cubicBezTo>
                  <a:pt x="1485" y="338"/>
                  <a:pt x="1481" y="335"/>
                  <a:pt x="1477" y="335"/>
                </a:cubicBezTo>
                <a:cubicBezTo>
                  <a:pt x="1472" y="335"/>
                  <a:pt x="1468" y="338"/>
                  <a:pt x="1468" y="343"/>
                </a:cubicBezTo>
                <a:cubicBezTo>
                  <a:pt x="1468" y="348"/>
                  <a:pt x="1472" y="352"/>
                  <a:pt x="1477" y="352"/>
                </a:cubicBezTo>
                <a:cubicBezTo>
                  <a:pt x="1481" y="352"/>
                  <a:pt x="1485" y="348"/>
                  <a:pt x="1485" y="343"/>
                </a:cubicBezTo>
                <a:close/>
                <a:moveTo>
                  <a:pt x="1511" y="343"/>
                </a:moveTo>
                <a:cubicBezTo>
                  <a:pt x="1511" y="338"/>
                  <a:pt x="1507" y="335"/>
                  <a:pt x="1502" y="335"/>
                </a:cubicBezTo>
                <a:cubicBezTo>
                  <a:pt x="1498" y="335"/>
                  <a:pt x="1494" y="338"/>
                  <a:pt x="1494" y="343"/>
                </a:cubicBezTo>
                <a:cubicBezTo>
                  <a:pt x="1494" y="348"/>
                  <a:pt x="1498" y="352"/>
                  <a:pt x="1502" y="352"/>
                </a:cubicBezTo>
                <a:cubicBezTo>
                  <a:pt x="1507" y="352"/>
                  <a:pt x="1511" y="348"/>
                  <a:pt x="1511" y="343"/>
                </a:cubicBezTo>
                <a:close/>
                <a:moveTo>
                  <a:pt x="1537" y="343"/>
                </a:moveTo>
                <a:cubicBezTo>
                  <a:pt x="1537" y="338"/>
                  <a:pt x="1533" y="335"/>
                  <a:pt x="1528" y="335"/>
                </a:cubicBezTo>
                <a:cubicBezTo>
                  <a:pt x="1523" y="335"/>
                  <a:pt x="1520" y="338"/>
                  <a:pt x="1520" y="343"/>
                </a:cubicBezTo>
                <a:cubicBezTo>
                  <a:pt x="1520" y="348"/>
                  <a:pt x="1523" y="352"/>
                  <a:pt x="1528" y="352"/>
                </a:cubicBezTo>
                <a:cubicBezTo>
                  <a:pt x="1533" y="352"/>
                  <a:pt x="1537" y="348"/>
                  <a:pt x="1537" y="343"/>
                </a:cubicBezTo>
                <a:close/>
                <a:moveTo>
                  <a:pt x="1640" y="343"/>
                </a:moveTo>
                <a:cubicBezTo>
                  <a:pt x="1640" y="338"/>
                  <a:pt x="1636" y="335"/>
                  <a:pt x="1631" y="335"/>
                </a:cubicBezTo>
                <a:cubicBezTo>
                  <a:pt x="1626" y="335"/>
                  <a:pt x="1623" y="338"/>
                  <a:pt x="1623" y="343"/>
                </a:cubicBezTo>
                <a:cubicBezTo>
                  <a:pt x="1623" y="348"/>
                  <a:pt x="1626" y="352"/>
                  <a:pt x="1631" y="352"/>
                </a:cubicBezTo>
                <a:cubicBezTo>
                  <a:pt x="1636" y="352"/>
                  <a:pt x="1640" y="348"/>
                  <a:pt x="1640" y="343"/>
                </a:cubicBezTo>
                <a:close/>
                <a:moveTo>
                  <a:pt x="1666" y="343"/>
                </a:moveTo>
                <a:cubicBezTo>
                  <a:pt x="1666" y="338"/>
                  <a:pt x="1662" y="335"/>
                  <a:pt x="1657" y="335"/>
                </a:cubicBezTo>
                <a:cubicBezTo>
                  <a:pt x="1652" y="335"/>
                  <a:pt x="1648" y="338"/>
                  <a:pt x="1648" y="343"/>
                </a:cubicBezTo>
                <a:cubicBezTo>
                  <a:pt x="1648" y="348"/>
                  <a:pt x="1652" y="352"/>
                  <a:pt x="1657" y="352"/>
                </a:cubicBezTo>
                <a:cubicBezTo>
                  <a:pt x="1662" y="352"/>
                  <a:pt x="1666" y="348"/>
                  <a:pt x="1666" y="343"/>
                </a:cubicBezTo>
                <a:close/>
                <a:moveTo>
                  <a:pt x="1691" y="343"/>
                </a:moveTo>
                <a:cubicBezTo>
                  <a:pt x="1691" y="338"/>
                  <a:pt x="1687" y="335"/>
                  <a:pt x="1683" y="335"/>
                </a:cubicBezTo>
                <a:cubicBezTo>
                  <a:pt x="1678" y="335"/>
                  <a:pt x="1674" y="338"/>
                  <a:pt x="1674" y="343"/>
                </a:cubicBezTo>
                <a:cubicBezTo>
                  <a:pt x="1674" y="348"/>
                  <a:pt x="1678" y="352"/>
                  <a:pt x="1683" y="352"/>
                </a:cubicBezTo>
                <a:cubicBezTo>
                  <a:pt x="1687" y="352"/>
                  <a:pt x="1691" y="348"/>
                  <a:pt x="1691" y="343"/>
                </a:cubicBezTo>
                <a:close/>
                <a:moveTo>
                  <a:pt x="1717" y="343"/>
                </a:moveTo>
                <a:cubicBezTo>
                  <a:pt x="1717" y="338"/>
                  <a:pt x="1713" y="335"/>
                  <a:pt x="1708" y="335"/>
                </a:cubicBezTo>
                <a:cubicBezTo>
                  <a:pt x="1704" y="335"/>
                  <a:pt x="1700" y="338"/>
                  <a:pt x="1700" y="343"/>
                </a:cubicBezTo>
                <a:cubicBezTo>
                  <a:pt x="1700" y="348"/>
                  <a:pt x="1704" y="352"/>
                  <a:pt x="1708" y="352"/>
                </a:cubicBezTo>
                <a:cubicBezTo>
                  <a:pt x="1713" y="352"/>
                  <a:pt x="1717" y="348"/>
                  <a:pt x="1717" y="343"/>
                </a:cubicBezTo>
                <a:close/>
                <a:moveTo>
                  <a:pt x="1743" y="343"/>
                </a:moveTo>
                <a:cubicBezTo>
                  <a:pt x="1743" y="338"/>
                  <a:pt x="1739" y="335"/>
                  <a:pt x="1734" y="335"/>
                </a:cubicBezTo>
                <a:cubicBezTo>
                  <a:pt x="1730" y="335"/>
                  <a:pt x="1726" y="338"/>
                  <a:pt x="1726" y="343"/>
                </a:cubicBezTo>
                <a:cubicBezTo>
                  <a:pt x="1726" y="348"/>
                  <a:pt x="1730" y="352"/>
                  <a:pt x="1734" y="352"/>
                </a:cubicBezTo>
                <a:cubicBezTo>
                  <a:pt x="1739" y="352"/>
                  <a:pt x="1743" y="348"/>
                  <a:pt x="1743" y="343"/>
                </a:cubicBezTo>
                <a:close/>
                <a:moveTo>
                  <a:pt x="1769" y="343"/>
                </a:moveTo>
                <a:cubicBezTo>
                  <a:pt x="1769" y="338"/>
                  <a:pt x="1765" y="335"/>
                  <a:pt x="1760" y="335"/>
                </a:cubicBezTo>
                <a:cubicBezTo>
                  <a:pt x="1755" y="335"/>
                  <a:pt x="1751" y="338"/>
                  <a:pt x="1751" y="343"/>
                </a:cubicBezTo>
                <a:cubicBezTo>
                  <a:pt x="1751" y="348"/>
                  <a:pt x="1755" y="352"/>
                  <a:pt x="1760" y="352"/>
                </a:cubicBezTo>
                <a:cubicBezTo>
                  <a:pt x="1765" y="352"/>
                  <a:pt x="1769" y="348"/>
                  <a:pt x="1769" y="343"/>
                </a:cubicBezTo>
                <a:close/>
                <a:moveTo>
                  <a:pt x="1794" y="343"/>
                </a:moveTo>
                <a:cubicBezTo>
                  <a:pt x="1794" y="338"/>
                  <a:pt x="1791" y="335"/>
                  <a:pt x="1786" y="335"/>
                </a:cubicBezTo>
                <a:cubicBezTo>
                  <a:pt x="1781" y="335"/>
                  <a:pt x="1777" y="338"/>
                  <a:pt x="1777" y="343"/>
                </a:cubicBezTo>
                <a:cubicBezTo>
                  <a:pt x="1777" y="348"/>
                  <a:pt x="1781" y="352"/>
                  <a:pt x="1786" y="352"/>
                </a:cubicBezTo>
                <a:cubicBezTo>
                  <a:pt x="1791" y="352"/>
                  <a:pt x="1794" y="348"/>
                  <a:pt x="1794" y="343"/>
                </a:cubicBezTo>
                <a:close/>
                <a:moveTo>
                  <a:pt x="1820" y="343"/>
                </a:moveTo>
                <a:cubicBezTo>
                  <a:pt x="1820" y="338"/>
                  <a:pt x="1816" y="335"/>
                  <a:pt x="1812" y="335"/>
                </a:cubicBezTo>
                <a:cubicBezTo>
                  <a:pt x="1807" y="335"/>
                  <a:pt x="1803" y="338"/>
                  <a:pt x="1803" y="343"/>
                </a:cubicBezTo>
                <a:cubicBezTo>
                  <a:pt x="1803" y="348"/>
                  <a:pt x="1807" y="352"/>
                  <a:pt x="1812" y="352"/>
                </a:cubicBezTo>
                <a:cubicBezTo>
                  <a:pt x="1816" y="352"/>
                  <a:pt x="1820" y="348"/>
                  <a:pt x="1820" y="343"/>
                </a:cubicBezTo>
                <a:close/>
                <a:moveTo>
                  <a:pt x="1846" y="343"/>
                </a:moveTo>
                <a:cubicBezTo>
                  <a:pt x="1846" y="338"/>
                  <a:pt x="1842" y="335"/>
                  <a:pt x="1837" y="335"/>
                </a:cubicBezTo>
                <a:cubicBezTo>
                  <a:pt x="1833" y="335"/>
                  <a:pt x="1829" y="338"/>
                  <a:pt x="1829" y="343"/>
                </a:cubicBezTo>
                <a:cubicBezTo>
                  <a:pt x="1829" y="348"/>
                  <a:pt x="1833" y="352"/>
                  <a:pt x="1837" y="352"/>
                </a:cubicBezTo>
                <a:cubicBezTo>
                  <a:pt x="1842" y="352"/>
                  <a:pt x="1846" y="348"/>
                  <a:pt x="1846" y="343"/>
                </a:cubicBezTo>
                <a:close/>
                <a:moveTo>
                  <a:pt x="1872" y="343"/>
                </a:moveTo>
                <a:cubicBezTo>
                  <a:pt x="1872" y="338"/>
                  <a:pt x="1868" y="335"/>
                  <a:pt x="1863" y="335"/>
                </a:cubicBezTo>
                <a:cubicBezTo>
                  <a:pt x="1858" y="335"/>
                  <a:pt x="1854" y="338"/>
                  <a:pt x="1854" y="343"/>
                </a:cubicBezTo>
                <a:cubicBezTo>
                  <a:pt x="1854" y="348"/>
                  <a:pt x="1858" y="352"/>
                  <a:pt x="1863" y="352"/>
                </a:cubicBezTo>
                <a:cubicBezTo>
                  <a:pt x="1868" y="352"/>
                  <a:pt x="1872" y="348"/>
                  <a:pt x="1872" y="343"/>
                </a:cubicBezTo>
                <a:close/>
                <a:moveTo>
                  <a:pt x="1897" y="343"/>
                </a:moveTo>
                <a:cubicBezTo>
                  <a:pt x="1897" y="338"/>
                  <a:pt x="1894" y="335"/>
                  <a:pt x="1889" y="335"/>
                </a:cubicBezTo>
                <a:cubicBezTo>
                  <a:pt x="1884" y="335"/>
                  <a:pt x="1880" y="338"/>
                  <a:pt x="1880" y="343"/>
                </a:cubicBezTo>
                <a:cubicBezTo>
                  <a:pt x="1880" y="348"/>
                  <a:pt x="1884" y="352"/>
                  <a:pt x="1889" y="352"/>
                </a:cubicBezTo>
                <a:cubicBezTo>
                  <a:pt x="1894" y="352"/>
                  <a:pt x="1897" y="348"/>
                  <a:pt x="1897" y="343"/>
                </a:cubicBezTo>
                <a:close/>
                <a:moveTo>
                  <a:pt x="1923" y="343"/>
                </a:moveTo>
                <a:cubicBezTo>
                  <a:pt x="1923" y="338"/>
                  <a:pt x="1919" y="335"/>
                  <a:pt x="1915" y="335"/>
                </a:cubicBezTo>
                <a:cubicBezTo>
                  <a:pt x="1910" y="335"/>
                  <a:pt x="1906" y="338"/>
                  <a:pt x="1906" y="343"/>
                </a:cubicBezTo>
                <a:cubicBezTo>
                  <a:pt x="1906" y="348"/>
                  <a:pt x="1910" y="352"/>
                  <a:pt x="1915" y="352"/>
                </a:cubicBezTo>
                <a:cubicBezTo>
                  <a:pt x="1919" y="352"/>
                  <a:pt x="1923" y="348"/>
                  <a:pt x="1923" y="343"/>
                </a:cubicBezTo>
                <a:close/>
                <a:moveTo>
                  <a:pt x="1949" y="343"/>
                </a:moveTo>
                <a:cubicBezTo>
                  <a:pt x="1949" y="338"/>
                  <a:pt x="1945" y="335"/>
                  <a:pt x="1940" y="335"/>
                </a:cubicBezTo>
                <a:cubicBezTo>
                  <a:pt x="1936" y="335"/>
                  <a:pt x="1932" y="338"/>
                  <a:pt x="1932" y="343"/>
                </a:cubicBezTo>
                <a:cubicBezTo>
                  <a:pt x="1932" y="348"/>
                  <a:pt x="1936" y="352"/>
                  <a:pt x="1940" y="352"/>
                </a:cubicBezTo>
                <a:cubicBezTo>
                  <a:pt x="1945" y="352"/>
                  <a:pt x="1949" y="348"/>
                  <a:pt x="1949" y="343"/>
                </a:cubicBezTo>
                <a:close/>
                <a:moveTo>
                  <a:pt x="1975" y="343"/>
                </a:moveTo>
                <a:cubicBezTo>
                  <a:pt x="1975" y="338"/>
                  <a:pt x="1971" y="335"/>
                  <a:pt x="1966" y="335"/>
                </a:cubicBezTo>
                <a:cubicBezTo>
                  <a:pt x="1961" y="335"/>
                  <a:pt x="1957" y="338"/>
                  <a:pt x="1957" y="343"/>
                </a:cubicBezTo>
                <a:cubicBezTo>
                  <a:pt x="1957" y="348"/>
                  <a:pt x="1961" y="352"/>
                  <a:pt x="1966" y="352"/>
                </a:cubicBezTo>
                <a:cubicBezTo>
                  <a:pt x="1971" y="352"/>
                  <a:pt x="1975" y="348"/>
                  <a:pt x="1975" y="343"/>
                </a:cubicBezTo>
                <a:close/>
                <a:moveTo>
                  <a:pt x="2000" y="343"/>
                </a:moveTo>
                <a:cubicBezTo>
                  <a:pt x="2000" y="338"/>
                  <a:pt x="1997" y="335"/>
                  <a:pt x="1992" y="335"/>
                </a:cubicBezTo>
                <a:cubicBezTo>
                  <a:pt x="1987" y="335"/>
                  <a:pt x="1983" y="338"/>
                  <a:pt x="1983" y="343"/>
                </a:cubicBezTo>
                <a:cubicBezTo>
                  <a:pt x="1983" y="348"/>
                  <a:pt x="1987" y="352"/>
                  <a:pt x="1992" y="352"/>
                </a:cubicBezTo>
                <a:cubicBezTo>
                  <a:pt x="1997" y="352"/>
                  <a:pt x="2000" y="348"/>
                  <a:pt x="2000" y="343"/>
                </a:cubicBezTo>
                <a:close/>
                <a:moveTo>
                  <a:pt x="2026" y="343"/>
                </a:moveTo>
                <a:cubicBezTo>
                  <a:pt x="2026" y="338"/>
                  <a:pt x="2022" y="335"/>
                  <a:pt x="2018" y="335"/>
                </a:cubicBezTo>
                <a:cubicBezTo>
                  <a:pt x="2013" y="335"/>
                  <a:pt x="2009" y="338"/>
                  <a:pt x="2009" y="343"/>
                </a:cubicBezTo>
                <a:cubicBezTo>
                  <a:pt x="2009" y="348"/>
                  <a:pt x="2013" y="352"/>
                  <a:pt x="2018" y="352"/>
                </a:cubicBezTo>
                <a:cubicBezTo>
                  <a:pt x="2022" y="352"/>
                  <a:pt x="2026" y="348"/>
                  <a:pt x="2026" y="343"/>
                </a:cubicBezTo>
                <a:close/>
                <a:moveTo>
                  <a:pt x="2052" y="343"/>
                </a:moveTo>
                <a:cubicBezTo>
                  <a:pt x="2052" y="338"/>
                  <a:pt x="2048" y="335"/>
                  <a:pt x="2043" y="335"/>
                </a:cubicBezTo>
                <a:cubicBezTo>
                  <a:pt x="2039" y="335"/>
                  <a:pt x="2035" y="338"/>
                  <a:pt x="2035" y="343"/>
                </a:cubicBezTo>
                <a:cubicBezTo>
                  <a:pt x="2035" y="348"/>
                  <a:pt x="2039" y="352"/>
                  <a:pt x="2043" y="352"/>
                </a:cubicBezTo>
                <a:cubicBezTo>
                  <a:pt x="2048" y="352"/>
                  <a:pt x="2052" y="348"/>
                  <a:pt x="2052" y="343"/>
                </a:cubicBezTo>
                <a:close/>
                <a:moveTo>
                  <a:pt x="2078" y="343"/>
                </a:moveTo>
                <a:cubicBezTo>
                  <a:pt x="2078" y="338"/>
                  <a:pt x="2074" y="335"/>
                  <a:pt x="2069" y="335"/>
                </a:cubicBezTo>
                <a:cubicBezTo>
                  <a:pt x="2064" y="335"/>
                  <a:pt x="2061" y="338"/>
                  <a:pt x="2061" y="343"/>
                </a:cubicBezTo>
                <a:cubicBezTo>
                  <a:pt x="2061" y="348"/>
                  <a:pt x="2064" y="352"/>
                  <a:pt x="2069" y="352"/>
                </a:cubicBezTo>
                <a:cubicBezTo>
                  <a:pt x="2074" y="352"/>
                  <a:pt x="2078" y="348"/>
                  <a:pt x="2078" y="343"/>
                </a:cubicBezTo>
                <a:close/>
                <a:moveTo>
                  <a:pt x="2103" y="343"/>
                </a:moveTo>
                <a:cubicBezTo>
                  <a:pt x="2103" y="338"/>
                  <a:pt x="2100" y="335"/>
                  <a:pt x="2095" y="335"/>
                </a:cubicBezTo>
                <a:cubicBezTo>
                  <a:pt x="2090" y="335"/>
                  <a:pt x="2086" y="338"/>
                  <a:pt x="2086" y="343"/>
                </a:cubicBezTo>
                <a:cubicBezTo>
                  <a:pt x="2086" y="348"/>
                  <a:pt x="2090" y="352"/>
                  <a:pt x="2095" y="352"/>
                </a:cubicBezTo>
                <a:cubicBezTo>
                  <a:pt x="2100" y="352"/>
                  <a:pt x="2103" y="348"/>
                  <a:pt x="2103" y="343"/>
                </a:cubicBezTo>
                <a:close/>
                <a:moveTo>
                  <a:pt x="2129" y="343"/>
                </a:moveTo>
                <a:cubicBezTo>
                  <a:pt x="2129" y="338"/>
                  <a:pt x="2125" y="335"/>
                  <a:pt x="2121" y="335"/>
                </a:cubicBezTo>
                <a:cubicBezTo>
                  <a:pt x="2116" y="335"/>
                  <a:pt x="2112" y="338"/>
                  <a:pt x="2112" y="343"/>
                </a:cubicBezTo>
                <a:cubicBezTo>
                  <a:pt x="2112" y="348"/>
                  <a:pt x="2116" y="352"/>
                  <a:pt x="2121" y="352"/>
                </a:cubicBezTo>
                <a:cubicBezTo>
                  <a:pt x="2125" y="352"/>
                  <a:pt x="2129" y="348"/>
                  <a:pt x="2129" y="343"/>
                </a:cubicBezTo>
                <a:close/>
                <a:moveTo>
                  <a:pt x="2155" y="343"/>
                </a:moveTo>
                <a:cubicBezTo>
                  <a:pt x="2155" y="338"/>
                  <a:pt x="2151" y="335"/>
                  <a:pt x="2146" y="335"/>
                </a:cubicBezTo>
                <a:cubicBezTo>
                  <a:pt x="2142" y="335"/>
                  <a:pt x="2138" y="338"/>
                  <a:pt x="2138" y="343"/>
                </a:cubicBezTo>
                <a:cubicBezTo>
                  <a:pt x="2138" y="348"/>
                  <a:pt x="2142" y="352"/>
                  <a:pt x="2146" y="352"/>
                </a:cubicBezTo>
                <a:cubicBezTo>
                  <a:pt x="2151" y="352"/>
                  <a:pt x="2155" y="348"/>
                  <a:pt x="2155" y="343"/>
                </a:cubicBezTo>
                <a:close/>
                <a:moveTo>
                  <a:pt x="2181" y="343"/>
                </a:moveTo>
                <a:cubicBezTo>
                  <a:pt x="2181" y="338"/>
                  <a:pt x="2177" y="335"/>
                  <a:pt x="2172" y="335"/>
                </a:cubicBezTo>
                <a:cubicBezTo>
                  <a:pt x="2167" y="335"/>
                  <a:pt x="2164" y="338"/>
                  <a:pt x="2164" y="343"/>
                </a:cubicBezTo>
                <a:cubicBezTo>
                  <a:pt x="2164" y="348"/>
                  <a:pt x="2167" y="352"/>
                  <a:pt x="2172" y="352"/>
                </a:cubicBezTo>
                <a:cubicBezTo>
                  <a:pt x="2177" y="352"/>
                  <a:pt x="2181" y="348"/>
                  <a:pt x="2181" y="343"/>
                </a:cubicBezTo>
                <a:close/>
                <a:moveTo>
                  <a:pt x="2207" y="343"/>
                </a:moveTo>
                <a:cubicBezTo>
                  <a:pt x="2207" y="338"/>
                  <a:pt x="2203" y="335"/>
                  <a:pt x="2198" y="335"/>
                </a:cubicBezTo>
                <a:cubicBezTo>
                  <a:pt x="2193" y="335"/>
                  <a:pt x="2189" y="338"/>
                  <a:pt x="2189" y="343"/>
                </a:cubicBezTo>
                <a:cubicBezTo>
                  <a:pt x="2189" y="348"/>
                  <a:pt x="2193" y="352"/>
                  <a:pt x="2198" y="352"/>
                </a:cubicBezTo>
                <a:cubicBezTo>
                  <a:pt x="2203" y="352"/>
                  <a:pt x="2207" y="348"/>
                  <a:pt x="2207" y="343"/>
                </a:cubicBezTo>
                <a:close/>
                <a:moveTo>
                  <a:pt x="2232" y="343"/>
                </a:moveTo>
                <a:cubicBezTo>
                  <a:pt x="2232" y="338"/>
                  <a:pt x="2228" y="335"/>
                  <a:pt x="2224" y="335"/>
                </a:cubicBezTo>
                <a:cubicBezTo>
                  <a:pt x="2219" y="335"/>
                  <a:pt x="2215" y="338"/>
                  <a:pt x="2215" y="343"/>
                </a:cubicBezTo>
                <a:cubicBezTo>
                  <a:pt x="2215" y="348"/>
                  <a:pt x="2219" y="352"/>
                  <a:pt x="2224" y="352"/>
                </a:cubicBezTo>
                <a:cubicBezTo>
                  <a:pt x="2228" y="352"/>
                  <a:pt x="2232" y="348"/>
                  <a:pt x="2232" y="343"/>
                </a:cubicBezTo>
                <a:close/>
                <a:moveTo>
                  <a:pt x="2258" y="343"/>
                </a:moveTo>
                <a:cubicBezTo>
                  <a:pt x="2258" y="338"/>
                  <a:pt x="2254" y="335"/>
                  <a:pt x="2249" y="335"/>
                </a:cubicBezTo>
                <a:cubicBezTo>
                  <a:pt x="2245" y="335"/>
                  <a:pt x="2241" y="338"/>
                  <a:pt x="2241" y="343"/>
                </a:cubicBezTo>
                <a:cubicBezTo>
                  <a:pt x="2241" y="348"/>
                  <a:pt x="2245" y="352"/>
                  <a:pt x="2249" y="352"/>
                </a:cubicBezTo>
                <a:cubicBezTo>
                  <a:pt x="2254" y="352"/>
                  <a:pt x="2258" y="348"/>
                  <a:pt x="2258" y="343"/>
                </a:cubicBezTo>
                <a:close/>
                <a:moveTo>
                  <a:pt x="2284" y="343"/>
                </a:moveTo>
                <a:cubicBezTo>
                  <a:pt x="2284" y="338"/>
                  <a:pt x="2280" y="335"/>
                  <a:pt x="2275" y="335"/>
                </a:cubicBezTo>
                <a:cubicBezTo>
                  <a:pt x="2270" y="335"/>
                  <a:pt x="2267" y="338"/>
                  <a:pt x="2267" y="343"/>
                </a:cubicBezTo>
                <a:cubicBezTo>
                  <a:pt x="2267" y="348"/>
                  <a:pt x="2270" y="352"/>
                  <a:pt x="2275" y="352"/>
                </a:cubicBezTo>
                <a:cubicBezTo>
                  <a:pt x="2280" y="352"/>
                  <a:pt x="2284" y="348"/>
                  <a:pt x="2284" y="343"/>
                </a:cubicBezTo>
                <a:close/>
                <a:moveTo>
                  <a:pt x="2310" y="343"/>
                </a:moveTo>
                <a:cubicBezTo>
                  <a:pt x="2310" y="338"/>
                  <a:pt x="2306" y="335"/>
                  <a:pt x="2301" y="335"/>
                </a:cubicBezTo>
                <a:cubicBezTo>
                  <a:pt x="2296" y="335"/>
                  <a:pt x="2292" y="338"/>
                  <a:pt x="2292" y="343"/>
                </a:cubicBezTo>
                <a:cubicBezTo>
                  <a:pt x="2292" y="348"/>
                  <a:pt x="2296" y="352"/>
                  <a:pt x="2301" y="352"/>
                </a:cubicBezTo>
                <a:cubicBezTo>
                  <a:pt x="2306" y="352"/>
                  <a:pt x="2310" y="348"/>
                  <a:pt x="2310" y="343"/>
                </a:cubicBezTo>
                <a:close/>
                <a:moveTo>
                  <a:pt x="2335" y="343"/>
                </a:moveTo>
                <a:cubicBezTo>
                  <a:pt x="2335" y="338"/>
                  <a:pt x="2331" y="335"/>
                  <a:pt x="2327" y="335"/>
                </a:cubicBezTo>
                <a:cubicBezTo>
                  <a:pt x="2322" y="335"/>
                  <a:pt x="2318" y="338"/>
                  <a:pt x="2318" y="343"/>
                </a:cubicBezTo>
                <a:cubicBezTo>
                  <a:pt x="2318" y="348"/>
                  <a:pt x="2322" y="352"/>
                  <a:pt x="2327" y="352"/>
                </a:cubicBezTo>
                <a:cubicBezTo>
                  <a:pt x="2331" y="352"/>
                  <a:pt x="2335" y="348"/>
                  <a:pt x="2335" y="343"/>
                </a:cubicBezTo>
                <a:close/>
                <a:moveTo>
                  <a:pt x="2361" y="343"/>
                </a:moveTo>
                <a:cubicBezTo>
                  <a:pt x="2361" y="338"/>
                  <a:pt x="2357" y="335"/>
                  <a:pt x="2352" y="335"/>
                </a:cubicBezTo>
                <a:cubicBezTo>
                  <a:pt x="2348" y="335"/>
                  <a:pt x="2344" y="338"/>
                  <a:pt x="2344" y="343"/>
                </a:cubicBezTo>
                <a:cubicBezTo>
                  <a:pt x="2344" y="348"/>
                  <a:pt x="2348" y="352"/>
                  <a:pt x="2352" y="352"/>
                </a:cubicBezTo>
                <a:cubicBezTo>
                  <a:pt x="2357" y="352"/>
                  <a:pt x="2361" y="348"/>
                  <a:pt x="2361" y="343"/>
                </a:cubicBezTo>
                <a:close/>
                <a:moveTo>
                  <a:pt x="2387" y="343"/>
                </a:moveTo>
                <a:cubicBezTo>
                  <a:pt x="2387" y="338"/>
                  <a:pt x="2383" y="335"/>
                  <a:pt x="2378" y="335"/>
                </a:cubicBezTo>
                <a:cubicBezTo>
                  <a:pt x="2373" y="335"/>
                  <a:pt x="2370" y="338"/>
                  <a:pt x="2370" y="343"/>
                </a:cubicBezTo>
                <a:cubicBezTo>
                  <a:pt x="2370" y="348"/>
                  <a:pt x="2373" y="352"/>
                  <a:pt x="2378" y="352"/>
                </a:cubicBezTo>
                <a:cubicBezTo>
                  <a:pt x="2383" y="352"/>
                  <a:pt x="2387" y="348"/>
                  <a:pt x="2387" y="343"/>
                </a:cubicBezTo>
                <a:close/>
                <a:moveTo>
                  <a:pt x="2413" y="343"/>
                </a:moveTo>
                <a:cubicBezTo>
                  <a:pt x="2413" y="338"/>
                  <a:pt x="2409" y="335"/>
                  <a:pt x="2404" y="335"/>
                </a:cubicBezTo>
                <a:cubicBezTo>
                  <a:pt x="2399" y="335"/>
                  <a:pt x="2395" y="338"/>
                  <a:pt x="2395" y="343"/>
                </a:cubicBezTo>
                <a:cubicBezTo>
                  <a:pt x="2395" y="348"/>
                  <a:pt x="2399" y="352"/>
                  <a:pt x="2404" y="352"/>
                </a:cubicBezTo>
                <a:cubicBezTo>
                  <a:pt x="2409" y="352"/>
                  <a:pt x="2413" y="348"/>
                  <a:pt x="2413" y="343"/>
                </a:cubicBezTo>
                <a:close/>
                <a:moveTo>
                  <a:pt x="2438" y="343"/>
                </a:moveTo>
                <a:cubicBezTo>
                  <a:pt x="2438" y="338"/>
                  <a:pt x="2434" y="335"/>
                  <a:pt x="2430" y="335"/>
                </a:cubicBezTo>
                <a:cubicBezTo>
                  <a:pt x="2425" y="335"/>
                  <a:pt x="2421" y="338"/>
                  <a:pt x="2421" y="343"/>
                </a:cubicBezTo>
                <a:cubicBezTo>
                  <a:pt x="2421" y="348"/>
                  <a:pt x="2425" y="352"/>
                  <a:pt x="2430" y="352"/>
                </a:cubicBezTo>
                <a:cubicBezTo>
                  <a:pt x="2434" y="352"/>
                  <a:pt x="2438" y="348"/>
                  <a:pt x="2438" y="343"/>
                </a:cubicBezTo>
                <a:close/>
                <a:moveTo>
                  <a:pt x="2464" y="343"/>
                </a:moveTo>
                <a:cubicBezTo>
                  <a:pt x="2464" y="338"/>
                  <a:pt x="2460" y="335"/>
                  <a:pt x="2456" y="335"/>
                </a:cubicBezTo>
                <a:cubicBezTo>
                  <a:pt x="2451" y="335"/>
                  <a:pt x="2447" y="338"/>
                  <a:pt x="2447" y="343"/>
                </a:cubicBezTo>
                <a:cubicBezTo>
                  <a:pt x="2447" y="348"/>
                  <a:pt x="2451" y="352"/>
                  <a:pt x="2456" y="352"/>
                </a:cubicBezTo>
                <a:cubicBezTo>
                  <a:pt x="2460" y="352"/>
                  <a:pt x="2464" y="348"/>
                  <a:pt x="2464" y="343"/>
                </a:cubicBezTo>
                <a:close/>
                <a:moveTo>
                  <a:pt x="2490" y="343"/>
                </a:moveTo>
                <a:cubicBezTo>
                  <a:pt x="2490" y="338"/>
                  <a:pt x="2486" y="335"/>
                  <a:pt x="2481" y="335"/>
                </a:cubicBezTo>
                <a:cubicBezTo>
                  <a:pt x="2477" y="335"/>
                  <a:pt x="2473" y="338"/>
                  <a:pt x="2473" y="343"/>
                </a:cubicBezTo>
                <a:cubicBezTo>
                  <a:pt x="2473" y="348"/>
                  <a:pt x="2477" y="352"/>
                  <a:pt x="2481" y="352"/>
                </a:cubicBezTo>
                <a:cubicBezTo>
                  <a:pt x="2486" y="352"/>
                  <a:pt x="2490" y="348"/>
                  <a:pt x="2490" y="343"/>
                </a:cubicBezTo>
                <a:close/>
                <a:moveTo>
                  <a:pt x="2516" y="343"/>
                </a:moveTo>
                <a:cubicBezTo>
                  <a:pt x="2516" y="338"/>
                  <a:pt x="2512" y="335"/>
                  <a:pt x="2507" y="335"/>
                </a:cubicBezTo>
                <a:cubicBezTo>
                  <a:pt x="2502" y="335"/>
                  <a:pt x="2498" y="338"/>
                  <a:pt x="2498" y="343"/>
                </a:cubicBezTo>
                <a:cubicBezTo>
                  <a:pt x="2498" y="348"/>
                  <a:pt x="2502" y="352"/>
                  <a:pt x="2507" y="352"/>
                </a:cubicBezTo>
                <a:cubicBezTo>
                  <a:pt x="2512" y="352"/>
                  <a:pt x="2516" y="348"/>
                  <a:pt x="2516" y="343"/>
                </a:cubicBezTo>
                <a:close/>
                <a:moveTo>
                  <a:pt x="2541" y="343"/>
                </a:moveTo>
                <a:cubicBezTo>
                  <a:pt x="2541" y="338"/>
                  <a:pt x="2538" y="335"/>
                  <a:pt x="2533" y="335"/>
                </a:cubicBezTo>
                <a:cubicBezTo>
                  <a:pt x="2528" y="335"/>
                  <a:pt x="2524" y="338"/>
                  <a:pt x="2524" y="343"/>
                </a:cubicBezTo>
                <a:cubicBezTo>
                  <a:pt x="2524" y="348"/>
                  <a:pt x="2528" y="352"/>
                  <a:pt x="2533" y="352"/>
                </a:cubicBezTo>
                <a:cubicBezTo>
                  <a:pt x="2538" y="352"/>
                  <a:pt x="2541" y="348"/>
                  <a:pt x="2541" y="343"/>
                </a:cubicBezTo>
                <a:close/>
                <a:moveTo>
                  <a:pt x="2567" y="343"/>
                </a:moveTo>
                <a:cubicBezTo>
                  <a:pt x="2567" y="338"/>
                  <a:pt x="2563" y="335"/>
                  <a:pt x="2559" y="335"/>
                </a:cubicBezTo>
                <a:cubicBezTo>
                  <a:pt x="2554" y="335"/>
                  <a:pt x="2550" y="338"/>
                  <a:pt x="2550" y="343"/>
                </a:cubicBezTo>
                <a:cubicBezTo>
                  <a:pt x="2550" y="348"/>
                  <a:pt x="2554" y="352"/>
                  <a:pt x="2559" y="352"/>
                </a:cubicBezTo>
                <a:cubicBezTo>
                  <a:pt x="2563" y="352"/>
                  <a:pt x="2567" y="348"/>
                  <a:pt x="2567" y="343"/>
                </a:cubicBezTo>
                <a:close/>
                <a:moveTo>
                  <a:pt x="2593" y="343"/>
                </a:moveTo>
                <a:cubicBezTo>
                  <a:pt x="2593" y="338"/>
                  <a:pt x="2589" y="335"/>
                  <a:pt x="2584" y="335"/>
                </a:cubicBezTo>
                <a:cubicBezTo>
                  <a:pt x="2580" y="335"/>
                  <a:pt x="2576" y="338"/>
                  <a:pt x="2576" y="343"/>
                </a:cubicBezTo>
                <a:cubicBezTo>
                  <a:pt x="2576" y="348"/>
                  <a:pt x="2580" y="352"/>
                  <a:pt x="2584" y="352"/>
                </a:cubicBezTo>
                <a:cubicBezTo>
                  <a:pt x="2589" y="352"/>
                  <a:pt x="2593" y="348"/>
                  <a:pt x="2593" y="343"/>
                </a:cubicBezTo>
                <a:close/>
                <a:moveTo>
                  <a:pt x="2619" y="343"/>
                </a:moveTo>
                <a:cubicBezTo>
                  <a:pt x="2619" y="338"/>
                  <a:pt x="2615" y="335"/>
                  <a:pt x="2610" y="335"/>
                </a:cubicBezTo>
                <a:cubicBezTo>
                  <a:pt x="2605" y="335"/>
                  <a:pt x="2601" y="338"/>
                  <a:pt x="2601" y="343"/>
                </a:cubicBezTo>
                <a:cubicBezTo>
                  <a:pt x="2601" y="348"/>
                  <a:pt x="2605" y="352"/>
                  <a:pt x="2610" y="352"/>
                </a:cubicBezTo>
                <a:cubicBezTo>
                  <a:pt x="2615" y="352"/>
                  <a:pt x="2619" y="348"/>
                  <a:pt x="2619" y="343"/>
                </a:cubicBezTo>
                <a:close/>
                <a:moveTo>
                  <a:pt x="2644" y="343"/>
                </a:moveTo>
                <a:cubicBezTo>
                  <a:pt x="2644" y="338"/>
                  <a:pt x="2641" y="335"/>
                  <a:pt x="2636" y="335"/>
                </a:cubicBezTo>
                <a:cubicBezTo>
                  <a:pt x="2631" y="335"/>
                  <a:pt x="2627" y="338"/>
                  <a:pt x="2627" y="343"/>
                </a:cubicBezTo>
                <a:cubicBezTo>
                  <a:pt x="2627" y="348"/>
                  <a:pt x="2631" y="352"/>
                  <a:pt x="2636" y="352"/>
                </a:cubicBezTo>
                <a:cubicBezTo>
                  <a:pt x="2641" y="352"/>
                  <a:pt x="2644" y="348"/>
                  <a:pt x="2644" y="343"/>
                </a:cubicBezTo>
                <a:close/>
                <a:moveTo>
                  <a:pt x="2670" y="343"/>
                </a:moveTo>
                <a:cubicBezTo>
                  <a:pt x="2670" y="338"/>
                  <a:pt x="2666" y="335"/>
                  <a:pt x="2662" y="335"/>
                </a:cubicBezTo>
                <a:cubicBezTo>
                  <a:pt x="2657" y="335"/>
                  <a:pt x="2653" y="338"/>
                  <a:pt x="2653" y="343"/>
                </a:cubicBezTo>
                <a:cubicBezTo>
                  <a:pt x="2653" y="348"/>
                  <a:pt x="2657" y="352"/>
                  <a:pt x="2662" y="352"/>
                </a:cubicBezTo>
                <a:cubicBezTo>
                  <a:pt x="2666" y="352"/>
                  <a:pt x="2670" y="348"/>
                  <a:pt x="2670" y="343"/>
                </a:cubicBezTo>
                <a:close/>
                <a:moveTo>
                  <a:pt x="2696" y="343"/>
                </a:moveTo>
                <a:cubicBezTo>
                  <a:pt x="2696" y="338"/>
                  <a:pt x="2692" y="335"/>
                  <a:pt x="2687" y="335"/>
                </a:cubicBezTo>
                <a:cubicBezTo>
                  <a:pt x="2683" y="335"/>
                  <a:pt x="2679" y="338"/>
                  <a:pt x="2679" y="343"/>
                </a:cubicBezTo>
                <a:cubicBezTo>
                  <a:pt x="2679" y="348"/>
                  <a:pt x="2683" y="352"/>
                  <a:pt x="2687" y="352"/>
                </a:cubicBezTo>
                <a:cubicBezTo>
                  <a:pt x="2692" y="352"/>
                  <a:pt x="2696" y="348"/>
                  <a:pt x="2696" y="343"/>
                </a:cubicBezTo>
                <a:close/>
                <a:moveTo>
                  <a:pt x="17" y="369"/>
                </a:moveTo>
                <a:cubicBezTo>
                  <a:pt x="17" y="364"/>
                  <a:pt x="13" y="360"/>
                  <a:pt x="8" y="360"/>
                </a:cubicBezTo>
                <a:cubicBezTo>
                  <a:pt x="4" y="360"/>
                  <a:pt x="0" y="364"/>
                  <a:pt x="0" y="369"/>
                </a:cubicBezTo>
                <a:cubicBezTo>
                  <a:pt x="0" y="374"/>
                  <a:pt x="4" y="378"/>
                  <a:pt x="8" y="378"/>
                </a:cubicBezTo>
                <a:cubicBezTo>
                  <a:pt x="13" y="378"/>
                  <a:pt x="17" y="374"/>
                  <a:pt x="17" y="369"/>
                </a:cubicBezTo>
                <a:close/>
                <a:moveTo>
                  <a:pt x="43" y="369"/>
                </a:moveTo>
                <a:cubicBezTo>
                  <a:pt x="43" y="364"/>
                  <a:pt x="39" y="360"/>
                  <a:pt x="34" y="360"/>
                </a:cubicBezTo>
                <a:cubicBezTo>
                  <a:pt x="29" y="360"/>
                  <a:pt x="26" y="364"/>
                  <a:pt x="26" y="369"/>
                </a:cubicBezTo>
                <a:cubicBezTo>
                  <a:pt x="26" y="374"/>
                  <a:pt x="29" y="378"/>
                  <a:pt x="34" y="378"/>
                </a:cubicBezTo>
                <a:cubicBezTo>
                  <a:pt x="39" y="378"/>
                  <a:pt x="43" y="374"/>
                  <a:pt x="43" y="369"/>
                </a:cubicBezTo>
                <a:close/>
                <a:moveTo>
                  <a:pt x="69" y="369"/>
                </a:moveTo>
                <a:cubicBezTo>
                  <a:pt x="69" y="364"/>
                  <a:pt x="65" y="360"/>
                  <a:pt x="60" y="360"/>
                </a:cubicBezTo>
                <a:cubicBezTo>
                  <a:pt x="55" y="360"/>
                  <a:pt x="51" y="364"/>
                  <a:pt x="51" y="369"/>
                </a:cubicBezTo>
                <a:cubicBezTo>
                  <a:pt x="51" y="374"/>
                  <a:pt x="55" y="378"/>
                  <a:pt x="60" y="378"/>
                </a:cubicBezTo>
                <a:cubicBezTo>
                  <a:pt x="65" y="378"/>
                  <a:pt x="69" y="374"/>
                  <a:pt x="69" y="369"/>
                </a:cubicBezTo>
                <a:close/>
                <a:moveTo>
                  <a:pt x="94" y="369"/>
                </a:moveTo>
                <a:cubicBezTo>
                  <a:pt x="94" y="364"/>
                  <a:pt x="90" y="360"/>
                  <a:pt x="86" y="360"/>
                </a:cubicBezTo>
                <a:cubicBezTo>
                  <a:pt x="81" y="360"/>
                  <a:pt x="77" y="364"/>
                  <a:pt x="77" y="369"/>
                </a:cubicBezTo>
                <a:cubicBezTo>
                  <a:pt x="77" y="374"/>
                  <a:pt x="81" y="378"/>
                  <a:pt x="86" y="378"/>
                </a:cubicBezTo>
                <a:cubicBezTo>
                  <a:pt x="90" y="378"/>
                  <a:pt x="94" y="374"/>
                  <a:pt x="94" y="369"/>
                </a:cubicBezTo>
                <a:close/>
                <a:moveTo>
                  <a:pt x="120" y="369"/>
                </a:moveTo>
                <a:cubicBezTo>
                  <a:pt x="120" y="364"/>
                  <a:pt x="116" y="360"/>
                  <a:pt x="111" y="360"/>
                </a:cubicBezTo>
                <a:cubicBezTo>
                  <a:pt x="107" y="360"/>
                  <a:pt x="103" y="364"/>
                  <a:pt x="103" y="369"/>
                </a:cubicBezTo>
                <a:cubicBezTo>
                  <a:pt x="103" y="374"/>
                  <a:pt x="107" y="378"/>
                  <a:pt x="111" y="378"/>
                </a:cubicBezTo>
                <a:cubicBezTo>
                  <a:pt x="116" y="378"/>
                  <a:pt x="120" y="374"/>
                  <a:pt x="120" y="369"/>
                </a:cubicBezTo>
                <a:close/>
                <a:moveTo>
                  <a:pt x="146" y="369"/>
                </a:moveTo>
                <a:cubicBezTo>
                  <a:pt x="146" y="364"/>
                  <a:pt x="142" y="360"/>
                  <a:pt x="137" y="360"/>
                </a:cubicBezTo>
                <a:cubicBezTo>
                  <a:pt x="132" y="360"/>
                  <a:pt x="129" y="364"/>
                  <a:pt x="129" y="369"/>
                </a:cubicBezTo>
                <a:cubicBezTo>
                  <a:pt x="129" y="374"/>
                  <a:pt x="132" y="378"/>
                  <a:pt x="137" y="378"/>
                </a:cubicBezTo>
                <a:cubicBezTo>
                  <a:pt x="142" y="378"/>
                  <a:pt x="146" y="374"/>
                  <a:pt x="146" y="369"/>
                </a:cubicBezTo>
                <a:close/>
                <a:moveTo>
                  <a:pt x="172" y="369"/>
                </a:moveTo>
                <a:cubicBezTo>
                  <a:pt x="172" y="364"/>
                  <a:pt x="168" y="360"/>
                  <a:pt x="163" y="360"/>
                </a:cubicBezTo>
                <a:cubicBezTo>
                  <a:pt x="158" y="360"/>
                  <a:pt x="154" y="364"/>
                  <a:pt x="154" y="369"/>
                </a:cubicBezTo>
                <a:cubicBezTo>
                  <a:pt x="154" y="374"/>
                  <a:pt x="158" y="378"/>
                  <a:pt x="163" y="378"/>
                </a:cubicBezTo>
                <a:cubicBezTo>
                  <a:pt x="168" y="378"/>
                  <a:pt x="172" y="374"/>
                  <a:pt x="172" y="369"/>
                </a:cubicBezTo>
                <a:close/>
                <a:moveTo>
                  <a:pt x="197" y="369"/>
                </a:moveTo>
                <a:cubicBezTo>
                  <a:pt x="197" y="364"/>
                  <a:pt x="193" y="360"/>
                  <a:pt x="189" y="360"/>
                </a:cubicBezTo>
                <a:cubicBezTo>
                  <a:pt x="184" y="360"/>
                  <a:pt x="180" y="364"/>
                  <a:pt x="180" y="369"/>
                </a:cubicBezTo>
                <a:cubicBezTo>
                  <a:pt x="180" y="374"/>
                  <a:pt x="184" y="378"/>
                  <a:pt x="189" y="378"/>
                </a:cubicBezTo>
                <a:cubicBezTo>
                  <a:pt x="193" y="378"/>
                  <a:pt x="197" y="374"/>
                  <a:pt x="197" y="369"/>
                </a:cubicBezTo>
                <a:close/>
                <a:moveTo>
                  <a:pt x="223" y="369"/>
                </a:moveTo>
                <a:cubicBezTo>
                  <a:pt x="223" y="364"/>
                  <a:pt x="219" y="360"/>
                  <a:pt x="214" y="360"/>
                </a:cubicBezTo>
                <a:cubicBezTo>
                  <a:pt x="210" y="360"/>
                  <a:pt x="206" y="364"/>
                  <a:pt x="206" y="369"/>
                </a:cubicBezTo>
                <a:cubicBezTo>
                  <a:pt x="206" y="374"/>
                  <a:pt x="210" y="378"/>
                  <a:pt x="214" y="378"/>
                </a:cubicBezTo>
                <a:cubicBezTo>
                  <a:pt x="219" y="378"/>
                  <a:pt x="223" y="374"/>
                  <a:pt x="223" y="369"/>
                </a:cubicBezTo>
                <a:close/>
                <a:moveTo>
                  <a:pt x="249" y="369"/>
                </a:moveTo>
                <a:cubicBezTo>
                  <a:pt x="249" y="364"/>
                  <a:pt x="245" y="360"/>
                  <a:pt x="240" y="360"/>
                </a:cubicBezTo>
                <a:cubicBezTo>
                  <a:pt x="236" y="360"/>
                  <a:pt x="232" y="364"/>
                  <a:pt x="232" y="369"/>
                </a:cubicBezTo>
                <a:cubicBezTo>
                  <a:pt x="232" y="374"/>
                  <a:pt x="236" y="378"/>
                  <a:pt x="240" y="378"/>
                </a:cubicBezTo>
                <a:cubicBezTo>
                  <a:pt x="245" y="378"/>
                  <a:pt x="249" y="374"/>
                  <a:pt x="249" y="369"/>
                </a:cubicBezTo>
                <a:close/>
                <a:moveTo>
                  <a:pt x="275" y="369"/>
                </a:moveTo>
                <a:cubicBezTo>
                  <a:pt x="275" y="364"/>
                  <a:pt x="271" y="360"/>
                  <a:pt x="266" y="360"/>
                </a:cubicBezTo>
                <a:cubicBezTo>
                  <a:pt x="261" y="360"/>
                  <a:pt x="257" y="364"/>
                  <a:pt x="257" y="369"/>
                </a:cubicBezTo>
                <a:cubicBezTo>
                  <a:pt x="257" y="374"/>
                  <a:pt x="261" y="378"/>
                  <a:pt x="266" y="378"/>
                </a:cubicBezTo>
                <a:cubicBezTo>
                  <a:pt x="271" y="378"/>
                  <a:pt x="275" y="374"/>
                  <a:pt x="275" y="369"/>
                </a:cubicBezTo>
                <a:close/>
                <a:moveTo>
                  <a:pt x="300" y="369"/>
                </a:moveTo>
                <a:cubicBezTo>
                  <a:pt x="300" y="364"/>
                  <a:pt x="297" y="360"/>
                  <a:pt x="292" y="360"/>
                </a:cubicBezTo>
                <a:cubicBezTo>
                  <a:pt x="287" y="360"/>
                  <a:pt x="283" y="364"/>
                  <a:pt x="283" y="369"/>
                </a:cubicBezTo>
                <a:cubicBezTo>
                  <a:pt x="283" y="374"/>
                  <a:pt x="287" y="378"/>
                  <a:pt x="292" y="378"/>
                </a:cubicBezTo>
                <a:cubicBezTo>
                  <a:pt x="297" y="378"/>
                  <a:pt x="300" y="374"/>
                  <a:pt x="300" y="369"/>
                </a:cubicBezTo>
                <a:close/>
                <a:moveTo>
                  <a:pt x="326" y="369"/>
                </a:moveTo>
                <a:cubicBezTo>
                  <a:pt x="326" y="364"/>
                  <a:pt x="322" y="360"/>
                  <a:pt x="318" y="360"/>
                </a:cubicBezTo>
                <a:cubicBezTo>
                  <a:pt x="313" y="360"/>
                  <a:pt x="309" y="364"/>
                  <a:pt x="309" y="369"/>
                </a:cubicBezTo>
                <a:cubicBezTo>
                  <a:pt x="309" y="374"/>
                  <a:pt x="313" y="378"/>
                  <a:pt x="318" y="378"/>
                </a:cubicBezTo>
                <a:cubicBezTo>
                  <a:pt x="322" y="378"/>
                  <a:pt x="326" y="374"/>
                  <a:pt x="326" y="369"/>
                </a:cubicBezTo>
                <a:close/>
                <a:moveTo>
                  <a:pt x="352" y="369"/>
                </a:moveTo>
                <a:cubicBezTo>
                  <a:pt x="352" y="364"/>
                  <a:pt x="348" y="360"/>
                  <a:pt x="343" y="360"/>
                </a:cubicBezTo>
                <a:cubicBezTo>
                  <a:pt x="339" y="360"/>
                  <a:pt x="335" y="364"/>
                  <a:pt x="335" y="369"/>
                </a:cubicBezTo>
                <a:cubicBezTo>
                  <a:pt x="335" y="374"/>
                  <a:pt x="339" y="378"/>
                  <a:pt x="343" y="378"/>
                </a:cubicBezTo>
                <a:cubicBezTo>
                  <a:pt x="348" y="378"/>
                  <a:pt x="352" y="374"/>
                  <a:pt x="352" y="369"/>
                </a:cubicBezTo>
                <a:close/>
                <a:moveTo>
                  <a:pt x="378" y="369"/>
                </a:moveTo>
                <a:cubicBezTo>
                  <a:pt x="378" y="364"/>
                  <a:pt x="374" y="360"/>
                  <a:pt x="369" y="360"/>
                </a:cubicBezTo>
                <a:cubicBezTo>
                  <a:pt x="364" y="360"/>
                  <a:pt x="360" y="364"/>
                  <a:pt x="360" y="369"/>
                </a:cubicBezTo>
                <a:cubicBezTo>
                  <a:pt x="360" y="374"/>
                  <a:pt x="364" y="378"/>
                  <a:pt x="369" y="378"/>
                </a:cubicBezTo>
                <a:cubicBezTo>
                  <a:pt x="374" y="378"/>
                  <a:pt x="378" y="374"/>
                  <a:pt x="378" y="369"/>
                </a:cubicBezTo>
                <a:close/>
                <a:moveTo>
                  <a:pt x="532" y="369"/>
                </a:moveTo>
                <a:cubicBezTo>
                  <a:pt x="532" y="364"/>
                  <a:pt x="528" y="360"/>
                  <a:pt x="524" y="360"/>
                </a:cubicBezTo>
                <a:cubicBezTo>
                  <a:pt x="519" y="360"/>
                  <a:pt x="515" y="364"/>
                  <a:pt x="515" y="369"/>
                </a:cubicBezTo>
                <a:cubicBezTo>
                  <a:pt x="515" y="374"/>
                  <a:pt x="519" y="378"/>
                  <a:pt x="524" y="378"/>
                </a:cubicBezTo>
                <a:cubicBezTo>
                  <a:pt x="528" y="378"/>
                  <a:pt x="532" y="374"/>
                  <a:pt x="532" y="369"/>
                </a:cubicBezTo>
                <a:close/>
                <a:moveTo>
                  <a:pt x="558" y="369"/>
                </a:moveTo>
                <a:cubicBezTo>
                  <a:pt x="558" y="364"/>
                  <a:pt x="554" y="360"/>
                  <a:pt x="549" y="360"/>
                </a:cubicBezTo>
                <a:cubicBezTo>
                  <a:pt x="545" y="360"/>
                  <a:pt x="541" y="364"/>
                  <a:pt x="541" y="369"/>
                </a:cubicBezTo>
                <a:cubicBezTo>
                  <a:pt x="541" y="374"/>
                  <a:pt x="545" y="378"/>
                  <a:pt x="549" y="378"/>
                </a:cubicBezTo>
                <a:cubicBezTo>
                  <a:pt x="554" y="378"/>
                  <a:pt x="558" y="374"/>
                  <a:pt x="558" y="369"/>
                </a:cubicBezTo>
                <a:close/>
                <a:moveTo>
                  <a:pt x="584" y="369"/>
                </a:moveTo>
                <a:cubicBezTo>
                  <a:pt x="584" y="364"/>
                  <a:pt x="580" y="360"/>
                  <a:pt x="575" y="360"/>
                </a:cubicBezTo>
                <a:cubicBezTo>
                  <a:pt x="570" y="360"/>
                  <a:pt x="567" y="364"/>
                  <a:pt x="567" y="369"/>
                </a:cubicBezTo>
                <a:cubicBezTo>
                  <a:pt x="567" y="374"/>
                  <a:pt x="570" y="378"/>
                  <a:pt x="575" y="378"/>
                </a:cubicBezTo>
                <a:cubicBezTo>
                  <a:pt x="580" y="378"/>
                  <a:pt x="584" y="374"/>
                  <a:pt x="584" y="369"/>
                </a:cubicBezTo>
                <a:close/>
                <a:moveTo>
                  <a:pt x="841" y="369"/>
                </a:moveTo>
                <a:cubicBezTo>
                  <a:pt x="841" y="364"/>
                  <a:pt x="837" y="360"/>
                  <a:pt x="833" y="360"/>
                </a:cubicBezTo>
                <a:cubicBezTo>
                  <a:pt x="828" y="360"/>
                  <a:pt x="824" y="364"/>
                  <a:pt x="824" y="369"/>
                </a:cubicBezTo>
                <a:cubicBezTo>
                  <a:pt x="824" y="374"/>
                  <a:pt x="828" y="378"/>
                  <a:pt x="833" y="378"/>
                </a:cubicBezTo>
                <a:cubicBezTo>
                  <a:pt x="837" y="378"/>
                  <a:pt x="841" y="374"/>
                  <a:pt x="841" y="369"/>
                </a:cubicBezTo>
                <a:close/>
                <a:moveTo>
                  <a:pt x="867" y="369"/>
                </a:moveTo>
                <a:cubicBezTo>
                  <a:pt x="867" y="364"/>
                  <a:pt x="863" y="360"/>
                  <a:pt x="858" y="360"/>
                </a:cubicBezTo>
                <a:cubicBezTo>
                  <a:pt x="854" y="360"/>
                  <a:pt x="850" y="364"/>
                  <a:pt x="850" y="369"/>
                </a:cubicBezTo>
                <a:cubicBezTo>
                  <a:pt x="850" y="374"/>
                  <a:pt x="854" y="378"/>
                  <a:pt x="858" y="378"/>
                </a:cubicBezTo>
                <a:cubicBezTo>
                  <a:pt x="863" y="378"/>
                  <a:pt x="867" y="374"/>
                  <a:pt x="867" y="369"/>
                </a:cubicBezTo>
                <a:close/>
                <a:moveTo>
                  <a:pt x="893" y="369"/>
                </a:moveTo>
                <a:cubicBezTo>
                  <a:pt x="893" y="364"/>
                  <a:pt x="889" y="360"/>
                  <a:pt x="884" y="360"/>
                </a:cubicBezTo>
                <a:cubicBezTo>
                  <a:pt x="879" y="360"/>
                  <a:pt x="876" y="364"/>
                  <a:pt x="876" y="369"/>
                </a:cubicBezTo>
                <a:cubicBezTo>
                  <a:pt x="876" y="374"/>
                  <a:pt x="879" y="378"/>
                  <a:pt x="884" y="378"/>
                </a:cubicBezTo>
                <a:cubicBezTo>
                  <a:pt x="889" y="378"/>
                  <a:pt x="893" y="374"/>
                  <a:pt x="893" y="369"/>
                </a:cubicBezTo>
                <a:close/>
                <a:moveTo>
                  <a:pt x="919" y="369"/>
                </a:moveTo>
                <a:cubicBezTo>
                  <a:pt x="919" y="364"/>
                  <a:pt x="915" y="360"/>
                  <a:pt x="910" y="360"/>
                </a:cubicBezTo>
                <a:cubicBezTo>
                  <a:pt x="905" y="360"/>
                  <a:pt x="901" y="364"/>
                  <a:pt x="901" y="369"/>
                </a:cubicBezTo>
                <a:cubicBezTo>
                  <a:pt x="901" y="374"/>
                  <a:pt x="905" y="378"/>
                  <a:pt x="910" y="378"/>
                </a:cubicBezTo>
                <a:cubicBezTo>
                  <a:pt x="915" y="378"/>
                  <a:pt x="919" y="374"/>
                  <a:pt x="919" y="369"/>
                </a:cubicBezTo>
                <a:close/>
                <a:moveTo>
                  <a:pt x="944" y="369"/>
                </a:moveTo>
                <a:cubicBezTo>
                  <a:pt x="944" y="364"/>
                  <a:pt x="940" y="360"/>
                  <a:pt x="936" y="360"/>
                </a:cubicBezTo>
                <a:cubicBezTo>
                  <a:pt x="931" y="360"/>
                  <a:pt x="927" y="364"/>
                  <a:pt x="927" y="369"/>
                </a:cubicBezTo>
                <a:cubicBezTo>
                  <a:pt x="927" y="374"/>
                  <a:pt x="931" y="378"/>
                  <a:pt x="936" y="378"/>
                </a:cubicBezTo>
                <a:cubicBezTo>
                  <a:pt x="940" y="378"/>
                  <a:pt x="944" y="374"/>
                  <a:pt x="944" y="369"/>
                </a:cubicBezTo>
                <a:close/>
                <a:moveTo>
                  <a:pt x="970" y="369"/>
                </a:moveTo>
                <a:cubicBezTo>
                  <a:pt x="970" y="364"/>
                  <a:pt x="966" y="360"/>
                  <a:pt x="961" y="360"/>
                </a:cubicBezTo>
                <a:cubicBezTo>
                  <a:pt x="957" y="360"/>
                  <a:pt x="953" y="364"/>
                  <a:pt x="953" y="369"/>
                </a:cubicBezTo>
                <a:cubicBezTo>
                  <a:pt x="953" y="374"/>
                  <a:pt x="957" y="378"/>
                  <a:pt x="961" y="378"/>
                </a:cubicBezTo>
                <a:cubicBezTo>
                  <a:pt x="966" y="378"/>
                  <a:pt x="970" y="374"/>
                  <a:pt x="970" y="369"/>
                </a:cubicBezTo>
                <a:close/>
                <a:moveTo>
                  <a:pt x="1382" y="369"/>
                </a:moveTo>
                <a:cubicBezTo>
                  <a:pt x="1382" y="364"/>
                  <a:pt x="1378" y="360"/>
                  <a:pt x="1374" y="360"/>
                </a:cubicBezTo>
                <a:cubicBezTo>
                  <a:pt x="1369" y="360"/>
                  <a:pt x="1365" y="364"/>
                  <a:pt x="1365" y="369"/>
                </a:cubicBezTo>
                <a:cubicBezTo>
                  <a:pt x="1365" y="374"/>
                  <a:pt x="1369" y="378"/>
                  <a:pt x="1374" y="378"/>
                </a:cubicBezTo>
                <a:cubicBezTo>
                  <a:pt x="1378" y="378"/>
                  <a:pt x="1382" y="374"/>
                  <a:pt x="1382" y="369"/>
                </a:cubicBezTo>
                <a:close/>
                <a:moveTo>
                  <a:pt x="1408" y="369"/>
                </a:moveTo>
                <a:cubicBezTo>
                  <a:pt x="1408" y="364"/>
                  <a:pt x="1404" y="360"/>
                  <a:pt x="1399" y="360"/>
                </a:cubicBezTo>
                <a:cubicBezTo>
                  <a:pt x="1395" y="360"/>
                  <a:pt x="1391" y="364"/>
                  <a:pt x="1391" y="369"/>
                </a:cubicBezTo>
                <a:cubicBezTo>
                  <a:pt x="1391" y="374"/>
                  <a:pt x="1395" y="378"/>
                  <a:pt x="1399" y="378"/>
                </a:cubicBezTo>
                <a:cubicBezTo>
                  <a:pt x="1404" y="378"/>
                  <a:pt x="1408" y="374"/>
                  <a:pt x="1408" y="369"/>
                </a:cubicBezTo>
                <a:close/>
                <a:moveTo>
                  <a:pt x="1434" y="369"/>
                </a:moveTo>
                <a:cubicBezTo>
                  <a:pt x="1434" y="364"/>
                  <a:pt x="1430" y="360"/>
                  <a:pt x="1425" y="360"/>
                </a:cubicBezTo>
                <a:cubicBezTo>
                  <a:pt x="1420" y="360"/>
                  <a:pt x="1417" y="364"/>
                  <a:pt x="1417" y="369"/>
                </a:cubicBezTo>
                <a:cubicBezTo>
                  <a:pt x="1417" y="374"/>
                  <a:pt x="1420" y="378"/>
                  <a:pt x="1425" y="378"/>
                </a:cubicBezTo>
                <a:cubicBezTo>
                  <a:pt x="1430" y="378"/>
                  <a:pt x="1434" y="374"/>
                  <a:pt x="1434" y="369"/>
                </a:cubicBezTo>
                <a:close/>
                <a:moveTo>
                  <a:pt x="1459" y="369"/>
                </a:moveTo>
                <a:cubicBezTo>
                  <a:pt x="1459" y="364"/>
                  <a:pt x="1456" y="360"/>
                  <a:pt x="1451" y="360"/>
                </a:cubicBezTo>
                <a:cubicBezTo>
                  <a:pt x="1446" y="360"/>
                  <a:pt x="1442" y="364"/>
                  <a:pt x="1442" y="369"/>
                </a:cubicBezTo>
                <a:cubicBezTo>
                  <a:pt x="1442" y="374"/>
                  <a:pt x="1446" y="378"/>
                  <a:pt x="1451" y="378"/>
                </a:cubicBezTo>
                <a:cubicBezTo>
                  <a:pt x="1456" y="378"/>
                  <a:pt x="1459" y="374"/>
                  <a:pt x="1459" y="369"/>
                </a:cubicBezTo>
                <a:close/>
                <a:moveTo>
                  <a:pt x="1485" y="369"/>
                </a:moveTo>
                <a:cubicBezTo>
                  <a:pt x="1485" y="364"/>
                  <a:pt x="1481" y="360"/>
                  <a:pt x="1477" y="360"/>
                </a:cubicBezTo>
                <a:cubicBezTo>
                  <a:pt x="1472" y="360"/>
                  <a:pt x="1468" y="364"/>
                  <a:pt x="1468" y="369"/>
                </a:cubicBezTo>
                <a:cubicBezTo>
                  <a:pt x="1468" y="374"/>
                  <a:pt x="1472" y="378"/>
                  <a:pt x="1477" y="378"/>
                </a:cubicBezTo>
                <a:cubicBezTo>
                  <a:pt x="1481" y="378"/>
                  <a:pt x="1485" y="374"/>
                  <a:pt x="1485" y="369"/>
                </a:cubicBezTo>
                <a:close/>
                <a:moveTo>
                  <a:pt x="1511" y="369"/>
                </a:moveTo>
                <a:cubicBezTo>
                  <a:pt x="1511" y="364"/>
                  <a:pt x="1507" y="360"/>
                  <a:pt x="1502" y="360"/>
                </a:cubicBezTo>
                <a:cubicBezTo>
                  <a:pt x="1498" y="360"/>
                  <a:pt x="1494" y="364"/>
                  <a:pt x="1494" y="369"/>
                </a:cubicBezTo>
                <a:cubicBezTo>
                  <a:pt x="1494" y="374"/>
                  <a:pt x="1498" y="378"/>
                  <a:pt x="1502" y="378"/>
                </a:cubicBezTo>
                <a:cubicBezTo>
                  <a:pt x="1507" y="378"/>
                  <a:pt x="1511" y="374"/>
                  <a:pt x="1511" y="369"/>
                </a:cubicBezTo>
                <a:close/>
                <a:moveTo>
                  <a:pt x="1537" y="369"/>
                </a:moveTo>
                <a:cubicBezTo>
                  <a:pt x="1537" y="364"/>
                  <a:pt x="1533" y="360"/>
                  <a:pt x="1528" y="360"/>
                </a:cubicBezTo>
                <a:cubicBezTo>
                  <a:pt x="1523" y="360"/>
                  <a:pt x="1520" y="364"/>
                  <a:pt x="1520" y="369"/>
                </a:cubicBezTo>
                <a:cubicBezTo>
                  <a:pt x="1520" y="374"/>
                  <a:pt x="1523" y="378"/>
                  <a:pt x="1528" y="378"/>
                </a:cubicBezTo>
                <a:cubicBezTo>
                  <a:pt x="1533" y="378"/>
                  <a:pt x="1537" y="374"/>
                  <a:pt x="1537" y="369"/>
                </a:cubicBezTo>
                <a:close/>
                <a:moveTo>
                  <a:pt x="1563" y="369"/>
                </a:moveTo>
                <a:cubicBezTo>
                  <a:pt x="1563" y="364"/>
                  <a:pt x="1559" y="360"/>
                  <a:pt x="1554" y="360"/>
                </a:cubicBezTo>
                <a:cubicBezTo>
                  <a:pt x="1549" y="360"/>
                  <a:pt x="1545" y="364"/>
                  <a:pt x="1545" y="369"/>
                </a:cubicBezTo>
                <a:cubicBezTo>
                  <a:pt x="1545" y="374"/>
                  <a:pt x="1549" y="378"/>
                  <a:pt x="1554" y="378"/>
                </a:cubicBezTo>
                <a:cubicBezTo>
                  <a:pt x="1559" y="378"/>
                  <a:pt x="1563" y="374"/>
                  <a:pt x="1563" y="369"/>
                </a:cubicBezTo>
                <a:close/>
                <a:moveTo>
                  <a:pt x="1614" y="369"/>
                </a:moveTo>
                <a:cubicBezTo>
                  <a:pt x="1614" y="364"/>
                  <a:pt x="1610" y="360"/>
                  <a:pt x="1605" y="360"/>
                </a:cubicBezTo>
                <a:cubicBezTo>
                  <a:pt x="1601" y="360"/>
                  <a:pt x="1597" y="364"/>
                  <a:pt x="1597" y="369"/>
                </a:cubicBezTo>
                <a:cubicBezTo>
                  <a:pt x="1597" y="374"/>
                  <a:pt x="1601" y="378"/>
                  <a:pt x="1605" y="378"/>
                </a:cubicBezTo>
                <a:cubicBezTo>
                  <a:pt x="1610" y="378"/>
                  <a:pt x="1614" y="374"/>
                  <a:pt x="1614" y="369"/>
                </a:cubicBezTo>
                <a:close/>
                <a:moveTo>
                  <a:pt x="1640" y="369"/>
                </a:moveTo>
                <a:cubicBezTo>
                  <a:pt x="1640" y="364"/>
                  <a:pt x="1636" y="360"/>
                  <a:pt x="1631" y="360"/>
                </a:cubicBezTo>
                <a:cubicBezTo>
                  <a:pt x="1626" y="360"/>
                  <a:pt x="1623" y="364"/>
                  <a:pt x="1623" y="369"/>
                </a:cubicBezTo>
                <a:cubicBezTo>
                  <a:pt x="1623" y="374"/>
                  <a:pt x="1626" y="378"/>
                  <a:pt x="1631" y="378"/>
                </a:cubicBezTo>
                <a:cubicBezTo>
                  <a:pt x="1636" y="378"/>
                  <a:pt x="1640" y="374"/>
                  <a:pt x="1640" y="369"/>
                </a:cubicBezTo>
                <a:close/>
                <a:moveTo>
                  <a:pt x="1666" y="369"/>
                </a:moveTo>
                <a:cubicBezTo>
                  <a:pt x="1666" y="364"/>
                  <a:pt x="1662" y="360"/>
                  <a:pt x="1657" y="360"/>
                </a:cubicBezTo>
                <a:cubicBezTo>
                  <a:pt x="1652" y="360"/>
                  <a:pt x="1648" y="364"/>
                  <a:pt x="1648" y="369"/>
                </a:cubicBezTo>
                <a:cubicBezTo>
                  <a:pt x="1648" y="374"/>
                  <a:pt x="1652" y="378"/>
                  <a:pt x="1657" y="378"/>
                </a:cubicBezTo>
                <a:cubicBezTo>
                  <a:pt x="1662" y="378"/>
                  <a:pt x="1666" y="374"/>
                  <a:pt x="1666" y="369"/>
                </a:cubicBezTo>
                <a:close/>
                <a:moveTo>
                  <a:pt x="1691" y="369"/>
                </a:moveTo>
                <a:cubicBezTo>
                  <a:pt x="1691" y="364"/>
                  <a:pt x="1687" y="360"/>
                  <a:pt x="1683" y="360"/>
                </a:cubicBezTo>
                <a:cubicBezTo>
                  <a:pt x="1678" y="360"/>
                  <a:pt x="1674" y="364"/>
                  <a:pt x="1674" y="369"/>
                </a:cubicBezTo>
                <a:cubicBezTo>
                  <a:pt x="1674" y="374"/>
                  <a:pt x="1678" y="378"/>
                  <a:pt x="1683" y="378"/>
                </a:cubicBezTo>
                <a:cubicBezTo>
                  <a:pt x="1687" y="378"/>
                  <a:pt x="1691" y="374"/>
                  <a:pt x="1691" y="369"/>
                </a:cubicBezTo>
                <a:close/>
                <a:moveTo>
                  <a:pt x="1717" y="369"/>
                </a:moveTo>
                <a:cubicBezTo>
                  <a:pt x="1717" y="364"/>
                  <a:pt x="1713" y="360"/>
                  <a:pt x="1708" y="360"/>
                </a:cubicBezTo>
                <a:cubicBezTo>
                  <a:pt x="1704" y="360"/>
                  <a:pt x="1700" y="364"/>
                  <a:pt x="1700" y="369"/>
                </a:cubicBezTo>
                <a:cubicBezTo>
                  <a:pt x="1700" y="374"/>
                  <a:pt x="1704" y="378"/>
                  <a:pt x="1708" y="378"/>
                </a:cubicBezTo>
                <a:cubicBezTo>
                  <a:pt x="1713" y="378"/>
                  <a:pt x="1717" y="374"/>
                  <a:pt x="1717" y="369"/>
                </a:cubicBezTo>
                <a:close/>
                <a:moveTo>
                  <a:pt x="1743" y="369"/>
                </a:moveTo>
                <a:cubicBezTo>
                  <a:pt x="1743" y="364"/>
                  <a:pt x="1739" y="360"/>
                  <a:pt x="1734" y="360"/>
                </a:cubicBezTo>
                <a:cubicBezTo>
                  <a:pt x="1730" y="360"/>
                  <a:pt x="1726" y="364"/>
                  <a:pt x="1726" y="369"/>
                </a:cubicBezTo>
                <a:cubicBezTo>
                  <a:pt x="1726" y="374"/>
                  <a:pt x="1730" y="378"/>
                  <a:pt x="1734" y="378"/>
                </a:cubicBezTo>
                <a:cubicBezTo>
                  <a:pt x="1739" y="378"/>
                  <a:pt x="1743" y="374"/>
                  <a:pt x="1743" y="369"/>
                </a:cubicBezTo>
                <a:close/>
                <a:moveTo>
                  <a:pt x="1769" y="369"/>
                </a:moveTo>
                <a:cubicBezTo>
                  <a:pt x="1769" y="364"/>
                  <a:pt x="1765" y="360"/>
                  <a:pt x="1760" y="360"/>
                </a:cubicBezTo>
                <a:cubicBezTo>
                  <a:pt x="1755" y="360"/>
                  <a:pt x="1751" y="364"/>
                  <a:pt x="1751" y="369"/>
                </a:cubicBezTo>
                <a:cubicBezTo>
                  <a:pt x="1751" y="374"/>
                  <a:pt x="1755" y="378"/>
                  <a:pt x="1760" y="378"/>
                </a:cubicBezTo>
                <a:cubicBezTo>
                  <a:pt x="1765" y="378"/>
                  <a:pt x="1769" y="374"/>
                  <a:pt x="1769" y="369"/>
                </a:cubicBezTo>
                <a:close/>
                <a:moveTo>
                  <a:pt x="1794" y="369"/>
                </a:moveTo>
                <a:cubicBezTo>
                  <a:pt x="1794" y="364"/>
                  <a:pt x="1791" y="360"/>
                  <a:pt x="1786" y="360"/>
                </a:cubicBezTo>
                <a:cubicBezTo>
                  <a:pt x="1781" y="360"/>
                  <a:pt x="1777" y="364"/>
                  <a:pt x="1777" y="369"/>
                </a:cubicBezTo>
                <a:cubicBezTo>
                  <a:pt x="1777" y="374"/>
                  <a:pt x="1781" y="378"/>
                  <a:pt x="1786" y="378"/>
                </a:cubicBezTo>
                <a:cubicBezTo>
                  <a:pt x="1791" y="378"/>
                  <a:pt x="1794" y="374"/>
                  <a:pt x="1794" y="369"/>
                </a:cubicBezTo>
                <a:close/>
                <a:moveTo>
                  <a:pt x="1820" y="369"/>
                </a:moveTo>
                <a:cubicBezTo>
                  <a:pt x="1820" y="364"/>
                  <a:pt x="1816" y="360"/>
                  <a:pt x="1812" y="360"/>
                </a:cubicBezTo>
                <a:cubicBezTo>
                  <a:pt x="1807" y="360"/>
                  <a:pt x="1803" y="364"/>
                  <a:pt x="1803" y="369"/>
                </a:cubicBezTo>
                <a:cubicBezTo>
                  <a:pt x="1803" y="374"/>
                  <a:pt x="1807" y="378"/>
                  <a:pt x="1812" y="378"/>
                </a:cubicBezTo>
                <a:cubicBezTo>
                  <a:pt x="1816" y="378"/>
                  <a:pt x="1820" y="374"/>
                  <a:pt x="1820" y="369"/>
                </a:cubicBezTo>
                <a:close/>
                <a:moveTo>
                  <a:pt x="1846" y="369"/>
                </a:moveTo>
                <a:cubicBezTo>
                  <a:pt x="1846" y="364"/>
                  <a:pt x="1842" y="360"/>
                  <a:pt x="1837" y="360"/>
                </a:cubicBezTo>
                <a:cubicBezTo>
                  <a:pt x="1833" y="360"/>
                  <a:pt x="1829" y="364"/>
                  <a:pt x="1829" y="369"/>
                </a:cubicBezTo>
                <a:cubicBezTo>
                  <a:pt x="1829" y="374"/>
                  <a:pt x="1833" y="378"/>
                  <a:pt x="1837" y="378"/>
                </a:cubicBezTo>
                <a:cubicBezTo>
                  <a:pt x="1842" y="378"/>
                  <a:pt x="1846" y="374"/>
                  <a:pt x="1846" y="369"/>
                </a:cubicBezTo>
                <a:close/>
                <a:moveTo>
                  <a:pt x="1872" y="369"/>
                </a:moveTo>
                <a:cubicBezTo>
                  <a:pt x="1872" y="364"/>
                  <a:pt x="1868" y="360"/>
                  <a:pt x="1863" y="360"/>
                </a:cubicBezTo>
                <a:cubicBezTo>
                  <a:pt x="1858" y="360"/>
                  <a:pt x="1854" y="364"/>
                  <a:pt x="1854" y="369"/>
                </a:cubicBezTo>
                <a:cubicBezTo>
                  <a:pt x="1854" y="374"/>
                  <a:pt x="1858" y="378"/>
                  <a:pt x="1863" y="378"/>
                </a:cubicBezTo>
                <a:cubicBezTo>
                  <a:pt x="1868" y="378"/>
                  <a:pt x="1872" y="374"/>
                  <a:pt x="1872" y="369"/>
                </a:cubicBezTo>
                <a:close/>
                <a:moveTo>
                  <a:pt x="1897" y="369"/>
                </a:moveTo>
                <a:cubicBezTo>
                  <a:pt x="1897" y="364"/>
                  <a:pt x="1894" y="360"/>
                  <a:pt x="1889" y="360"/>
                </a:cubicBezTo>
                <a:cubicBezTo>
                  <a:pt x="1884" y="360"/>
                  <a:pt x="1880" y="364"/>
                  <a:pt x="1880" y="369"/>
                </a:cubicBezTo>
                <a:cubicBezTo>
                  <a:pt x="1880" y="374"/>
                  <a:pt x="1884" y="378"/>
                  <a:pt x="1889" y="378"/>
                </a:cubicBezTo>
                <a:cubicBezTo>
                  <a:pt x="1894" y="378"/>
                  <a:pt x="1897" y="374"/>
                  <a:pt x="1897" y="369"/>
                </a:cubicBezTo>
                <a:close/>
                <a:moveTo>
                  <a:pt x="1923" y="369"/>
                </a:moveTo>
                <a:cubicBezTo>
                  <a:pt x="1923" y="364"/>
                  <a:pt x="1919" y="360"/>
                  <a:pt x="1915" y="360"/>
                </a:cubicBezTo>
                <a:cubicBezTo>
                  <a:pt x="1910" y="360"/>
                  <a:pt x="1906" y="364"/>
                  <a:pt x="1906" y="369"/>
                </a:cubicBezTo>
                <a:cubicBezTo>
                  <a:pt x="1906" y="374"/>
                  <a:pt x="1910" y="378"/>
                  <a:pt x="1915" y="378"/>
                </a:cubicBezTo>
                <a:cubicBezTo>
                  <a:pt x="1919" y="378"/>
                  <a:pt x="1923" y="374"/>
                  <a:pt x="1923" y="369"/>
                </a:cubicBezTo>
                <a:close/>
                <a:moveTo>
                  <a:pt x="1949" y="369"/>
                </a:moveTo>
                <a:cubicBezTo>
                  <a:pt x="1949" y="364"/>
                  <a:pt x="1945" y="360"/>
                  <a:pt x="1940" y="360"/>
                </a:cubicBezTo>
                <a:cubicBezTo>
                  <a:pt x="1936" y="360"/>
                  <a:pt x="1932" y="364"/>
                  <a:pt x="1932" y="369"/>
                </a:cubicBezTo>
                <a:cubicBezTo>
                  <a:pt x="1932" y="374"/>
                  <a:pt x="1936" y="378"/>
                  <a:pt x="1940" y="378"/>
                </a:cubicBezTo>
                <a:cubicBezTo>
                  <a:pt x="1945" y="378"/>
                  <a:pt x="1949" y="374"/>
                  <a:pt x="1949" y="369"/>
                </a:cubicBezTo>
                <a:close/>
                <a:moveTo>
                  <a:pt x="1975" y="369"/>
                </a:moveTo>
                <a:cubicBezTo>
                  <a:pt x="1975" y="364"/>
                  <a:pt x="1971" y="360"/>
                  <a:pt x="1966" y="360"/>
                </a:cubicBezTo>
                <a:cubicBezTo>
                  <a:pt x="1961" y="360"/>
                  <a:pt x="1957" y="364"/>
                  <a:pt x="1957" y="369"/>
                </a:cubicBezTo>
                <a:cubicBezTo>
                  <a:pt x="1957" y="374"/>
                  <a:pt x="1961" y="378"/>
                  <a:pt x="1966" y="378"/>
                </a:cubicBezTo>
                <a:cubicBezTo>
                  <a:pt x="1971" y="378"/>
                  <a:pt x="1975" y="374"/>
                  <a:pt x="1975" y="369"/>
                </a:cubicBezTo>
                <a:close/>
                <a:moveTo>
                  <a:pt x="2000" y="369"/>
                </a:moveTo>
                <a:cubicBezTo>
                  <a:pt x="2000" y="364"/>
                  <a:pt x="1997" y="360"/>
                  <a:pt x="1992" y="360"/>
                </a:cubicBezTo>
                <a:cubicBezTo>
                  <a:pt x="1987" y="360"/>
                  <a:pt x="1983" y="364"/>
                  <a:pt x="1983" y="369"/>
                </a:cubicBezTo>
                <a:cubicBezTo>
                  <a:pt x="1983" y="374"/>
                  <a:pt x="1987" y="378"/>
                  <a:pt x="1992" y="378"/>
                </a:cubicBezTo>
                <a:cubicBezTo>
                  <a:pt x="1997" y="378"/>
                  <a:pt x="2000" y="374"/>
                  <a:pt x="2000" y="369"/>
                </a:cubicBezTo>
                <a:close/>
                <a:moveTo>
                  <a:pt x="2026" y="369"/>
                </a:moveTo>
                <a:cubicBezTo>
                  <a:pt x="2026" y="364"/>
                  <a:pt x="2022" y="360"/>
                  <a:pt x="2018" y="360"/>
                </a:cubicBezTo>
                <a:cubicBezTo>
                  <a:pt x="2013" y="360"/>
                  <a:pt x="2009" y="364"/>
                  <a:pt x="2009" y="369"/>
                </a:cubicBezTo>
                <a:cubicBezTo>
                  <a:pt x="2009" y="374"/>
                  <a:pt x="2013" y="378"/>
                  <a:pt x="2018" y="378"/>
                </a:cubicBezTo>
                <a:cubicBezTo>
                  <a:pt x="2022" y="378"/>
                  <a:pt x="2026" y="374"/>
                  <a:pt x="2026" y="369"/>
                </a:cubicBezTo>
                <a:close/>
                <a:moveTo>
                  <a:pt x="2052" y="369"/>
                </a:moveTo>
                <a:cubicBezTo>
                  <a:pt x="2052" y="364"/>
                  <a:pt x="2048" y="360"/>
                  <a:pt x="2043" y="360"/>
                </a:cubicBezTo>
                <a:cubicBezTo>
                  <a:pt x="2039" y="360"/>
                  <a:pt x="2035" y="364"/>
                  <a:pt x="2035" y="369"/>
                </a:cubicBezTo>
                <a:cubicBezTo>
                  <a:pt x="2035" y="374"/>
                  <a:pt x="2039" y="378"/>
                  <a:pt x="2043" y="378"/>
                </a:cubicBezTo>
                <a:cubicBezTo>
                  <a:pt x="2048" y="378"/>
                  <a:pt x="2052" y="374"/>
                  <a:pt x="2052" y="369"/>
                </a:cubicBezTo>
                <a:close/>
                <a:moveTo>
                  <a:pt x="2078" y="369"/>
                </a:moveTo>
                <a:cubicBezTo>
                  <a:pt x="2078" y="364"/>
                  <a:pt x="2074" y="360"/>
                  <a:pt x="2069" y="360"/>
                </a:cubicBezTo>
                <a:cubicBezTo>
                  <a:pt x="2064" y="360"/>
                  <a:pt x="2061" y="364"/>
                  <a:pt x="2061" y="369"/>
                </a:cubicBezTo>
                <a:cubicBezTo>
                  <a:pt x="2061" y="374"/>
                  <a:pt x="2064" y="378"/>
                  <a:pt x="2069" y="378"/>
                </a:cubicBezTo>
                <a:cubicBezTo>
                  <a:pt x="2074" y="378"/>
                  <a:pt x="2078" y="374"/>
                  <a:pt x="2078" y="369"/>
                </a:cubicBezTo>
                <a:close/>
                <a:moveTo>
                  <a:pt x="2103" y="369"/>
                </a:moveTo>
                <a:cubicBezTo>
                  <a:pt x="2103" y="364"/>
                  <a:pt x="2100" y="360"/>
                  <a:pt x="2095" y="360"/>
                </a:cubicBezTo>
                <a:cubicBezTo>
                  <a:pt x="2090" y="360"/>
                  <a:pt x="2086" y="364"/>
                  <a:pt x="2086" y="369"/>
                </a:cubicBezTo>
                <a:cubicBezTo>
                  <a:pt x="2086" y="374"/>
                  <a:pt x="2090" y="378"/>
                  <a:pt x="2095" y="378"/>
                </a:cubicBezTo>
                <a:cubicBezTo>
                  <a:pt x="2100" y="378"/>
                  <a:pt x="2103" y="374"/>
                  <a:pt x="2103" y="369"/>
                </a:cubicBezTo>
                <a:close/>
                <a:moveTo>
                  <a:pt x="2129" y="369"/>
                </a:moveTo>
                <a:cubicBezTo>
                  <a:pt x="2129" y="364"/>
                  <a:pt x="2125" y="360"/>
                  <a:pt x="2121" y="360"/>
                </a:cubicBezTo>
                <a:cubicBezTo>
                  <a:pt x="2116" y="360"/>
                  <a:pt x="2112" y="364"/>
                  <a:pt x="2112" y="369"/>
                </a:cubicBezTo>
                <a:cubicBezTo>
                  <a:pt x="2112" y="374"/>
                  <a:pt x="2116" y="378"/>
                  <a:pt x="2121" y="378"/>
                </a:cubicBezTo>
                <a:cubicBezTo>
                  <a:pt x="2125" y="378"/>
                  <a:pt x="2129" y="374"/>
                  <a:pt x="2129" y="369"/>
                </a:cubicBezTo>
                <a:close/>
                <a:moveTo>
                  <a:pt x="2155" y="369"/>
                </a:moveTo>
                <a:cubicBezTo>
                  <a:pt x="2155" y="364"/>
                  <a:pt x="2151" y="360"/>
                  <a:pt x="2146" y="360"/>
                </a:cubicBezTo>
                <a:cubicBezTo>
                  <a:pt x="2142" y="360"/>
                  <a:pt x="2138" y="364"/>
                  <a:pt x="2138" y="369"/>
                </a:cubicBezTo>
                <a:cubicBezTo>
                  <a:pt x="2138" y="374"/>
                  <a:pt x="2142" y="378"/>
                  <a:pt x="2146" y="378"/>
                </a:cubicBezTo>
                <a:cubicBezTo>
                  <a:pt x="2151" y="378"/>
                  <a:pt x="2155" y="374"/>
                  <a:pt x="2155" y="369"/>
                </a:cubicBezTo>
                <a:close/>
                <a:moveTo>
                  <a:pt x="2181" y="369"/>
                </a:moveTo>
                <a:cubicBezTo>
                  <a:pt x="2181" y="364"/>
                  <a:pt x="2177" y="360"/>
                  <a:pt x="2172" y="360"/>
                </a:cubicBezTo>
                <a:cubicBezTo>
                  <a:pt x="2167" y="360"/>
                  <a:pt x="2164" y="364"/>
                  <a:pt x="2164" y="369"/>
                </a:cubicBezTo>
                <a:cubicBezTo>
                  <a:pt x="2164" y="374"/>
                  <a:pt x="2167" y="378"/>
                  <a:pt x="2172" y="378"/>
                </a:cubicBezTo>
                <a:cubicBezTo>
                  <a:pt x="2177" y="378"/>
                  <a:pt x="2181" y="374"/>
                  <a:pt x="2181" y="369"/>
                </a:cubicBezTo>
                <a:close/>
                <a:moveTo>
                  <a:pt x="2207" y="369"/>
                </a:moveTo>
                <a:cubicBezTo>
                  <a:pt x="2207" y="364"/>
                  <a:pt x="2203" y="360"/>
                  <a:pt x="2198" y="360"/>
                </a:cubicBezTo>
                <a:cubicBezTo>
                  <a:pt x="2193" y="360"/>
                  <a:pt x="2189" y="364"/>
                  <a:pt x="2189" y="369"/>
                </a:cubicBezTo>
                <a:cubicBezTo>
                  <a:pt x="2189" y="374"/>
                  <a:pt x="2193" y="378"/>
                  <a:pt x="2198" y="378"/>
                </a:cubicBezTo>
                <a:cubicBezTo>
                  <a:pt x="2203" y="378"/>
                  <a:pt x="2207" y="374"/>
                  <a:pt x="2207" y="369"/>
                </a:cubicBezTo>
                <a:close/>
                <a:moveTo>
                  <a:pt x="2232" y="369"/>
                </a:moveTo>
                <a:cubicBezTo>
                  <a:pt x="2232" y="364"/>
                  <a:pt x="2228" y="360"/>
                  <a:pt x="2224" y="360"/>
                </a:cubicBezTo>
                <a:cubicBezTo>
                  <a:pt x="2219" y="360"/>
                  <a:pt x="2215" y="364"/>
                  <a:pt x="2215" y="369"/>
                </a:cubicBezTo>
                <a:cubicBezTo>
                  <a:pt x="2215" y="374"/>
                  <a:pt x="2219" y="378"/>
                  <a:pt x="2224" y="378"/>
                </a:cubicBezTo>
                <a:cubicBezTo>
                  <a:pt x="2228" y="378"/>
                  <a:pt x="2232" y="374"/>
                  <a:pt x="2232" y="369"/>
                </a:cubicBezTo>
                <a:close/>
                <a:moveTo>
                  <a:pt x="2258" y="369"/>
                </a:moveTo>
                <a:cubicBezTo>
                  <a:pt x="2258" y="364"/>
                  <a:pt x="2254" y="360"/>
                  <a:pt x="2249" y="360"/>
                </a:cubicBezTo>
                <a:cubicBezTo>
                  <a:pt x="2245" y="360"/>
                  <a:pt x="2241" y="364"/>
                  <a:pt x="2241" y="369"/>
                </a:cubicBezTo>
                <a:cubicBezTo>
                  <a:pt x="2241" y="374"/>
                  <a:pt x="2245" y="378"/>
                  <a:pt x="2249" y="378"/>
                </a:cubicBezTo>
                <a:cubicBezTo>
                  <a:pt x="2254" y="378"/>
                  <a:pt x="2258" y="374"/>
                  <a:pt x="2258" y="369"/>
                </a:cubicBezTo>
                <a:close/>
                <a:moveTo>
                  <a:pt x="2284" y="369"/>
                </a:moveTo>
                <a:cubicBezTo>
                  <a:pt x="2284" y="364"/>
                  <a:pt x="2280" y="360"/>
                  <a:pt x="2275" y="360"/>
                </a:cubicBezTo>
                <a:cubicBezTo>
                  <a:pt x="2270" y="360"/>
                  <a:pt x="2267" y="364"/>
                  <a:pt x="2267" y="369"/>
                </a:cubicBezTo>
                <a:cubicBezTo>
                  <a:pt x="2267" y="374"/>
                  <a:pt x="2270" y="378"/>
                  <a:pt x="2275" y="378"/>
                </a:cubicBezTo>
                <a:cubicBezTo>
                  <a:pt x="2280" y="378"/>
                  <a:pt x="2284" y="374"/>
                  <a:pt x="2284" y="369"/>
                </a:cubicBezTo>
                <a:close/>
                <a:moveTo>
                  <a:pt x="2310" y="369"/>
                </a:moveTo>
                <a:cubicBezTo>
                  <a:pt x="2310" y="364"/>
                  <a:pt x="2306" y="360"/>
                  <a:pt x="2301" y="360"/>
                </a:cubicBezTo>
                <a:cubicBezTo>
                  <a:pt x="2296" y="360"/>
                  <a:pt x="2292" y="364"/>
                  <a:pt x="2292" y="369"/>
                </a:cubicBezTo>
                <a:cubicBezTo>
                  <a:pt x="2292" y="374"/>
                  <a:pt x="2296" y="378"/>
                  <a:pt x="2301" y="378"/>
                </a:cubicBezTo>
                <a:cubicBezTo>
                  <a:pt x="2306" y="378"/>
                  <a:pt x="2310" y="374"/>
                  <a:pt x="2310" y="369"/>
                </a:cubicBezTo>
                <a:close/>
                <a:moveTo>
                  <a:pt x="2335" y="369"/>
                </a:moveTo>
                <a:cubicBezTo>
                  <a:pt x="2335" y="364"/>
                  <a:pt x="2331" y="360"/>
                  <a:pt x="2327" y="360"/>
                </a:cubicBezTo>
                <a:cubicBezTo>
                  <a:pt x="2322" y="360"/>
                  <a:pt x="2318" y="364"/>
                  <a:pt x="2318" y="369"/>
                </a:cubicBezTo>
                <a:cubicBezTo>
                  <a:pt x="2318" y="374"/>
                  <a:pt x="2322" y="378"/>
                  <a:pt x="2327" y="378"/>
                </a:cubicBezTo>
                <a:cubicBezTo>
                  <a:pt x="2331" y="378"/>
                  <a:pt x="2335" y="374"/>
                  <a:pt x="2335" y="369"/>
                </a:cubicBezTo>
                <a:close/>
                <a:moveTo>
                  <a:pt x="2361" y="369"/>
                </a:moveTo>
                <a:cubicBezTo>
                  <a:pt x="2361" y="364"/>
                  <a:pt x="2357" y="360"/>
                  <a:pt x="2352" y="360"/>
                </a:cubicBezTo>
                <a:cubicBezTo>
                  <a:pt x="2348" y="360"/>
                  <a:pt x="2344" y="364"/>
                  <a:pt x="2344" y="369"/>
                </a:cubicBezTo>
                <a:cubicBezTo>
                  <a:pt x="2344" y="374"/>
                  <a:pt x="2348" y="378"/>
                  <a:pt x="2352" y="378"/>
                </a:cubicBezTo>
                <a:cubicBezTo>
                  <a:pt x="2357" y="378"/>
                  <a:pt x="2361" y="374"/>
                  <a:pt x="2361" y="369"/>
                </a:cubicBezTo>
                <a:close/>
                <a:moveTo>
                  <a:pt x="2387" y="369"/>
                </a:moveTo>
                <a:cubicBezTo>
                  <a:pt x="2387" y="364"/>
                  <a:pt x="2383" y="360"/>
                  <a:pt x="2378" y="360"/>
                </a:cubicBezTo>
                <a:cubicBezTo>
                  <a:pt x="2373" y="360"/>
                  <a:pt x="2370" y="364"/>
                  <a:pt x="2370" y="369"/>
                </a:cubicBezTo>
                <a:cubicBezTo>
                  <a:pt x="2370" y="374"/>
                  <a:pt x="2373" y="378"/>
                  <a:pt x="2378" y="378"/>
                </a:cubicBezTo>
                <a:cubicBezTo>
                  <a:pt x="2383" y="378"/>
                  <a:pt x="2387" y="374"/>
                  <a:pt x="2387" y="369"/>
                </a:cubicBezTo>
                <a:close/>
                <a:moveTo>
                  <a:pt x="2413" y="369"/>
                </a:moveTo>
                <a:cubicBezTo>
                  <a:pt x="2413" y="364"/>
                  <a:pt x="2409" y="360"/>
                  <a:pt x="2404" y="360"/>
                </a:cubicBezTo>
                <a:cubicBezTo>
                  <a:pt x="2399" y="360"/>
                  <a:pt x="2395" y="364"/>
                  <a:pt x="2395" y="369"/>
                </a:cubicBezTo>
                <a:cubicBezTo>
                  <a:pt x="2395" y="374"/>
                  <a:pt x="2399" y="378"/>
                  <a:pt x="2404" y="378"/>
                </a:cubicBezTo>
                <a:cubicBezTo>
                  <a:pt x="2409" y="378"/>
                  <a:pt x="2413" y="374"/>
                  <a:pt x="2413" y="369"/>
                </a:cubicBezTo>
                <a:close/>
                <a:moveTo>
                  <a:pt x="2438" y="369"/>
                </a:moveTo>
                <a:cubicBezTo>
                  <a:pt x="2438" y="364"/>
                  <a:pt x="2434" y="360"/>
                  <a:pt x="2430" y="360"/>
                </a:cubicBezTo>
                <a:cubicBezTo>
                  <a:pt x="2425" y="360"/>
                  <a:pt x="2421" y="364"/>
                  <a:pt x="2421" y="369"/>
                </a:cubicBezTo>
                <a:cubicBezTo>
                  <a:pt x="2421" y="374"/>
                  <a:pt x="2425" y="378"/>
                  <a:pt x="2430" y="378"/>
                </a:cubicBezTo>
                <a:cubicBezTo>
                  <a:pt x="2434" y="378"/>
                  <a:pt x="2438" y="374"/>
                  <a:pt x="2438" y="369"/>
                </a:cubicBezTo>
                <a:close/>
                <a:moveTo>
                  <a:pt x="2464" y="369"/>
                </a:moveTo>
                <a:cubicBezTo>
                  <a:pt x="2464" y="364"/>
                  <a:pt x="2460" y="360"/>
                  <a:pt x="2456" y="360"/>
                </a:cubicBezTo>
                <a:cubicBezTo>
                  <a:pt x="2451" y="360"/>
                  <a:pt x="2447" y="364"/>
                  <a:pt x="2447" y="369"/>
                </a:cubicBezTo>
                <a:cubicBezTo>
                  <a:pt x="2447" y="374"/>
                  <a:pt x="2451" y="378"/>
                  <a:pt x="2456" y="378"/>
                </a:cubicBezTo>
                <a:cubicBezTo>
                  <a:pt x="2460" y="378"/>
                  <a:pt x="2464" y="374"/>
                  <a:pt x="2464" y="369"/>
                </a:cubicBezTo>
                <a:close/>
                <a:moveTo>
                  <a:pt x="2490" y="369"/>
                </a:moveTo>
                <a:cubicBezTo>
                  <a:pt x="2490" y="364"/>
                  <a:pt x="2486" y="360"/>
                  <a:pt x="2481" y="360"/>
                </a:cubicBezTo>
                <a:cubicBezTo>
                  <a:pt x="2477" y="360"/>
                  <a:pt x="2473" y="364"/>
                  <a:pt x="2473" y="369"/>
                </a:cubicBezTo>
                <a:cubicBezTo>
                  <a:pt x="2473" y="374"/>
                  <a:pt x="2477" y="378"/>
                  <a:pt x="2481" y="378"/>
                </a:cubicBezTo>
                <a:cubicBezTo>
                  <a:pt x="2486" y="378"/>
                  <a:pt x="2490" y="374"/>
                  <a:pt x="2490" y="369"/>
                </a:cubicBezTo>
                <a:close/>
                <a:moveTo>
                  <a:pt x="2516" y="369"/>
                </a:moveTo>
                <a:cubicBezTo>
                  <a:pt x="2516" y="364"/>
                  <a:pt x="2512" y="360"/>
                  <a:pt x="2507" y="360"/>
                </a:cubicBezTo>
                <a:cubicBezTo>
                  <a:pt x="2502" y="360"/>
                  <a:pt x="2498" y="364"/>
                  <a:pt x="2498" y="369"/>
                </a:cubicBezTo>
                <a:cubicBezTo>
                  <a:pt x="2498" y="374"/>
                  <a:pt x="2502" y="378"/>
                  <a:pt x="2507" y="378"/>
                </a:cubicBezTo>
                <a:cubicBezTo>
                  <a:pt x="2512" y="378"/>
                  <a:pt x="2516" y="374"/>
                  <a:pt x="2516" y="369"/>
                </a:cubicBezTo>
                <a:close/>
                <a:moveTo>
                  <a:pt x="2541" y="369"/>
                </a:moveTo>
                <a:cubicBezTo>
                  <a:pt x="2541" y="364"/>
                  <a:pt x="2538" y="360"/>
                  <a:pt x="2533" y="360"/>
                </a:cubicBezTo>
                <a:cubicBezTo>
                  <a:pt x="2528" y="360"/>
                  <a:pt x="2524" y="364"/>
                  <a:pt x="2524" y="369"/>
                </a:cubicBezTo>
                <a:cubicBezTo>
                  <a:pt x="2524" y="374"/>
                  <a:pt x="2528" y="378"/>
                  <a:pt x="2533" y="378"/>
                </a:cubicBezTo>
                <a:cubicBezTo>
                  <a:pt x="2538" y="378"/>
                  <a:pt x="2541" y="374"/>
                  <a:pt x="2541" y="369"/>
                </a:cubicBezTo>
                <a:close/>
                <a:moveTo>
                  <a:pt x="2567" y="369"/>
                </a:moveTo>
                <a:cubicBezTo>
                  <a:pt x="2567" y="364"/>
                  <a:pt x="2563" y="360"/>
                  <a:pt x="2559" y="360"/>
                </a:cubicBezTo>
                <a:cubicBezTo>
                  <a:pt x="2554" y="360"/>
                  <a:pt x="2550" y="364"/>
                  <a:pt x="2550" y="369"/>
                </a:cubicBezTo>
                <a:cubicBezTo>
                  <a:pt x="2550" y="374"/>
                  <a:pt x="2554" y="378"/>
                  <a:pt x="2559" y="378"/>
                </a:cubicBezTo>
                <a:cubicBezTo>
                  <a:pt x="2563" y="378"/>
                  <a:pt x="2567" y="374"/>
                  <a:pt x="2567" y="369"/>
                </a:cubicBezTo>
                <a:close/>
                <a:moveTo>
                  <a:pt x="2593" y="369"/>
                </a:moveTo>
                <a:cubicBezTo>
                  <a:pt x="2593" y="364"/>
                  <a:pt x="2589" y="360"/>
                  <a:pt x="2584" y="360"/>
                </a:cubicBezTo>
                <a:cubicBezTo>
                  <a:pt x="2580" y="360"/>
                  <a:pt x="2576" y="364"/>
                  <a:pt x="2576" y="369"/>
                </a:cubicBezTo>
                <a:cubicBezTo>
                  <a:pt x="2576" y="374"/>
                  <a:pt x="2580" y="378"/>
                  <a:pt x="2584" y="378"/>
                </a:cubicBezTo>
                <a:cubicBezTo>
                  <a:pt x="2589" y="378"/>
                  <a:pt x="2593" y="374"/>
                  <a:pt x="2593" y="369"/>
                </a:cubicBezTo>
                <a:close/>
                <a:moveTo>
                  <a:pt x="2619" y="369"/>
                </a:moveTo>
                <a:cubicBezTo>
                  <a:pt x="2619" y="364"/>
                  <a:pt x="2615" y="360"/>
                  <a:pt x="2610" y="360"/>
                </a:cubicBezTo>
                <a:cubicBezTo>
                  <a:pt x="2605" y="360"/>
                  <a:pt x="2601" y="364"/>
                  <a:pt x="2601" y="369"/>
                </a:cubicBezTo>
                <a:cubicBezTo>
                  <a:pt x="2601" y="374"/>
                  <a:pt x="2605" y="378"/>
                  <a:pt x="2610" y="378"/>
                </a:cubicBezTo>
                <a:cubicBezTo>
                  <a:pt x="2615" y="378"/>
                  <a:pt x="2619" y="374"/>
                  <a:pt x="2619" y="369"/>
                </a:cubicBezTo>
                <a:close/>
                <a:moveTo>
                  <a:pt x="2644" y="369"/>
                </a:moveTo>
                <a:cubicBezTo>
                  <a:pt x="2644" y="364"/>
                  <a:pt x="2641" y="360"/>
                  <a:pt x="2636" y="360"/>
                </a:cubicBezTo>
                <a:cubicBezTo>
                  <a:pt x="2631" y="360"/>
                  <a:pt x="2627" y="364"/>
                  <a:pt x="2627" y="369"/>
                </a:cubicBezTo>
                <a:cubicBezTo>
                  <a:pt x="2627" y="374"/>
                  <a:pt x="2631" y="378"/>
                  <a:pt x="2636" y="378"/>
                </a:cubicBezTo>
                <a:cubicBezTo>
                  <a:pt x="2641" y="378"/>
                  <a:pt x="2644" y="374"/>
                  <a:pt x="2644" y="369"/>
                </a:cubicBezTo>
                <a:close/>
                <a:moveTo>
                  <a:pt x="2670" y="369"/>
                </a:moveTo>
                <a:cubicBezTo>
                  <a:pt x="2670" y="364"/>
                  <a:pt x="2666" y="360"/>
                  <a:pt x="2662" y="360"/>
                </a:cubicBezTo>
                <a:cubicBezTo>
                  <a:pt x="2657" y="360"/>
                  <a:pt x="2653" y="364"/>
                  <a:pt x="2653" y="369"/>
                </a:cubicBezTo>
                <a:cubicBezTo>
                  <a:pt x="2653" y="374"/>
                  <a:pt x="2657" y="378"/>
                  <a:pt x="2662" y="378"/>
                </a:cubicBezTo>
                <a:cubicBezTo>
                  <a:pt x="2666" y="378"/>
                  <a:pt x="2670" y="374"/>
                  <a:pt x="2670" y="369"/>
                </a:cubicBezTo>
                <a:close/>
                <a:moveTo>
                  <a:pt x="2696" y="369"/>
                </a:moveTo>
                <a:cubicBezTo>
                  <a:pt x="2696" y="364"/>
                  <a:pt x="2692" y="360"/>
                  <a:pt x="2687" y="360"/>
                </a:cubicBezTo>
                <a:cubicBezTo>
                  <a:pt x="2683" y="360"/>
                  <a:pt x="2679" y="364"/>
                  <a:pt x="2679" y="369"/>
                </a:cubicBezTo>
                <a:cubicBezTo>
                  <a:pt x="2679" y="374"/>
                  <a:pt x="2683" y="378"/>
                  <a:pt x="2687" y="378"/>
                </a:cubicBezTo>
                <a:cubicBezTo>
                  <a:pt x="2692" y="378"/>
                  <a:pt x="2696" y="374"/>
                  <a:pt x="2696" y="369"/>
                </a:cubicBezTo>
                <a:close/>
                <a:moveTo>
                  <a:pt x="2722" y="369"/>
                </a:moveTo>
                <a:cubicBezTo>
                  <a:pt x="2722" y="364"/>
                  <a:pt x="2718" y="360"/>
                  <a:pt x="2713" y="360"/>
                </a:cubicBezTo>
                <a:cubicBezTo>
                  <a:pt x="2708" y="360"/>
                  <a:pt x="2705" y="364"/>
                  <a:pt x="2705" y="369"/>
                </a:cubicBezTo>
                <a:cubicBezTo>
                  <a:pt x="2705" y="374"/>
                  <a:pt x="2708" y="378"/>
                  <a:pt x="2713" y="378"/>
                </a:cubicBezTo>
                <a:cubicBezTo>
                  <a:pt x="2718" y="378"/>
                  <a:pt x="2722" y="374"/>
                  <a:pt x="2722" y="369"/>
                </a:cubicBezTo>
                <a:close/>
                <a:moveTo>
                  <a:pt x="43" y="395"/>
                </a:moveTo>
                <a:cubicBezTo>
                  <a:pt x="43" y="390"/>
                  <a:pt x="39" y="386"/>
                  <a:pt x="34" y="386"/>
                </a:cubicBezTo>
                <a:cubicBezTo>
                  <a:pt x="29" y="386"/>
                  <a:pt x="26" y="390"/>
                  <a:pt x="26" y="395"/>
                </a:cubicBezTo>
                <a:cubicBezTo>
                  <a:pt x="26" y="399"/>
                  <a:pt x="29" y="403"/>
                  <a:pt x="34" y="403"/>
                </a:cubicBezTo>
                <a:cubicBezTo>
                  <a:pt x="39" y="403"/>
                  <a:pt x="43" y="399"/>
                  <a:pt x="43" y="395"/>
                </a:cubicBezTo>
                <a:close/>
                <a:moveTo>
                  <a:pt x="69" y="395"/>
                </a:moveTo>
                <a:cubicBezTo>
                  <a:pt x="69" y="390"/>
                  <a:pt x="65" y="386"/>
                  <a:pt x="60" y="386"/>
                </a:cubicBezTo>
                <a:cubicBezTo>
                  <a:pt x="55" y="386"/>
                  <a:pt x="51" y="390"/>
                  <a:pt x="51" y="395"/>
                </a:cubicBezTo>
                <a:cubicBezTo>
                  <a:pt x="51" y="399"/>
                  <a:pt x="55" y="403"/>
                  <a:pt x="60" y="403"/>
                </a:cubicBezTo>
                <a:cubicBezTo>
                  <a:pt x="65" y="403"/>
                  <a:pt x="69" y="399"/>
                  <a:pt x="69" y="395"/>
                </a:cubicBezTo>
                <a:close/>
                <a:moveTo>
                  <a:pt x="94" y="395"/>
                </a:moveTo>
                <a:cubicBezTo>
                  <a:pt x="94" y="390"/>
                  <a:pt x="90" y="386"/>
                  <a:pt x="86" y="386"/>
                </a:cubicBezTo>
                <a:cubicBezTo>
                  <a:pt x="81" y="386"/>
                  <a:pt x="77" y="390"/>
                  <a:pt x="77" y="395"/>
                </a:cubicBezTo>
                <a:cubicBezTo>
                  <a:pt x="77" y="399"/>
                  <a:pt x="81" y="403"/>
                  <a:pt x="86" y="403"/>
                </a:cubicBezTo>
                <a:cubicBezTo>
                  <a:pt x="90" y="403"/>
                  <a:pt x="94" y="399"/>
                  <a:pt x="94" y="395"/>
                </a:cubicBezTo>
                <a:close/>
                <a:moveTo>
                  <a:pt x="120" y="395"/>
                </a:moveTo>
                <a:cubicBezTo>
                  <a:pt x="120" y="390"/>
                  <a:pt x="116" y="386"/>
                  <a:pt x="111" y="386"/>
                </a:cubicBezTo>
                <a:cubicBezTo>
                  <a:pt x="107" y="386"/>
                  <a:pt x="103" y="390"/>
                  <a:pt x="103" y="395"/>
                </a:cubicBezTo>
                <a:cubicBezTo>
                  <a:pt x="103" y="399"/>
                  <a:pt x="107" y="403"/>
                  <a:pt x="111" y="403"/>
                </a:cubicBezTo>
                <a:cubicBezTo>
                  <a:pt x="116" y="403"/>
                  <a:pt x="120" y="399"/>
                  <a:pt x="120" y="395"/>
                </a:cubicBezTo>
                <a:close/>
                <a:moveTo>
                  <a:pt x="146" y="395"/>
                </a:moveTo>
                <a:cubicBezTo>
                  <a:pt x="146" y="390"/>
                  <a:pt x="142" y="386"/>
                  <a:pt x="137" y="386"/>
                </a:cubicBezTo>
                <a:cubicBezTo>
                  <a:pt x="132" y="386"/>
                  <a:pt x="129" y="390"/>
                  <a:pt x="129" y="395"/>
                </a:cubicBezTo>
                <a:cubicBezTo>
                  <a:pt x="129" y="399"/>
                  <a:pt x="132" y="403"/>
                  <a:pt x="137" y="403"/>
                </a:cubicBezTo>
                <a:cubicBezTo>
                  <a:pt x="142" y="403"/>
                  <a:pt x="146" y="399"/>
                  <a:pt x="146" y="395"/>
                </a:cubicBezTo>
                <a:close/>
                <a:moveTo>
                  <a:pt x="172" y="395"/>
                </a:moveTo>
                <a:cubicBezTo>
                  <a:pt x="172" y="390"/>
                  <a:pt x="168" y="386"/>
                  <a:pt x="163" y="386"/>
                </a:cubicBezTo>
                <a:cubicBezTo>
                  <a:pt x="158" y="386"/>
                  <a:pt x="154" y="390"/>
                  <a:pt x="154" y="395"/>
                </a:cubicBezTo>
                <a:cubicBezTo>
                  <a:pt x="154" y="399"/>
                  <a:pt x="158" y="403"/>
                  <a:pt x="163" y="403"/>
                </a:cubicBezTo>
                <a:cubicBezTo>
                  <a:pt x="168" y="403"/>
                  <a:pt x="172" y="399"/>
                  <a:pt x="172" y="395"/>
                </a:cubicBezTo>
                <a:close/>
                <a:moveTo>
                  <a:pt x="197" y="395"/>
                </a:moveTo>
                <a:cubicBezTo>
                  <a:pt x="197" y="390"/>
                  <a:pt x="193" y="386"/>
                  <a:pt x="189" y="386"/>
                </a:cubicBezTo>
                <a:cubicBezTo>
                  <a:pt x="184" y="386"/>
                  <a:pt x="180" y="390"/>
                  <a:pt x="180" y="395"/>
                </a:cubicBezTo>
                <a:cubicBezTo>
                  <a:pt x="180" y="399"/>
                  <a:pt x="184" y="403"/>
                  <a:pt x="189" y="403"/>
                </a:cubicBezTo>
                <a:cubicBezTo>
                  <a:pt x="193" y="403"/>
                  <a:pt x="197" y="399"/>
                  <a:pt x="197" y="395"/>
                </a:cubicBezTo>
                <a:close/>
                <a:moveTo>
                  <a:pt x="223" y="395"/>
                </a:moveTo>
                <a:cubicBezTo>
                  <a:pt x="223" y="390"/>
                  <a:pt x="219" y="386"/>
                  <a:pt x="214" y="386"/>
                </a:cubicBezTo>
                <a:cubicBezTo>
                  <a:pt x="210" y="386"/>
                  <a:pt x="206" y="390"/>
                  <a:pt x="206" y="395"/>
                </a:cubicBezTo>
                <a:cubicBezTo>
                  <a:pt x="206" y="399"/>
                  <a:pt x="210" y="403"/>
                  <a:pt x="214" y="403"/>
                </a:cubicBezTo>
                <a:cubicBezTo>
                  <a:pt x="219" y="403"/>
                  <a:pt x="223" y="399"/>
                  <a:pt x="223" y="395"/>
                </a:cubicBezTo>
                <a:close/>
                <a:moveTo>
                  <a:pt x="249" y="395"/>
                </a:moveTo>
                <a:cubicBezTo>
                  <a:pt x="249" y="390"/>
                  <a:pt x="245" y="386"/>
                  <a:pt x="240" y="386"/>
                </a:cubicBezTo>
                <a:cubicBezTo>
                  <a:pt x="236" y="386"/>
                  <a:pt x="232" y="390"/>
                  <a:pt x="232" y="395"/>
                </a:cubicBezTo>
                <a:cubicBezTo>
                  <a:pt x="232" y="399"/>
                  <a:pt x="236" y="403"/>
                  <a:pt x="240" y="403"/>
                </a:cubicBezTo>
                <a:cubicBezTo>
                  <a:pt x="245" y="403"/>
                  <a:pt x="249" y="399"/>
                  <a:pt x="249" y="395"/>
                </a:cubicBezTo>
                <a:close/>
                <a:moveTo>
                  <a:pt x="275" y="395"/>
                </a:moveTo>
                <a:cubicBezTo>
                  <a:pt x="275" y="390"/>
                  <a:pt x="271" y="386"/>
                  <a:pt x="266" y="386"/>
                </a:cubicBezTo>
                <a:cubicBezTo>
                  <a:pt x="261" y="386"/>
                  <a:pt x="257" y="390"/>
                  <a:pt x="257" y="395"/>
                </a:cubicBezTo>
                <a:cubicBezTo>
                  <a:pt x="257" y="399"/>
                  <a:pt x="261" y="403"/>
                  <a:pt x="266" y="403"/>
                </a:cubicBezTo>
                <a:cubicBezTo>
                  <a:pt x="271" y="403"/>
                  <a:pt x="275" y="399"/>
                  <a:pt x="275" y="395"/>
                </a:cubicBezTo>
                <a:close/>
                <a:moveTo>
                  <a:pt x="300" y="395"/>
                </a:moveTo>
                <a:cubicBezTo>
                  <a:pt x="300" y="390"/>
                  <a:pt x="297" y="386"/>
                  <a:pt x="292" y="386"/>
                </a:cubicBezTo>
                <a:cubicBezTo>
                  <a:pt x="287" y="386"/>
                  <a:pt x="283" y="390"/>
                  <a:pt x="283" y="395"/>
                </a:cubicBezTo>
                <a:cubicBezTo>
                  <a:pt x="283" y="399"/>
                  <a:pt x="287" y="403"/>
                  <a:pt x="292" y="403"/>
                </a:cubicBezTo>
                <a:cubicBezTo>
                  <a:pt x="297" y="403"/>
                  <a:pt x="300" y="399"/>
                  <a:pt x="300" y="395"/>
                </a:cubicBezTo>
                <a:close/>
                <a:moveTo>
                  <a:pt x="326" y="395"/>
                </a:moveTo>
                <a:cubicBezTo>
                  <a:pt x="326" y="390"/>
                  <a:pt x="322" y="386"/>
                  <a:pt x="318" y="386"/>
                </a:cubicBezTo>
                <a:cubicBezTo>
                  <a:pt x="313" y="386"/>
                  <a:pt x="309" y="390"/>
                  <a:pt x="309" y="395"/>
                </a:cubicBezTo>
                <a:cubicBezTo>
                  <a:pt x="309" y="399"/>
                  <a:pt x="313" y="403"/>
                  <a:pt x="318" y="403"/>
                </a:cubicBezTo>
                <a:cubicBezTo>
                  <a:pt x="322" y="403"/>
                  <a:pt x="326" y="399"/>
                  <a:pt x="326" y="395"/>
                </a:cubicBezTo>
                <a:close/>
                <a:moveTo>
                  <a:pt x="352" y="395"/>
                </a:moveTo>
                <a:cubicBezTo>
                  <a:pt x="352" y="390"/>
                  <a:pt x="348" y="386"/>
                  <a:pt x="343" y="386"/>
                </a:cubicBezTo>
                <a:cubicBezTo>
                  <a:pt x="339" y="386"/>
                  <a:pt x="335" y="390"/>
                  <a:pt x="335" y="395"/>
                </a:cubicBezTo>
                <a:cubicBezTo>
                  <a:pt x="335" y="399"/>
                  <a:pt x="339" y="403"/>
                  <a:pt x="343" y="403"/>
                </a:cubicBezTo>
                <a:cubicBezTo>
                  <a:pt x="348" y="403"/>
                  <a:pt x="352" y="399"/>
                  <a:pt x="352" y="395"/>
                </a:cubicBezTo>
                <a:close/>
                <a:moveTo>
                  <a:pt x="378" y="395"/>
                </a:moveTo>
                <a:cubicBezTo>
                  <a:pt x="378" y="390"/>
                  <a:pt x="374" y="386"/>
                  <a:pt x="369" y="386"/>
                </a:cubicBezTo>
                <a:cubicBezTo>
                  <a:pt x="364" y="386"/>
                  <a:pt x="360" y="390"/>
                  <a:pt x="360" y="395"/>
                </a:cubicBezTo>
                <a:cubicBezTo>
                  <a:pt x="360" y="399"/>
                  <a:pt x="364" y="403"/>
                  <a:pt x="369" y="403"/>
                </a:cubicBezTo>
                <a:cubicBezTo>
                  <a:pt x="374" y="403"/>
                  <a:pt x="378" y="399"/>
                  <a:pt x="378" y="395"/>
                </a:cubicBezTo>
                <a:close/>
                <a:moveTo>
                  <a:pt x="403" y="395"/>
                </a:moveTo>
                <a:cubicBezTo>
                  <a:pt x="403" y="390"/>
                  <a:pt x="400" y="386"/>
                  <a:pt x="395" y="386"/>
                </a:cubicBezTo>
                <a:cubicBezTo>
                  <a:pt x="390" y="386"/>
                  <a:pt x="386" y="390"/>
                  <a:pt x="386" y="395"/>
                </a:cubicBezTo>
                <a:cubicBezTo>
                  <a:pt x="386" y="399"/>
                  <a:pt x="390" y="403"/>
                  <a:pt x="395" y="403"/>
                </a:cubicBezTo>
                <a:cubicBezTo>
                  <a:pt x="400" y="403"/>
                  <a:pt x="403" y="399"/>
                  <a:pt x="403" y="395"/>
                </a:cubicBezTo>
                <a:close/>
                <a:moveTo>
                  <a:pt x="429" y="395"/>
                </a:moveTo>
                <a:cubicBezTo>
                  <a:pt x="429" y="390"/>
                  <a:pt x="425" y="386"/>
                  <a:pt x="421" y="386"/>
                </a:cubicBezTo>
                <a:cubicBezTo>
                  <a:pt x="416" y="386"/>
                  <a:pt x="412" y="390"/>
                  <a:pt x="412" y="395"/>
                </a:cubicBezTo>
                <a:cubicBezTo>
                  <a:pt x="412" y="399"/>
                  <a:pt x="416" y="403"/>
                  <a:pt x="421" y="403"/>
                </a:cubicBezTo>
                <a:cubicBezTo>
                  <a:pt x="425" y="403"/>
                  <a:pt x="429" y="399"/>
                  <a:pt x="429" y="395"/>
                </a:cubicBezTo>
                <a:close/>
                <a:moveTo>
                  <a:pt x="455" y="395"/>
                </a:moveTo>
                <a:cubicBezTo>
                  <a:pt x="455" y="390"/>
                  <a:pt x="451" y="386"/>
                  <a:pt x="446" y="386"/>
                </a:cubicBezTo>
                <a:cubicBezTo>
                  <a:pt x="442" y="386"/>
                  <a:pt x="438" y="390"/>
                  <a:pt x="438" y="395"/>
                </a:cubicBezTo>
                <a:cubicBezTo>
                  <a:pt x="438" y="399"/>
                  <a:pt x="442" y="403"/>
                  <a:pt x="446" y="403"/>
                </a:cubicBezTo>
                <a:cubicBezTo>
                  <a:pt x="451" y="403"/>
                  <a:pt x="455" y="399"/>
                  <a:pt x="455" y="395"/>
                </a:cubicBezTo>
                <a:close/>
                <a:moveTo>
                  <a:pt x="481" y="395"/>
                </a:moveTo>
                <a:cubicBezTo>
                  <a:pt x="481" y="390"/>
                  <a:pt x="477" y="386"/>
                  <a:pt x="472" y="386"/>
                </a:cubicBezTo>
                <a:cubicBezTo>
                  <a:pt x="467" y="386"/>
                  <a:pt x="463" y="390"/>
                  <a:pt x="463" y="395"/>
                </a:cubicBezTo>
                <a:cubicBezTo>
                  <a:pt x="463" y="399"/>
                  <a:pt x="467" y="403"/>
                  <a:pt x="472" y="403"/>
                </a:cubicBezTo>
                <a:cubicBezTo>
                  <a:pt x="477" y="403"/>
                  <a:pt x="481" y="399"/>
                  <a:pt x="481" y="395"/>
                </a:cubicBezTo>
                <a:close/>
                <a:moveTo>
                  <a:pt x="506" y="395"/>
                </a:moveTo>
                <a:cubicBezTo>
                  <a:pt x="506" y="390"/>
                  <a:pt x="503" y="386"/>
                  <a:pt x="498" y="386"/>
                </a:cubicBezTo>
                <a:cubicBezTo>
                  <a:pt x="493" y="386"/>
                  <a:pt x="489" y="390"/>
                  <a:pt x="489" y="395"/>
                </a:cubicBezTo>
                <a:cubicBezTo>
                  <a:pt x="489" y="399"/>
                  <a:pt x="493" y="403"/>
                  <a:pt x="498" y="403"/>
                </a:cubicBezTo>
                <a:cubicBezTo>
                  <a:pt x="503" y="403"/>
                  <a:pt x="506" y="399"/>
                  <a:pt x="506" y="395"/>
                </a:cubicBezTo>
                <a:close/>
                <a:moveTo>
                  <a:pt x="532" y="395"/>
                </a:moveTo>
                <a:cubicBezTo>
                  <a:pt x="532" y="390"/>
                  <a:pt x="528" y="386"/>
                  <a:pt x="524" y="386"/>
                </a:cubicBezTo>
                <a:cubicBezTo>
                  <a:pt x="519" y="386"/>
                  <a:pt x="515" y="390"/>
                  <a:pt x="515" y="395"/>
                </a:cubicBezTo>
                <a:cubicBezTo>
                  <a:pt x="515" y="399"/>
                  <a:pt x="519" y="403"/>
                  <a:pt x="524" y="403"/>
                </a:cubicBezTo>
                <a:cubicBezTo>
                  <a:pt x="528" y="403"/>
                  <a:pt x="532" y="399"/>
                  <a:pt x="532" y="395"/>
                </a:cubicBezTo>
                <a:close/>
                <a:moveTo>
                  <a:pt x="558" y="395"/>
                </a:moveTo>
                <a:cubicBezTo>
                  <a:pt x="558" y="390"/>
                  <a:pt x="554" y="386"/>
                  <a:pt x="549" y="386"/>
                </a:cubicBezTo>
                <a:cubicBezTo>
                  <a:pt x="545" y="386"/>
                  <a:pt x="541" y="390"/>
                  <a:pt x="541" y="395"/>
                </a:cubicBezTo>
                <a:cubicBezTo>
                  <a:pt x="541" y="399"/>
                  <a:pt x="545" y="403"/>
                  <a:pt x="549" y="403"/>
                </a:cubicBezTo>
                <a:cubicBezTo>
                  <a:pt x="554" y="403"/>
                  <a:pt x="558" y="399"/>
                  <a:pt x="558" y="395"/>
                </a:cubicBezTo>
                <a:close/>
                <a:moveTo>
                  <a:pt x="584" y="395"/>
                </a:moveTo>
                <a:cubicBezTo>
                  <a:pt x="584" y="390"/>
                  <a:pt x="580" y="386"/>
                  <a:pt x="575" y="386"/>
                </a:cubicBezTo>
                <a:cubicBezTo>
                  <a:pt x="570" y="386"/>
                  <a:pt x="567" y="390"/>
                  <a:pt x="567" y="395"/>
                </a:cubicBezTo>
                <a:cubicBezTo>
                  <a:pt x="567" y="399"/>
                  <a:pt x="570" y="403"/>
                  <a:pt x="575" y="403"/>
                </a:cubicBezTo>
                <a:cubicBezTo>
                  <a:pt x="580" y="403"/>
                  <a:pt x="584" y="399"/>
                  <a:pt x="584" y="395"/>
                </a:cubicBezTo>
                <a:close/>
                <a:moveTo>
                  <a:pt x="609" y="395"/>
                </a:moveTo>
                <a:cubicBezTo>
                  <a:pt x="609" y="390"/>
                  <a:pt x="606" y="386"/>
                  <a:pt x="601" y="386"/>
                </a:cubicBezTo>
                <a:cubicBezTo>
                  <a:pt x="596" y="386"/>
                  <a:pt x="592" y="390"/>
                  <a:pt x="592" y="395"/>
                </a:cubicBezTo>
                <a:cubicBezTo>
                  <a:pt x="592" y="399"/>
                  <a:pt x="596" y="403"/>
                  <a:pt x="601" y="403"/>
                </a:cubicBezTo>
                <a:cubicBezTo>
                  <a:pt x="606" y="403"/>
                  <a:pt x="609" y="399"/>
                  <a:pt x="609" y="395"/>
                </a:cubicBezTo>
                <a:close/>
                <a:moveTo>
                  <a:pt x="867" y="395"/>
                </a:moveTo>
                <a:cubicBezTo>
                  <a:pt x="867" y="390"/>
                  <a:pt x="863" y="386"/>
                  <a:pt x="858" y="386"/>
                </a:cubicBezTo>
                <a:cubicBezTo>
                  <a:pt x="854" y="386"/>
                  <a:pt x="850" y="390"/>
                  <a:pt x="850" y="395"/>
                </a:cubicBezTo>
                <a:cubicBezTo>
                  <a:pt x="850" y="399"/>
                  <a:pt x="854" y="403"/>
                  <a:pt x="858" y="403"/>
                </a:cubicBezTo>
                <a:cubicBezTo>
                  <a:pt x="863" y="403"/>
                  <a:pt x="867" y="399"/>
                  <a:pt x="867" y="395"/>
                </a:cubicBezTo>
                <a:close/>
                <a:moveTo>
                  <a:pt x="893" y="395"/>
                </a:moveTo>
                <a:cubicBezTo>
                  <a:pt x="893" y="390"/>
                  <a:pt x="889" y="386"/>
                  <a:pt x="884" y="386"/>
                </a:cubicBezTo>
                <a:cubicBezTo>
                  <a:pt x="879" y="386"/>
                  <a:pt x="876" y="390"/>
                  <a:pt x="876" y="395"/>
                </a:cubicBezTo>
                <a:cubicBezTo>
                  <a:pt x="876" y="399"/>
                  <a:pt x="879" y="403"/>
                  <a:pt x="884" y="403"/>
                </a:cubicBezTo>
                <a:cubicBezTo>
                  <a:pt x="889" y="403"/>
                  <a:pt x="893" y="399"/>
                  <a:pt x="893" y="395"/>
                </a:cubicBezTo>
                <a:close/>
                <a:moveTo>
                  <a:pt x="919" y="395"/>
                </a:moveTo>
                <a:cubicBezTo>
                  <a:pt x="919" y="390"/>
                  <a:pt x="915" y="386"/>
                  <a:pt x="910" y="386"/>
                </a:cubicBezTo>
                <a:cubicBezTo>
                  <a:pt x="905" y="386"/>
                  <a:pt x="901" y="390"/>
                  <a:pt x="901" y="395"/>
                </a:cubicBezTo>
                <a:cubicBezTo>
                  <a:pt x="901" y="399"/>
                  <a:pt x="905" y="403"/>
                  <a:pt x="910" y="403"/>
                </a:cubicBezTo>
                <a:cubicBezTo>
                  <a:pt x="915" y="403"/>
                  <a:pt x="919" y="399"/>
                  <a:pt x="919" y="395"/>
                </a:cubicBezTo>
                <a:close/>
                <a:moveTo>
                  <a:pt x="944" y="395"/>
                </a:moveTo>
                <a:cubicBezTo>
                  <a:pt x="944" y="390"/>
                  <a:pt x="940" y="386"/>
                  <a:pt x="936" y="386"/>
                </a:cubicBezTo>
                <a:cubicBezTo>
                  <a:pt x="931" y="386"/>
                  <a:pt x="927" y="390"/>
                  <a:pt x="927" y="395"/>
                </a:cubicBezTo>
                <a:cubicBezTo>
                  <a:pt x="927" y="399"/>
                  <a:pt x="931" y="403"/>
                  <a:pt x="936" y="403"/>
                </a:cubicBezTo>
                <a:cubicBezTo>
                  <a:pt x="940" y="403"/>
                  <a:pt x="944" y="399"/>
                  <a:pt x="944" y="395"/>
                </a:cubicBezTo>
                <a:close/>
                <a:moveTo>
                  <a:pt x="970" y="395"/>
                </a:moveTo>
                <a:cubicBezTo>
                  <a:pt x="970" y="390"/>
                  <a:pt x="966" y="386"/>
                  <a:pt x="961" y="386"/>
                </a:cubicBezTo>
                <a:cubicBezTo>
                  <a:pt x="957" y="386"/>
                  <a:pt x="953" y="390"/>
                  <a:pt x="953" y="395"/>
                </a:cubicBezTo>
                <a:cubicBezTo>
                  <a:pt x="953" y="399"/>
                  <a:pt x="957" y="403"/>
                  <a:pt x="961" y="403"/>
                </a:cubicBezTo>
                <a:cubicBezTo>
                  <a:pt x="966" y="403"/>
                  <a:pt x="970" y="399"/>
                  <a:pt x="970" y="395"/>
                </a:cubicBezTo>
                <a:close/>
                <a:moveTo>
                  <a:pt x="1099" y="395"/>
                </a:moveTo>
                <a:cubicBezTo>
                  <a:pt x="1099" y="390"/>
                  <a:pt x="1095" y="386"/>
                  <a:pt x="1090" y="386"/>
                </a:cubicBezTo>
                <a:cubicBezTo>
                  <a:pt x="1086" y="386"/>
                  <a:pt x="1082" y="390"/>
                  <a:pt x="1082" y="395"/>
                </a:cubicBezTo>
                <a:cubicBezTo>
                  <a:pt x="1082" y="399"/>
                  <a:pt x="1086" y="403"/>
                  <a:pt x="1090" y="403"/>
                </a:cubicBezTo>
                <a:cubicBezTo>
                  <a:pt x="1095" y="403"/>
                  <a:pt x="1099" y="399"/>
                  <a:pt x="1099" y="395"/>
                </a:cubicBezTo>
                <a:close/>
                <a:moveTo>
                  <a:pt x="1150" y="395"/>
                </a:moveTo>
                <a:cubicBezTo>
                  <a:pt x="1150" y="390"/>
                  <a:pt x="1147" y="386"/>
                  <a:pt x="1142" y="386"/>
                </a:cubicBezTo>
                <a:cubicBezTo>
                  <a:pt x="1137" y="386"/>
                  <a:pt x="1133" y="390"/>
                  <a:pt x="1133" y="395"/>
                </a:cubicBezTo>
                <a:cubicBezTo>
                  <a:pt x="1133" y="399"/>
                  <a:pt x="1137" y="403"/>
                  <a:pt x="1142" y="403"/>
                </a:cubicBezTo>
                <a:cubicBezTo>
                  <a:pt x="1147" y="403"/>
                  <a:pt x="1150" y="399"/>
                  <a:pt x="1150" y="395"/>
                </a:cubicBezTo>
                <a:close/>
                <a:moveTo>
                  <a:pt x="1176" y="395"/>
                </a:moveTo>
                <a:cubicBezTo>
                  <a:pt x="1176" y="390"/>
                  <a:pt x="1172" y="386"/>
                  <a:pt x="1168" y="386"/>
                </a:cubicBezTo>
                <a:cubicBezTo>
                  <a:pt x="1163" y="386"/>
                  <a:pt x="1159" y="390"/>
                  <a:pt x="1159" y="395"/>
                </a:cubicBezTo>
                <a:cubicBezTo>
                  <a:pt x="1159" y="399"/>
                  <a:pt x="1163" y="403"/>
                  <a:pt x="1168" y="403"/>
                </a:cubicBezTo>
                <a:cubicBezTo>
                  <a:pt x="1172" y="403"/>
                  <a:pt x="1176" y="399"/>
                  <a:pt x="1176" y="395"/>
                </a:cubicBezTo>
                <a:close/>
                <a:moveTo>
                  <a:pt x="1382" y="395"/>
                </a:moveTo>
                <a:cubicBezTo>
                  <a:pt x="1382" y="390"/>
                  <a:pt x="1378" y="386"/>
                  <a:pt x="1374" y="386"/>
                </a:cubicBezTo>
                <a:cubicBezTo>
                  <a:pt x="1369" y="386"/>
                  <a:pt x="1365" y="390"/>
                  <a:pt x="1365" y="395"/>
                </a:cubicBezTo>
                <a:cubicBezTo>
                  <a:pt x="1365" y="399"/>
                  <a:pt x="1369" y="403"/>
                  <a:pt x="1374" y="403"/>
                </a:cubicBezTo>
                <a:cubicBezTo>
                  <a:pt x="1378" y="403"/>
                  <a:pt x="1382" y="399"/>
                  <a:pt x="1382" y="395"/>
                </a:cubicBezTo>
                <a:close/>
                <a:moveTo>
                  <a:pt x="1408" y="395"/>
                </a:moveTo>
                <a:cubicBezTo>
                  <a:pt x="1408" y="390"/>
                  <a:pt x="1404" y="386"/>
                  <a:pt x="1399" y="386"/>
                </a:cubicBezTo>
                <a:cubicBezTo>
                  <a:pt x="1395" y="386"/>
                  <a:pt x="1391" y="390"/>
                  <a:pt x="1391" y="395"/>
                </a:cubicBezTo>
                <a:cubicBezTo>
                  <a:pt x="1391" y="399"/>
                  <a:pt x="1395" y="403"/>
                  <a:pt x="1399" y="403"/>
                </a:cubicBezTo>
                <a:cubicBezTo>
                  <a:pt x="1404" y="403"/>
                  <a:pt x="1408" y="399"/>
                  <a:pt x="1408" y="395"/>
                </a:cubicBezTo>
                <a:close/>
                <a:moveTo>
                  <a:pt x="1434" y="395"/>
                </a:moveTo>
                <a:cubicBezTo>
                  <a:pt x="1434" y="390"/>
                  <a:pt x="1430" y="386"/>
                  <a:pt x="1425" y="386"/>
                </a:cubicBezTo>
                <a:cubicBezTo>
                  <a:pt x="1420" y="386"/>
                  <a:pt x="1417" y="390"/>
                  <a:pt x="1417" y="395"/>
                </a:cubicBezTo>
                <a:cubicBezTo>
                  <a:pt x="1417" y="399"/>
                  <a:pt x="1420" y="403"/>
                  <a:pt x="1425" y="403"/>
                </a:cubicBezTo>
                <a:cubicBezTo>
                  <a:pt x="1430" y="403"/>
                  <a:pt x="1434" y="399"/>
                  <a:pt x="1434" y="395"/>
                </a:cubicBezTo>
                <a:close/>
                <a:moveTo>
                  <a:pt x="1485" y="395"/>
                </a:moveTo>
                <a:cubicBezTo>
                  <a:pt x="1485" y="390"/>
                  <a:pt x="1481" y="386"/>
                  <a:pt x="1477" y="386"/>
                </a:cubicBezTo>
                <a:cubicBezTo>
                  <a:pt x="1472" y="386"/>
                  <a:pt x="1468" y="390"/>
                  <a:pt x="1468" y="395"/>
                </a:cubicBezTo>
                <a:cubicBezTo>
                  <a:pt x="1468" y="399"/>
                  <a:pt x="1472" y="403"/>
                  <a:pt x="1477" y="403"/>
                </a:cubicBezTo>
                <a:cubicBezTo>
                  <a:pt x="1481" y="403"/>
                  <a:pt x="1485" y="399"/>
                  <a:pt x="1485" y="395"/>
                </a:cubicBezTo>
                <a:close/>
                <a:moveTo>
                  <a:pt x="1511" y="395"/>
                </a:moveTo>
                <a:cubicBezTo>
                  <a:pt x="1511" y="390"/>
                  <a:pt x="1507" y="386"/>
                  <a:pt x="1502" y="386"/>
                </a:cubicBezTo>
                <a:cubicBezTo>
                  <a:pt x="1498" y="386"/>
                  <a:pt x="1494" y="390"/>
                  <a:pt x="1494" y="395"/>
                </a:cubicBezTo>
                <a:cubicBezTo>
                  <a:pt x="1494" y="399"/>
                  <a:pt x="1498" y="403"/>
                  <a:pt x="1502" y="403"/>
                </a:cubicBezTo>
                <a:cubicBezTo>
                  <a:pt x="1507" y="403"/>
                  <a:pt x="1511" y="399"/>
                  <a:pt x="1511" y="395"/>
                </a:cubicBezTo>
                <a:close/>
                <a:moveTo>
                  <a:pt x="1537" y="395"/>
                </a:moveTo>
                <a:cubicBezTo>
                  <a:pt x="1537" y="390"/>
                  <a:pt x="1533" y="386"/>
                  <a:pt x="1528" y="386"/>
                </a:cubicBezTo>
                <a:cubicBezTo>
                  <a:pt x="1523" y="386"/>
                  <a:pt x="1520" y="390"/>
                  <a:pt x="1520" y="395"/>
                </a:cubicBezTo>
                <a:cubicBezTo>
                  <a:pt x="1520" y="399"/>
                  <a:pt x="1523" y="403"/>
                  <a:pt x="1528" y="403"/>
                </a:cubicBezTo>
                <a:cubicBezTo>
                  <a:pt x="1533" y="403"/>
                  <a:pt x="1537" y="399"/>
                  <a:pt x="1537" y="395"/>
                </a:cubicBezTo>
                <a:close/>
                <a:moveTo>
                  <a:pt x="1588" y="395"/>
                </a:moveTo>
                <a:cubicBezTo>
                  <a:pt x="1588" y="390"/>
                  <a:pt x="1584" y="386"/>
                  <a:pt x="1580" y="386"/>
                </a:cubicBezTo>
                <a:cubicBezTo>
                  <a:pt x="1575" y="386"/>
                  <a:pt x="1571" y="390"/>
                  <a:pt x="1571" y="395"/>
                </a:cubicBezTo>
                <a:cubicBezTo>
                  <a:pt x="1571" y="399"/>
                  <a:pt x="1575" y="403"/>
                  <a:pt x="1580" y="403"/>
                </a:cubicBezTo>
                <a:cubicBezTo>
                  <a:pt x="1584" y="403"/>
                  <a:pt x="1588" y="399"/>
                  <a:pt x="1588" y="395"/>
                </a:cubicBezTo>
                <a:close/>
                <a:moveTo>
                  <a:pt x="1614" y="395"/>
                </a:moveTo>
                <a:cubicBezTo>
                  <a:pt x="1614" y="390"/>
                  <a:pt x="1610" y="386"/>
                  <a:pt x="1605" y="386"/>
                </a:cubicBezTo>
                <a:cubicBezTo>
                  <a:pt x="1601" y="386"/>
                  <a:pt x="1597" y="390"/>
                  <a:pt x="1597" y="395"/>
                </a:cubicBezTo>
                <a:cubicBezTo>
                  <a:pt x="1597" y="399"/>
                  <a:pt x="1601" y="403"/>
                  <a:pt x="1605" y="403"/>
                </a:cubicBezTo>
                <a:cubicBezTo>
                  <a:pt x="1610" y="403"/>
                  <a:pt x="1614" y="399"/>
                  <a:pt x="1614" y="395"/>
                </a:cubicBezTo>
                <a:close/>
                <a:moveTo>
                  <a:pt x="1640" y="395"/>
                </a:moveTo>
                <a:cubicBezTo>
                  <a:pt x="1640" y="390"/>
                  <a:pt x="1636" y="386"/>
                  <a:pt x="1631" y="386"/>
                </a:cubicBezTo>
                <a:cubicBezTo>
                  <a:pt x="1626" y="386"/>
                  <a:pt x="1623" y="390"/>
                  <a:pt x="1623" y="395"/>
                </a:cubicBezTo>
                <a:cubicBezTo>
                  <a:pt x="1623" y="399"/>
                  <a:pt x="1626" y="403"/>
                  <a:pt x="1631" y="403"/>
                </a:cubicBezTo>
                <a:cubicBezTo>
                  <a:pt x="1636" y="403"/>
                  <a:pt x="1640" y="399"/>
                  <a:pt x="1640" y="395"/>
                </a:cubicBezTo>
                <a:close/>
                <a:moveTo>
                  <a:pt x="1666" y="395"/>
                </a:moveTo>
                <a:cubicBezTo>
                  <a:pt x="1666" y="390"/>
                  <a:pt x="1662" y="386"/>
                  <a:pt x="1657" y="386"/>
                </a:cubicBezTo>
                <a:cubicBezTo>
                  <a:pt x="1652" y="386"/>
                  <a:pt x="1648" y="390"/>
                  <a:pt x="1648" y="395"/>
                </a:cubicBezTo>
                <a:cubicBezTo>
                  <a:pt x="1648" y="399"/>
                  <a:pt x="1652" y="403"/>
                  <a:pt x="1657" y="403"/>
                </a:cubicBezTo>
                <a:cubicBezTo>
                  <a:pt x="1662" y="403"/>
                  <a:pt x="1666" y="399"/>
                  <a:pt x="1666" y="395"/>
                </a:cubicBezTo>
                <a:close/>
                <a:moveTo>
                  <a:pt x="1691" y="395"/>
                </a:moveTo>
                <a:cubicBezTo>
                  <a:pt x="1691" y="390"/>
                  <a:pt x="1687" y="386"/>
                  <a:pt x="1683" y="386"/>
                </a:cubicBezTo>
                <a:cubicBezTo>
                  <a:pt x="1678" y="386"/>
                  <a:pt x="1674" y="390"/>
                  <a:pt x="1674" y="395"/>
                </a:cubicBezTo>
                <a:cubicBezTo>
                  <a:pt x="1674" y="399"/>
                  <a:pt x="1678" y="403"/>
                  <a:pt x="1683" y="403"/>
                </a:cubicBezTo>
                <a:cubicBezTo>
                  <a:pt x="1687" y="403"/>
                  <a:pt x="1691" y="399"/>
                  <a:pt x="1691" y="395"/>
                </a:cubicBezTo>
                <a:close/>
                <a:moveTo>
                  <a:pt x="1717" y="395"/>
                </a:moveTo>
                <a:cubicBezTo>
                  <a:pt x="1717" y="390"/>
                  <a:pt x="1713" y="386"/>
                  <a:pt x="1708" y="386"/>
                </a:cubicBezTo>
                <a:cubicBezTo>
                  <a:pt x="1704" y="386"/>
                  <a:pt x="1700" y="390"/>
                  <a:pt x="1700" y="395"/>
                </a:cubicBezTo>
                <a:cubicBezTo>
                  <a:pt x="1700" y="399"/>
                  <a:pt x="1704" y="403"/>
                  <a:pt x="1708" y="403"/>
                </a:cubicBezTo>
                <a:cubicBezTo>
                  <a:pt x="1713" y="403"/>
                  <a:pt x="1717" y="399"/>
                  <a:pt x="1717" y="395"/>
                </a:cubicBezTo>
                <a:close/>
                <a:moveTo>
                  <a:pt x="1743" y="395"/>
                </a:moveTo>
                <a:cubicBezTo>
                  <a:pt x="1743" y="390"/>
                  <a:pt x="1739" y="386"/>
                  <a:pt x="1734" y="386"/>
                </a:cubicBezTo>
                <a:cubicBezTo>
                  <a:pt x="1730" y="386"/>
                  <a:pt x="1726" y="390"/>
                  <a:pt x="1726" y="395"/>
                </a:cubicBezTo>
                <a:cubicBezTo>
                  <a:pt x="1726" y="399"/>
                  <a:pt x="1730" y="403"/>
                  <a:pt x="1734" y="403"/>
                </a:cubicBezTo>
                <a:cubicBezTo>
                  <a:pt x="1739" y="403"/>
                  <a:pt x="1743" y="399"/>
                  <a:pt x="1743" y="395"/>
                </a:cubicBezTo>
                <a:close/>
                <a:moveTo>
                  <a:pt x="1769" y="395"/>
                </a:moveTo>
                <a:cubicBezTo>
                  <a:pt x="1769" y="390"/>
                  <a:pt x="1765" y="386"/>
                  <a:pt x="1760" y="386"/>
                </a:cubicBezTo>
                <a:cubicBezTo>
                  <a:pt x="1755" y="386"/>
                  <a:pt x="1751" y="390"/>
                  <a:pt x="1751" y="395"/>
                </a:cubicBezTo>
                <a:cubicBezTo>
                  <a:pt x="1751" y="399"/>
                  <a:pt x="1755" y="403"/>
                  <a:pt x="1760" y="403"/>
                </a:cubicBezTo>
                <a:cubicBezTo>
                  <a:pt x="1765" y="403"/>
                  <a:pt x="1769" y="399"/>
                  <a:pt x="1769" y="395"/>
                </a:cubicBezTo>
                <a:close/>
                <a:moveTo>
                  <a:pt x="1794" y="395"/>
                </a:moveTo>
                <a:cubicBezTo>
                  <a:pt x="1794" y="390"/>
                  <a:pt x="1791" y="386"/>
                  <a:pt x="1786" y="386"/>
                </a:cubicBezTo>
                <a:cubicBezTo>
                  <a:pt x="1781" y="386"/>
                  <a:pt x="1777" y="390"/>
                  <a:pt x="1777" y="395"/>
                </a:cubicBezTo>
                <a:cubicBezTo>
                  <a:pt x="1777" y="399"/>
                  <a:pt x="1781" y="403"/>
                  <a:pt x="1786" y="403"/>
                </a:cubicBezTo>
                <a:cubicBezTo>
                  <a:pt x="1791" y="403"/>
                  <a:pt x="1794" y="399"/>
                  <a:pt x="1794" y="395"/>
                </a:cubicBezTo>
                <a:close/>
                <a:moveTo>
                  <a:pt x="1820" y="395"/>
                </a:moveTo>
                <a:cubicBezTo>
                  <a:pt x="1820" y="390"/>
                  <a:pt x="1816" y="386"/>
                  <a:pt x="1812" y="386"/>
                </a:cubicBezTo>
                <a:cubicBezTo>
                  <a:pt x="1807" y="386"/>
                  <a:pt x="1803" y="390"/>
                  <a:pt x="1803" y="395"/>
                </a:cubicBezTo>
                <a:cubicBezTo>
                  <a:pt x="1803" y="399"/>
                  <a:pt x="1807" y="403"/>
                  <a:pt x="1812" y="403"/>
                </a:cubicBezTo>
                <a:cubicBezTo>
                  <a:pt x="1816" y="403"/>
                  <a:pt x="1820" y="399"/>
                  <a:pt x="1820" y="395"/>
                </a:cubicBezTo>
                <a:close/>
                <a:moveTo>
                  <a:pt x="1846" y="395"/>
                </a:moveTo>
                <a:cubicBezTo>
                  <a:pt x="1846" y="390"/>
                  <a:pt x="1842" y="386"/>
                  <a:pt x="1837" y="386"/>
                </a:cubicBezTo>
                <a:cubicBezTo>
                  <a:pt x="1833" y="386"/>
                  <a:pt x="1829" y="390"/>
                  <a:pt x="1829" y="395"/>
                </a:cubicBezTo>
                <a:cubicBezTo>
                  <a:pt x="1829" y="399"/>
                  <a:pt x="1833" y="403"/>
                  <a:pt x="1837" y="403"/>
                </a:cubicBezTo>
                <a:cubicBezTo>
                  <a:pt x="1842" y="403"/>
                  <a:pt x="1846" y="399"/>
                  <a:pt x="1846" y="395"/>
                </a:cubicBezTo>
                <a:close/>
                <a:moveTo>
                  <a:pt x="1872" y="395"/>
                </a:moveTo>
                <a:cubicBezTo>
                  <a:pt x="1872" y="390"/>
                  <a:pt x="1868" y="386"/>
                  <a:pt x="1863" y="386"/>
                </a:cubicBezTo>
                <a:cubicBezTo>
                  <a:pt x="1858" y="386"/>
                  <a:pt x="1854" y="390"/>
                  <a:pt x="1854" y="395"/>
                </a:cubicBezTo>
                <a:cubicBezTo>
                  <a:pt x="1854" y="399"/>
                  <a:pt x="1858" y="403"/>
                  <a:pt x="1863" y="403"/>
                </a:cubicBezTo>
                <a:cubicBezTo>
                  <a:pt x="1868" y="403"/>
                  <a:pt x="1872" y="399"/>
                  <a:pt x="1872" y="395"/>
                </a:cubicBezTo>
                <a:close/>
                <a:moveTo>
                  <a:pt x="1897" y="395"/>
                </a:moveTo>
                <a:cubicBezTo>
                  <a:pt x="1897" y="390"/>
                  <a:pt x="1894" y="386"/>
                  <a:pt x="1889" y="386"/>
                </a:cubicBezTo>
                <a:cubicBezTo>
                  <a:pt x="1884" y="386"/>
                  <a:pt x="1880" y="390"/>
                  <a:pt x="1880" y="395"/>
                </a:cubicBezTo>
                <a:cubicBezTo>
                  <a:pt x="1880" y="399"/>
                  <a:pt x="1884" y="403"/>
                  <a:pt x="1889" y="403"/>
                </a:cubicBezTo>
                <a:cubicBezTo>
                  <a:pt x="1894" y="403"/>
                  <a:pt x="1897" y="399"/>
                  <a:pt x="1897" y="395"/>
                </a:cubicBezTo>
                <a:close/>
                <a:moveTo>
                  <a:pt x="1923" y="395"/>
                </a:moveTo>
                <a:cubicBezTo>
                  <a:pt x="1923" y="390"/>
                  <a:pt x="1919" y="386"/>
                  <a:pt x="1915" y="386"/>
                </a:cubicBezTo>
                <a:cubicBezTo>
                  <a:pt x="1910" y="386"/>
                  <a:pt x="1906" y="390"/>
                  <a:pt x="1906" y="395"/>
                </a:cubicBezTo>
                <a:cubicBezTo>
                  <a:pt x="1906" y="399"/>
                  <a:pt x="1910" y="403"/>
                  <a:pt x="1915" y="403"/>
                </a:cubicBezTo>
                <a:cubicBezTo>
                  <a:pt x="1919" y="403"/>
                  <a:pt x="1923" y="399"/>
                  <a:pt x="1923" y="395"/>
                </a:cubicBezTo>
                <a:close/>
                <a:moveTo>
                  <a:pt x="1949" y="395"/>
                </a:moveTo>
                <a:cubicBezTo>
                  <a:pt x="1949" y="390"/>
                  <a:pt x="1945" y="386"/>
                  <a:pt x="1940" y="386"/>
                </a:cubicBezTo>
                <a:cubicBezTo>
                  <a:pt x="1936" y="386"/>
                  <a:pt x="1932" y="390"/>
                  <a:pt x="1932" y="395"/>
                </a:cubicBezTo>
                <a:cubicBezTo>
                  <a:pt x="1932" y="399"/>
                  <a:pt x="1936" y="403"/>
                  <a:pt x="1940" y="403"/>
                </a:cubicBezTo>
                <a:cubicBezTo>
                  <a:pt x="1945" y="403"/>
                  <a:pt x="1949" y="399"/>
                  <a:pt x="1949" y="395"/>
                </a:cubicBezTo>
                <a:close/>
                <a:moveTo>
                  <a:pt x="1975" y="395"/>
                </a:moveTo>
                <a:cubicBezTo>
                  <a:pt x="1975" y="390"/>
                  <a:pt x="1971" y="386"/>
                  <a:pt x="1966" y="386"/>
                </a:cubicBezTo>
                <a:cubicBezTo>
                  <a:pt x="1961" y="386"/>
                  <a:pt x="1957" y="390"/>
                  <a:pt x="1957" y="395"/>
                </a:cubicBezTo>
                <a:cubicBezTo>
                  <a:pt x="1957" y="399"/>
                  <a:pt x="1961" y="403"/>
                  <a:pt x="1966" y="403"/>
                </a:cubicBezTo>
                <a:cubicBezTo>
                  <a:pt x="1971" y="403"/>
                  <a:pt x="1975" y="399"/>
                  <a:pt x="1975" y="395"/>
                </a:cubicBezTo>
                <a:close/>
                <a:moveTo>
                  <a:pt x="2000" y="395"/>
                </a:moveTo>
                <a:cubicBezTo>
                  <a:pt x="2000" y="390"/>
                  <a:pt x="1997" y="386"/>
                  <a:pt x="1992" y="386"/>
                </a:cubicBezTo>
                <a:cubicBezTo>
                  <a:pt x="1987" y="386"/>
                  <a:pt x="1983" y="390"/>
                  <a:pt x="1983" y="395"/>
                </a:cubicBezTo>
                <a:cubicBezTo>
                  <a:pt x="1983" y="399"/>
                  <a:pt x="1987" y="403"/>
                  <a:pt x="1992" y="403"/>
                </a:cubicBezTo>
                <a:cubicBezTo>
                  <a:pt x="1997" y="403"/>
                  <a:pt x="2000" y="399"/>
                  <a:pt x="2000" y="395"/>
                </a:cubicBezTo>
                <a:close/>
                <a:moveTo>
                  <a:pt x="2026" y="395"/>
                </a:moveTo>
                <a:cubicBezTo>
                  <a:pt x="2026" y="390"/>
                  <a:pt x="2022" y="386"/>
                  <a:pt x="2018" y="386"/>
                </a:cubicBezTo>
                <a:cubicBezTo>
                  <a:pt x="2013" y="386"/>
                  <a:pt x="2009" y="390"/>
                  <a:pt x="2009" y="395"/>
                </a:cubicBezTo>
                <a:cubicBezTo>
                  <a:pt x="2009" y="399"/>
                  <a:pt x="2013" y="403"/>
                  <a:pt x="2018" y="403"/>
                </a:cubicBezTo>
                <a:cubicBezTo>
                  <a:pt x="2022" y="403"/>
                  <a:pt x="2026" y="399"/>
                  <a:pt x="2026" y="395"/>
                </a:cubicBezTo>
                <a:close/>
                <a:moveTo>
                  <a:pt x="2052" y="395"/>
                </a:moveTo>
                <a:cubicBezTo>
                  <a:pt x="2052" y="390"/>
                  <a:pt x="2048" y="386"/>
                  <a:pt x="2043" y="386"/>
                </a:cubicBezTo>
                <a:cubicBezTo>
                  <a:pt x="2039" y="386"/>
                  <a:pt x="2035" y="390"/>
                  <a:pt x="2035" y="395"/>
                </a:cubicBezTo>
                <a:cubicBezTo>
                  <a:pt x="2035" y="399"/>
                  <a:pt x="2039" y="403"/>
                  <a:pt x="2043" y="403"/>
                </a:cubicBezTo>
                <a:cubicBezTo>
                  <a:pt x="2048" y="403"/>
                  <a:pt x="2052" y="399"/>
                  <a:pt x="2052" y="395"/>
                </a:cubicBezTo>
                <a:close/>
                <a:moveTo>
                  <a:pt x="2078" y="395"/>
                </a:moveTo>
                <a:cubicBezTo>
                  <a:pt x="2078" y="390"/>
                  <a:pt x="2074" y="386"/>
                  <a:pt x="2069" y="386"/>
                </a:cubicBezTo>
                <a:cubicBezTo>
                  <a:pt x="2064" y="386"/>
                  <a:pt x="2061" y="390"/>
                  <a:pt x="2061" y="395"/>
                </a:cubicBezTo>
                <a:cubicBezTo>
                  <a:pt x="2061" y="399"/>
                  <a:pt x="2064" y="403"/>
                  <a:pt x="2069" y="403"/>
                </a:cubicBezTo>
                <a:cubicBezTo>
                  <a:pt x="2074" y="403"/>
                  <a:pt x="2078" y="399"/>
                  <a:pt x="2078" y="395"/>
                </a:cubicBezTo>
                <a:close/>
                <a:moveTo>
                  <a:pt x="2103" y="395"/>
                </a:moveTo>
                <a:cubicBezTo>
                  <a:pt x="2103" y="390"/>
                  <a:pt x="2100" y="386"/>
                  <a:pt x="2095" y="386"/>
                </a:cubicBezTo>
                <a:cubicBezTo>
                  <a:pt x="2090" y="386"/>
                  <a:pt x="2086" y="390"/>
                  <a:pt x="2086" y="395"/>
                </a:cubicBezTo>
                <a:cubicBezTo>
                  <a:pt x="2086" y="399"/>
                  <a:pt x="2090" y="403"/>
                  <a:pt x="2095" y="403"/>
                </a:cubicBezTo>
                <a:cubicBezTo>
                  <a:pt x="2100" y="403"/>
                  <a:pt x="2103" y="399"/>
                  <a:pt x="2103" y="395"/>
                </a:cubicBezTo>
                <a:close/>
                <a:moveTo>
                  <a:pt x="2129" y="395"/>
                </a:moveTo>
                <a:cubicBezTo>
                  <a:pt x="2129" y="390"/>
                  <a:pt x="2125" y="386"/>
                  <a:pt x="2121" y="386"/>
                </a:cubicBezTo>
                <a:cubicBezTo>
                  <a:pt x="2116" y="386"/>
                  <a:pt x="2112" y="390"/>
                  <a:pt x="2112" y="395"/>
                </a:cubicBezTo>
                <a:cubicBezTo>
                  <a:pt x="2112" y="399"/>
                  <a:pt x="2116" y="403"/>
                  <a:pt x="2121" y="403"/>
                </a:cubicBezTo>
                <a:cubicBezTo>
                  <a:pt x="2125" y="403"/>
                  <a:pt x="2129" y="399"/>
                  <a:pt x="2129" y="395"/>
                </a:cubicBezTo>
                <a:close/>
                <a:moveTo>
                  <a:pt x="2155" y="395"/>
                </a:moveTo>
                <a:cubicBezTo>
                  <a:pt x="2155" y="390"/>
                  <a:pt x="2151" y="386"/>
                  <a:pt x="2146" y="386"/>
                </a:cubicBezTo>
                <a:cubicBezTo>
                  <a:pt x="2142" y="386"/>
                  <a:pt x="2138" y="390"/>
                  <a:pt x="2138" y="395"/>
                </a:cubicBezTo>
                <a:cubicBezTo>
                  <a:pt x="2138" y="399"/>
                  <a:pt x="2142" y="403"/>
                  <a:pt x="2146" y="403"/>
                </a:cubicBezTo>
                <a:cubicBezTo>
                  <a:pt x="2151" y="403"/>
                  <a:pt x="2155" y="399"/>
                  <a:pt x="2155" y="395"/>
                </a:cubicBezTo>
                <a:close/>
                <a:moveTo>
                  <a:pt x="2181" y="395"/>
                </a:moveTo>
                <a:cubicBezTo>
                  <a:pt x="2181" y="390"/>
                  <a:pt x="2177" y="386"/>
                  <a:pt x="2172" y="386"/>
                </a:cubicBezTo>
                <a:cubicBezTo>
                  <a:pt x="2167" y="386"/>
                  <a:pt x="2164" y="390"/>
                  <a:pt x="2164" y="395"/>
                </a:cubicBezTo>
                <a:cubicBezTo>
                  <a:pt x="2164" y="399"/>
                  <a:pt x="2167" y="403"/>
                  <a:pt x="2172" y="403"/>
                </a:cubicBezTo>
                <a:cubicBezTo>
                  <a:pt x="2177" y="403"/>
                  <a:pt x="2181" y="399"/>
                  <a:pt x="2181" y="395"/>
                </a:cubicBezTo>
                <a:close/>
                <a:moveTo>
                  <a:pt x="2207" y="395"/>
                </a:moveTo>
                <a:cubicBezTo>
                  <a:pt x="2207" y="390"/>
                  <a:pt x="2203" y="386"/>
                  <a:pt x="2198" y="386"/>
                </a:cubicBezTo>
                <a:cubicBezTo>
                  <a:pt x="2193" y="386"/>
                  <a:pt x="2189" y="390"/>
                  <a:pt x="2189" y="395"/>
                </a:cubicBezTo>
                <a:cubicBezTo>
                  <a:pt x="2189" y="399"/>
                  <a:pt x="2193" y="403"/>
                  <a:pt x="2198" y="403"/>
                </a:cubicBezTo>
                <a:cubicBezTo>
                  <a:pt x="2203" y="403"/>
                  <a:pt x="2207" y="399"/>
                  <a:pt x="2207" y="395"/>
                </a:cubicBezTo>
                <a:close/>
                <a:moveTo>
                  <a:pt x="2232" y="395"/>
                </a:moveTo>
                <a:cubicBezTo>
                  <a:pt x="2232" y="390"/>
                  <a:pt x="2228" y="386"/>
                  <a:pt x="2224" y="386"/>
                </a:cubicBezTo>
                <a:cubicBezTo>
                  <a:pt x="2219" y="386"/>
                  <a:pt x="2215" y="390"/>
                  <a:pt x="2215" y="395"/>
                </a:cubicBezTo>
                <a:cubicBezTo>
                  <a:pt x="2215" y="399"/>
                  <a:pt x="2219" y="403"/>
                  <a:pt x="2224" y="403"/>
                </a:cubicBezTo>
                <a:cubicBezTo>
                  <a:pt x="2228" y="403"/>
                  <a:pt x="2232" y="399"/>
                  <a:pt x="2232" y="395"/>
                </a:cubicBezTo>
                <a:close/>
                <a:moveTo>
                  <a:pt x="2258" y="395"/>
                </a:moveTo>
                <a:cubicBezTo>
                  <a:pt x="2258" y="390"/>
                  <a:pt x="2254" y="386"/>
                  <a:pt x="2249" y="386"/>
                </a:cubicBezTo>
                <a:cubicBezTo>
                  <a:pt x="2245" y="386"/>
                  <a:pt x="2241" y="390"/>
                  <a:pt x="2241" y="395"/>
                </a:cubicBezTo>
                <a:cubicBezTo>
                  <a:pt x="2241" y="399"/>
                  <a:pt x="2245" y="403"/>
                  <a:pt x="2249" y="403"/>
                </a:cubicBezTo>
                <a:cubicBezTo>
                  <a:pt x="2254" y="403"/>
                  <a:pt x="2258" y="399"/>
                  <a:pt x="2258" y="395"/>
                </a:cubicBezTo>
                <a:close/>
                <a:moveTo>
                  <a:pt x="2284" y="395"/>
                </a:moveTo>
                <a:cubicBezTo>
                  <a:pt x="2284" y="390"/>
                  <a:pt x="2280" y="386"/>
                  <a:pt x="2275" y="386"/>
                </a:cubicBezTo>
                <a:cubicBezTo>
                  <a:pt x="2270" y="386"/>
                  <a:pt x="2267" y="390"/>
                  <a:pt x="2267" y="395"/>
                </a:cubicBezTo>
                <a:cubicBezTo>
                  <a:pt x="2267" y="399"/>
                  <a:pt x="2270" y="403"/>
                  <a:pt x="2275" y="403"/>
                </a:cubicBezTo>
                <a:cubicBezTo>
                  <a:pt x="2280" y="403"/>
                  <a:pt x="2284" y="399"/>
                  <a:pt x="2284" y="395"/>
                </a:cubicBezTo>
                <a:close/>
                <a:moveTo>
                  <a:pt x="2310" y="395"/>
                </a:moveTo>
                <a:cubicBezTo>
                  <a:pt x="2310" y="390"/>
                  <a:pt x="2306" y="386"/>
                  <a:pt x="2301" y="386"/>
                </a:cubicBezTo>
                <a:cubicBezTo>
                  <a:pt x="2296" y="386"/>
                  <a:pt x="2292" y="390"/>
                  <a:pt x="2292" y="395"/>
                </a:cubicBezTo>
                <a:cubicBezTo>
                  <a:pt x="2292" y="399"/>
                  <a:pt x="2296" y="403"/>
                  <a:pt x="2301" y="403"/>
                </a:cubicBezTo>
                <a:cubicBezTo>
                  <a:pt x="2306" y="403"/>
                  <a:pt x="2310" y="399"/>
                  <a:pt x="2310" y="395"/>
                </a:cubicBezTo>
                <a:close/>
                <a:moveTo>
                  <a:pt x="2335" y="395"/>
                </a:moveTo>
                <a:cubicBezTo>
                  <a:pt x="2335" y="390"/>
                  <a:pt x="2331" y="386"/>
                  <a:pt x="2327" y="386"/>
                </a:cubicBezTo>
                <a:cubicBezTo>
                  <a:pt x="2322" y="386"/>
                  <a:pt x="2318" y="390"/>
                  <a:pt x="2318" y="395"/>
                </a:cubicBezTo>
                <a:cubicBezTo>
                  <a:pt x="2318" y="399"/>
                  <a:pt x="2322" y="403"/>
                  <a:pt x="2327" y="403"/>
                </a:cubicBezTo>
                <a:cubicBezTo>
                  <a:pt x="2331" y="403"/>
                  <a:pt x="2335" y="399"/>
                  <a:pt x="2335" y="395"/>
                </a:cubicBezTo>
                <a:close/>
                <a:moveTo>
                  <a:pt x="2361" y="395"/>
                </a:moveTo>
                <a:cubicBezTo>
                  <a:pt x="2361" y="390"/>
                  <a:pt x="2357" y="386"/>
                  <a:pt x="2352" y="386"/>
                </a:cubicBezTo>
                <a:cubicBezTo>
                  <a:pt x="2348" y="386"/>
                  <a:pt x="2344" y="390"/>
                  <a:pt x="2344" y="395"/>
                </a:cubicBezTo>
                <a:cubicBezTo>
                  <a:pt x="2344" y="399"/>
                  <a:pt x="2348" y="403"/>
                  <a:pt x="2352" y="403"/>
                </a:cubicBezTo>
                <a:cubicBezTo>
                  <a:pt x="2357" y="403"/>
                  <a:pt x="2361" y="399"/>
                  <a:pt x="2361" y="395"/>
                </a:cubicBezTo>
                <a:close/>
                <a:moveTo>
                  <a:pt x="2387" y="395"/>
                </a:moveTo>
                <a:cubicBezTo>
                  <a:pt x="2387" y="390"/>
                  <a:pt x="2383" y="386"/>
                  <a:pt x="2378" y="386"/>
                </a:cubicBezTo>
                <a:cubicBezTo>
                  <a:pt x="2373" y="386"/>
                  <a:pt x="2370" y="390"/>
                  <a:pt x="2370" y="395"/>
                </a:cubicBezTo>
                <a:cubicBezTo>
                  <a:pt x="2370" y="399"/>
                  <a:pt x="2373" y="403"/>
                  <a:pt x="2378" y="403"/>
                </a:cubicBezTo>
                <a:cubicBezTo>
                  <a:pt x="2383" y="403"/>
                  <a:pt x="2387" y="399"/>
                  <a:pt x="2387" y="395"/>
                </a:cubicBezTo>
                <a:close/>
                <a:moveTo>
                  <a:pt x="2413" y="395"/>
                </a:moveTo>
                <a:cubicBezTo>
                  <a:pt x="2413" y="390"/>
                  <a:pt x="2409" y="386"/>
                  <a:pt x="2404" y="386"/>
                </a:cubicBezTo>
                <a:cubicBezTo>
                  <a:pt x="2399" y="386"/>
                  <a:pt x="2395" y="390"/>
                  <a:pt x="2395" y="395"/>
                </a:cubicBezTo>
                <a:cubicBezTo>
                  <a:pt x="2395" y="399"/>
                  <a:pt x="2399" y="403"/>
                  <a:pt x="2404" y="403"/>
                </a:cubicBezTo>
                <a:cubicBezTo>
                  <a:pt x="2409" y="403"/>
                  <a:pt x="2413" y="399"/>
                  <a:pt x="2413" y="395"/>
                </a:cubicBezTo>
                <a:close/>
                <a:moveTo>
                  <a:pt x="2438" y="395"/>
                </a:moveTo>
                <a:cubicBezTo>
                  <a:pt x="2438" y="390"/>
                  <a:pt x="2434" y="386"/>
                  <a:pt x="2430" y="386"/>
                </a:cubicBezTo>
                <a:cubicBezTo>
                  <a:pt x="2425" y="386"/>
                  <a:pt x="2421" y="390"/>
                  <a:pt x="2421" y="395"/>
                </a:cubicBezTo>
                <a:cubicBezTo>
                  <a:pt x="2421" y="399"/>
                  <a:pt x="2425" y="403"/>
                  <a:pt x="2430" y="403"/>
                </a:cubicBezTo>
                <a:cubicBezTo>
                  <a:pt x="2434" y="403"/>
                  <a:pt x="2438" y="399"/>
                  <a:pt x="2438" y="395"/>
                </a:cubicBezTo>
                <a:close/>
                <a:moveTo>
                  <a:pt x="2464" y="395"/>
                </a:moveTo>
                <a:cubicBezTo>
                  <a:pt x="2464" y="390"/>
                  <a:pt x="2460" y="386"/>
                  <a:pt x="2456" y="386"/>
                </a:cubicBezTo>
                <a:cubicBezTo>
                  <a:pt x="2451" y="386"/>
                  <a:pt x="2447" y="390"/>
                  <a:pt x="2447" y="395"/>
                </a:cubicBezTo>
                <a:cubicBezTo>
                  <a:pt x="2447" y="399"/>
                  <a:pt x="2451" y="403"/>
                  <a:pt x="2456" y="403"/>
                </a:cubicBezTo>
                <a:cubicBezTo>
                  <a:pt x="2460" y="403"/>
                  <a:pt x="2464" y="399"/>
                  <a:pt x="2464" y="395"/>
                </a:cubicBezTo>
                <a:close/>
                <a:moveTo>
                  <a:pt x="2490" y="395"/>
                </a:moveTo>
                <a:cubicBezTo>
                  <a:pt x="2490" y="390"/>
                  <a:pt x="2486" y="386"/>
                  <a:pt x="2481" y="386"/>
                </a:cubicBezTo>
                <a:cubicBezTo>
                  <a:pt x="2477" y="386"/>
                  <a:pt x="2473" y="390"/>
                  <a:pt x="2473" y="395"/>
                </a:cubicBezTo>
                <a:cubicBezTo>
                  <a:pt x="2473" y="399"/>
                  <a:pt x="2477" y="403"/>
                  <a:pt x="2481" y="403"/>
                </a:cubicBezTo>
                <a:cubicBezTo>
                  <a:pt x="2486" y="403"/>
                  <a:pt x="2490" y="399"/>
                  <a:pt x="2490" y="395"/>
                </a:cubicBezTo>
                <a:close/>
                <a:moveTo>
                  <a:pt x="2516" y="395"/>
                </a:moveTo>
                <a:cubicBezTo>
                  <a:pt x="2516" y="390"/>
                  <a:pt x="2512" y="386"/>
                  <a:pt x="2507" y="386"/>
                </a:cubicBezTo>
                <a:cubicBezTo>
                  <a:pt x="2502" y="386"/>
                  <a:pt x="2498" y="390"/>
                  <a:pt x="2498" y="395"/>
                </a:cubicBezTo>
                <a:cubicBezTo>
                  <a:pt x="2498" y="399"/>
                  <a:pt x="2502" y="403"/>
                  <a:pt x="2507" y="403"/>
                </a:cubicBezTo>
                <a:cubicBezTo>
                  <a:pt x="2512" y="403"/>
                  <a:pt x="2516" y="399"/>
                  <a:pt x="2516" y="395"/>
                </a:cubicBezTo>
                <a:close/>
                <a:moveTo>
                  <a:pt x="2541" y="395"/>
                </a:moveTo>
                <a:cubicBezTo>
                  <a:pt x="2541" y="390"/>
                  <a:pt x="2538" y="386"/>
                  <a:pt x="2533" y="386"/>
                </a:cubicBezTo>
                <a:cubicBezTo>
                  <a:pt x="2528" y="386"/>
                  <a:pt x="2524" y="390"/>
                  <a:pt x="2524" y="395"/>
                </a:cubicBezTo>
                <a:cubicBezTo>
                  <a:pt x="2524" y="399"/>
                  <a:pt x="2528" y="403"/>
                  <a:pt x="2533" y="403"/>
                </a:cubicBezTo>
                <a:cubicBezTo>
                  <a:pt x="2538" y="403"/>
                  <a:pt x="2541" y="399"/>
                  <a:pt x="2541" y="395"/>
                </a:cubicBezTo>
                <a:close/>
                <a:moveTo>
                  <a:pt x="2567" y="395"/>
                </a:moveTo>
                <a:cubicBezTo>
                  <a:pt x="2567" y="390"/>
                  <a:pt x="2563" y="386"/>
                  <a:pt x="2559" y="386"/>
                </a:cubicBezTo>
                <a:cubicBezTo>
                  <a:pt x="2554" y="386"/>
                  <a:pt x="2550" y="390"/>
                  <a:pt x="2550" y="395"/>
                </a:cubicBezTo>
                <a:cubicBezTo>
                  <a:pt x="2550" y="399"/>
                  <a:pt x="2554" y="403"/>
                  <a:pt x="2559" y="403"/>
                </a:cubicBezTo>
                <a:cubicBezTo>
                  <a:pt x="2563" y="403"/>
                  <a:pt x="2567" y="399"/>
                  <a:pt x="2567" y="395"/>
                </a:cubicBezTo>
                <a:close/>
                <a:moveTo>
                  <a:pt x="2593" y="395"/>
                </a:moveTo>
                <a:cubicBezTo>
                  <a:pt x="2593" y="390"/>
                  <a:pt x="2589" y="386"/>
                  <a:pt x="2584" y="386"/>
                </a:cubicBezTo>
                <a:cubicBezTo>
                  <a:pt x="2580" y="386"/>
                  <a:pt x="2576" y="390"/>
                  <a:pt x="2576" y="395"/>
                </a:cubicBezTo>
                <a:cubicBezTo>
                  <a:pt x="2576" y="399"/>
                  <a:pt x="2580" y="403"/>
                  <a:pt x="2584" y="403"/>
                </a:cubicBezTo>
                <a:cubicBezTo>
                  <a:pt x="2589" y="403"/>
                  <a:pt x="2593" y="399"/>
                  <a:pt x="2593" y="395"/>
                </a:cubicBezTo>
                <a:close/>
                <a:moveTo>
                  <a:pt x="2619" y="395"/>
                </a:moveTo>
                <a:cubicBezTo>
                  <a:pt x="2619" y="390"/>
                  <a:pt x="2615" y="386"/>
                  <a:pt x="2610" y="386"/>
                </a:cubicBezTo>
                <a:cubicBezTo>
                  <a:pt x="2605" y="386"/>
                  <a:pt x="2601" y="390"/>
                  <a:pt x="2601" y="395"/>
                </a:cubicBezTo>
                <a:cubicBezTo>
                  <a:pt x="2601" y="399"/>
                  <a:pt x="2605" y="403"/>
                  <a:pt x="2610" y="403"/>
                </a:cubicBezTo>
                <a:cubicBezTo>
                  <a:pt x="2615" y="403"/>
                  <a:pt x="2619" y="399"/>
                  <a:pt x="2619" y="395"/>
                </a:cubicBezTo>
                <a:close/>
                <a:moveTo>
                  <a:pt x="2644" y="395"/>
                </a:moveTo>
                <a:cubicBezTo>
                  <a:pt x="2644" y="390"/>
                  <a:pt x="2641" y="386"/>
                  <a:pt x="2636" y="386"/>
                </a:cubicBezTo>
                <a:cubicBezTo>
                  <a:pt x="2631" y="386"/>
                  <a:pt x="2627" y="390"/>
                  <a:pt x="2627" y="395"/>
                </a:cubicBezTo>
                <a:cubicBezTo>
                  <a:pt x="2627" y="399"/>
                  <a:pt x="2631" y="403"/>
                  <a:pt x="2636" y="403"/>
                </a:cubicBezTo>
                <a:cubicBezTo>
                  <a:pt x="2641" y="403"/>
                  <a:pt x="2644" y="399"/>
                  <a:pt x="2644" y="395"/>
                </a:cubicBezTo>
                <a:close/>
                <a:moveTo>
                  <a:pt x="2696" y="395"/>
                </a:moveTo>
                <a:cubicBezTo>
                  <a:pt x="2696" y="390"/>
                  <a:pt x="2692" y="386"/>
                  <a:pt x="2687" y="386"/>
                </a:cubicBezTo>
                <a:cubicBezTo>
                  <a:pt x="2683" y="386"/>
                  <a:pt x="2679" y="390"/>
                  <a:pt x="2679" y="395"/>
                </a:cubicBezTo>
                <a:cubicBezTo>
                  <a:pt x="2679" y="399"/>
                  <a:pt x="2683" y="403"/>
                  <a:pt x="2687" y="403"/>
                </a:cubicBezTo>
                <a:cubicBezTo>
                  <a:pt x="2692" y="403"/>
                  <a:pt x="2696" y="399"/>
                  <a:pt x="2696" y="395"/>
                </a:cubicBezTo>
                <a:close/>
                <a:moveTo>
                  <a:pt x="2722" y="395"/>
                </a:moveTo>
                <a:cubicBezTo>
                  <a:pt x="2722" y="390"/>
                  <a:pt x="2718" y="386"/>
                  <a:pt x="2713" y="386"/>
                </a:cubicBezTo>
                <a:cubicBezTo>
                  <a:pt x="2708" y="386"/>
                  <a:pt x="2705" y="390"/>
                  <a:pt x="2705" y="395"/>
                </a:cubicBezTo>
                <a:cubicBezTo>
                  <a:pt x="2705" y="399"/>
                  <a:pt x="2708" y="403"/>
                  <a:pt x="2713" y="403"/>
                </a:cubicBezTo>
                <a:cubicBezTo>
                  <a:pt x="2718" y="403"/>
                  <a:pt x="2722" y="399"/>
                  <a:pt x="2722" y="395"/>
                </a:cubicBezTo>
                <a:close/>
                <a:moveTo>
                  <a:pt x="17" y="420"/>
                </a:moveTo>
                <a:cubicBezTo>
                  <a:pt x="17" y="416"/>
                  <a:pt x="13" y="412"/>
                  <a:pt x="8" y="412"/>
                </a:cubicBezTo>
                <a:cubicBezTo>
                  <a:pt x="4" y="412"/>
                  <a:pt x="0" y="416"/>
                  <a:pt x="0" y="420"/>
                </a:cubicBezTo>
                <a:cubicBezTo>
                  <a:pt x="0" y="425"/>
                  <a:pt x="4" y="429"/>
                  <a:pt x="8" y="429"/>
                </a:cubicBezTo>
                <a:cubicBezTo>
                  <a:pt x="13" y="429"/>
                  <a:pt x="17" y="425"/>
                  <a:pt x="17" y="420"/>
                </a:cubicBezTo>
                <a:close/>
                <a:moveTo>
                  <a:pt x="43" y="420"/>
                </a:moveTo>
                <a:cubicBezTo>
                  <a:pt x="43" y="416"/>
                  <a:pt x="39" y="412"/>
                  <a:pt x="34" y="412"/>
                </a:cubicBezTo>
                <a:cubicBezTo>
                  <a:pt x="29" y="412"/>
                  <a:pt x="26" y="416"/>
                  <a:pt x="26" y="420"/>
                </a:cubicBezTo>
                <a:cubicBezTo>
                  <a:pt x="26" y="425"/>
                  <a:pt x="29" y="429"/>
                  <a:pt x="34" y="429"/>
                </a:cubicBezTo>
                <a:cubicBezTo>
                  <a:pt x="39" y="429"/>
                  <a:pt x="43" y="425"/>
                  <a:pt x="43" y="420"/>
                </a:cubicBezTo>
                <a:close/>
                <a:moveTo>
                  <a:pt x="69" y="420"/>
                </a:moveTo>
                <a:cubicBezTo>
                  <a:pt x="69" y="416"/>
                  <a:pt x="65" y="412"/>
                  <a:pt x="60" y="412"/>
                </a:cubicBezTo>
                <a:cubicBezTo>
                  <a:pt x="55" y="412"/>
                  <a:pt x="51" y="416"/>
                  <a:pt x="51" y="420"/>
                </a:cubicBezTo>
                <a:cubicBezTo>
                  <a:pt x="51" y="425"/>
                  <a:pt x="55" y="429"/>
                  <a:pt x="60" y="429"/>
                </a:cubicBezTo>
                <a:cubicBezTo>
                  <a:pt x="65" y="429"/>
                  <a:pt x="69" y="425"/>
                  <a:pt x="69" y="420"/>
                </a:cubicBezTo>
                <a:close/>
                <a:moveTo>
                  <a:pt x="94" y="420"/>
                </a:moveTo>
                <a:cubicBezTo>
                  <a:pt x="94" y="416"/>
                  <a:pt x="90" y="412"/>
                  <a:pt x="86" y="412"/>
                </a:cubicBezTo>
                <a:cubicBezTo>
                  <a:pt x="81" y="412"/>
                  <a:pt x="77" y="416"/>
                  <a:pt x="77" y="420"/>
                </a:cubicBezTo>
                <a:cubicBezTo>
                  <a:pt x="77" y="425"/>
                  <a:pt x="81" y="429"/>
                  <a:pt x="86" y="429"/>
                </a:cubicBezTo>
                <a:cubicBezTo>
                  <a:pt x="90" y="429"/>
                  <a:pt x="94" y="425"/>
                  <a:pt x="94" y="420"/>
                </a:cubicBezTo>
                <a:close/>
                <a:moveTo>
                  <a:pt x="120" y="420"/>
                </a:moveTo>
                <a:cubicBezTo>
                  <a:pt x="120" y="416"/>
                  <a:pt x="116" y="412"/>
                  <a:pt x="111" y="412"/>
                </a:cubicBezTo>
                <a:cubicBezTo>
                  <a:pt x="107" y="412"/>
                  <a:pt x="103" y="416"/>
                  <a:pt x="103" y="420"/>
                </a:cubicBezTo>
                <a:cubicBezTo>
                  <a:pt x="103" y="425"/>
                  <a:pt x="107" y="429"/>
                  <a:pt x="111" y="429"/>
                </a:cubicBezTo>
                <a:cubicBezTo>
                  <a:pt x="116" y="429"/>
                  <a:pt x="120" y="425"/>
                  <a:pt x="120" y="420"/>
                </a:cubicBezTo>
                <a:close/>
                <a:moveTo>
                  <a:pt x="146" y="420"/>
                </a:moveTo>
                <a:cubicBezTo>
                  <a:pt x="146" y="416"/>
                  <a:pt x="142" y="412"/>
                  <a:pt x="137" y="412"/>
                </a:cubicBezTo>
                <a:cubicBezTo>
                  <a:pt x="132" y="412"/>
                  <a:pt x="129" y="416"/>
                  <a:pt x="129" y="420"/>
                </a:cubicBezTo>
                <a:cubicBezTo>
                  <a:pt x="129" y="425"/>
                  <a:pt x="132" y="429"/>
                  <a:pt x="137" y="429"/>
                </a:cubicBezTo>
                <a:cubicBezTo>
                  <a:pt x="142" y="429"/>
                  <a:pt x="146" y="425"/>
                  <a:pt x="146" y="420"/>
                </a:cubicBezTo>
                <a:close/>
                <a:moveTo>
                  <a:pt x="172" y="420"/>
                </a:moveTo>
                <a:cubicBezTo>
                  <a:pt x="172" y="416"/>
                  <a:pt x="168" y="412"/>
                  <a:pt x="163" y="412"/>
                </a:cubicBezTo>
                <a:cubicBezTo>
                  <a:pt x="158" y="412"/>
                  <a:pt x="154" y="416"/>
                  <a:pt x="154" y="420"/>
                </a:cubicBezTo>
                <a:cubicBezTo>
                  <a:pt x="154" y="425"/>
                  <a:pt x="158" y="429"/>
                  <a:pt x="163" y="429"/>
                </a:cubicBezTo>
                <a:cubicBezTo>
                  <a:pt x="168" y="429"/>
                  <a:pt x="172" y="425"/>
                  <a:pt x="172" y="420"/>
                </a:cubicBezTo>
                <a:close/>
                <a:moveTo>
                  <a:pt x="197" y="420"/>
                </a:moveTo>
                <a:cubicBezTo>
                  <a:pt x="197" y="416"/>
                  <a:pt x="193" y="412"/>
                  <a:pt x="189" y="412"/>
                </a:cubicBezTo>
                <a:cubicBezTo>
                  <a:pt x="184" y="412"/>
                  <a:pt x="180" y="416"/>
                  <a:pt x="180" y="420"/>
                </a:cubicBezTo>
                <a:cubicBezTo>
                  <a:pt x="180" y="425"/>
                  <a:pt x="184" y="429"/>
                  <a:pt x="189" y="429"/>
                </a:cubicBezTo>
                <a:cubicBezTo>
                  <a:pt x="193" y="429"/>
                  <a:pt x="197" y="425"/>
                  <a:pt x="197" y="420"/>
                </a:cubicBezTo>
                <a:close/>
                <a:moveTo>
                  <a:pt x="223" y="420"/>
                </a:moveTo>
                <a:cubicBezTo>
                  <a:pt x="223" y="416"/>
                  <a:pt x="219" y="412"/>
                  <a:pt x="214" y="412"/>
                </a:cubicBezTo>
                <a:cubicBezTo>
                  <a:pt x="210" y="412"/>
                  <a:pt x="206" y="416"/>
                  <a:pt x="206" y="420"/>
                </a:cubicBezTo>
                <a:cubicBezTo>
                  <a:pt x="206" y="425"/>
                  <a:pt x="210" y="429"/>
                  <a:pt x="214" y="429"/>
                </a:cubicBezTo>
                <a:cubicBezTo>
                  <a:pt x="219" y="429"/>
                  <a:pt x="223" y="425"/>
                  <a:pt x="223" y="420"/>
                </a:cubicBezTo>
                <a:close/>
                <a:moveTo>
                  <a:pt x="249" y="420"/>
                </a:moveTo>
                <a:cubicBezTo>
                  <a:pt x="249" y="416"/>
                  <a:pt x="245" y="412"/>
                  <a:pt x="240" y="412"/>
                </a:cubicBezTo>
                <a:cubicBezTo>
                  <a:pt x="236" y="412"/>
                  <a:pt x="232" y="416"/>
                  <a:pt x="232" y="420"/>
                </a:cubicBezTo>
                <a:cubicBezTo>
                  <a:pt x="232" y="425"/>
                  <a:pt x="236" y="429"/>
                  <a:pt x="240" y="429"/>
                </a:cubicBezTo>
                <a:cubicBezTo>
                  <a:pt x="245" y="429"/>
                  <a:pt x="249" y="425"/>
                  <a:pt x="249" y="420"/>
                </a:cubicBezTo>
                <a:close/>
                <a:moveTo>
                  <a:pt x="275" y="420"/>
                </a:moveTo>
                <a:cubicBezTo>
                  <a:pt x="275" y="416"/>
                  <a:pt x="271" y="412"/>
                  <a:pt x="266" y="412"/>
                </a:cubicBezTo>
                <a:cubicBezTo>
                  <a:pt x="261" y="412"/>
                  <a:pt x="257" y="416"/>
                  <a:pt x="257" y="420"/>
                </a:cubicBezTo>
                <a:cubicBezTo>
                  <a:pt x="257" y="425"/>
                  <a:pt x="261" y="429"/>
                  <a:pt x="266" y="429"/>
                </a:cubicBezTo>
                <a:cubicBezTo>
                  <a:pt x="271" y="429"/>
                  <a:pt x="275" y="425"/>
                  <a:pt x="275" y="420"/>
                </a:cubicBezTo>
                <a:close/>
                <a:moveTo>
                  <a:pt x="300" y="420"/>
                </a:moveTo>
                <a:cubicBezTo>
                  <a:pt x="300" y="416"/>
                  <a:pt x="297" y="412"/>
                  <a:pt x="292" y="412"/>
                </a:cubicBezTo>
                <a:cubicBezTo>
                  <a:pt x="287" y="412"/>
                  <a:pt x="283" y="416"/>
                  <a:pt x="283" y="420"/>
                </a:cubicBezTo>
                <a:cubicBezTo>
                  <a:pt x="283" y="425"/>
                  <a:pt x="287" y="429"/>
                  <a:pt x="292" y="429"/>
                </a:cubicBezTo>
                <a:cubicBezTo>
                  <a:pt x="297" y="429"/>
                  <a:pt x="300" y="425"/>
                  <a:pt x="300" y="420"/>
                </a:cubicBezTo>
                <a:close/>
                <a:moveTo>
                  <a:pt x="326" y="420"/>
                </a:moveTo>
                <a:cubicBezTo>
                  <a:pt x="326" y="416"/>
                  <a:pt x="322" y="412"/>
                  <a:pt x="318" y="412"/>
                </a:cubicBezTo>
                <a:cubicBezTo>
                  <a:pt x="313" y="412"/>
                  <a:pt x="309" y="416"/>
                  <a:pt x="309" y="420"/>
                </a:cubicBezTo>
                <a:cubicBezTo>
                  <a:pt x="309" y="425"/>
                  <a:pt x="313" y="429"/>
                  <a:pt x="318" y="429"/>
                </a:cubicBezTo>
                <a:cubicBezTo>
                  <a:pt x="322" y="429"/>
                  <a:pt x="326" y="425"/>
                  <a:pt x="326" y="420"/>
                </a:cubicBezTo>
                <a:close/>
                <a:moveTo>
                  <a:pt x="352" y="420"/>
                </a:moveTo>
                <a:cubicBezTo>
                  <a:pt x="352" y="416"/>
                  <a:pt x="348" y="412"/>
                  <a:pt x="343" y="412"/>
                </a:cubicBezTo>
                <a:cubicBezTo>
                  <a:pt x="339" y="412"/>
                  <a:pt x="335" y="416"/>
                  <a:pt x="335" y="420"/>
                </a:cubicBezTo>
                <a:cubicBezTo>
                  <a:pt x="335" y="425"/>
                  <a:pt x="339" y="429"/>
                  <a:pt x="343" y="429"/>
                </a:cubicBezTo>
                <a:cubicBezTo>
                  <a:pt x="348" y="429"/>
                  <a:pt x="352" y="425"/>
                  <a:pt x="352" y="420"/>
                </a:cubicBezTo>
                <a:close/>
                <a:moveTo>
                  <a:pt x="378" y="420"/>
                </a:moveTo>
                <a:cubicBezTo>
                  <a:pt x="378" y="416"/>
                  <a:pt x="374" y="412"/>
                  <a:pt x="369" y="412"/>
                </a:cubicBezTo>
                <a:cubicBezTo>
                  <a:pt x="364" y="412"/>
                  <a:pt x="360" y="416"/>
                  <a:pt x="360" y="420"/>
                </a:cubicBezTo>
                <a:cubicBezTo>
                  <a:pt x="360" y="425"/>
                  <a:pt x="364" y="429"/>
                  <a:pt x="369" y="429"/>
                </a:cubicBezTo>
                <a:cubicBezTo>
                  <a:pt x="374" y="429"/>
                  <a:pt x="378" y="425"/>
                  <a:pt x="378" y="420"/>
                </a:cubicBezTo>
                <a:close/>
                <a:moveTo>
                  <a:pt x="403" y="420"/>
                </a:moveTo>
                <a:cubicBezTo>
                  <a:pt x="403" y="416"/>
                  <a:pt x="400" y="412"/>
                  <a:pt x="395" y="412"/>
                </a:cubicBezTo>
                <a:cubicBezTo>
                  <a:pt x="390" y="412"/>
                  <a:pt x="386" y="416"/>
                  <a:pt x="386" y="420"/>
                </a:cubicBezTo>
                <a:cubicBezTo>
                  <a:pt x="386" y="425"/>
                  <a:pt x="390" y="429"/>
                  <a:pt x="395" y="429"/>
                </a:cubicBezTo>
                <a:cubicBezTo>
                  <a:pt x="400" y="429"/>
                  <a:pt x="403" y="425"/>
                  <a:pt x="403" y="420"/>
                </a:cubicBezTo>
                <a:close/>
                <a:moveTo>
                  <a:pt x="429" y="420"/>
                </a:moveTo>
                <a:cubicBezTo>
                  <a:pt x="429" y="416"/>
                  <a:pt x="425" y="412"/>
                  <a:pt x="421" y="412"/>
                </a:cubicBezTo>
                <a:cubicBezTo>
                  <a:pt x="416" y="412"/>
                  <a:pt x="412" y="416"/>
                  <a:pt x="412" y="420"/>
                </a:cubicBezTo>
                <a:cubicBezTo>
                  <a:pt x="412" y="425"/>
                  <a:pt x="416" y="429"/>
                  <a:pt x="421" y="429"/>
                </a:cubicBezTo>
                <a:cubicBezTo>
                  <a:pt x="425" y="429"/>
                  <a:pt x="429" y="425"/>
                  <a:pt x="429" y="420"/>
                </a:cubicBezTo>
                <a:close/>
                <a:moveTo>
                  <a:pt x="455" y="420"/>
                </a:moveTo>
                <a:cubicBezTo>
                  <a:pt x="455" y="416"/>
                  <a:pt x="451" y="412"/>
                  <a:pt x="446" y="412"/>
                </a:cubicBezTo>
                <a:cubicBezTo>
                  <a:pt x="442" y="412"/>
                  <a:pt x="438" y="416"/>
                  <a:pt x="438" y="420"/>
                </a:cubicBezTo>
                <a:cubicBezTo>
                  <a:pt x="438" y="425"/>
                  <a:pt x="442" y="429"/>
                  <a:pt x="446" y="429"/>
                </a:cubicBezTo>
                <a:cubicBezTo>
                  <a:pt x="451" y="429"/>
                  <a:pt x="455" y="425"/>
                  <a:pt x="455" y="420"/>
                </a:cubicBezTo>
                <a:close/>
                <a:moveTo>
                  <a:pt x="481" y="420"/>
                </a:moveTo>
                <a:cubicBezTo>
                  <a:pt x="481" y="416"/>
                  <a:pt x="477" y="412"/>
                  <a:pt x="472" y="412"/>
                </a:cubicBezTo>
                <a:cubicBezTo>
                  <a:pt x="467" y="412"/>
                  <a:pt x="463" y="416"/>
                  <a:pt x="463" y="420"/>
                </a:cubicBezTo>
                <a:cubicBezTo>
                  <a:pt x="463" y="425"/>
                  <a:pt x="467" y="429"/>
                  <a:pt x="472" y="429"/>
                </a:cubicBezTo>
                <a:cubicBezTo>
                  <a:pt x="477" y="429"/>
                  <a:pt x="481" y="425"/>
                  <a:pt x="481" y="420"/>
                </a:cubicBezTo>
                <a:close/>
                <a:moveTo>
                  <a:pt x="506" y="420"/>
                </a:moveTo>
                <a:cubicBezTo>
                  <a:pt x="506" y="416"/>
                  <a:pt x="503" y="412"/>
                  <a:pt x="498" y="412"/>
                </a:cubicBezTo>
                <a:cubicBezTo>
                  <a:pt x="493" y="412"/>
                  <a:pt x="489" y="416"/>
                  <a:pt x="489" y="420"/>
                </a:cubicBezTo>
                <a:cubicBezTo>
                  <a:pt x="489" y="425"/>
                  <a:pt x="493" y="429"/>
                  <a:pt x="498" y="429"/>
                </a:cubicBezTo>
                <a:cubicBezTo>
                  <a:pt x="503" y="429"/>
                  <a:pt x="506" y="425"/>
                  <a:pt x="506" y="420"/>
                </a:cubicBezTo>
                <a:close/>
                <a:moveTo>
                  <a:pt x="532" y="420"/>
                </a:moveTo>
                <a:cubicBezTo>
                  <a:pt x="532" y="416"/>
                  <a:pt x="528" y="412"/>
                  <a:pt x="524" y="412"/>
                </a:cubicBezTo>
                <a:cubicBezTo>
                  <a:pt x="519" y="412"/>
                  <a:pt x="515" y="416"/>
                  <a:pt x="515" y="420"/>
                </a:cubicBezTo>
                <a:cubicBezTo>
                  <a:pt x="515" y="425"/>
                  <a:pt x="519" y="429"/>
                  <a:pt x="524" y="429"/>
                </a:cubicBezTo>
                <a:cubicBezTo>
                  <a:pt x="528" y="429"/>
                  <a:pt x="532" y="425"/>
                  <a:pt x="532" y="420"/>
                </a:cubicBezTo>
                <a:close/>
                <a:moveTo>
                  <a:pt x="558" y="420"/>
                </a:moveTo>
                <a:cubicBezTo>
                  <a:pt x="558" y="416"/>
                  <a:pt x="554" y="412"/>
                  <a:pt x="549" y="412"/>
                </a:cubicBezTo>
                <a:cubicBezTo>
                  <a:pt x="545" y="412"/>
                  <a:pt x="541" y="416"/>
                  <a:pt x="541" y="420"/>
                </a:cubicBezTo>
                <a:cubicBezTo>
                  <a:pt x="541" y="425"/>
                  <a:pt x="545" y="429"/>
                  <a:pt x="549" y="429"/>
                </a:cubicBezTo>
                <a:cubicBezTo>
                  <a:pt x="554" y="429"/>
                  <a:pt x="558" y="425"/>
                  <a:pt x="558" y="420"/>
                </a:cubicBezTo>
                <a:close/>
                <a:moveTo>
                  <a:pt x="584" y="420"/>
                </a:moveTo>
                <a:cubicBezTo>
                  <a:pt x="584" y="416"/>
                  <a:pt x="580" y="412"/>
                  <a:pt x="575" y="412"/>
                </a:cubicBezTo>
                <a:cubicBezTo>
                  <a:pt x="570" y="412"/>
                  <a:pt x="567" y="416"/>
                  <a:pt x="567" y="420"/>
                </a:cubicBezTo>
                <a:cubicBezTo>
                  <a:pt x="567" y="425"/>
                  <a:pt x="570" y="429"/>
                  <a:pt x="575" y="429"/>
                </a:cubicBezTo>
                <a:cubicBezTo>
                  <a:pt x="580" y="429"/>
                  <a:pt x="584" y="425"/>
                  <a:pt x="584" y="420"/>
                </a:cubicBezTo>
                <a:close/>
                <a:moveTo>
                  <a:pt x="609" y="420"/>
                </a:moveTo>
                <a:cubicBezTo>
                  <a:pt x="609" y="416"/>
                  <a:pt x="606" y="412"/>
                  <a:pt x="601" y="412"/>
                </a:cubicBezTo>
                <a:cubicBezTo>
                  <a:pt x="596" y="412"/>
                  <a:pt x="592" y="416"/>
                  <a:pt x="592" y="420"/>
                </a:cubicBezTo>
                <a:cubicBezTo>
                  <a:pt x="592" y="425"/>
                  <a:pt x="596" y="429"/>
                  <a:pt x="601" y="429"/>
                </a:cubicBezTo>
                <a:cubicBezTo>
                  <a:pt x="606" y="429"/>
                  <a:pt x="609" y="425"/>
                  <a:pt x="609" y="420"/>
                </a:cubicBezTo>
                <a:close/>
                <a:moveTo>
                  <a:pt x="893" y="420"/>
                </a:moveTo>
                <a:cubicBezTo>
                  <a:pt x="893" y="416"/>
                  <a:pt x="889" y="412"/>
                  <a:pt x="884" y="412"/>
                </a:cubicBezTo>
                <a:cubicBezTo>
                  <a:pt x="879" y="412"/>
                  <a:pt x="876" y="416"/>
                  <a:pt x="876" y="420"/>
                </a:cubicBezTo>
                <a:cubicBezTo>
                  <a:pt x="876" y="425"/>
                  <a:pt x="879" y="429"/>
                  <a:pt x="884" y="429"/>
                </a:cubicBezTo>
                <a:cubicBezTo>
                  <a:pt x="889" y="429"/>
                  <a:pt x="893" y="425"/>
                  <a:pt x="893" y="420"/>
                </a:cubicBezTo>
                <a:close/>
                <a:moveTo>
                  <a:pt x="919" y="420"/>
                </a:moveTo>
                <a:cubicBezTo>
                  <a:pt x="919" y="416"/>
                  <a:pt x="915" y="412"/>
                  <a:pt x="910" y="412"/>
                </a:cubicBezTo>
                <a:cubicBezTo>
                  <a:pt x="905" y="412"/>
                  <a:pt x="901" y="416"/>
                  <a:pt x="901" y="420"/>
                </a:cubicBezTo>
                <a:cubicBezTo>
                  <a:pt x="901" y="425"/>
                  <a:pt x="905" y="429"/>
                  <a:pt x="910" y="429"/>
                </a:cubicBezTo>
                <a:cubicBezTo>
                  <a:pt x="915" y="429"/>
                  <a:pt x="919" y="425"/>
                  <a:pt x="919" y="420"/>
                </a:cubicBezTo>
                <a:close/>
                <a:moveTo>
                  <a:pt x="944" y="420"/>
                </a:moveTo>
                <a:cubicBezTo>
                  <a:pt x="944" y="416"/>
                  <a:pt x="940" y="412"/>
                  <a:pt x="936" y="412"/>
                </a:cubicBezTo>
                <a:cubicBezTo>
                  <a:pt x="931" y="412"/>
                  <a:pt x="927" y="416"/>
                  <a:pt x="927" y="420"/>
                </a:cubicBezTo>
                <a:cubicBezTo>
                  <a:pt x="927" y="425"/>
                  <a:pt x="931" y="429"/>
                  <a:pt x="936" y="429"/>
                </a:cubicBezTo>
                <a:cubicBezTo>
                  <a:pt x="940" y="429"/>
                  <a:pt x="944" y="425"/>
                  <a:pt x="944" y="420"/>
                </a:cubicBezTo>
                <a:close/>
                <a:moveTo>
                  <a:pt x="970" y="420"/>
                </a:moveTo>
                <a:cubicBezTo>
                  <a:pt x="970" y="416"/>
                  <a:pt x="966" y="412"/>
                  <a:pt x="961" y="412"/>
                </a:cubicBezTo>
                <a:cubicBezTo>
                  <a:pt x="957" y="412"/>
                  <a:pt x="953" y="416"/>
                  <a:pt x="953" y="420"/>
                </a:cubicBezTo>
                <a:cubicBezTo>
                  <a:pt x="953" y="425"/>
                  <a:pt x="957" y="429"/>
                  <a:pt x="961" y="429"/>
                </a:cubicBezTo>
                <a:cubicBezTo>
                  <a:pt x="966" y="429"/>
                  <a:pt x="970" y="425"/>
                  <a:pt x="970" y="420"/>
                </a:cubicBezTo>
                <a:close/>
                <a:moveTo>
                  <a:pt x="1099" y="420"/>
                </a:moveTo>
                <a:cubicBezTo>
                  <a:pt x="1099" y="416"/>
                  <a:pt x="1095" y="412"/>
                  <a:pt x="1090" y="412"/>
                </a:cubicBezTo>
                <a:cubicBezTo>
                  <a:pt x="1086" y="412"/>
                  <a:pt x="1082" y="416"/>
                  <a:pt x="1082" y="420"/>
                </a:cubicBezTo>
                <a:cubicBezTo>
                  <a:pt x="1082" y="425"/>
                  <a:pt x="1086" y="429"/>
                  <a:pt x="1090" y="429"/>
                </a:cubicBezTo>
                <a:cubicBezTo>
                  <a:pt x="1095" y="429"/>
                  <a:pt x="1099" y="425"/>
                  <a:pt x="1099" y="420"/>
                </a:cubicBezTo>
                <a:close/>
                <a:moveTo>
                  <a:pt x="1125" y="420"/>
                </a:moveTo>
                <a:cubicBezTo>
                  <a:pt x="1125" y="416"/>
                  <a:pt x="1121" y="412"/>
                  <a:pt x="1116" y="412"/>
                </a:cubicBezTo>
                <a:cubicBezTo>
                  <a:pt x="1111" y="412"/>
                  <a:pt x="1107" y="416"/>
                  <a:pt x="1107" y="420"/>
                </a:cubicBezTo>
                <a:cubicBezTo>
                  <a:pt x="1107" y="425"/>
                  <a:pt x="1111" y="429"/>
                  <a:pt x="1116" y="429"/>
                </a:cubicBezTo>
                <a:cubicBezTo>
                  <a:pt x="1121" y="429"/>
                  <a:pt x="1125" y="425"/>
                  <a:pt x="1125" y="420"/>
                </a:cubicBezTo>
                <a:close/>
                <a:moveTo>
                  <a:pt x="1150" y="420"/>
                </a:moveTo>
                <a:cubicBezTo>
                  <a:pt x="1150" y="416"/>
                  <a:pt x="1147" y="412"/>
                  <a:pt x="1142" y="412"/>
                </a:cubicBezTo>
                <a:cubicBezTo>
                  <a:pt x="1137" y="412"/>
                  <a:pt x="1133" y="416"/>
                  <a:pt x="1133" y="420"/>
                </a:cubicBezTo>
                <a:cubicBezTo>
                  <a:pt x="1133" y="425"/>
                  <a:pt x="1137" y="429"/>
                  <a:pt x="1142" y="429"/>
                </a:cubicBezTo>
                <a:cubicBezTo>
                  <a:pt x="1147" y="429"/>
                  <a:pt x="1150" y="425"/>
                  <a:pt x="1150" y="420"/>
                </a:cubicBezTo>
                <a:close/>
                <a:moveTo>
                  <a:pt x="1356" y="420"/>
                </a:moveTo>
                <a:cubicBezTo>
                  <a:pt x="1356" y="416"/>
                  <a:pt x="1353" y="412"/>
                  <a:pt x="1348" y="412"/>
                </a:cubicBezTo>
                <a:cubicBezTo>
                  <a:pt x="1343" y="412"/>
                  <a:pt x="1339" y="416"/>
                  <a:pt x="1339" y="420"/>
                </a:cubicBezTo>
                <a:cubicBezTo>
                  <a:pt x="1339" y="425"/>
                  <a:pt x="1343" y="429"/>
                  <a:pt x="1348" y="429"/>
                </a:cubicBezTo>
                <a:cubicBezTo>
                  <a:pt x="1353" y="429"/>
                  <a:pt x="1356" y="425"/>
                  <a:pt x="1356" y="420"/>
                </a:cubicBezTo>
                <a:close/>
                <a:moveTo>
                  <a:pt x="1382" y="420"/>
                </a:moveTo>
                <a:cubicBezTo>
                  <a:pt x="1382" y="416"/>
                  <a:pt x="1378" y="412"/>
                  <a:pt x="1374" y="412"/>
                </a:cubicBezTo>
                <a:cubicBezTo>
                  <a:pt x="1369" y="412"/>
                  <a:pt x="1365" y="416"/>
                  <a:pt x="1365" y="420"/>
                </a:cubicBezTo>
                <a:cubicBezTo>
                  <a:pt x="1365" y="425"/>
                  <a:pt x="1369" y="429"/>
                  <a:pt x="1374" y="429"/>
                </a:cubicBezTo>
                <a:cubicBezTo>
                  <a:pt x="1378" y="429"/>
                  <a:pt x="1382" y="425"/>
                  <a:pt x="1382" y="420"/>
                </a:cubicBezTo>
                <a:close/>
                <a:moveTo>
                  <a:pt x="1408" y="420"/>
                </a:moveTo>
                <a:cubicBezTo>
                  <a:pt x="1408" y="416"/>
                  <a:pt x="1404" y="412"/>
                  <a:pt x="1399" y="412"/>
                </a:cubicBezTo>
                <a:cubicBezTo>
                  <a:pt x="1395" y="412"/>
                  <a:pt x="1391" y="416"/>
                  <a:pt x="1391" y="420"/>
                </a:cubicBezTo>
                <a:cubicBezTo>
                  <a:pt x="1391" y="425"/>
                  <a:pt x="1395" y="429"/>
                  <a:pt x="1399" y="429"/>
                </a:cubicBezTo>
                <a:cubicBezTo>
                  <a:pt x="1404" y="429"/>
                  <a:pt x="1408" y="425"/>
                  <a:pt x="1408" y="420"/>
                </a:cubicBezTo>
                <a:close/>
                <a:moveTo>
                  <a:pt x="1459" y="420"/>
                </a:moveTo>
                <a:cubicBezTo>
                  <a:pt x="1459" y="416"/>
                  <a:pt x="1456" y="412"/>
                  <a:pt x="1451" y="412"/>
                </a:cubicBezTo>
                <a:cubicBezTo>
                  <a:pt x="1446" y="412"/>
                  <a:pt x="1442" y="416"/>
                  <a:pt x="1442" y="420"/>
                </a:cubicBezTo>
                <a:cubicBezTo>
                  <a:pt x="1442" y="425"/>
                  <a:pt x="1446" y="429"/>
                  <a:pt x="1451" y="429"/>
                </a:cubicBezTo>
                <a:cubicBezTo>
                  <a:pt x="1456" y="429"/>
                  <a:pt x="1459" y="425"/>
                  <a:pt x="1459" y="420"/>
                </a:cubicBezTo>
                <a:close/>
                <a:moveTo>
                  <a:pt x="1485" y="420"/>
                </a:moveTo>
                <a:cubicBezTo>
                  <a:pt x="1485" y="416"/>
                  <a:pt x="1481" y="412"/>
                  <a:pt x="1477" y="412"/>
                </a:cubicBezTo>
                <a:cubicBezTo>
                  <a:pt x="1472" y="412"/>
                  <a:pt x="1468" y="416"/>
                  <a:pt x="1468" y="420"/>
                </a:cubicBezTo>
                <a:cubicBezTo>
                  <a:pt x="1468" y="425"/>
                  <a:pt x="1472" y="429"/>
                  <a:pt x="1477" y="429"/>
                </a:cubicBezTo>
                <a:cubicBezTo>
                  <a:pt x="1481" y="429"/>
                  <a:pt x="1485" y="425"/>
                  <a:pt x="1485" y="420"/>
                </a:cubicBezTo>
                <a:close/>
                <a:moveTo>
                  <a:pt x="1511" y="420"/>
                </a:moveTo>
                <a:cubicBezTo>
                  <a:pt x="1511" y="416"/>
                  <a:pt x="1507" y="412"/>
                  <a:pt x="1502" y="412"/>
                </a:cubicBezTo>
                <a:cubicBezTo>
                  <a:pt x="1498" y="412"/>
                  <a:pt x="1494" y="416"/>
                  <a:pt x="1494" y="420"/>
                </a:cubicBezTo>
                <a:cubicBezTo>
                  <a:pt x="1494" y="425"/>
                  <a:pt x="1498" y="429"/>
                  <a:pt x="1502" y="429"/>
                </a:cubicBezTo>
                <a:cubicBezTo>
                  <a:pt x="1507" y="429"/>
                  <a:pt x="1511" y="425"/>
                  <a:pt x="1511" y="420"/>
                </a:cubicBezTo>
                <a:close/>
                <a:moveTo>
                  <a:pt x="1537" y="420"/>
                </a:moveTo>
                <a:cubicBezTo>
                  <a:pt x="1537" y="416"/>
                  <a:pt x="1533" y="412"/>
                  <a:pt x="1528" y="412"/>
                </a:cubicBezTo>
                <a:cubicBezTo>
                  <a:pt x="1523" y="412"/>
                  <a:pt x="1520" y="416"/>
                  <a:pt x="1520" y="420"/>
                </a:cubicBezTo>
                <a:cubicBezTo>
                  <a:pt x="1520" y="425"/>
                  <a:pt x="1523" y="429"/>
                  <a:pt x="1528" y="429"/>
                </a:cubicBezTo>
                <a:cubicBezTo>
                  <a:pt x="1533" y="429"/>
                  <a:pt x="1537" y="425"/>
                  <a:pt x="1537" y="420"/>
                </a:cubicBezTo>
                <a:close/>
                <a:moveTo>
                  <a:pt x="1563" y="420"/>
                </a:moveTo>
                <a:cubicBezTo>
                  <a:pt x="1563" y="416"/>
                  <a:pt x="1559" y="412"/>
                  <a:pt x="1554" y="412"/>
                </a:cubicBezTo>
                <a:cubicBezTo>
                  <a:pt x="1549" y="412"/>
                  <a:pt x="1545" y="416"/>
                  <a:pt x="1545" y="420"/>
                </a:cubicBezTo>
                <a:cubicBezTo>
                  <a:pt x="1545" y="425"/>
                  <a:pt x="1549" y="429"/>
                  <a:pt x="1554" y="429"/>
                </a:cubicBezTo>
                <a:cubicBezTo>
                  <a:pt x="1559" y="429"/>
                  <a:pt x="1563" y="425"/>
                  <a:pt x="1563" y="420"/>
                </a:cubicBezTo>
                <a:close/>
                <a:moveTo>
                  <a:pt x="1588" y="420"/>
                </a:moveTo>
                <a:cubicBezTo>
                  <a:pt x="1588" y="416"/>
                  <a:pt x="1584" y="412"/>
                  <a:pt x="1580" y="412"/>
                </a:cubicBezTo>
                <a:cubicBezTo>
                  <a:pt x="1575" y="412"/>
                  <a:pt x="1571" y="416"/>
                  <a:pt x="1571" y="420"/>
                </a:cubicBezTo>
                <a:cubicBezTo>
                  <a:pt x="1571" y="425"/>
                  <a:pt x="1575" y="429"/>
                  <a:pt x="1580" y="429"/>
                </a:cubicBezTo>
                <a:cubicBezTo>
                  <a:pt x="1584" y="429"/>
                  <a:pt x="1588" y="425"/>
                  <a:pt x="1588" y="420"/>
                </a:cubicBezTo>
                <a:close/>
                <a:moveTo>
                  <a:pt x="1614" y="420"/>
                </a:moveTo>
                <a:cubicBezTo>
                  <a:pt x="1614" y="416"/>
                  <a:pt x="1610" y="412"/>
                  <a:pt x="1605" y="412"/>
                </a:cubicBezTo>
                <a:cubicBezTo>
                  <a:pt x="1601" y="412"/>
                  <a:pt x="1597" y="416"/>
                  <a:pt x="1597" y="420"/>
                </a:cubicBezTo>
                <a:cubicBezTo>
                  <a:pt x="1597" y="425"/>
                  <a:pt x="1601" y="429"/>
                  <a:pt x="1605" y="429"/>
                </a:cubicBezTo>
                <a:cubicBezTo>
                  <a:pt x="1610" y="429"/>
                  <a:pt x="1614" y="425"/>
                  <a:pt x="1614" y="420"/>
                </a:cubicBezTo>
                <a:close/>
                <a:moveTo>
                  <a:pt x="1640" y="420"/>
                </a:moveTo>
                <a:cubicBezTo>
                  <a:pt x="1640" y="416"/>
                  <a:pt x="1636" y="412"/>
                  <a:pt x="1631" y="412"/>
                </a:cubicBezTo>
                <a:cubicBezTo>
                  <a:pt x="1626" y="412"/>
                  <a:pt x="1623" y="416"/>
                  <a:pt x="1623" y="420"/>
                </a:cubicBezTo>
                <a:cubicBezTo>
                  <a:pt x="1623" y="425"/>
                  <a:pt x="1626" y="429"/>
                  <a:pt x="1631" y="429"/>
                </a:cubicBezTo>
                <a:cubicBezTo>
                  <a:pt x="1636" y="429"/>
                  <a:pt x="1640" y="425"/>
                  <a:pt x="1640" y="420"/>
                </a:cubicBezTo>
                <a:close/>
                <a:moveTo>
                  <a:pt x="1666" y="420"/>
                </a:moveTo>
                <a:cubicBezTo>
                  <a:pt x="1666" y="416"/>
                  <a:pt x="1662" y="412"/>
                  <a:pt x="1657" y="412"/>
                </a:cubicBezTo>
                <a:cubicBezTo>
                  <a:pt x="1652" y="412"/>
                  <a:pt x="1648" y="416"/>
                  <a:pt x="1648" y="420"/>
                </a:cubicBezTo>
                <a:cubicBezTo>
                  <a:pt x="1648" y="425"/>
                  <a:pt x="1652" y="429"/>
                  <a:pt x="1657" y="429"/>
                </a:cubicBezTo>
                <a:cubicBezTo>
                  <a:pt x="1662" y="429"/>
                  <a:pt x="1666" y="425"/>
                  <a:pt x="1666" y="420"/>
                </a:cubicBezTo>
                <a:close/>
                <a:moveTo>
                  <a:pt x="1691" y="420"/>
                </a:moveTo>
                <a:cubicBezTo>
                  <a:pt x="1691" y="416"/>
                  <a:pt x="1687" y="412"/>
                  <a:pt x="1683" y="412"/>
                </a:cubicBezTo>
                <a:cubicBezTo>
                  <a:pt x="1678" y="412"/>
                  <a:pt x="1674" y="416"/>
                  <a:pt x="1674" y="420"/>
                </a:cubicBezTo>
                <a:cubicBezTo>
                  <a:pt x="1674" y="425"/>
                  <a:pt x="1678" y="429"/>
                  <a:pt x="1683" y="429"/>
                </a:cubicBezTo>
                <a:cubicBezTo>
                  <a:pt x="1687" y="429"/>
                  <a:pt x="1691" y="425"/>
                  <a:pt x="1691" y="420"/>
                </a:cubicBezTo>
                <a:close/>
                <a:moveTo>
                  <a:pt x="1717" y="420"/>
                </a:moveTo>
                <a:cubicBezTo>
                  <a:pt x="1717" y="416"/>
                  <a:pt x="1713" y="412"/>
                  <a:pt x="1708" y="412"/>
                </a:cubicBezTo>
                <a:cubicBezTo>
                  <a:pt x="1704" y="412"/>
                  <a:pt x="1700" y="416"/>
                  <a:pt x="1700" y="420"/>
                </a:cubicBezTo>
                <a:cubicBezTo>
                  <a:pt x="1700" y="425"/>
                  <a:pt x="1704" y="429"/>
                  <a:pt x="1708" y="429"/>
                </a:cubicBezTo>
                <a:cubicBezTo>
                  <a:pt x="1713" y="429"/>
                  <a:pt x="1717" y="425"/>
                  <a:pt x="1717" y="420"/>
                </a:cubicBezTo>
                <a:close/>
                <a:moveTo>
                  <a:pt x="1743" y="420"/>
                </a:moveTo>
                <a:cubicBezTo>
                  <a:pt x="1743" y="416"/>
                  <a:pt x="1739" y="412"/>
                  <a:pt x="1734" y="412"/>
                </a:cubicBezTo>
                <a:cubicBezTo>
                  <a:pt x="1730" y="412"/>
                  <a:pt x="1726" y="416"/>
                  <a:pt x="1726" y="420"/>
                </a:cubicBezTo>
                <a:cubicBezTo>
                  <a:pt x="1726" y="425"/>
                  <a:pt x="1730" y="429"/>
                  <a:pt x="1734" y="429"/>
                </a:cubicBezTo>
                <a:cubicBezTo>
                  <a:pt x="1739" y="429"/>
                  <a:pt x="1743" y="425"/>
                  <a:pt x="1743" y="420"/>
                </a:cubicBezTo>
                <a:close/>
                <a:moveTo>
                  <a:pt x="1769" y="420"/>
                </a:moveTo>
                <a:cubicBezTo>
                  <a:pt x="1769" y="416"/>
                  <a:pt x="1765" y="412"/>
                  <a:pt x="1760" y="412"/>
                </a:cubicBezTo>
                <a:cubicBezTo>
                  <a:pt x="1755" y="412"/>
                  <a:pt x="1751" y="416"/>
                  <a:pt x="1751" y="420"/>
                </a:cubicBezTo>
                <a:cubicBezTo>
                  <a:pt x="1751" y="425"/>
                  <a:pt x="1755" y="429"/>
                  <a:pt x="1760" y="429"/>
                </a:cubicBezTo>
                <a:cubicBezTo>
                  <a:pt x="1765" y="429"/>
                  <a:pt x="1769" y="425"/>
                  <a:pt x="1769" y="420"/>
                </a:cubicBezTo>
                <a:close/>
                <a:moveTo>
                  <a:pt x="1794" y="420"/>
                </a:moveTo>
                <a:cubicBezTo>
                  <a:pt x="1794" y="416"/>
                  <a:pt x="1791" y="412"/>
                  <a:pt x="1786" y="412"/>
                </a:cubicBezTo>
                <a:cubicBezTo>
                  <a:pt x="1781" y="412"/>
                  <a:pt x="1777" y="416"/>
                  <a:pt x="1777" y="420"/>
                </a:cubicBezTo>
                <a:cubicBezTo>
                  <a:pt x="1777" y="425"/>
                  <a:pt x="1781" y="429"/>
                  <a:pt x="1786" y="429"/>
                </a:cubicBezTo>
                <a:cubicBezTo>
                  <a:pt x="1791" y="429"/>
                  <a:pt x="1794" y="425"/>
                  <a:pt x="1794" y="420"/>
                </a:cubicBezTo>
                <a:close/>
                <a:moveTo>
                  <a:pt x="1820" y="420"/>
                </a:moveTo>
                <a:cubicBezTo>
                  <a:pt x="1820" y="416"/>
                  <a:pt x="1816" y="412"/>
                  <a:pt x="1812" y="412"/>
                </a:cubicBezTo>
                <a:cubicBezTo>
                  <a:pt x="1807" y="412"/>
                  <a:pt x="1803" y="416"/>
                  <a:pt x="1803" y="420"/>
                </a:cubicBezTo>
                <a:cubicBezTo>
                  <a:pt x="1803" y="425"/>
                  <a:pt x="1807" y="429"/>
                  <a:pt x="1812" y="429"/>
                </a:cubicBezTo>
                <a:cubicBezTo>
                  <a:pt x="1816" y="429"/>
                  <a:pt x="1820" y="425"/>
                  <a:pt x="1820" y="420"/>
                </a:cubicBezTo>
                <a:close/>
                <a:moveTo>
                  <a:pt x="1846" y="420"/>
                </a:moveTo>
                <a:cubicBezTo>
                  <a:pt x="1846" y="416"/>
                  <a:pt x="1842" y="412"/>
                  <a:pt x="1837" y="412"/>
                </a:cubicBezTo>
                <a:cubicBezTo>
                  <a:pt x="1833" y="412"/>
                  <a:pt x="1829" y="416"/>
                  <a:pt x="1829" y="420"/>
                </a:cubicBezTo>
                <a:cubicBezTo>
                  <a:pt x="1829" y="425"/>
                  <a:pt x="1833" y="429"/>
                  <a:pt x="1837" y="429"/>
                </a:cubicBezTo>
                <a:cubicBezTo>
                  <a:pt x="1842" y="429"/>
                  <a:pt x="1846" y="425"/>
                  <a:pt x="1846" y="420"/>
                </a:cubicBezTo>
                <a:close/>
                <a:moveTo>
                  <a:pt x="1872" y="420"/>
                </a:moveTo>
                <a:cubicBezTo>
                  <a:pt x="1872" y="416"/>
                  <a:pt x="1868" y="412"/>
                  <a:pt x="1863" y="412"/>
                </a:cubicBezTo>
                <a:cubicBezTo>
                  <a:pt x="1858" y="412"/>
                  <a:pt x="1854" y="416"/>
                  <a:pt x="1854" y="420"/>
                </a:cubicBezTo>
                <a:cubicBezTo>
                  <a:pt x="1854" y="425"/>
                  <a:pt x="1858" y="429"/>
                  <a:pt x="1863" y="429"/>
                </a:cubicBezTo>
                <a:cubicBezTo>
                  <a:pt x="1868" y="429"/>
                  <a:pt x="1872" y="425"/>
                  <a:pt x="1872" y="420"/>
                </a:cubicBezTo>
                <a:close/>
                <a:moveTo>
                  <a:pt x="1897" y="420"/>
                </a:moveTo>
                <a:cubicBezTo>
                  <a:pt x="1897" y="416"/>
                  <a:pt x="1894" y="412"/>
                  <a:pt x="1889" y="412"/>
                </a:cubicBezTo>
                <a:cubicBezTo>
                  <a:pt x="1884" y="412"/>
                  <a:pt x="1880" y="416"/>
                  <a:pt x="1880" y="420"/>
                </a:cubicBezTo>
                <a:cubicBezTo>
                  <a:pt x="1880" y="425"/>
                  <a:pt x="1884" y="429"/>
                  <a:pt x="1889" y="429"/>
                </a:cubicBezTo>
                <a:cubicBezTo>
                  <a:pt x="1894" y="429"/>
                  <a:pt x="1897" y="425"/>
                  <a:pt x="1897" y="420"/>
                </a:cubicBezTo>
                <a:close/>
                <a:moveTo>
                  <a:pt x="1923" y="420"/>
                </a:moveTo>
                <a:cubicBezTo>
                  <a:pt x="1923" y="416"/>
                  <a:pt x="1919" y="412"/>
                  <a:pt x="1915" y="412"/>
                </a:cubicBezTo>
                <a:cubicBezTo>
                  <a:pt x="1910" y="412"/>
                  <a:pt x="1906" y="416"/>
                  <a:pt x="1906" y="420"/>
                </a:cubicBezTo>
                <a:cubicBezTo>
                  <a:pt x="1906" y="425"/>
                  <a:pt x="1910" y="429"/>
                  <a:pt x="1915" y="429"/>
                </a:cubicBezTo>
                <a:cubicBezTo>
                  <a:pt x="1919" y="429"/>
                  <a:pt x="1923" y="425"/>
                  <a:pt x="1923" y="420"/>
                </a:cubicBezTo>
                <a:close/>
                <a:moveTo>
                  <a:pt x="1949" y="420"/>
                </a:moveTo>
                <a:cubicBezTo>
                  <a:pt x="1949" y="416"/>
                  <a:pt x="1945" y="412"/>
                  <a:pt x="1940" y="412"/>
                </a:cubicBezTo>
                <a:cubicBezTo>
                  <a:pt x="1936" y="412"/>
                  <a:pt x="1932" y="416"/>
                  <a:pt x="1932" y="420"/>
                </a:cubicBezTo>
                <a:cubicBezTo>
                  <a:pt x="1932" y="425"/>
                  <a:pt x="1936" y="429"/>
                  <a:pt x="1940" y="429"/>
                </a:cubicBezTo>
                <a:cubicBezTo>
                  <a:pt x="1945" y="429"/>
                  <a:pt x="1949" y="425"/>
                  <a:pt x="1949" y="420"/>
                </a:cubicBezTo>
                <a:close/>
                <a:moveTo>
                  <a:pt x="1975" y="420"/>
                </a:moveTo>
                <a:cubicBezTo>
                  <a:pt x="1975" y="416"/>
                  <a:pt x="1971" y="412"/>
                  <a:pt x="1966" y="412"/>
                </a:cubicBezTo>
                <a:cubicBezTo>
                  <a:pt x="1961" y="412"/>
                  <a:pt x="1957" y="416"/>
                  <a:pt x="1957" y="420"/>
                </a:cubicBezTo>
                <a:cubicBezTo>
                  <a:pt x="1957" y="425"/>
                  <a:pt x="1961" y="429"/>
                  <a:pt x="1966" y="429"/>
                </a:cubicBezTo>
                <a:cubicBezTo>
                  <a:pt x="1971" y="429"/>
                  <a:pt x="1975" y="425"/>
                  <a:pt x="1975" y="420"/>
                </a:cubicBezTo>
                <a:close/>
                <a:moveTo>
                  <a:pt x="2000" y="420"/>
                </a:moveTo>
                <a:cubicBezTo>
                  <a:pt x="2000" y="416"/>
                  <a:pt x="1997" y="412"/>
                  <a:pt x="1992" y="412"/>
                </a:cubicBezTo>
                <a:cubicBezTo>
                  <a:pt x="1987" y="412"/>
                  <a:pt x="1983" y="416"/>
                  <a:pt x="1983" y="420"/>
                </a:cubicBezTo>
                <a:cubicBezTo>
                  <a:pt x="1983" y="425"/>
                  <a:pt x="1987" y="429"/>
                  <a:pt x="1992" y="429"/>
                </a:cubicBezTo>
                <a:cubicBezTo>
                  <a:pt x="1997" y="429"/>
                  <a:pt x="2000" y="425"/>
                  <a:pt x="2000" y="420"/>
                </a:cubicBezTo>
                <a:close/>
                <a:moveTo>
                  <a:pt x="2026" y="420"/>
                </a:moveTo>
                <a:cubicBezTo>
                  <a:pt x="2026" y="416"/>
                  <a:pt x="2022" y="412"/>
                  <a:pt x="2018" y="412"/>
                </a:cubicBezTo>
                <a:cubicBezTo>
                  <a:pt x="2013" y="412"/>
                  <a:pt x="2009" y="416"/>
                  <a:pt x="2009" y="420"/>
                </a:cubicBezTo>
                <a:cubicBezTo>
                  <a:pt x="2009" y="425"/>
                  <a:pt x="2013" y="429"/>
                  <a:pt x="2018" y="429"/>
                </a:cubicBezTo>
                <a:cubicBezTo>
                  <a:pt x="2022" y="429"/>
                  <a:pt x="2026" y="425"/>
                  <a:pt x="2026" y="420"/>
                </a:cubicBezTo>
                <a:close/>
                <a:moveTo>
                  <a:pt x="2052" y="420"/>
                </a:moveTo>
                <a:cubicBezTo>
                  <a:pt x="2052" y="416"/>
                  <a:pt x="2048" y="412"/>
                  <a:pt x="2043" y="412"/>
                </a:cubicBezTo>
                <a:cubicBezTo>
                  <a:pt x="2039" y="412"/>
                  <a:pt x="2035" y="416"/>
                  <a:pt x="2035" y="420"/>
                </a:cubicBezTo>
                <a:cubicBezTo>
                  <a:pt x="2035" y="425"/>
                  <a:pt x="2039" y="429"/>
                  <a:pt x="2043" y="429"/>
                </a:cubicBezTo>
                <a:cubicBezTo>
                  <a:pt x="2048" y="429"/>
                  <a:pt x="2052" y="425"/>
                  <a:pt x="2052" y="420"/>
                </a:cubicBezTo>
                <a:close/>
                <a:moveTo>
                  <a:pt x="2078" y="420"/>
                </a:moveTo>
                <a:cubicBezTo>
                  <a:pt x="2078" y="416"/>
                  <a:pt x="2074" y="412"/>
                  <a:pt x="2069" y="412"/>
                </a:cubicBezTo>
                <a:cubicBezTo>
                  <a:pt x="2064" y="412"/>
                  <a:pt x="2061" y="416"/>
                  <a:pt x="2061" y="420"/>
                </a:cubicBezTo>
                <a:cubicBezTo>
                  <a:pt x="2061" y="425"/>
                  <a:pt x="2064" y="429"/>
                  <a:pt x="2069" y="429"/>
                </a:cubicBezTo>
                <a:cubicBezTo>
                  <a:pt x="2074" y="429"/>
                  <a:pt x="2078" y="425"/>
                  <a:pt x="2078" y="420"/>
                </a:cubicBezTo>
                <a:close/>
                <a:moveTo>
                  <a:pt x="2103" y="420"/>
                </a:moveTo>
                <a:cubicBezTo>
                  <a:pt x="2103" y="416"/>
                  <a:pt x="2100" y="412"/>
                  <a:pt x="2095" y="412"/>
                </a:cubicBezTo>
                <a:cubicBezTo>
                  <a:pt x="2090" y="412"/>
                  <a:pt x="2086" y="416"/>
                  <a:pt x="2086" y="420"/>
                </a:cubicBezTo>
                <a:cubicBezTo>
                  <a:pt x="2086" y="425"/>
                  <a:pt x="2090" y="429"/>
                  <a:pt x="2095" y="429"/>
                </a:cubicBezTo>
                <a:cubicBezTo>
                  <a:pt x="2100" y="429"/>
                  <a:pt x="2103" y="425"/>
                  <a:pt x="2103" y="420"/>
                </a:cubicBezTo>
                <a:close/>
                <a:moveTo>
                  <a:pt x="2129" y="420"/>
                </a:moveTo>
                <a:cubicBezTo>
                  <a:pt x="2129" y="416"/>
                  <a:pt x="2125" y="412"/>
                  <a:pt x="2121" y="412"/>
                </a:cubicBezTo>
                <a:cubicBezTo>
                  <a:pt x="2116" y="412"/>
                  <a:pt x="2112" y="416"/>
                  <a:pt x="2112" y="420"/>
                </a:cubicBezTo>
                <a:cubicBezTo>
                  <a:pt x="2112" y="425"/>
                  <a:pt x="2116" y="429"/>
                  <a:pt x="2121" y="429"/>
                </a:cubicBezTo>
                <a:cubicBezTo>
                  <a:pt x="2125" y="429"/>
                  <a:pt x="2129" y="425"/>
                  <a:pt x="2129" y="420"/>
                </a:cubicBezTo>
                <a:close/>
                <a:moveTo>
                  <a:pt x="2155" y="420"/>
                </a:moveTo>
                <a:cubicBezTo>
                  <a:pt x="2155" y="416"/>
                  <a:pt x="2151" y="412"/>
                  <a:pt x="2146" y="412"/>
                </a:cubicBezTo>
                <a:cubicBezTo>
                  <a:pt x="2142" y="412"/>
                  <a:pt x="2138" y="416"/>
                  <a:pt x="2138" y="420"/>
                </a:cubicBezTo>
                <a:cubicBezTo>
                  <a:pt x="2138" y="425"/>
                  <a:pt x="2142" y="429"/>
                  <a:pt x="2146" y="429"/>
                </a:cubicBezTo>
                <a:cubicBezTo>
                  <a:pt x="2151" y="429"/>
                  <a:pt x="2155" y="425"/>
                  <a:pt x="2155" y="420"/>
                </a:cubicBezTo>
                <a:close/>
                <a:moveTo>
                  <a:pt x="2181" y="420"/>
                </a:moveTo>
                <a:cubicBezTo>
                  <a:pt x="2181" y="416"/>
                  <a:pt x="2177" y="412"/>
                  <a:pt x="2172" y="412"/>
                </a:cubicBezTo>
                <a:cubicBezTo>
                  <a:pt x="2167" y="412"/>
                  <a:pt x="2164" y="416"/>
                  <a:pt x="2164" y="420"/>
                </a:cubicBezTo>
                <a:cubicBezTo>
                  <a:pt x="2164" y="425"/>
                  <a:pt x="2167" y="429"/>
                  <a:pt x="2172" y="429"/>
                </a:cubicBezTo>
                <a:cubicBezTo>
                  <a:pt x="2177" y="429"/>
                  <a:pt x="2181" y="425"/>
                  <a:pt x="2181" y="420"/>
                </a:cubicBezTo>
                <a:close/>
                <a:moveTo>
                  <a:pt x="2207" y="420"/>
                </a:moveTo>
                <a:cubicBezTo>
                  <a:pt x="2207" y="416"/>
                  <a:pt x="2203" y="412"/>
                  <a:pt x="2198" y="412"/>
                </a:cubicBezTo>
                <a:cubicBezTo>
                  <a:pt x="2193" y="412"/>
                  <a:pt x="2189" y="416"/>
                  <a:pt x="2189" y="420"/>
                </a:cubicBezTo>
                <a:cubicBezTo>
                  <a:pt x="2189" y="425"/>
                  <a:pt x="2193" y="429"/>
                  <a:pt x="2198" y="429"/>
                </a:cubicBezTo>
                <a:cubicBezTo>
                  <a:pt x="2203" y="429"/>
                  <a:pt x="2207" y="425"/>
                  <a:pt x="2207" y="420"/>
                </a:cubicBezTo>
                <a:close/>
                <a:moveTo>
                  <a:pt x="2232" y="420"/>
                </a:moveTo>
                <a:cubicBezTo>
                  <a:pt x="2232" y="416"/>
                  <a:pt x="2228" y="412"/>
                  <a:pt x="2224" y="412"/>
                </a:cubicBezTo>
                <a:cubicBezTo>
                  <a:pt x="2219" y="412"/>
                  <a:pt x="2215" y="416"/>
                  <a:pt x="2215" y="420"/>
                </a:cubicBezTo>
                <a:cubicBezTo>
                  <a:pt x="2215" y="425"/>
                  <a:pt x="2219" y="429"/>
                  <a:pt x="2224" y="429"/>
                </a:cubicBezTo>
                <a:cubicBezTo>
                  <a:pt x="2228" y="429"/>
                  <a:pt x="2232" y="425"/>
                  <a:pt x="2232" y="420"/>
                </a:cubicBezTo>
                <a:close/>
                <a:moveTo>
                  <a:pt x="2258" y="420"/>
                </a:moveTo>
                <a:cubicBezTo>
                  <a:pt x="2258" y="416"/>
                  <a:pt x="2254" y="412"/>
                  <a:pt x="2249" y="412"/>
                </a:cubicBezTo>
                <a:cubicBezTo>
                  <a:pt x="2245" y="412"/>
                  <a:pt x="2241" y="416"/>
                  <a:pt x="2241" y="420"/>
                </a:cubicBezTo>
                <a:cubicBezTo>
                  <a:pt x="2241" y="425"/>
                  <a:pt x="2245" y="429"/>
                  <a:pt x="2249" y="429"/>
                </a:cubicBezTo>
                <a:cubicBezTo>
                  <a:pt x="2254" y="429"/>
                  <a:pt x="2258" y="425"/>
                  <a:pt x="2258" y="420"/>
                </a:cubicBezTo>
                <a:close/>
                <a:moveTo>
                  <a:pt x="2284" y="420"/>
                </a:moveTo>
                <a:cubicBezTo>
                  <a:pt x="2284" y="416"/>
                  <a:pt x="2280" y="412"/>
                  <a:pt x="2275" y="412"/>
                </a:cubicBezTo>
                <a:cubicBezTo>
                  <a:pt x="2270" y="412"/>
                  <a:pt x="2267" y="416"/>
                  <a:pt x="2267" y="420"/>
                </a:cubicBezTo>
                <a:cubicBezTo>
                  <a:pt x="2267" y="425"/>
                  <a:pt x="2270" y="429"/>
                  <a:pt x="2275" y="429"/>
                </a:cubicBezTo>
                <a:cubicBezTo>
                  <a:pt x="2280" y="429"/>
                  <a:pt x="2284" y="425"/>
                  <a:pt x="2284" y="420"/>
                </a:cubicBezTo>
                <a:close/>
                <a:moveTo>
                  <a:pt x="2310" y="420"/>
                </a:moveTo>
                <a:cubicBezTo>
                  <a:pt x="2310" y="416"/>
                  <a:pt x="2306" y="412"/>
                  <a:pt x="2301" y="412"/>
                </a:cubicBezTo>
                <a:cubicBezTo>
                  <a:pt x="2296" y="412"/>
                  <a:pt x="2292" y="416"/>
                  <a:pt x="2292" y="420"/>
                </a:cubicBezTo>
                <a:cubicBezTo>
                  <a:pt x="2292" y="425"/>
                  <a:pt x="2296" y="429"/>
                  <a:pt x="2301" y="429"/>
                </a:cubicBezTo>
                <a:cubicBezTo>
                  <a:pt x="2306" y="429"/>
                  <a:pt x="2310" y="425"/>
                  <a:pt x="2310" y="420"/>
                </a:cubicBezTo>
                <a:close/>
                <a:moveTo>
                  <a:pt x="2335" y="420"/>
                </a:moveTo>
                <a:cubicBezTo>
                  <a:pt x="2335" y="416"/>
                  <a:pt x="2331" y="412"/>
                  <a:pt x="2327" y="412"/>
                </a:cubicBezTo>
                <a:cubicBezTo>
                  <a:pt x="2322" y="412"/>
                  <a:pt x="2318" y="416"/>
                  <a:pt x="2318" y="420"/>
                </a:cubicBezTo>
                <a:cubicBezTo>
                  <a:pt x="2318" y="425"/>
                  <a:pt x="2322" y="429"/>
                  <a:pt x="2327" y="429"/>
                </a:cubicBezTo>
                <a:cubicBezTo>
                  <a:pt x="2331" y="429"/>
                  <a:pt x="2335" y="425"/>
                  <a:pt x="2335" y="420"/>
                </a:cubicBezTo>
                <a:close/>
                <a:moveTo>
                  <a:pt x="2361" y="420"/>
                </a:moveTo>
                <a:cubicBezTo>
                  <a:pt x="2361" y="416"/>
                  <a:pt x="2357" y="412"/>
                  <a:pt x="2352" y="412"/>
                </a:cubicBezTo>
                <a:cubicBezTo>
                  <a:pt x="2348" y="412"/>
                  <a:pt x="2344" y="416"/>
                  <a:pt x="2344" y="420"/>
                </a:cubicBezTo>
                <a:cubicBezTo>
                  <a:pt x="2344" y="425"/>
                  <a:pt x="2348" y="429"/>
                  <a:pt x="2352" y="429"/>
                </a:cubicBezTo>
                <a:cubicBezTo>
                  <a:pt x="2357" y="429"/>
                  <a:pt x="2361" y="425"/>
                  <a:pt x="2361" y="420"/>
                </a:cubicBezTo>
                <a:close/>
                <a:moveTo>
                  <a:pt x="2387" y="420"/>
                </a:moveTo>
                <a:cubicBezTo>
                  <a:pt x="2387" y="416"/>
                  <a:pt x="2383" y="412"/>
                  <a:pt x="2378" y="412"/>
                </a:cubicBezTo>
                <a:cubicBezTo>
                  <a:pt x="2373" y="412"/>
                  <a:pt x="2370" y="416"/>
                  <a:pt x="2370" y="420"/>
                </a:cubicBezTo>
                <a:cubicBezTo>
                  <a:pt x="2370" y="425"/>
                  <a:pt x="2373" y="429"/>
                  <a:pt x="2378" y="429"/>
                </a:cubicBezTo>
                <a:cubicBezTo>
                  <a:pt x="2383" y="429"/>
                  <a:pt x="2387" y="425"/>
                  <a:pt x="2387" y="420"/>
                </a:cubicBezTo>
                <a:close/>
                <a:moveTo>
                  <a:pt x="2413" y="420"/>
                </a:moveTo>
                <a:cubicBezTo>
                  <a:pt x="2413" y="416"/>
                  <a:pt x="2409" y="412"/>
                  <a:pt x="2404" y="412"/>
                </a:cubicBezTo>
                <a:cubicBezTo>
                  <a:pt x="2399" y="412"/>
                  <a:pt x="2395" y="416"/>
                  <a:pt x="2395" y="420"/>
                </a:cubicBezTo>
                <a:cubicBezTo>
                  <a:pt x="2395" y="425"/>
                  <a:pt x="2399" y="429"/>
                  <a:pt x="2404" y="429"/>
                </a:cubicBezTo>
                <a:cubicBezTo>
                  <a:pt x="2409" y="429"/>
                  <a:pt x="2413" y="425"/>
                  <a:pt x="2413" y="420"/>
                </a:cubicBezTo>
                <a:close/>
                <a:moveTo>
                  <a:pt x="2438" y="420"/>
                </a:moveTo>
                <a:cubicBezTo>
                  <a:pt x="2438" y="416"/>
                  <a:pt x="2434" y="412"/>
                  <a:pt x="2430" y="412"/>
                </a:cubicBezTo>
                <a:cubicBezTo>
                  <a:pt x="2425" y="412"/>
                  <a:pt x="2421" y="416"/>
                  <a:pt x="2421" y="420"/>
                </a:cubicBezTo>
                <a:cubicBezTo>
                  <a:pt x="2421" y="425"/>
                  <a:pt x="2425" y="429"/>
                  <a:pt x="2430" y="429"/>
                </a:cubicBezTo>
                <a:cubicBezTo>
                  <a:pt x="2434" y="429"/>
                  <a:pt x="2438" y="425"/>
                  <a:pt x="2438" y="420"/>
                </a:cubicBezTo>
                <a:close/>
                <a:moveTo>
                  <a:pt x="2464" y="420"/>
                </a:moveTo>
                <a:cubicBezTo>
                  <a:pt x="2464" y="416"/>
                  <a:pt x="2460" y="412"/>
                  <a:pt x="2456" y="412"/>
                </a:cubicBezTo>
                <a:cubicBezTo>
                  <a:pt x="2451" y="412"/>
                  <a:pt x="2447" y="416"/>
                  <a:pt x="2447" y="420"/>
                </a:cubicBezTo>
                <a:cubicBezTo>
                  <a:pt x="2447" y="425"/>
                  <a:pt x="2451" y="429"/>
                  <a:pt x="2456" y="429"/>
                </a:cubicBezTo>
                <a:cubicBezTo>
                  <a:pt x="2460" y="429"/>
                  <a:pt x="2464" y="425"/>
                  <a:pt x="2464" y="420"/>
                </a:cubicBezTo>
                <a:close/>
                <a:moveTo>
                  <a:pt x="2490" y="420"/>
                </a:moveTo>
                <a:cubicBezTo>
                  <a:pt x="2490" y="416"/>
                  <a:pt x="2486" y="412"/>
                  <a:pt x="2481" y="412"/>
                </a:cubicBezTo>
                <a:cubicBezTo>
                  <a:pt x="2477" y="412"/>
                  <a:pt x="2473" y="416"/>
                  <a:pt x="2473" y="420"/>
                </a:cubicBezTo>
                <a:cubicBezTo>
                  <a:pt x="2473" y="425"/>
                  <a:pt x="2477" y="429"/>
                  <a:pt x="2481" y="429"/>
                </a:cubicBezTo>
                <a:cubicBezTo>
                  <a:pt x="2486" y="429"/>
                  <a:pt x="2490" y="425"/>
                  <a:pt x="2490" y="420"/>
                </a:cubicBezTo>
                <a:close/>
                <a:moveTo>
                  <a:pt x="2516" y="420"/>
                </a:moveTo>
                <a:cubicBezTo>
                  <a:pt x="2516" y="416"/>
                  <a:pt x="2512" y="412"/>
                  <a:pt x="2507" y="412"/>
                </a:cubicBezTo>
                <a:cubicBezTo>
                  <a:pt x="2502" y="412"/>
                  <a:pt x="2498" y="416"/>
                  <a:pt x="2498" y="420"/>
                </a:cubicBezTo>
                <a:cubicBezTo>
                  <a:pt x="2498" y="425"/>
                  <a:pt x="2502" y="429"/>
                  <a:pt x="2507" y="429"/>
                </a:cubicBezTo>
                <a:cubicBezTo>
                  <a:pt x="2512" y="429"/>
                  <a:pt x="2516" y="425"/>
                  <a:pt x="2516" y="420"/>
                </a:cubicBezTo>
                <a:close/>
                <a:moveTo>
                  <a:pt x="2541" y="420"/>
                </a:moveTo>
                <a:cubicBezTo>
                  <a:pt x="2541" y="416"/>
                  <a:pt x="2538" y="412"/>
                  <a:pt x="2533" y="412"/>
                </a:cubicBezTo>
                <a:cubicBezTo>
                  <a:pt x="2528" y="412"/>
                  <a:pt x="2524" y="416"/>
                  <a:pt x="2524" y="420"/>
                </a:cubicBezTo>
                <a:cubicBezTo>
                  <a:pt x="2524" y="425"/>
                  <a:pt x="2528" y="429"/>
                  <a:pt x="2533" y="429"/>
                </a:cubicBezTo>
                <a:cubicBezTo>
                  <a:pt x="2538" y="429"/>
                  <a:pt x="2541" y="425"/>
                  <a:pt x="2541" y="420"/>
                </a:cubicBezTo>
                <a:close/>
                <a:moveTo>
                  <a:pt x="2567" y="420"/>
                </a:moveTo>
                <a:cubicBezTo>
                  <a:pt x="2567" y="416"/>
                  <a:pt x="2563" y="412"/>
                  <a:pt x="2559" y="412"/>
                </a:cubicBezTo>
                <a:cubicBezTo>
                  <a:pt x="2554" y="412"/>
                  <a:pt x="2550" y="416"/>
                  <a:pt x="2550" y="420"/>
                </a:cubicBezTo>
                <a:cubicBezTo>
                  <a:pt x="2550" y="425"/>
                  <a:pt x="2554" y="429"/>
                  <a:pt x="2559" y="429"/>
                </a:cubicBezTo>
                <a:cubicBezTo>
                  <a:pt x="2563" y="429"/>
                  <a:pt x="2567" y="425"/>
                  <a:pt x="2567" y="420"/>
                </a:cubicBezTo>
                <a:close/>
                <a:moveTo>
                  <a:pt x="2593" y="420"/>
                </a:moveTo>
                <a:cubicBezTo>
                  <a:pt x="2593" y="416"/>
                  <a:pt x="2589" y="412"/>
                  <a:pt x="2584" y="412"/>
                </a:cubicBezTo>
                <a:cubicBezTo>
                  <a:pt x="2580" y="412"/>
                  <a:pt x="2576" y="416"/>
                  <a:pt x="2576" y="420"/>
                </a:cubicBezTo>
                <a:cubicBezTo>
                  <a:pt x="2576" y="425"/>
                  <a:pt x="2580" y="429"/>
                  <a:pt x="2584" y="429"/>
                </a:cubicBezTo>
                <a:cubicBezTo>
                  <a:pt x="2589" y="429"/>
                  <a:pt x="2593" y="425"/>
                  <a:pt x="2593" y="420"/>
                </a:cubicBezTo>
                <a:close/>
                <a:moveTo>
                  <a:pt x="2619" y="420"/>
                </a:moveTo>
                <a:cubicBezTo>
                  <a:pt x="2619" y="416"/>
                  <a:pt x="2615" y="412"/>
                  <a:pt x="2610" y="412"/>
                </a:cubicBezTo>
                <a:cubicBezTo>
                  <a:pt x="2605" y="412"/>
                  <a:pt x="2601" y="416"/>
                  <a:pt x="2601" y="420"/>
                </a:cubicBezTo>
                <a:cubicBezTo>
                  <a:pt x="2601" y="425"/>
                  <a:pt x="2605" y="429"/>
                  <a:pt x="2610" y="429"/>
                </a:cubicBezTo>
                <a:cubicBezTo>
                  <a:pt x="2615" y="429"/>
                  <a:pt x="2619" y="425"/>
                  <a:pt x="2619" y="420"/>
                </a:cubicBezTo>
                <a:close/>
                <a:moveTo>
                  <a:pt x="17" y="446"/>
                </a:moveTo>
                <a:cubicBezTo>
                  <a:pt x="17" y="441"/>
                  <a:pt x="13" y="438"/>
                  <a:pt x="8" y="438"/>
                </a:cubicBezTo>
                <a:cubicBezTo>
                  <a:pt x="4" y="438"/>
                  <a:pt x="0" y="441"/>
                  <a:pt x="0" y="446"/>
                </a:cubicBezTo>
                <a:cubicBezTo>
                  <a:pt x="0" y="451"/>
                  <a:pt x="4" y="455"/>
                  <a:pt x="8" y="455"/>
                </a:cubicBezTo>
                <a:cubicBezTo>
                  <a:pt x="13" y="455"/>
                  <a:pt x="17" y="451"/>
                  <a:pt x="17" y="446"/>
                </a:cubicBezTo>
                <a:close/>
                <a:moveTo>
                  <a:pt x="43" y="446"/>
                </a:moveTo>
                <a:cubicBezTo>
                  <a:pt x="43" y="441"/>
                  <a:pt x="39" y="438"/>
                  <a:pt x="34" y="438"/>
                </a:cubicBezTo>
                <a:cubicBezTo>
                  <a:pt x="29" y="438"/>
                  <a:pt x="26" y="441"/>
                  <a:pt x="26" y="446"/>
                </a:cubicBezTo>
                <a:cubicBezTo>
                  <a:pt x="26" y="451"/>
                  <a:pt x="29" y="455"/>
                  <a:pt x="34" y="455"/>
                </a:cubicBezTo>
                <a:cubicBezTo>
                  <a:pt x="39" y="455"/>
                  <a:pt x="43" y="451"/>
                  <a:pt x="43" y="446"/>
                </a:cubicBezTo>
                <a:close/>
                <a:moveTo>
                  <a:pt x="69" y="446"/>
                </a:moveTo>
                <a:cubicBezTo>
                  <a:pt x="69" y="441"/>
                  <a:pt x="65" y="438"/>
                  <a:pt x="60" y="438"/>
                </a:cubicBezTo>
                <a:cubicBezTo>
                  <a:pt x="55" y="438"/>
                  <a:pt x="51" y="441"/>
                  <a:pt x="51" y="446"/>
                </a:cubicBezTo>
                <a:cubicBezTo>
                  <a:pt x="51" y="451"/>
                  <a:pt x="55" y="455"/>
                  <a:pt x="60" y="455"/>
                </a:cubicBezTo>
                <a:cubicBezTo>
                  <a:pt x="65" y="455"/>
                  <a:pt x="69" y="451"/>
                  <a:pt x="69" y="446"/>
                </a:cubicBezTo>
                <a:close/>
                <a:moveTo>
                  <a:pt x="94" y="446"/>
                </a:moveTo>
                <a:cubicBezTo>
                  <a:pt x="94" y="441"/>
                  <a:pt x="90" y="438"/>
                  <a:pt x="86" y="438"/>
                </a:cubicBezTo>
                <a:cubicBezTo>
                  <a:pt x="81" y="438"/>
                  <a:pt x="77" y="441"/>
                  <a:pt x="77" y="446"/>
                </a:cubicBezTo>
                <a:cubicBezTo>
                  <a:pt x="77" y="451"/>
                  <a:pt x="81" y="455"/>
                  <a:pt x="86" y="455"/>
                </a:cubicBezTo>
                <a:cubicBezTo>
                  <a:pt x="90" y="455"/>
                  <a:pt x="94" y="451"/>
                  <a:pt x="94" y="446"/>
                </a:cubicBezTo>
                <a:close/>
                <a:moveTo>
                  <a:pt x="120" y="446"/>
                </a:moveTo>
                <a:cubicBezTo>
                  <a:pt x="120" y="441"/>
                  <a:pt x="116" y="438"/>
                  <a:pt x="111" y="438"/>
                </a:cubicBezTo>
                <a:cubicBezTo>
                  <a:pt x="107" y="438"/>
                  <a:pt x="103" y="441"/>
                  <a:pt x="103" y="446"/>
                </a:cubicBezTo>
                <a:cubicBezTo>
                  <a:pt x="103" y="451"/>
                  <a:pt x="107" y="455"/>
                  <a:pt x="111" y="455"/>
                </a:cubicBezTo>
                <a:cubicBezTo>
                  <a:pt x="116" y="455"/>
                  <a:pt x="120" y="451"/>
                  <a:pt x="120" y="446"/>
                </a:cubicBezTo>
                <a:close/>
                <a:moveTo>
                  <a:pt x="146" y="446"/>
                </a:moveTo>
                <a:cubicBezTo>
                  <a:pt x="146" y="441"/>
                  <a:pt x="142" y="438"/>
                  <a:pt x="137" y="438"/>
                </a:cubicBezTo>
                <a:cubicBezTo>
                  <a:pt x="132" y="438"/>
                  <a:pt x="129" y="441"/>
                  <a:pt x="129" y="446"/>
                </a:cubicBezTo>
                <a:cubicBezTo>
                  <a:pt x="129" y="451"/>
                  <a:pt x="132" y="455"/>
                  <a:pt x="137" y="455"/>
                </a:cubicBezTo>
                <a:cubicBezTo>
                  <a:pt x="142" y="455"/>
                  <a:pt x="146" y="451"/>
                  <a:pt x="146" y="446"/>
                </a:cubicBezTo>
                <a:close/>
                <a:moveTo>
                  <a:pt x="172" y="446"/>
                </a:moveTo>
                <a:cubicBezTo>
                  <a:pt x="172" y="441"/>
                  <a:pt x="168" y="438"/>
                  <a:pt x="163" y="438"/>
                </a:cubicBezTo>
                <a:cubicBezTo>
                  <a:pt x="158" y="438"/>
                  <a:pt x="154" y="441"/>
                  <a:pt x="154" y="446"/>
                </a:cubicBezTo>
                <a:cubicBezTo>
                  <a:pt x="154" y="451"/>
                  <a:pt x="158" y="455"/>
                  <a:pt x="163" y="455"/>
                </a:cubicBezTo>
                <a:cubicBezTo>
                  <a:pt x="168" y="455"/>
                  <a:pt x="172" y="451"/>
                  <a:pt x="172" y="446"/>
                </a:cubicBezTo>
                <a:close/>
                <a:moveTo>
                  <a:pt x="197" y="446"/>
                </a:moveTo>
                <a:cubicBezTo>
                  <a:pt x="197" y="441"/>
                  <a:pt x="193" y="438"/>
                  <a:pt x="189" y="438"/>
                </a:cubicBezTo>
                <a:cubicBezTo>
                  <a:pt x="184" y="438"/>
                  <a:pt x="180" y="441"/>
                  <a:pt x="180" y="446"/>
                </a:cubicBezTo>
                <a:cubicBezTo>
                  <a:pt x="180" y="451"/>
                  <a:pt x="184" y="455"/>
                  <a:pt x="189" y="455"/>
                </a:cubicBezTo>
                <a:cubicBezTo>
                  <a:pt x="193" y="455"/>
                  <a:pt x="197" y="451"/>
                  <a:pt x="197" y="446"/>
                </a:cubicBezTo>
                <a:close/>
                <a:moveTo>
                  <a:pt x="223" y="446"/>
                </a:moveTo>
                <a:cubicBezTo>
                  <a:pt x="223" y="441"/>
                  <a:pt x="219" y="438"/>
                  <a:pt x="214" y="438"/>
                </a:cubicBezTo>
                <a:cubicBezTo>
                  <a:pt x="210" y="438"/>
                  <a:pt x="206" y="441"/>
                  <a:pt x="206" y="446"/>
                </a:cubicBezTo>
                <a:cubicBezTo>
                  <a:pt x="206" y="451"/>
                  <a:pt x="210" y="455"/>
                  <a:pt x="214" y="455"/>
                </a:cubicBezTo>
                <a:cubicBezTo>
                  <a:pt x="219" y="455"/>
                  <a:pt x="223" y="451"/>
                  <a:pt x="223" y="446"/>
                </a:cubicBezTo>
                <a:close/>
                <a:moveTo>
                  <a:pt x="249" y="446"/>
                </a:moveTo>
                <a:cubicBezTo>
                  <a:pt x="249" y="441"/>
                  <a:pt x="245" y="438"/>
                  <a:pt x="240" y="438"/>
                </a:cubicBezTo>
                <a:cubicBezTo>
                  <a:pt x="236" y="438"/>
                  <a:pt x="232" y="441"/>
                  <a:pt x="232" y="446"/>
                </a:cubicBezTo>
                <a:cubicBezTo>
                  <a:pt x="232" y="451"/>
                  <a:pt x="236" y="455"/>
                  <a:pt x="240" y="455"/>
                </a:cubicBezTo>
                <a:cubicBezTo>
                  <a:pt x="245" y="455"/>
                  <a:pt x="249" y="451"/>
                  <a:pt x="249" y="446"/>
                </a:cubicBezTo>
                <a:close/>
                <a:moveTo>
                  <a:pt x="275" y="446"/>
                </a:moveTo>
                <a:cubicBezTo>
                  <a:pt x="275" y="441"/>
                  <a:pt x="271" y="438"/>
                  <a:pt x="266" y="438"/>
                </a:cubicBezTo>
                <a:cubicBezTo>
                  <a:pt x="261" y="438"/>
                  <a:pt x="257" y="441"/>
                  <a:pt x="257" y="446"/>
                </a:cubicBezTo>
                <a:cubicBezTo>
                  <a:pt x="257" y="451"/>
                  <a:pt x="261" y="455"/>
                  <a:pt x="266" y="455"/>
                </a:cubicBezTo>
                <a:cubicBezTo>
                  <a:pt x="271" y="455"/>
                  <a:pt x="275" y="451"/>
                  <a:pt x="275" y="446"/>
                </a:cubicBezTo>
                <a:close/>
                <a:moveTo>
                  <a:pt x="300" y="446"/>
                </a:moveTo>
                <a:cubicBezTo>
                  <a:pt x="300" y="441"/>
                  <a:pt x="297" y="438"/>
                  <a:pt x="292" y="438"/>
                </a:cubicBezTo>
                <a:cubicBezTo>
                  <a:pt x="287" y="438"/>
                  <a:pt x="283" y="441"/>
                  <a:pt x="283" y="446"/>
                </a:cubicBezTo>
                <a:cubicBezTo>
                  <a:pt x="283" y="451"/>
                  <a:pt x="287" y="455"/>
                  <a:pt x="292" y="455"/>
                </a:cubicBezTo>
                <a:cubicBezTo>
                  <a:pt x="297" y="455"/>
                  <a:pt x="300" y="451"/>
                  <a:pt x="300" y="446"/>
                </a:cubicBezTo>
                <a:close/>
                <a:moveTo>
                  <a:pt x="326" y="446"/>
                </a:moveTo>
                <a:cubicBezTo>
                  <a:pt x="326" y="441"/>
                  <a:pt x="322" y="438"/>
                  <a:pt x="318" y="438"/>
                </a:cubicBezTo>
                <a:cubicBezTo>
                  <a:pt x="313" y="438"/>
                  <a:pt x="309" y="441"/>
                  <a:pt x="309" y="446"/>
                </a:cubicBezTo>
                <a:cubicBezTo>
                  <a:pt x="309" y="451"/>
                  <a:pt x="313" y="455"/>
                  <a:pt x="318" y="455"/>
                </a:cubicBezTo>
                <a:cubicBezTo>
                  <a:pt x="322" y="455"/>
                  <a:pt x="326" y="451"/>
                  <a:pt x="326" y="446"/>
                </a:cubicBezTo>
                <a:close/>
                <a:moveTo>
                  <a:pt x="352" y="446"/>
                </a:moveTo>
                <a:cubicBezTo>
                  <a:pt x="352" y="441"/>
                  <a:pt x="348" y="438"/>
                  <a:pt x="343" y="438"/>
                </a:cubicBezTo>
                <a:cubicBezTo>
                  <a:pt x="339" y="438"/>
                  <a:pt x="335" y="441"/>
                  <a:pt x="335" y="446"/>
                </a:cubicBezTo>
                <a:cubicBezTo>
                  <a:pt x="335" y="451"/>
                  <a:pt x="339" y="455"/>
                  <a:pt x="343" y="455"/>
                </a:cubicBezTo>
                <a:cubicBezTo>
                  <a:pt x="348" y="455"/>
                  <a:pt x="352" y="451"/>
                  <a:pt x="352" y="446"/>
                </a:cubicBezTo>
                <a:close/>
                <a:moveTo>
                  <a:pt x="378" y="446"/>
                </a:moveTo>
                <a:cubicBezTo>
                  <a:pt x="378" y="441"/>
                  <a:pt x="374" y="438"/>
                  <a:pt x="369" y="438"/>
                </a:cubicBezTo>
                <a:cubicBezTo>
                  <a:pt x="364" y="438"/>
                  <a:pt x="360" y="441"/>
                  <a:pt x="360" y="446"/>
                </a:cubicBezTo>
                <a:cubicBezTo>
                  <a:pt x="360" y="451"/>
                  <a:pt x="364" y="455"/>
                  <a:pt x="369" y="455"/>
                </a:cubicBezTo>
                <a:cubicBezTo>
                  <a:pt x="374" y="455"/>
                  <a:pt x="378" y="451"/>
                  <a:pt x="378" y="446"/>
                </a:cubicBezTo>
                <a:close/>
                <a:moveTo>
                  <a:pt x="403" y="446"/>
                </a:moveTo>
                <a:cubicBezTo>
                  <a:pt x="403" y="441"/>
                  <a:pt x="400" y="438"/>
                  <a:pt x="395" y="438"/>
                </a:cubicBezTo>
                <a:cubicBezTo>
                  <a:pt x="390" y="438"/>
                  <a:pt x="386" y="441"/>
                  <a:pt x="386" y="446"/>
                </a:cubicBezTo>
                <a:cubicBezTo>
                  <a:pt x="386" y="451"/>
                  <a:pt x="390" y="455"/>
                  <a:pt x="395" y="455"/>
                </a:cubicBezTo>
                <a:cubicBezTo>
                  <a:pt x="400" y="455"/>
                  <a:pt x="403" y="451"/>
                  <a:pt x="403" y="446"/>
                </a:cubicBezTo>
                <a:close/>
                <a:moveTo>
                  <a:pt x="429" y="446"/>
                </a:moveTo>
                <a:cubicBezTo>
                  <a:pt x="429" y="441"/>
                  <a:pt x="425" y="438"/>
                  <a:pt x="421" y="438"/>
                </a:cubicBezTo>
                <a:cubicBezTo>
                  <a:pt x="416" y="438"/>
                  <a:pt x="412" y="441"/>
                  <a:pt x="412" y="446"/>
                </a:cubicBezTo>
                <a:cubicBezTo>
                  <a:pt x="412" y="451"/>
                  <a:pt x="416" y="455"/>
                  <a:pt x="421" y="455"/>
                </a:cubicBezTo>
                <a:cubicBezTo>
                  <a:pt x="425" y="455"/>
                  <a:pt x="429" y="451"/>
                  <a:pt x="429" y="446"/>
                </a:cubicBezTo>
                <a:close/>
                <a:moveTo>
                  <a:pt x="455" y="446"/>
                </a:moveTo>
                <a:cubicBezTo>
                  <a:pt x="455" y="441"/>
                  <a:pt x="451" y="438"/>
                  <a:pt x="446" y="438"/>
                </a:cubicBezTo>
                <a:cubicBezTo>
                  <a:pt x="442" y="438"/>
                  <a:pt x="438" y="441"/>
                  <a:pt x="438" y="446"/>
                </a:cubicBezTo>
                <a:cubicBezTo>
                  <a:pt x="438" y="451"/>
                  <a:pt x="442" y="455"/>
                  <a:pt x="446" y="455"/>
                </a:cubicBezTo>
                <a:cubicBezTo>
                  <a:pt x="451" y="455"/>
                  <a:pt x="455" y="451"/>
                  <a:pt x="455" y="446"/>
                </a:cubicBezTo>
                <a:close/>
                <a:moveTo>
                  <a:pt x="481" y="446"/>
                </a:moveTo>
                <a:cubicBezTo>
                  <a:pt x="481" y="441"/>
                  <a:pt x="477" y="438"/>
                  <a:pt x="472" y="438"/>
                </a:cubicBezTo>
                <a:cubicBezTo>
                  <a:pt x="467" y="438"/>
                  <a:pt x="463" y="441"/>
                  <a:pt x="463" y="446"/>
                </a:cubicBezTo>
                <a:cubicBezTo>
                  <a:pt x="463" y="451"/>
                  <a:pt x="467" y="455"/>
                  <a:pt x="472" y="455"/>
                </a:cubicBezTo>
                <a:cubicBezTo>
                  <a:pt x="477" y="455"/>
                  <a:pt x="481" y="451"/>
                  <a:pt x="481" y="446"/>
                </a:cubicBezTo>
                <a:close/>
                <a:moveTo>
                  <a:pt x="506" y="446"/>
                </a:moveTo>
                <a:cubicBezTo>
                  <a:pt x="506" y="441"/>
                  <a:pt x="503" y="438"/>
                  <a:pt x="498" y="438"/>
                </a:cubicBezTo>
                <a:cubicBezTo>
                  <a:pt x="493" y="438"/>
                  <a:pt x="489" y="441"/>
                  <a:pt x="489" y="446"/>
                </a:cubicBezTo>
                <a:cubicBezTo>
                  <a:pt x="489" y="451"/>
                  <a:pt x="493" y="455"/>
                  <a:pt x="498" y="455"/>
                </a:cubicBezTo>
                <a:cubicBezTo>
                  <a:pt x="503" y="455"/>
                  <a:pt x="506" y="451"/>
                  <a:pt x="506" y="446"/>
                </a:cubicBezTo>
                <a:close/>
                <a:moveTo>
                  <a:pt x="532" y="446"/>
                </a:moveTo>
                <a:cubicBezTo>
                  <a:pt x="532" y="441"/>
                  <a:pt x="528" y="438"/>
                  <a:pt x="524" y="438"/>
                </a:cubicBezTo>
                <a:cubicBezTo>
                  <a:pt x="519" y="438"/>
                  <a:pt x="515" y="441"/>
                  <a:pt x="515" y="446"/>
                </a:cubicBezTo>
                <a:cubicBezTo>
                  <a:pt x="515" y="451"/>
                  <a:pt x="519" y="455"/>
                  <a:pt x="524" y="455"/>
                </a:cubicBezTo>
                <a:cubicBezTo>
                  <a:pt x="528" y="455"/>
                  <a:pt x="532" y="451"/>
                  <a:pt x="532" y="446"/>
                </a:cubicBezTo>
                <a:close/>
                <a:moveTo>
                  <a:pt x="558" y="446"/>
                </a:moveTo>
                <a:cubicBezTo>
                  <a:pt x="558" y="441"/>
                  <a:pt x="554" y="438"/>
                  <a:pt x="549" y="438"/>
                </a:cubicBezTo>
                <a:cubicBezTo>
                  <a:pt x="545" y="438"/>
                  <a:pt x="541" y="441"/>
                  <a:pt x="541" y="446"/>
                </a:cubicBezTo>
                <a:cubicBezTo>
                  <a:pt x="541" y="451"/>
                  <a:pt x="545" y="455"/>
                  <a:pt x="549" y="455"/>
                </a:cubicBezTo>
                <a:cubicBezTo>
                  <a:pt x="554" y="455"/>
                  <a:pt x="558" y="451"/>
                  <a:pt x="558" y="446"/>
                </a:cubicBezTo>
                <a:close/>
                <a:moveTo>
                  <a:pt x="584" y="446"/>
                </a:moveTo>
                <a:cubicBezTo>
                  <a:pt x="584" y="441"/>
                  <a:pt x="580" y="438"/>
                  <a:pt x="575" y="438"/>
                </a:cubicBezTo>
                <a:cubicBezTo>
                  <a:pt x="570" y="438"/>
                  <a:pt x="567" y="441"/>
                  <a:pt x="567" y="446"/>
                </a:cubicBezTo>
                <a:cubicBezTo>
                  <a:pt x="567" y="451"/>
                  <a:pt x="570" y="455"/>
                  <a:pt x="575" y="455"/>
                </a:cubicBezTo>
                <a:cubicBezTo>
                  <a:pt x="580" y="455"/>
                  <a:pt x="584" y="451"/>
                  <a:pt x="584" y="446"/>
                </a:cubicBezTo>
                <a:close/>
                <a:moveTo>
                  <a:pt x="687" y="446"/>
                </a:moveTo>
                <a:cubicBezTo>
                  <a:pt x="687" y="441"/>
                  <a:pt x="683" y="438"/>
                  <a:pt x="678" y="438"/>
                </a:cubicBezTo>
                <a:cubicBezTo>
                  <a:pt x="673" y="438"/>
                  <a:pt x="670" y="441"/>
                  <a:pt x="670" y="446"/>
                </a:cubicBezTo>
                <a:cubicBezTo>
                  <a:pt x="670" y="451"/>
                  <a:pt x="673" y="455"/>
                  <a:pt x="678" y="455"/>
                </a:cubicBezTo>
                <a:cubicBezTo>
                  <a:pt x="683" y="455"/>
                  <a:pt x="687" y="451"/>
                  <a:pt x="687" y="446"/>
                </a:cubicBezTo>
                <a:close/>
                <a:moveTo>
                  <a:pt x="712" y="446"/>
                </a:moveTo>
                <a:cubicBezTo>
                  <a:pt x="712" y="441"/>
                  <a:pt x="709" y="438"/>
                  <a:pt x="704" y="438"/>
                </a:cubicBezTo>
                <a:cubicBezTo>
                  <a:pt x="699" y="438"/>
                  <a:pt x="695" y="441"/>
                  <a:pt x="695" y="446"/>
                </a:cubicBezTo>
                <a:cubicBezTo>
                  <a:pt x="695" y="451"/>
                  <a:pt x="699" y="455"/>
                  <a:pt x="704" y="455"/>
                </a:cubicBezTo>
                <a:cubicBezTo>
                  <a:pt x="709" y="455"/>
                  <a:pt x="712" y="451"/>
                  <a:pt x="712" y="446"/>
                </a:cubicBezTo>
                <a:close/>
                <a:moveTo>
                  <a:pt x="919" y="446"/>
                </a:moveTo>
                <a:cubicBezTo>
                  <a:pt x="919" y="441"/>
                  <a:pt x="915" y="438"/>
                  <a:pt x="910" y="438"/>
                </a:cubicBezTo>
                <a:cubicBezTo>
                  <a:pt x="905" y="438"/>
                  <a:pt x="901" y="441"/>
                  <a:pt x="901" y="446"/>
                </a:cubicBezTo>
                <a:cubicBezTo>
                  <a:pt x="901" y="451"/>
                  <a:pt x="905" y="455"/>
                  <a:pt x="910" y="455"/>
                </a:cubicBezTo>
                <a:cubicBezTo>
                  <a:pt x="915" y="455"/>
                  <a:pt x="919" y="451"/>
                  <a:pt x="919" y="446"/>
                </a:cubicBezTo>
                <a:close/>
                <a:moveTo>
                  <a:pt x="944" y="446"/>
                </a:moveTo>
                <a:cubicBezTo>
                  <a:pt x="944" y="441"/>
                  <a:pt x="940" y="438"/>
                  <a:pt x="936" y="438"/>
                </a:cubicBezTo>
                <a:cubicBezTo>
                  <a:pt x="931" y="438"/>
                  <a:pt x="927" y="441"/>
                  <a:pt x="927" y="446"/>
                </a:cubicBezTo>
                <a:cubicBezTo>
                  <a:pt x="927" y="451"/>
                  <a:pt x="931" y="455"/>
                  <a:pt x="936" y="455"/>
                </a:cubicBezTo>
                <a:cubicBezTo>
                  <a:pt x="940" y="455"/>
                  <a:pt x="944" y="451"/>
                  <a:pt x="944" y="446"/>
                </a:cubicBezTo>
                <a:close/>
                <a:moveTo>
                  <a:pt x="970" y="446"/>
                </a:moveTo>
                <a:cubicBezTo>
                  <a:pt x="970" y="441"/>
                  <a:pt x="966" y="438"/>
                  <a:pt x="961" y="438"/>
                </a:cubicBezTo>
                <a:cubicBezTo>
                  <a:pt x="957" y="438"/>
                  <a:pt x="953" y="441"/>
                  <a:pt x="953" y="446"/>
                </a:cubicBezTo>
                <a:cubicBezTo>
                  <a:pt x="953" y="451"/>
                  <a:pt x="957" y="455"/>
                  <a:pt x="961" y="455"/>
                </a:cubicBezTo>
                <a:cubicBezTo>
                  <a:pt x="966" y="455"/>
                  <a:pt x="970" y="451"/>
                  <a:pt x="970" y="446"/>
                </a:cubicBezTo>
                <a:close/>
                <a:moveTo>
                  <a:pt x="1331" y="446"/>
                </a:moveTo>
                <a:cubicBezTo>
                  <a:pt x="1331" y="441"/>
                  <a:pt x="1327" y="438"/>
                  <a:pt x="1322" y="438"/>
                </a:cubicBezTo>
                <a:cubicBezTo>
                  <a:pt x="1317" y="438"/>
                  <a:pt x="1314" y="441"/>
                  <a:pt x="1314" y="446"/>
                </a:cubicBezTo>
                <a:cubicBezTo>
                  <a:pt x="1314" y="451"/>
                  <a:pt x="1317" y="455"/>
                  <a:pt x="1322" y="455"/>
                </a:cubicBezTo>
                <a:cubicBezTo>
                  <a:pt x="1327" y="455"/>
                  <a:pt x="1331" y="451"/>
                  <a:pt x="1331" y="446"/>
                </a:cubicBezTo>
                <a:close/>
                <a:moveTo>
                  <a:pt x="1356" y="446"/>
                </a:moveTo>
                <a:cubicBezTo>
                  <a:pt x="1356" y="441"/>
                  <a:pt x="1353" y="438"/>
                  <a:pt x="1348" y="438"/>
                </a:cubicBezTo>
                <a:cubicBezTo>
                  <a:pt x="1343" y="438"/>
                  <a:pt x="1339" y="441"/>
                  <a:pt x="1339" y="446"/>
                </a:cubicBezTo>
                <a:cubicBezTo>
                  <a:pt x="1339" y="451"/>
                  <a:pt x="1343" y="455"/>
                  <a:pt x="1348" y="455"/>
                </a:cubicBezTo>
                <a:cubicBezTo>
                  <a:pt x="1353" y="455"/>
                  <a:pt x="1356" y="451"/>
                  <a:pt x="1356" y="446"/>
                </a:cubicBezTo>
                <a:close/>
                <a:moveTo>
                  <a:pt x="1382" y="446"/>
                </a:moveTo>
                <a:cubicBezTo>
                  <a:pt x="1382" y="441"/>
                  <a:pt x="1378" y="438"/>
                  <a:pt x="1374" y="438"/>
                </a:cubicBezTo>
                <a:cubicBezTo>
                  <a:pt x="1369" y="438"/>
                  <a:pt x="1365" y="441"/>
                  <a:pt x="1365" y="446"/>
                </a:cubicBezTo>
                <a:cubicBezTo>
                  <a:pt x="1365" y="451"/>
                  <a:pt x="1369" y="455"/>
                  <a:pt x="1374" y="455"/>
                </a:cubicBezTo>
                <a:cubicBezTo>
                  <a:pt x="1378" y="455"/>
                  <a:pt x="1382" y="451"/>
                  <a:pt x="1382" y="446"/>
                </a:cubicBezTo>
                <a:close/>
                <a:moveTo>
                  <a:pt x="1459" y="446"/>
                </a:moveTo>
                <a:cubicBezTo>
                  <a:pt x="1459" y="441"/>
                  <a:pt x="1456" y="438"/>
                  <a:pt x="1451" y="438"/>
                </a:cubicBezTo>
                <a:cubicBezTo>
                  <a:pt x="1446" y="438"/>
                  <a:pt x="1442" y="441"/>
                  <a:pt x="1442" y="446"/>
                </a:cubicBezTo>
                <a:cubicBezTo>
                  <a:pt x="1442" y="451"/>
                  <a:pt x="1446" y="455"/>
                  <a:pt x="1451" y="455"/>
                </a:cubicBezTo>
                <a:cubicBezTo>
                  <a:pt x="1456" y="455"/>
                  <a:pt x="1459" y="451"/>
                  <a:pt x="1459" y="446"/>
                </a:cubicBezTo>
                <a:close/>
                <a:moveTo>
                  <a:pt x="1485" y="446"/>
                </a:moveTo>
                <a:cubicBezTo>
                  <a:pt x="1485" y="441"/>
                  <a:pt x="1481" y="438"/>
                  <a:pt x="1477" y="438"/>
                </a:cubicBezTo>
                <a:cubicBezTo>
                  <a:pt x="1472" y="438"/>
                  <a:pt x="1468" y="441"/>
                  <a:pt x="1468" y="446"/>
                </a:cubicBezTo>
                <a:cubicBezTo>
                  <a:pt x="1468" y="451"/>
                  <a:pt x="1472" y="455"/>
                  <a:pt x="1477" y="455"/>
                </a:cubicBezTo>
                <a:cubicBezTo>
                  <a:pt x="1481" y="455"/>
                  <a:pt x="1485" y="451"/>
                  <a:pt x="1485" y="446"/>
                </a:cubicBezTo>
                <a:close/>
                <a:moveTo>
                  <a:pt x="1511" y="446"/>
                </a:moveTo>
                <a:cubicBezTo>
                  <a:pt x="1511" y="441"/>
                  <a:pt x="1507" y="438"/>
                  <a:pt x="1502" y="438"/>
                </a:cubicBezTo>
                <a:cubicBezTo>
                  <a:pt x="1498" y="438"/>
                  <a:pt x="1494" y="441"/>
                  <a:pt x="1494" y="446"/>
                </a:cubicBezTo>
                <a:cubicBezTo>
                  <a:pt x="1494" y="451"/>
                  <a:pt x="1498" y="455"/>
                  <a:pt x="1502" y="455"/>
                </a:cubicBezTo>
                <a:cubicBezTo>
                  <a:pt x="1507" y="455"/>
                  <a:pt x="1511" y="451"/>
                  <a:pt x="1511" y="446"/>
                </a:cubicBezTo>
                <a:close/>
                <a:moveTo>
                  <a:pt x="1537" y="446"/>
                </a:moveTo>
                <a:cubicBezTo>
                  <a:pt x="1537" y="441"/>
                  <a:pt x="1533" y="438"/>
                  <a:pt x="1528" y="438"/>
                </a:cubicBezTo>
                <a:cubicBezTo>
                  <a:pt x="1523" y="438"/>
                  <a:pt x="1520" y="441"/>
                  <a:pt x="1520" y="446"/>
                </a:cubicBezTo>
                <a:cubicBezTo>
                  <a:pt x="1520" y="451"/>
                  <a:pt x="1523" y="455"/>
                  <a:pt x="1528" y="455"/>
                </a:cubicBezTo>
                <a:cubicBezTo>
                  <a:pt x="1533" y="455"/>
                  <a:pt x="1537" y="451"/>
                  <a:pt x="1537" y="446"/>
                </a:cubicBezTo>
                <a:close/>
                <a:moveTo>
                  <a:pt x="1563" y="446"/>
                </a:moveTo>
                <a:cubicBezTo>
                  <a:pt x="1563" y="441"/>
                  <a:pt x="1559" y="438"/>
                  <a:pt x="1554" y="438"/>
                </a:cubicBezTo>
                <a:cubicBezTo>
                  <a:pt x="1549" y="438"/>
                  <a:pt x="1545" y="441"/>
                  <a:pt x="1545" y="446"/>
                </a:cubicBezTo>
                <a:cubicBezTo>
                  <a:pt x="1545" y="451"/>
                  <a:pt x="1549" y="455"/>
                  <a:pt x="1554" y="455"/>
                </a:cubicBezTo>
                <a:cubicBezTo>
                  <a:pt x="1559" y="455"/>
                  <a:pt x="1563" y="451"/>
                  <a:pt x="1563" y="446"/>
                </a:cubicBezTo>
                <a:close/>
                <a:moveTo>
                  <a:pt x="1588" y="446"/>
                </a:moveTo>
                <a:cubicBezTo>
                  <a:pt x="1588" y="441"/>
                  <a:pt x="1584" y="438"/>
                  <a:pt x="1580" y="438"/>
                </a:cubicBezTo>
                <a:cubicBezTo>
                  <a:pt x="1575" y="438"/>
                  <a:pt x="1571" y="441"/>
                  <a:pt x="1571" y="446"/>
                </a:cubicBezTo>
                <a:cubicBezTo>
                  <a:pt x="1571" y="451"/>
                  <a:pt x="1575" y="455"/>
                  <a:pt x="1580" y="455"/>
                </a:cubicBezTo>
                <a:cubicBezTo>
                  <a:pt x="1584" y="455"/>
                  <a:pt x="1588" y="451"/>
                  <a:pt x="1588" y="446"/>
                </a:cubicBezTo>
                <a:close/>
                <a:moveTo>
                  <a:pt x="1614" y="446"/>
                </a:moveTo>
                <a:cubicBezTo>
                  <a:pt x="1614" y="441"/>
                  <a:pt x="1610" y="438"/>
                  <a:pt x="1605" y="438"/>
                </a:cubicBezTo>
                <a:cubicBezTo>
                  <a:pt x="1601" y="438"/>
                  <a:pt x="1597" y="441"/>
                  <a:pt x="1597" y="446"/>
                </a:cubicBezTo>
                <a:cubicBezTo>
                  <a:pt x="1597" y="451"/>
                  <a:pt x="1601" y="455"/>
                  <a:pt x="1605" y="455"/>
                </a:cubicBezTo>
                <a:cubicBezTo>
                  <a:pt x="1610" y="455"/>
                  <a:pt x="1614" y="451"/>
                  <a:pt x="1614" y="446"/>
                </a:cubicBezTo>
                <a:close/>
                <a:moveTo>
                  <a:pt x="1640" y="446"/>
                </a:moveTo>
                <a:cubicBezTo>
                  <a:pt x="1640" y="441"/>
                  <a:pt x="1636" y="438"/>
                  <a:pt x="1631" y="438"/>
                </a:cubicBezTo>
                <a:cubicBezTo>
                  <a:pt x="1626" y="438"/>
                  <a:pt x="1623" y="441"/>
                  <a:pt x="1623" y="446"/>
                </a:cubicBezTo>
                <a:cubicBezTo>
                  <a:pt x="1623" y="451"/>
                  <a:pt x="1626" y="455"/>
                  <a:pt x="1631" y="455"/>
                </a:cubicBezTo>
                <a:cubicBezTo>
                  <a:pt x="1636" y="455"/>
                  <a:pt x="1640" y="451"/>
                  <a:pt x="1640" y="446"/>
                </a:cubicBezTo>
                <a:close/>
                <a:moveTo>
                  <a:pt x="1666" y="446"/>
                </a:moveTo>
                <a:cubicBezTo>
                  <a:pt x="1666" y="441"/>
                  <a:pt x="1662" y="438"/>
                  <a:pt x="1657" y="438"/>
                </a:cubicBezTo>
                <a:cubicBezTo>
                  <a:pt x="1652" y="438"/>
                  <a:pt x="1648" y="441"/>
                  <a:pt x="1648" y="446"/>
                </a:cubicBezTo>
                <a:cubicBezTo>
                  <a:pt x="1648" y="451"/>
                  <a:pt x="1652" y="455"/>
                  <a:pt x="1657" y="455"/>
                </a:cubicBezTo>
                <a:cubicBezTo>
                  <a:pt x="1662" y="455"/>
                  <a:pt x="1666" y="451"/>
                  <a:pt x="1666" y="446"/>
                </a:cubicBezTo>
                <a:close/>
                <a:moveTo>
                  <a:pt x="1691" y="446"/>
                </a:moveTo>
                <a:cubicBezTo>
                  <a:pt x="1691" y="441"/>
                  <a:pt x="1687" y="438"/>
                  <a:pt x="1683" y="438"/>
                </a:cubicBezTo>
                <a:cubicBezTo>
                  <a:pt x="1678" y="438"/>
                  <a:pt x="1674" y="441"/>
                  <a:pt x="1674" y="446"/>
                </a:cubicBezTo>
                <a:cubicBezTo>
                  <a:pt x="1674" y="451"/>
                  <a:pt x="1678" y="455"/>
                  <a:pt x="1683" y="455"/>
                </a:cubicBezTo>
                <a:cubicBezTo>
                  <a:pt x="1687" y="455"/>
                  <a:pt x="1691" y="451"/>
                  <a:pt x="1691" y="446"/>
                </a:cubicBezTo>
                <a:close/>
                <a:moveTo>
                  <a:pt x="1717" y="446"/>
                </a:moveTo>
                <a:cubicBezTo>
                  <a:pt x="1717" y="441"/>
                  <a:pt x="1713" y="438"/>
                  <a:pt x="1708" y="438"/>
                </a:cubicBezTo>
                <a:cubicBezTo>
                  <a:pt x="1704" y="438"/>
                  <a:pt x="1700" y="441"/>
                  <a:pt x="1700" y="446"/>
                </a:cubicBezTo>
                <a:cubicBezTo>
                  <a:pt x="1700" y="451"/>
                  <a:pt x="1704" y="455"/>
                  <a:pt x="1708" y="455"/>
                </a:cubicBezTo>
                <a:cubicBezTo>
                  <a:pt x="1713" y="455"/>
                  <a:pt x="1717" y="451"/>
                  <a:pt x="1717" y="446"/>
                </a:cubicBezTo>
                <a:close/>
                <a:moveTo>
                  <a:pt x="1743" y="446"/>
                </a:moveTo>
                <a:cubicBezTo>
                  <a:pt x="1743" y="441"/>
                  <a:pt x="1739" y="438"/>
                  <a:pt x="1734" y="438"/>
                </a:cubicBezTo>
                <a:cubicBezTo>
                  <a:pt x="1730" y="438"/>
                  <a:pt x="1726" y="441"/>
                  <a:pt x="1726" y="446"/>
                </a:cubicBezTo>
                <a:cubicBezTo>
                  <a:pt x="1726" y="451"/>
                  <a:pt x="1730" y="455"/>
                  <a:pt x="1734" y="455"/>
                </a:cubicBezTo>
                <a:cubicBezTo>
                  <a:pt x="1739" y="455"/>
                  <a:pt x="1743" y="451"/>
                  <a:pt x="1743" y="446"/>
                </a:cubicBezTo>
                <a:close/>
                <a:moveTo>
                  <a:pt x="1769" y="446"/>
                </a:moveTo>
                <a:cubicBezTo>
                  <a:pt x="1769" y="441"/>
                  <a:pt x="1765" y="438"/>
                  <a:pt x="1760" y="438"/>
                </a:cubicBezTo>
                <a:cubicBezTo>
                  <a:pt x="1755" y="438"/>
                  <a:pt x="1751" y="441"/>
                  <a:pt x="1751" y="446"/>
                </a:cubicBezTo>
                <a:cubicBezTo>
                  <a:pt x="1751" y="451"/>
                  <a:pt x="1755" y="455"/>
                  <a:pt x="1760" y="455"/>
                </a:cubicBezTo>
                <a:cubicBezTo>
                  <a:pt x="1765" y="455"/>
                  <a:pt x="1769" y="451"/>
                  <a:pt x="1769" y="446"/>
                </a:cubicBezTo>
                <a:close/>
                <a:moveTo>
                  <a:pt x="1794" y="446"/>
                </a:moveTo>
                <a:cubicBezTo>
                  <a:pt x="1794" y="441"/>
                  <a:pt x="1791" y="438"/>
                  <a:pt x="1786" y="438"/>
                </a:cubicBezTo>
                <a:cubicBezTo>
                  <a:pt x="1781" y="438"/>
                  <a:pt x="1777" y="441"/>
                  <a:pt x="1777" y="446"/>
                </a:cubicBezTo>
                <a:cubicBezTo>
                  <a:pt x="1777" y="451"/>
                  <a:pt x="1781" y="455"/>
                  <a:pt x="1786" y="455"/>
                </a:cubicBezTo>
                <a:cubicBezTo>
                  <a:pt x="1791" y="455"/>
                  <a:pt x="1794" y="451"/>
                  <a:pt x="1794" y="446"/>
                </a:cubicBezTo>
                <a:close/>
                <a:moveTo>
                  <a:pt x="1820" y="446"/>
                </a:moveTo>
                <a:cubicBezTo>
                  <a:pt x="1820" y="441"/>
                  <a:pt x="1816" y="438"/>
                  <a:pt x="1812" y="438"/>
                </a:cubicBezTo>
                <a:cubicBezTo>
                  <a:pt x="1807" y="438"/>
                  <a:pt x="1803" y="441"/>
                  <a:pt x="1803" y="446"/>
                </a:cubicBezTo>
                <a:cubicBezTo>
                  <a:pt x="1803" y="451"/>
                  <a:pt x="1807" y="455"/>
                  <a:pt x="1812" y="455"/>
                </a:cubicBezTo>
                <a:cubicBezTo>
                  <a:pt x="1816" y="455"/>
                  <a:pt x="1820" y="451"/>
                  <a:pt x="1820" y="446"/>
                </a:cubicBezTo>
                <a:close/>
                <a:moveTo>
                  <a:pt x="1846" y="446"/>
                </a:moveTo>
                <a:cubicBezTo>
                  <a:pt x="1846" y="441"/>
                  <a:pt x="1842" y="438"/>
                  <a:pt x="1837" y="438"/>
                </a:cubicBezTo>
                <a:cubicBezTo>
                  <a:pt x="1833" y="438"/>
                  <a:pt x="1829" y="441"/>
                  <a:pt x="1829" y="446"/>
                </a:cubicBezTo>
                <a:cubicBezTo>
                  <a:pt x="1829" y="451"/>
                  <a:pt x="1833" y="455"/>
                  <a:pt x="1837" y="455"/>
                </a:cubicBezTo>
                <a:cubicBezTo>
                  <a:pt x="1842" y="455"/>
                  <a:pt x="1846" y="451"/>
                  <a:pt x="1846" y="446"/>
                </a:cubicBezTo>
                <a:close/>
                <a:moveTo>
                  <a:pt x="1872" y="446"/>
                </a:moveTo>
                <a:cubicBezTo>
                  <a:pt x="1872" y="441"/>
                  <a:pt x="1868" y="438"/>
                  <a:pt x="1863" y="438"/>
                </a:cubicBezTo>
                <a:cubicBezTo>
                  <a:pt x="1858" y="438"/>
                  <a:pt x="1854" y="441"/>
                  <a:pt x="1854" y="446"/>
                </a:cubicBezTo>
                <a:cubicBezTo>
                  <a:pt x="1854" y="451"/>
                  <a:pt x="1858" y="455"/>
                  <a:pt x="1863" y="455"/>
                </a:cubicBezTo>
                <a:cubicBezTo>
                  <a:pt x="1868" y="455"/>
                  <a:pt x="1872" y="451"/>
                  <a:pt x="1872" y="446"/>
                </a:cubicBezTo>
                <a:close/>
                <a:moveTo>
                  <a:pt x="1897" y="446"/>
                </a:moveTo>
                <a:cubicBezTo>
                  <a:pt x="1897" y="441"/>
                  <a:pt x="1894" y="438"/>
                  <a:pt x="1889" y="438"/>
                </a:cubicBezTo>
                <a:cubicBezTo>
                  <a:pt x="1884" y="438"/>
                  <a:pt x="1880" y="441"/>
                  <a:pt x="1880" y="446"/>
                </a:cubicBezTo>
                <a:cubicBezTo>
                  <a:pt x="1880" y="451"/>
                  <a:pt x="1884" y="455"/>
                  <a:pt x="1889" y="455"/>
                </a:cubicBezTo>
                <a:cubicBezTo>
                  <a:pt x="1894" y="455"/>
                  <a:pt x="1897" y="451"/>
                  <a:pt x="1897" y="446"/>
                </a:cubicBezTo>
                <a:close/>
                <a:moveTo>
                  <a:pt x="1923" y="446"/>
                </a:moveTo>
                <a:cubicBezTo>
                  <a:pt x="1923" y="441"/>
                  <a:pt x="1919" y="438"/>
                  <a:pt x="1915" y="438"/>
                </a:cubicBezTo>
                <a:cubicBezTo>
                  <a:pt x="1910" y="438"/>
                  <a:pt x="1906" y="441"/>
                  <a:pt x="1906" y="446"/>
                </a:cubicBezTo>
                <a:cubicBezTo>
                  <a:pt x="1906" y="451"/>
                  <a:pt x="1910" y="455"/>
                  <a:pt x="1915" y="455"/>
                </a:cubicBezTo>
                <a:cubicBezTo>
                  <a:pt x="1919" y="455"/>
                  <a:pt x="1923" y="451"/>
                  <a:pt x="1923" y="446"/>
                </a:cubicBezTo>
                <a:close/>
                <a:moveTo>
                  <a:pt x="1949" y="446"/>
                </a:moveTo>
                <a:cubicBezTo>
                  <a:pt x="1949" y="441"/>
                  <a:pt x="1945" y="438"/>
                  <a:pt x="1940" y="438"/>
                </a:cubicBezTo>
                <a:cubicBezTo>
                  <a:pt x="1936" y="438"/>
                  <a:pt x="1932" y="441"/>
                  <a:pt x="1932" y="446"/>
                </a:cubicBezTo>
                <a:cubicBezTo>
                  <a:pt x="1932" y="451"/>
                  <a:pt x="1936" y="455"/>
                  <a:pt x="1940" y="455"/>
                </a:cubicBezTo>
                <a:cubicBezTo>
                  <a:pt x="1945" y="455"/>
                  <a:pt x="1949" y="451"/>
                  <a:pt x="1949" y="446"/>
                </a:cubicBezTo>
                <a:close/>
                <a:moveTo>
                  <a:pt x="1975" y="446"/>
                </a:moveTo>
                <a:cubicBezTo>
                  <a:pt x="1975" y="441"/>
                  <a:pt x="1971" y="438"/>
                  <a:pt x="1966" y="438"/>
                </a:cubicBezTo>
                <a:cubicBezTo>
                  <a:pt x="1961" y="438"/>
                  <a:pt x="1957" y="441"/>
                  <a:pt x="1957" y="446"/>
                </a:cubicBezTo>
                <a:cubicBezTo>
                  <a:pt x="1957" y="451"/>
                  <a:pt x="1961" y="455"/>
                  <a:pt x="1966" y="455"/>
                </a:cubicBezTo>
                <a:cubicBezTo>
                  <a:pt x="1971" y="455"/>
                  <a:pt x="1975" y="451"/>
                  <a:pt x="1975" y="446"/>
                </a:cubicBezTo>
                <a:close/>
                <a:moveTo>
                  <a:pt x="2000" y="446"/>
                </a:moveTo>
                <a:cubicBezTo>
                  <a:pt x="2000" y="441"/>
                  <a:pt x="1997" y="438"/>
                  <a:pt x="1992" y="438"/>
                </a:cubicBezTo>
                <a:cubicBezTo>
                  <a:pt x="1987" y="438"/>
                  <a:pt x="1983" y="441"/>
                  <a:pt x="1983" y="446"/>
                </a:cubicBezTo>
                <a:cubicBezTo>
                  <a:pt x="1983" y="451"/>
                  <a:pt x="1987" y="455"/>
                  <a:pt x="1992" y="455"/>
                </a:cubicBezTo>
                <a:cubicBezTo>
                  <a:pt x="1997" y="455"/>
                  <a:pt x="2000" y="451"/>
                  <a:pt x="2000" y="446"/>
                </a:cubicBezTo>
                <a:close/>
                <a:moveTo>
                  <a:pt x="2026" y="446"/>
                </a:moveTo>
                <a:cubicBezTo>
                  <a:pt x="2026" y="441"/>
                  <a:pt x="2022" y="438"/>
                  <a:pt x="2018" y="438"/>
                </a:cubicBezTo>
                <a:cubicBezTo>
                  <a:pt x="2013" y="438"/>
                  <a:pt x="2009" y="441"/>
                  <a:pt x="2009" y="446"/>
                </a:cubicBezTo>
                <a:cubicBezTo>
                  <a:pt x="2009" y="451"/>
                  <a:pt x="2013" y="455"/>
                  <a:pt x="2018" y="455"/>
                </a:cubicBezTo>
                <a:cubicBezTo>
                  <a:pt x="2022" y="455"/>
                  <a:pt x="2026" y="451"/>
                  <a:pt x="2026" y="446"/>
                </a:cubicBezTo>
                <a:close/>
                <a:moveTo>
                  <a:pt x="2052" y="446"/>
                </a:moveTo>
                <a:cubicBezTo>
                  <a:pt x="2052" y="441"/>
                  <a:pt x="2048" y="438"/>
                  <a:pt x="2043" y="438"/>
                </a:cubicBezTo>
                <a:cubicBezTo>
                  <a:pt x="2039" y="438"/>
                  <a:pt x="2035" y="441"/>
                  <a:pt x="2035" y="446"/>
                </a:cubicBezTo>
                <a:cubicBezTo>
                  <a:pt x="2035" y="451"/>
                  <a:pt x="2039" y="455"/>
                  <a:pt x="2043" y="455"/>
                </a:cubicBezTo>
                <a:cubicBezTo>
                  <a:pt x="2048" y="455"/>
                  <a:pt x="2052" y="451"/>
                  <a:pt x="2052" y="446"/>
                </a:cubicBezTo>
                <a:close/>
                <a:moveTo>
                  <a:pt x="2078" y="446"/>
                </a:moveTo>
                <a:cubicBezTo>
                  <a:pt x="2078" y="441"/>
                  <a:pt x="2074" y="438"/>
                  <a:pt x="2069" y="438"/>
                </a:cubicBezTo>
                <a:cubicBezTo>
                  <a:pt x="2064" y="438"/>
                  <a:pt x="2061" y="441"/>
                  <a:pt x="2061" y="446"/>
                </a:cubicBezTo>
                <a:cubicBezTo>
                  <a:pt x="2061" y="451"/>
                  <a:pt x="2064" y="455"/>
                  <a:pt x="2069" y="455"/>
                </a:cubicBezTo>
                <a:cubicBezTo>
                  <a:pt x="2074" y="455"/>
                  <a:pt x="2078" y="451"/>
                  <a:pt x="2078" y="446"/>
                </a:cubicBezTo>
                <a:close/>
                <a:moveTo>
                  <a:pt x="2103" y="446"/>
                </a:moveTo>
                <a:cubicBezTo>
                  <a:pt x="2103" y="441"/>
                  <a:pt x="2100" y="438"/>
                  <a:pt x="2095" y="438"/>
                </a:cubicBezTo>
                <a:cubicBezTo>
                  <a:pt x="2090" y="438"/>
                  <a:pt x="2086" y="441"/>
                  <a:pt x="2086" y="446"/>
                </a:cubicBezTo>
                <a:cubicBezTo>
                  <a:pt x="2086" y="451"/>
                  <a:pt x="2090" y="455"/>
                  <a:pt x="2095" y="455"/>
                </a:cubicBezTo>
                <a:cubicBezTo>
                  <a:pt x="2100" y="455"/>
                  <a:pt x="2103" y="451"/>
                  <a:pt x="2103" y="446"/>
                </a:cubicBezTo>
                <a:close/>
                <a:moveTo>
                  <a:pt x="2129" y="446"/>
                </a:moveTo>
                <a:cubicBezTo>
                  <a:pt x="2129" y="441"/>
                  <a:pt x="2125" y="438"/>
                  <a:pt x="2121" y="438"/>
                </a:cubicBezTo>
                <a:cubicBezTo>
                  <a:pt x="2116" y="438"/>
                  <a:pt x="2112" y="441"/>
                  <a:pt x="2112" y="446"/>
                </a:cubicBezTo>
                <a:cubicBezTo>
                  <a:pt x="2112" y="451"/>
                  <a:pt x="2116" y="455"/>
                  <a:pt x="2121" y="455"/>
                </a:cubicBezTo>
                <a:cubicBezTo>
                  <a:pt x="2125" y="455"/>
                  <a:pt x="2129" y="451"/>
                  <a:pt x="2129" y="446"/>
                </a:cubicBezTo>
                <a:close/>
                <a:moveTo>
                  <a:pt x="2155" y="446"/>
                </a:moveTo>
                <a:cubicBezTo>
                  <a:pt x="2155" y="441"/>
                  <a:pt x="2151" y="438"/>
                  <a:pt x="2146" y="438"/>
                </a:cubicBezTo>
                <a:cubicBezTo>
                  <a:pt x="2142" y="438"/>
                  <a:pt x="2138" y="441"/>
                  <a:pt x="2138" y="446"/>
                </a:cubicBezTo>
                <a:cubicBezTo>
                  <a:pt x="2138" y="451"/>
                  <a:pt x="2142" y="455"/>
                  <a:pt x="2146" y="455"/>
                </a:cubicBezTo>
                <a:cubicBezTo>
                  <a:pt x="2151" y="455"/>
                  <a:pt x="2155" y="451"/>
                  <a:pt x="2155" y="446"/>
                </a:cubicBezTo>
                <a:close/>
                <a:moveTo>
                  <a:pt x="2181" y="446"/>
                </a:moveTo>
                <a:cubicBezTo>
                  <a:pt x="2181" y="441"/>
                  <a:pt x="2177" y="438"/>
                  <a:pt x="2172" y="438"/>
                </a:cubicBezTo>
                <a:cubicBezTo>
                  <a:pt x="2167" y="438"/>
                  <a:pt x="2164" y="441"/>
                  <a:pt x="2164" y="446"/>
                </a:cubicBezTo>
                <a:cubicBezTo>
                  <a:pt x="2164" y="451"/>
                  <a:pt x="2167" y="455"/>
                  <a:pt x="2172" y="455"/>
                </a:cubicBezTo>
                <a:cubicBezTo>
                  <a:pt x="2177" y="455"/>
                  <a:pt x="2181" y="451"/>
                  <a:pt x="2181" y="446"/>
                </a:cubicBezTo>
                <a:close/>
                <a:moveTo>
                  <a:pt x="2207" y="446"/>
                </a:moveTo>
                <a:cubicBezTo>
                  <a:pt x="2207" y="441"/>
                  <a:pt x="2203" y="438"/>
                  <a:pt x="2198" y="438"/>
                </a:cubicBezTo>
                <a:cubicBezTo>
                  <a:pt x="2193" y="438"/>
                  <a:pt x="2189" y="441"/>
                  <a:pt x="2189" y="446"/>
                </a:cubicBezTo>
                <a:cubicBezTo>
                  <a:pt x="2189" y="451"/>
                  <a:pt x="2193" y="455"/>
                  <a:pt x="2198" y="455"/>
                </a:cubicBezTo>
                <a:cubicBezTo>
                  <a:pt x="2203" y="455"/>
                  <a:pt x="2207" y="451"/>
                  <a:pt x="2207" y="446"/>
                </a:cubicBezTo>
                <a:close/>
                <a:moveTo>
                  <a:pt x="2232" y="446"/>
                </a:moveTo>
                <a:cubicBezTo>
                  <a:pt x="2232" y="441"/>
                  <a:pt x="2228" y="438"/>
                  <a:pt x="2224" y="438"/>
                </a:cubicBezTo>
                <a:cubicBezTo>
                  <a:pt x="2219" y="438"/>
                  <a:pt x="2215" y="441"/>
                  <a:pt x="2215" y="446"/>
                </a:cubicBezTo>
                <a:cubicBezTo>
                  <a:pt x="2215" y="451"/>
                  <a:pt x="2219" y="455"/>
                  <a:pt x="2224" y="455"/>
                </a:cubicBezTo>
                <a:cubicBezTo>
                  <a:pt x="2228" y="455"/>
                  <a:pt x="2232" y="451"/>
                  <a:pt x="2232" y="446"/>
                </a:cubicBezTo>
                <a:close/>
                <a:moveTo>
                  <a:pt x="2258" y="446"/>
                </a:moveTo>
                <a:cubicBezTo>
                  <a:pt x="2258" y="441"/>
                  <a:pt x="2254" y="438"/>
                  <a:pt x="2249" y="438"/>
                </a:cubicBezTo>
                <a:cubicBezTo>
                  <a:pt x="2245" y="438"/>
                  <a:pt x="2241" y="441"/>
                  <a:pt x="2241" y="446"/>
                </a:cubicBezTo>
                <a:cubicBezTo>
                  <a:pt x="2241" y="451"/>
                  <a:pt x="2245" y="455"/>
                  <a:pt x="2249" y="455"/>
                </a:cubicBezTo>
                <a:cubicBezTo>
                  <a:pt x="2254" y="455"/>
                  <a:pt x="2258" y="451"/>
                  <a:pt x="2258" y="446"/>
                </a:cubicBezTo>
                <a:close/>
                <a:moveTo>
                  <a:pt x="2284" y="446"/>
                </a:moveTo>
                <a:cubicBezTo>
                  <a:pt x="2284" y="441"/>
                  <a:pt x="2280" y="438"/>
                  <a:pt x="2275" y="438"/>
                </a:cubicBezTo>
                <a:cubicBezTo>
                  <a:pt x="2270" y="438"/>
                  <a:pt x="2267" y="441"/>
                  <a:pt x="2267" y="446"/>
                </a:cubicBezTo>
                <a:cubicBezTo>
                  <a:pt x="2267" y="451"/>
                  <a:pt x="2270" y="455"/>
                  <a:pt x="2275" y="455"/>
                </a:cubicBezTo>
                <a:cubicBezTo>
                  <a:pt x="2280" y="455"/>
                  <a:pt x="2284" y="451"/>
                  <a:pt x="2284" y="446"/>
                </a:cubicBezTo>
                <a:close/>
                <a:moveTo>
                  <a:pt x="2310" y="446"/>
                </a:moveTo>
                <a:cubicBezTo>
                  <a:pt x="2310" y="441"/>
                  <a:pt x="2306" y="438"/>
                  <a:pt x="2301" y="438"/>
                </a:cubicBezTo>
                <a:cubicBezTo>
                  <a:pt x="2296" y="438"/>
                  <a:pt x="2292" y="441"/>
                  <a:pt x="2292" y="446"/>
                </a:cubicBezTo>
                <a:cubicBezTo>
                  <a:pt x="2292" y="451"/>
                  <a:pt x="2296" y="455"/>
                  <a:pt x="2301" y="455"/>
                </a:cubicBezTo>
                <a:cubicBezTo>
                  <a:pt x="2306" y="455"/>
                  <a:pt x="2310" y="451"/>
                  <a:pt x="2310" y="446"/>
                </a:cubicBezTo>
                <a:close/>
                <a:moveTo>
                  <a:pt x="2335" y="446"/>
                </a:moveTo>
                <a:cubicBezTo>
                  <a:pt x="2335" y="441"/>
                  <a:pt x="2331" y="438"/>
                  <a:pt x="2327" y="438"/>
                </a:cubicBezTo>
                <a:cubicBezTo>
                  <a:pt x="2322" y="438"/>
                  <a:pt x="2318" y="441"/>
                  <a:pt x="2318" y="446"/>
                </a:cubicBezTo>
                <a:cubicBezTo>
                  <a:pt x="2318" y="451"/>
                  <a:pt x="2322" y="455"/>
                  <a:pt x="2327" y="455"/>
                </a:cubicBezTo>
                <a:cubicBezTo>
                  <a:pt x="2331" y="455"/>
                  <a:pt x="2335" y="451"/>
                  <a:pt x="2335" y="446"/>
                </a:cubicBezTo>
                <a:close/>
                <a:moveTo>
                  <a:pt x="2361" y="446"/>
                </a:moveTo>
                <a:cubicBezTo>
                  <a:pt x="2361" y="441"/>
                  <a:pt x="2357" y="438"/>
                  <a:pt x="2352" y="438"/>
                </a:cubicBezTo>
                <a:cubicBezTo>
                  <a:pt x="2348" y="438"/>
                  <a:pt x="2344" y="441"/>
                  <a:pt x="2344" y="446"/>
                </a:cubicBezTo>
                <a:cubicBezTo>
                  <a:pt x="2344" y="451"/>
                  <a:pt x="2348" y="455"/>
                  <a:pt x="2352" y="455"/>
                </a:cubicBezTo>
                <a:cubicBezTo>
                  <a:pt x="2357" y="455"/>
                  <a:pt x="2361" y="451"/>
                  <a:pt x="2361" y="446"/>
                </a:cubicBezTo>
                <a:close/>
                <a:moveTo>
                  <a:pt x="2387" y="446"/>
                </a:moveTo>
                <a:cubicBezTo>
                  <a:pt x="2387" y="441"/>
                  <a:pt x="2383" y="438"/>
                  <a:pt x="2378" y="438"/>
                </a:cubicBezTo>
                <a:cubicBezTo>
                  <a:pt x="2373" y="438"/>
                  <a:pt x="2370" y="441"/>
                  <a:pt x="2370" y="446"/>
                </a:cubicBezTo>
                <a:cubicBezTo>
                  <a:pt x="2370" y="451"/>
                  <a:pt x="2373" y="455"/>
                  <a:pt x="2378" y="455"/>
                </a:cubicBezTo>
                <a:cubicBezTo>
                  <a:pt x="2383" y="455"/>
                  <a:pt x="2387" y="451"/>
                  <a:pt x="2387" y="446"/>
                </a:cubicBezTo>
                <a:close/>
                <a:moveTo>
                  <a:pt x="2413" y="446"/>
                </a:moveTo>
                <a:cubicBezTo>
                  <a:pt x="2413" y="441"/>
                  <a:pt x="2409" y="438"/>
                  <a:pt x="2404" y="438"/>
                </a:cubicBezTo>
                <a:cubicBezTo>
                  <a:pt x="2399" y="438"/>
                  <a:pt x="2395" y="441"/>
                  <a:pt x="2395" y="446"/>
                </a:cubicBezTo>
                <a:cubicBezTo>
                  <a:pt x="2395" y="451"/>
                  <a:pt x="2399" y="455"/>
                  <a:pt x="2404" y="455"/>
                </a:cubicBezTo>
                <a:cubicBezTo>
                  <a:pt x="2409" y="455"/>
                  <a:pt x="2413" y="451"/>
                  <a:pt x="2413" y="446"/>
                </a:cubicBezTo>
                <a:close/>
                <a:moveTo>
                  <a:pt x="2438" y="446"/>
                </a:moveTo>
                <a:cubicBezTo>
                  <a:pt x="2438" y="441"/>
                  <a:pt x="2434" y="438"/>
                  <a:pt x="2430" y="438"/>
                </a:cubicBezTo>
                <a:cubicBezTo>
                  <a:pt x="2425" y="438"/>
                  <a:pt x="2421" y="441"/>
                  <a:pt x="2421" y="446"/>
                </a:cubicBezTo>
                <a:cubicBezTo>
                  <a:pt x="2421" y="451"/>
                  <a:pt x="2425" y="455"/>
                  <a:pt x="2430" y="455"/>
                </a:cubicBezTo>
                <a:cubicBezTo>
                  <a:pt x="2434" y="455"/>
                  <a:pt x="2438" y="451"/>
                  <a:pt x="2438" y="446"/>
                </a:cubicBezTo>
                <a:close/>
                <a:moveTo>
                  <a:pt x="2464" y="446"/>
                </a:moveTo>
                <a:cubicBezTo>
                  <a:pt x="2464" y="441"/>
                  <a:pt x="2460" y="438"/>
                  <a:pt x="2456" y="438"/>
                </a:cubicBezTo>
                <a:cubicBezTo>
                  <a:pt x="2451" y="438"/>
                  <a:pt x="2447" y="441"/>
                  <a:pt x="2447" y="446"/>
                </a:cubicBezTo>
                <a:cubicBezTo>
                  <a:pt x="2447" y="451"/>
                  <a:pt x="2451" y="455"/>
                  <a:pt x="2456" y="455"/>
                </a:cubicBezTo>
                <a:cubicBezTo>
                  <a:pt x="2460" y="455"/>
                  <a:pt x="2464" y="451"/>
                  <a:pt x="2464" y="446"/>
                </a:cubicBezTo>
                <a:close/>
                <a:moveTo>
                  <a:pt x="2490" y="446"/>
                </a:moveTo>
                <a:cubicBezTo>
                  <a:pt x="2490" y="441"/>
                  <a:pt x="2486" y="438"/>
                  <a:pt x="2481" y="438"/>
                </a:cubicBezTo>
                <a:cubicBezTo>
                  <a:pt x="2477" y="438"/>
                  <a:pt x="2473" y="441"/>
                  <a:pt x="2473" y="446"/>
                </a:cubicBezTo>
                <a:cubicBezTo>
                  <a:pt x="2473" y="451"/>
                  <a:pt x="2477" y="455"/>
                  <a:pt x="2481" y="455"/>
                </a:cubicBezTo>
                <a:cubicBezTo>
                  <a:pt x="2486" y="455"/>
                  <a:pt x="2490" y="451"/>
                  <a:pt x="2490" y="446"/>
                </a:cubicBezTo>
                <a:close/>
                <a:moveTo>
                  <a:pt x="2516" y="446"/>
                </a:moveTo>
                <a:cubicBezTo>
                  <a:pt x="2516" y="441"/>
                  <a:pt x="2512" y="438"/>
                  <a:pt x="2507" y="438"/>
                </a:cubicBezTo>
                <a:cubicBezTo>
                  <a:pt x="2502" y="438"/>
                  <a:pt x="2498" y="441"/>
                  <a:pt x="2498" y="446"/>
                </a:cubicBezTo>
                <a:cubicBezTo>
                  <a:pt x="2498" y="451"/>
                  <a:pt x="2502" y="455"/>
                  <a:pt x="2507" y="455"/>
                </a:cubicBezTo>
                <a:cubicBezTo>
                  <a:pt x="2512" y="455"/>
                  <a:pt x="2516" y="451"/>
                  <a:pt x="2516" y="446"/>
                </a:cubicBezTo>
                <a:close/>
                <a:moveTo>
                  <a:pt x="2541" y="446"/>
                </a:moveTo>
                <a:cubicBezTo>
                  <a:pt x="2541" y="441"/>
                  <a:pt x="2538" y="438"/>
                  <a:pt x="2533" y="438"/>
                </a:cubicBezTo>
                <a:cubicBezTo>
                  <a:pt x="2528" y="438"/>
                  <a:pt x="2524" y="441"/>
                  <a:pt x="2524" y="446"/>
                </a:cubicBezTo>
                <a:cubicBezTo>
                  <a:pt x="2524" y="451"/>
                  <a:pt x="2528" y="455"/>
                  <a:pt x="2533" y="455"/>
                </a:cubicBezTo>
                <a:cubicBezTo>
                  <a:pt x="2538" y="455"/>
                  <a:pt x="2541" y="451"/>
                  <a:pt x="2541" y="446"/>
                </a:cubicBezTo>
                <a:close/>
                <a:moveTo>
                  <a:pt x="2567" y="446"/>
                </a:moveTo>
                <a:cubicBezTo>
                  <a:pt x="2567" y="441"/>
                  <a:pt x="2563" y="438"/>
                  <a:pt x="2559" y="438"/>
                </a:cubicBezTo>
                <a:cubicBezTo>
                  <a:pt x="2554" y="438"/>
                  <a:pt x="2550" y="441"/>
                  <a:pt x="2550" y="446"/>
                </a:cubicBezTo>
                <a:cubicBezTo>
                  <a:pt x="2550" y="451"/>
                  <a:pt x="2554" y="455"/>
                  <a:pt x="2559" y="455"/>
                </a:cubicBezTo>
                <a:cubicBezTo>
                  <a:pt x="2563" y="455"/>
                  <a:pt x="2567" y="451"/>
                  <a:pt x="2567" y="446"/>
                </a:cubicBezTo>
                <a:close/>
                <a:moveTo>
                  <a:pt x="2593" y="446"/>
                </a:moveTo>
                <a:cubicBezTo>
                  <a:pt x="2593" y="441"/>
                  <a:pt x="2589" y="438"/>
                  <a:pt x="2584" y="438"/>
                </a:cubicBezTo>
                <a:cubicBezTo>
                  <a:pt x="2580" y="438"/>
                  <a:pt x="2576" y="441"/>
                  <a:pt x="2576" y="446"/>
                </a:cubicBezTo>
                <a:cubicBezTo>
                  <a:pt x="2576" y="451"/>
                  <a:pt x="2580" y="455"/>
                  <a:pt x="2584" y="455"/>
                </a:cubicBezTo>
                <a:cubicBezTo>
                  <a:pt x="2589" y="455"/>
                  <a:pt x="2593" y="451"/>
                  <a:pt x="2593" y="446"/>
                </a:cubicBezTo>
                <a:close/>
                <a:moveTo>
                  <a:pt x="69" y="472"/>
                </a:moveTo>
                <a:cubicBezTo>
                  <a:pt x="69" y="467"/>
                  <a:pt x="65" y="463"/>
                  <a:pt x="60" y="463"/>
                </a:cubicBezTo>
                <a:cubicBezTo>
                  <a:pt x="55" y="463"/>
                  <a:pt x="51" y="467"/>
                  <a:pt x="51" y="472"/>
                </a:cubicBezTo>
                <a:cubicBezTo>
                  <a:pt x="51" y="477"/>
                  <a:pt x="55" y="481"/>
                  <a:pt x="60" y="481"/>
                </a:cubicBezTo>
                <a:cubicBezTo>
                  <a:pt x="65" y="481"/>
                  <a:pt x="69" y="477"/>
                  <a:pt x="69" y="472"/>
                </a:cubicBezTo>
                <a:close/>
                <a:moveTo>
                  <a:pt x="94" y="472"/>
                </a:moveTo>
                <a:cubicBezTo>
                  <a:pt x="94" y="467"/>
                  <a:pt x="90" y="463"/>
                  <a:pt x="86" y="463"/>
                </a:cubicBezTo>
                <a:cubicBezTo>
                  <a:pt x="81" y="463"/>
                  <a:pt x="77" y="467"/>
                  <a:pt x="77" y="472"/>
                </a:cubicBezTo>
                <a:cubicBezTo>
                  <a:pt x="77" y="477"/>
                  <a:pt x="81" y="481"/>
                  <a:pt x="86" y="481"/>
                </a:cubicBezTo>
                <a:cubicBezTo>
                  <a:pt x="90" y="481"/>
                  <a:pt x="94" y="477"/>
                  <a:pt x="94" y="472"/>
                </a:cubicBezTo>
                <a:close/>
                <a:moveTo>
                  <a:pt x="120" y="472"/>
                </a:moveTo>
                <a:cubicBezTo>
                  <a:pt x="120" y="467"/>
                  <a:pt x="116" y="463"/>
                  <a:pt x="111" y="463"/>
                </a:cubicBezTo>
                <a:cubicBezTo>
                  <a:pt x="107" y="463"/>
                  <a:pt x="103" y="467"/>
                  <a:pt x="103" y="472"/>
                </a:cubicBezTo>
                <a:cubicBezTo>
                  <a:pt x="103" y="477"/>
                  <a:pt x="107" y="481"/>
                  <a:pt x="111" y="481"/>
                </a:cubicBezTo>
                <a:cubicBezTo>
                  <a:pt x="116" y="481"/>
                  <a:pt x="120" y="477"/>
                  <a:pt x="120" y="472"/>
                </a:cubicBezTo>
                <a:close/>
                <a:moveTo>
                  <a:pt x="146" y="472"/>
                </a:moveTo>
                <a:cubicBezTo>
                  <a:pt x="146" y="467"/>
                  <a:pt x="142" y="463"/>
                  <a:pt x="137" y="463"/>
                </a:cubicBezTo>
                <a:cubicBezTo>
                  <a:pt x="132" y="463"/>
                  <a:pt x="129" y="467"/>
                  <a:pt x="129" y="472"/>
                </a:cubicBezTo>
                <a:cubicBezTo>
                  <a:pt x="129" y="477"/>
                  <a:pt x="132" y="481"/>
                  <a:pt x="137" y="481"/>
                </a:cubicBezTo>
                <a:cubicBezTo>
                  <a:pt x="142" y="481"/>
                  <a:pt x="146" y="477"/>
                  <a:pt x="146" y="472"/>
                </a:cubicBezTo>
                <a:close/>
                <a:moveTo>
                  <a:pt x="172" y="472"/>
                </a:moveTo>
                <a:cubicBezTo>
                  <a:pt x="172" y="467"/>
                  <a:pt x="168" y="463"/>
                  <a:pt x="163" y="463"/>
                </a:cubicBezTo>
                <a:cubicBezTo>
                  <a:pt x="158" y="463"/>
                  <a:pt x="154" y="467"/>
                  <a:pt x="154" y="472"/>
                </a:cubicBezTo>
                <a:cubicBezTo>
                  <a:pt x="154" y="477"/>
                  <a:pt x="158" y="481"/>
                  <a:pt x="163" y="481"/>
                </a:cubicBezTo>
                <a:cubicBezTo>
                  <a:pt x="168" y="481"/>
                  <a:pt x="172" y="477"/>
                  <a:pt x="172" y="472"/>
                </a:cubicBezTo>
                <a:close/>
                <a:moveTo>
                  <a:pt x="197" y="472"/>
                </a:moveTo>
                <a:cubicBezTo>
                  <a:pt x="197" y="467"/>
                  <a:pt x="193" y="463"/>
                  <a:pt x="189" y="463"/>
                </a:cubicBezTo>
                <a:cubicBezTo>
                  <a:pt x="184" y="463"/>
                  <a:pt x="180" y="467"/>
                  <a:pt x="180" y="472"/>
                </a:cubicBezTo>
                <a:cubicBezTo>
                  <a:pt x="180" y="477"/>
                  <a:pt x="184" y="481"/>
                  <a:pt x="189" y="481"/>
                </a:cubicBezTo>
                <a:cubicBezTo>
                  <a:pt x="193" y="481"/>
                  <a:pt x="197" y="477"/>
                  <a:pt x="197" y="472"/>
                </a:cubicBezTo>
                <a:close/>
                <a:moveTo>
                  <a:pt x="223" y="472"/>
                </a:moveTo>
                <a:cubicBezTo>
                  <a:pt x="223" y="467"/>
                  <a:pt x="219" y="463"/>
                  <a:pt x="214" y="463"/>
                </a:cubicBezTo>
                <a:cubicBezTo>
                  <a:pt x="210" y="463"/>
                  <a:pt x="206" y="467"/>
                  <a:pt x="206" y="472"/>
                </a:cubicBezTo>
                <a:cubicBezTo>
                  <a:pt x="206" y="477"/>
                  <a:pt x="210" y="481"/>
                  <a:pt x="214" y="481"/>
                </a:cubicBezTo>
                <a:cubicBezTo>
                  <a:pt x="219" y="481"/>
                  <a:pt x="223" y="477"/>
                  <a:pt x="223" y="472"/>
                </a:cubicBezTo>
                <a:close/>
                <a:moveTo>
                  <a:pt x="249" y="472"/>
                </a:moveTo>
                <a:cubicBezTo>
                  <a:pt x="249" y="467"/>
                  <a:pt x="245" y="463"/>
                  <a:pt x="240" y="463"/>
                </a:cubicBezTo>
                <a:cubicBezTo>
                  <a:pt x="236" y="463"/>
                  <a:pt x="232" y="467"/>
                  <a:pt x="232" y="472"/>
                </a:cubicBezTo>
                <a:cubicBezTo>
                  <a:pt x="232" y="477"/>
                  <a:pt x="236" y="481"/>
                  <a:pt x="240" y="481"/>
                </a:cubicBezTo>
                <a:cubicBezTo>
                  <a:pt x="245" y="481"/>
                  <a:pt x="249" y="477"/>
                  <a:pt x="249" y="472"/>
                </a:cubicBezTo>
                <a:close/>
                <a:moveTo>
                  <a:pt x="275" y="472"/>
                </a:moveTo>
                <a:cubicBezTo>
                  <a:pt x="275" y="467"/>
                  <a:pt x="271" y="463"/>
                  <a:pt x="266" y="463"/>
                </a:cubicBezTo>
                <a:cubicBezTo>
                  <a:pt x="261" y="463"/>
                  <a:pt x="257" y="467"/>
                  <a:pt x="257" y="472"/>
                </a:cubicBezTo>
                <a:cubicBezTo>
                  <a:pt x="257" y="477"/>
                  <a:pt x="261" y="481"/>
                  <a:pt x="266" y="481"/>
                </a:cubicBezTo>
                <a:cubicBezTo>
                  <a:pt x="271" y="481"/>
                  <a:pt x="275" y="477"/>
                  <a:pt x="275" y="472"/>
                </a:cubicBezTo>
                <a:close/>
                <a:moveTo>
                  <a:pt x="300" y="472"/>
                </a:moveTo>
                <a:cubicBezTo>
                  <a:pt x="300" y="467"/>
                  <a:pt x="297" y="463"/>
                  <a:pt x="292" y="463"/>
                </a:cubicBezTo>
                <a:cubicBezTo>
                  <a:pt x="287" y="463"/>
                  <a:pt x="283" y="467"/>
                  <a:pt x="283" y="472"/>
                </a:cubicBezTo>
                <a:cubicBezTo>
                  <a:pt x="283" y="477"/>
                  <a:pt x="287" y="481"/>
                  <a:pt x="292" y="481"/>
                </a:cubicBezTo>
                <a:cubicBezTo>
                  <a:pt x="297" y="481"/>
                  <a:pt x="300" y="477"/>
                  <a:pt x="300" y="472"/>
                </a:cubicBezTo>
                <a:close/>
                <a:moveTo>
                  <a:pt x="326" y="472"/>
                </a:moveTo>
                <a:cubicBezTo>
                  <a:pt x="326" y="467"/>
                  <a:pt x="322" y="463"/>
                  <a:pt x="318" y="463"/>
                </a:cubicBezTo>
                <a:cubicBezTo>
                  <a:pt x="313" y="463"/>
                  <a:pt x="309" y="467"/>
                  <a:pt x="309" y="472"/>
                </a:cubicBezTo>
                <a:cubicBezTo>
                  <a:pt x="309" y="477"/>
                  <a:pt x="313" y="481"/>
                  <a:pt x="318" y="481"/>
                </a:cubicBezTo>
                <a:cubicBezTo>
                  <a:pt x="322" y="481"/>
                  <a:pt x="326" y="477"/>
                  <a:pt x="326" y="472"/>
                </a:cubicBezTo>
                <a:close/>
                <a:moveTo>
                  <a:pt x="352" y="472"/>
                </a:moveTo>
                <a:cubicBezTo>
                  <a:pt x="352" y="467"/>
                  <a:pt x="348" y="463"/>
                  <a:pt x="343" y="463"/>
                </a:cubicBezTo>
                <a:cubicBezTo>
                  <a:pt x="339" y="463"/>
                  <a:pt x="335" y="467"/>
                  <a:pt x="335" y="472"/>
                </a:cubicBezTo>
                <a:cubicBezTo>
                  <a:pt x="335" y="477"/>
                  <a:pt x="339" y="481"/>
                  <a:pt x="343" y="481"/>
                </a:cubicBezTo>
                <a:cubicBezTo>
                  <a:pt x="348" y="481"/>
                  <a:pt x="352" y="477"/>
                  <a:pt x="352" y="472"/>
                </a:cubicBezTo>
                <a:close/>
                <a:moveTo>
                  <a:pt x="378" y="472"/>
                </a:moveTo>
                <a:cubicBezTo>
                  <a:pt x="378" y="467"/>
                  <a:pt x="374" y="463"/>
                  <a:pt x="369" y="463"/>
                </a:cubicBezTo>
                <a:cubicBezTo>
                  <a:pt x="364" y="463"/>
                  <a:pt x="360" y="467"/>
                  <a:pt x="360" y="472"/>
                </a:cubicBezTo>
                <a:cubicBezTo>
                  <a:pt x="360" y="477"/>
                  <a:pt x="364" y="481"/>
                  <a:pt x="369" y="481"/>
                </a:cubicBezTo>
                <a:cubicBezTo>
                  <a:pt x="374" y="481"/>
                  <a:pt x="378" y="477"/>
                  <a:pt x="378" y="472"/>
                </a:cubicBezTo>
                <a:close/>
                <a:moveTo>
                  <a:pt x="403" y="472"/>
                </a:moveTo>
                <a:cubicBezTo>
                  <a:pt x="403" y="467"/>
                  <a:pt x="400" y="463"/>
                  <a:pt x="395" y="463"/>
                </a:cubicBezTo>
                <a:cubicBezTo>
                  <a:pt x="390" y="463"/>
                  <a:pt x="386" y="467"/>
                  <a:pt x="386" y="472"/>
                </a:cubicBezTo>
                <a:cubicBezTo>
                  <a:pt x="386" y="477"/>
                  <a:pt x="390" y="481"/>
                  <a:pt x="395" y="481"/>
                </a:cubicBezTo>
                <a:cubicBezTo>
                  <a:pt x="400" y="481"/>
                  <a:pt x="403" y="477"/>
                  <a:pt x="403" y="472"/>
                </a:cubicBezTo>
                <a:close/>
                <a:moveTo>
                  <a:pt x="429" y="472"/>
                </a:moveTo>
                <a:cubicBezTo>
                  <a:pt x="429" y="467"/>
                  <a:pt x="425" y="463"/>
                  <a:pt x="421" y="463"/>
                </a:cubicBezTo>
                <a:cubicBezTo>
                  <a:pt x="416" y="463"/>
                  <a:pt x="412" y="467"/>
                  <a:pt x="412" y="472"/>
                </a:cubicBezTo>
                <a:cubicBezTo>
                  <a:pt x="412" y="477"/>
                  <a:pt x="416" y="481"/>
                  <a:pt x="421" y="481"/>
                </a:cubicBezTo>
                <a:cubicBezTo>
                  <a:pt x="425" y="481"/>
                  <a:pt x="429" y="477"/>
                  <a:pt x="429" y="472"/>
                </a:cubicBezTo>
                <a:close/>
                <a:moveTo>
                  <a:pt x="455" y="472"/>
                </a:moveTo>
                <a:cubicBezTo>
                  <a:pt x="455" y="467"/>
                  <a:pt x="451" y="463"/>
                  <a:pt x="446" y="463"/>
                </a:cubicBezTo>
                <a:cubicBezTo>
                  <a:pt x="442" y="463"/>
                  <a:pt x="438" y="467"/>
                  <a:pt x="438" y="472"/>
                </a:cubicBezTo>
                <a:cubicBezTo>
                  <a:pt x="438" y="477"/>
                  <a:pt x="442" y="481"/>
                  <a:pt x="446" y="481"/>
                </a:cubicBezTo>
                <a:cubicBezTo>
                  <a:pt x="451" y="481"/>
                  <a:pt x="455" y="477"/>
                  <a:pt x="455" y="472"/>
                </a:cubicBezTo>
                <a:close/>
                <a:moveTo>
                  <a:pt x="481" y="472"/>
                </a:moveTo>
                <a:cubicBezTo>
                  <a:pt x="481" y="467"/>
                  <a:pt x="477" y="463"/>
                  <a:pt x="472" y="463"/>
                </a:cubicBezTo>
                <a:cubicBezTo>
                  <a:pt x="467" y="463"/>
                  <a:pt x="463" y="467"/>
                  <a:pt x="463" y="472"/>
                </a:cubicBezTo>
                <a:cubicBezTo>
                  <a:pt x="463" y="477"/>
                  <a:pt x="467" y="481"/>
                  <a:pt x="472" y="481"/>
                </a:cubicBezTo>
                <a:cubicBezTo>
                  <a:pt x="477" y="481"/>
                  <a:pt x="481" y="477"/>
                  <a:pt x="481" y="472"/>
                </a:cubicBezTo>
                <a:close/>
                <a:moveTo>
                  <a:pt x="506" y="472"/>
                </a:moveTo>
                <a:cubicBezTo>
                  <a:pt x="506" y="467"/>
                  <a:pt x="503" y="463"/>
                  <a:pt x="498" y="463"/>
                </a:cubicBezTo>
                <a:cubicBezTo>
                  <a:pt x="493" y="463"/>
                  <a:pt x="489" y="467"/>
                  <a:pt x="489" y="472"/>
                </a:cubicBezTo>
                <a:cubicBezTo>
                  <a:pt x="489" y="477"/>
                  <a:pt x="493" y="481"/>
                  <a:pt x="498" y="481"/>
                </a:cubicBezTo>
                <a:cubicBezTo>
                  <a:pt x="503" y="481"/>
                  <a:pt x="506" y="477"/>
                  <a:pt x="506" y="472"/>
                </a:cubicBezTo>
                <a:close/>
                <a:moveTo>
                  <a:pt x="532" y="472"/>
                </a:moveTo>
                <a:cubicBezTo>
                  <a:pt x="532" y="467"/>
                  <a:pt x="528" y="463"/>
                  <a:pt x="524" y="463"/>
                </a:cubicBezTo>
                <a:cubicBezTo>
                  <a:pt x="519" y="463"/>
                  <a:pt x="515" y="467"/>
                  <a:pt x="515" y="472"/>
                </a:cubicBezTo>
                <a:cubicBezTo>
                  <a:pt x="515" y="477"/>
                  <a:pt x="519" y="481"/>
                  <a:pt x="524" y="481"/>
                </a:cubicBezTo>
                <a:cubicBezTo>
                  <a:pt x="528" y="481"/>
                  <a:pt x="532" y="477"/>
                  <a:pt x="532" y="472"/>
                </a:cubicBezTo>
                <a:close/>
                <a:moveTo>
                  <a:pt x="558" y="472"/>
                </a:moveTo>
                <a:cubicBezTo>
                  <a:pt x="558" y="467"/>
                  <a:pt x="554" y="463"/>
                  <a:pt x="549" y="463"/>
                </a:cubicBezTo>
                <a:cubicBezTo>
                  <a:pt x="545" y="463"/>
                  <a:pt x="541" y="467"/>
                  <a:pt x="541" y="472"/>
                </a:cubicBezTo>
                <a:cubicBezTo>
                  <a:pt x="541" y="477"/>
                  <a:pt x="545" y="481"/>
                  <a:pt x="549" y="481"/>
                </a:cubicBezTo>
                <a:cubicBezTo>
                  <a:pt x="554" y="481"/>
                  <a:pt x="558" y="477"/>
                  <a:pt x="558" y="472"/>
                </a:cubicBezTo>
                <a:close/>
                <a:moveTo>
                  <a:pt x="687" y="472"/>
                </a:moveTo>
                <a:cubicBezTo>
                  <a:pt x="687" y="467"/>
                  <a:pt x="683" y="463"/>
                  <a:pt x="678" y="463"/>
                </a:cubicBezTo>
                <a:cubicBezTo>
                  <a:pt x="673" y="463"/>
                  <a:pt x="670" y="467"/>
                  <a:pt x="670" y="472"/>
                </a:cubicBezTo>
                <a:cubicBezTo>
                  <a:pt x="670" y="477"/>
                  <a:pt x="673" y="481"/>
                  <a:pt x="678" y="481"/>
                </a:cubicBezTo>
                <a:cubicBezTo>
                  <a:pt x="683" y="481"/>
                  <a:pt x="687" y="477"/>
                  <a:pt x="687" y="472"/>
                </a:cubicBezTo>
                <a:close/>
                <a:moveTo>
                  <a:pt x="712" y="472"/>
                </a:moveTo>
                <a:cubicBezTo>
                  <a:pt x="712" y="467"/>
                  <a:pt x="709" y="463"/>
                  <a:pt x="704" y="463"/>
                </a:cubicBezTo>
                <a:cubicBezTo>
                  <a:pt x="699" y="463"/>
                  <a:pt x="695" y="467"/>
                  <a:pt x="695" y="472"/>
                </a:cubicBezTo>
                <a:cubicBezTo>
                  <a:pt x="695" y="477"/>
                  <a:pt x="699" y="481"/>
                  <a:pt x="704" y="481"/>
                </a:cubicBezTo>
                <a:cubicBezTo>
                  <a:pt x="709" y="481"/>
                  <a:pt x="712" y="477"/>
                  <a:pt x="712" y="472"/>
                </a:cubicBezTo>
                <a:close/>
                <a:moveTo>
                  <a:pt x="738" y="472"/>
                </a:moveTo>
                <a:cubicBezTo>
                  <a:pt x="738" y="467"/>
                  <a:pt x="734" y="463"/>
                  <a:pt x="730" y="463"/>
                </a:cubicBezTo>
                <a:cubicBezTo>
                  <a:pt x="725" y="463"/>
                  <a:pt x="721" y="467"/>
                  <a:pt x="721" y="472"/>
                </a:cubicBezTo>
                <a:cubicBezTo>
                  <a:pt x="721" y="477"/>
                  <a:pt x="725" y="481"/>
                  <a:pt x="730" y="481"/>
                </a:cubicBezTo>
                <a:cubicBezTo>
                  <a:pt x="734" y="481"/>
                  <a:pt x="738" y="477"/>
                  <a:pt x="738" y="472"/>
                </a:cubicBezTo>
                <a:close/>
                <a:moveTo>
                  <a:pt x="1331" y="472"/>
                </a:moveTo>
                <a:cubicBezTo>
                  <a:pt x="1331" y="467"/>
                  <a:pt x="1327" y="463"/>
                  <a:pt x="1322" y="463"/>
                </a:cubicBezTo>
                <a:cubicBezTo>
                  <a:pt x="1317" y="463"/>
                  <a:pt x="1314" y="467"/>
                  <a:pt x="1314" y="472"/>
                </a:cubicBezTo>
                <a:cubicBezTo>
                  <a:pt x="1314" y="477"/>
                  <a:pt x="1317" y="481"/>
                  <a:pt x="1322" y="481"/>
                </a:cubicBezTo>
                <a:cubicBezTo>
                  <a:pt x="1327" y="481"/>
                  <a:pt x="1331" y="477"/>
                  <a:pt x="1331" y="472"/>
                </a:cubicBezTo>
                <a:close/>
                <a:moveTo>
                  <a:pt x="1356" y="472"/>
                </a:moveTo>
                <a:cubicBezTo>
                  <a:pt x="1356" y="467"/>
                  <a:pt x="1353" y="463"/>
                  <a:pt x="1348" y="463"/>
                </a:cubicBezTo>
                <a:cubicBezTo>
                  <a:pt x="1343" y="463"/>
                  <a:pt x="1339" y="467"/>
                  <a:pt x="1339" y="472"/>
                </a:cubicBezTo>
                <a:cubicBezTo>
                  <a:pt x="1339" y="477"/>
                  <a:pt x="1343" y="481"/>
                  <a:pt x="1348" y="481"/>
                </a:cubicBezTo>
                <a:cubicBezTo>
                  <a:pt x="1353" y="481"/>
                  <a:pt x="1356" y="477"/>
                  <a:pt x="1356" y="472"/>
                </a:cubicBezTo>
                <a:close/>
                <a:moveTo>
                  <a:pt x="1382" y="472"/>
                </a:moveTo>
                <a:cubicBezTo>
                  <a:pt x="1382" y="467"/>
                  <a:pt x="1378" y="463"/>
                  <a:pt x="1374" y="463"/>
                </a:cubicBezTo>
                <a:cubicBezTo>
                  <a:pt x="1369" y="463"/>
                  <a:pt x="1365" y="467"/>
                  <a:pt x="1365" y="472"/>
                </a:cubicBezTo>
                <a:cubicBezTo>
                  <a:pt x="1365" y="477"/>
                  <a:pt x="1369" y="481"/>
                  <a:pt x="1374" y="481"/>
                </a:cubicBezTo>
                <a:cubicBezTo>
                  <a:pt x="1378" y="481"/>
                  <a:pt x="1382" y="477"/>
                  <a:pt x="1382" y="472"/>
                </a:cubicBezTo>
                <a:close/>
                <a:moveTo>
                  <a:pt x="1511" y="472"/>
                </a:moveTo>
                <a:cubicBezTo>
                  <a:pt x="1511" y="467"/>
                  <a:pt x="1507" y="463"/>
                  <a:pt x="1502" y="463"/>
                </a:cubicBezTo>
                <a:cubicBezTo>
                  <a:pt x="1498" y="463"/>
                  <a:pt x="1494" y="467"/>
                  <a:pt x="1494" y="472"/>
                </a:cubicBezTo>
                <a:cubicBezTo>
                  <a:pt x="1494" y="477"/>
                  <a:pt x="1498" y="481"/>
                  <a:pt x="1502" y="481"/>
                </a:cubicBezTo>
                <a:cubicBezTo>
                  <a:pt x="1507" y="481"/>
                  <a:pt x="1511" y="477"/>
                  <a:pt x="1511" y="472"/>
                </a:cubicBezTo>
                <a:close/>
                <a:moveTo>
                  <a:pt x="1537" y="472"/>
                </a:moveTo>
                <a:cubicBezTo>
                  <a:pt x="1537" y="467"/>
                  <a:pt x="1533" y="463"/>
                  <a:pt x="1528" y="463"/>
                </a:cubicBezTo>
                <a:cubicBezTo>
                  <a:pt x="1523" y="463"/>
                  <a:pt x="1520" y="467"/>
                  <a:pt x="1520" y="472"/>
                </a:cubicBezTo>
                <a:cubicBezTo>
                  <a:pt x="1520" y="477"/>
                  <a:pt x="1523" y="481"/>
                  <a:pt x="1528" y="481"/>
                </a:cubicBezTo>
                <a:cubicBezTo>
                  <a:pt x="1533" y="481"/>
                  <a:pt x="1537" y="477"/>
                  <a:pt x="1537" y="472"/>
                </a:cubicBezTo>
                <a:close/>
                <a:moveTo>
                  <a:pt x="1563" y="472"/>
                </a:moveTo>
                <a:cubicBezTo>
                  <a:pt x="1563" y="467"/>
                  <a:pt x="1559" y="463"/>
                  <a:pt x="1554" y="463"/>
                </a:cubicBezTo>
                <a:cubicBezTo>
                  <a:pt x="1549" y="463"/>
                  <a:pt x="1545" y="467"/>
                  <a:pt x="1545" y="472"/>
                </a:cubicBezTo>
                <a:cubicBezTo>
                  <a:pt x="1545" y="477"/>
                  <a:pt x="1549" y="481"/>
                  <a:pt x="1554" y="481"/>
                </a:cubicBezTo>
                <a:cubicBezTo>
                  <a:pt x="1559" y="481"/>
                  <a:pt x="1563" y="477"/>
                  <a:pt x="1563" y="472"/>
                </a:cubicBezTo>
                <a:close/>
                <a:moveTo>
                  <a:pt x="1588" y="472"/>
                </a:moveTo>
                <a:cubicBezTo>
                  <a:pt x="1588" y="467"/>
                  <a:pt x="1584" y="463"/>
                  <a:pt x="1580" y="463"/>
                </a:cubicBezTo>
                <a:cubicBezTo>
                  <a:pt x="1575" y="463"/>
                  <a:pt x="1571" y="467"/>
                  <a:pt x="1571" y="472"/>
                </a:cubicBezTo>
                <a:cubicBezTo>
                  <a:pt x="1571" y="477"/>
                  <a:pt x="1575" y="481"/>
                  <a:pt x="1580" y="481"/>
                </a:cubicBezTo>
                <a:cubicBezTo>
                  <a:pt x="1584" y="481"/>
                  <a:pt x="1588" y="477"/>
                  <a:pt x="1588" y="472"/>
                </a:cubicBezTo>
                <a:close/>
                <a:moveTo>
                  <a:pt x="1614" y="472"/>
                </a:moveTo>
                <a:cubicBezTo>
                  <a:pt x="1614" y="467"/>
                  <a:pt x="1610" y="463"/>
                  <a:pt x="1605" y="463"/>
                </a:cubicBezTo>
                <a:cubicBezTo>
                  <a:pt x="1601" y="463"/>
                  <a:pt x="1597" y="467"/>
                  <a:pt x="1597" y="472"/>
                </a:cubicBezTo>
                <a:cubicBezTo>
                  <a:pt x="1597" y="477"/>
                  <a:pt x="1601" y="481"/>
                  <a:pt x="1605" y="481"/>
                </a:cubicBezTo>
                <a:cubicBezTo>
                  <a:pt x="1610" y="481"/>
                  <a:pt x="1614" y="477"/>
                  <a:pt x="1614" y="472"/>
                </a:cubicBezTo>
                <a:close/>
                <a:moveTo>
                  <a:pt x="1640" y="472"/>
                </a:moveTo>
                <a:cubicBezTo>
                  <a:pt x="1640" y="467"/>
                  <a:pt x="1636" y="463"/>
                  <a:pt x="1631" y="463"/>
                </a:cubicBezTo>
                <a:cubicBezTo>
                  <a:pt x="1626" y="463"/>
                  <a:pt x="1623" y="467"/>
                  <a:pt x="1623" y="472"/>
                </a:cubicBezTo>
                <a:cubicBezTo>
                  <a:pt x="1623" y="477"/>
                  <a:pt x="1626" y="481"/>
                  <a:pt x="1631" y="481"/>
                </a:cubicBezTo>
                <a:cubicBezTo>
                  <a:pt x="1636" y="481"/>
                  <a:pt x="1640" y="477"/>
                  <a:pt x="1640" y="472"/>
                </a:cubicBezTo>
                <a:close/>
                <a:moveTo>
                  <a:pt x="1666" y="472"/>
                </a:moveTo>
                <a:cubicBezTo>
                  <a:pt x="1666" y="467"/>
                  <a:pt x="1662" y="463"/>
                  <a:pt x="1657" y="463"/>
                </a:cubicBezTo>
                <a:cubicBezTo>
                  <a:pt x="1652" y="463"/>
                  <a:pt x="1648" y="467"/>
                  <a:pt x="1648" y="472"/>
                </a:cubicBezTo>
                <a:cubicBezTo>
                  <a:pt x="1648" y="477"/>
                  <a:pt x="1652" y="481"/>
                  <a:pt x="1657" y="481"/>
                </a:cubicBezTo>
                <a:cubicBezTo>
                  <a:pt x="1662" y="481"/>
                  <a:pt x="1666" y="477"/>
                  <a:pt x="1666" y="472"/>
                </a:cubicBezTo>
                <a:close/>
                <a:moveTo>
                  <a:pt x="1691" y="472"/>
                </a:moveTo>
                <a:cubicBezTo>
                  <a:pt x="1691" y="467"/>
                  <a:pt x="1687" y="463"/>
                  <a:pt x="1683" y="463"/>
                </a:cubicBezTo>
                <a:cubicBezTo>
                  <a:pt x="1678" y="463"/>
                  <a:pt x="1674" y="467"/>
                  <a:pt x="1674" y="472"/>
                </a:cubicBezTo>
                <a:cubicBezTo>
                  <a:pt x="1674" y="477"/>
                  <a:pt x="1678" y="481"/>
                  <a:pt x="1683" y="481"/>
                </a:cubicBezTo>
                <a:cubicBezTo>
                  <a:pt x="1687" y="481"/>
                  <a:pt x="1691" y="477"/>
                  <a:pt x="1691" y="472"/>
                </a:cubicBezTo>
                <a:close/>
                <a:moveTo>
                  <a:pt x="1717" y="472"/>
                </a:moveTo>
                <a:cubicBezTo>
                  <a:pt x="1717" y="467"/>
                  <a:pt x="1713" y="463"/>
                  <a:pt x="1708" y="463"/>
                </a:cubicBezTo>
                <a:cubicBezTo>
                  <a:pt x="1704" y="463"/>
                  <a:pt x="1700" y="467"/>
                  <a:pt x="1700" y="472"/>
                </a:cubicBezTo>
                <a:cubicBezTo>
                  <a:pt x="1700" y="477"/>
                  <a:pt x="1704" y="481"/>
                  <a:pt x="1708" y="481"/>
                </a:cubicBezTo>
                <a:cubicBezTo>
                  <a:pt x="1713" y="481"/>
                  <a:pt x="1717" y="477"/>
                  <a:pt x="1717" y="472"/>
                </a:cubicBezTo>
                <a:close/>
                <a:moveTo>
                  <a:pt x="1743" y="472"/>
                </a:moveTo>
                <a:cubicBezTo>
                  <a:pt x="1743" y="467"/>
                  <a:pt x="1739" y="463"/>
                  <a:pt x="1734" y="463"/>
                </a:cubicBezTo>
                <a:cubicBezTo>
                  <a:pt x="1730" y="463"/>
                  <a:pt x="1726" y="467"/>
                  <a:pt x="1726" y="472"/>
                </a:cubicBezTo>
                <a:cubicBezTo>
                  <a:pt x="1726" y="477"/>
                  <a:pt x="1730" y="481"/>
                  <a:pt x="1734" y="481"/>
                </a:cubicBezTo>
                <a:cubicBezTo>
                  <a:pt x="1739" y="481"/>
                  <a:pt x="1743" y="477"/>
                  <a:pt x="1743" y="472"/>
                </a:cubicBezTo>
                <a:close/>
                <a:moveTo>
                  <a:pt x="1769" y="472"/>
                </a:moveTo>
                <a:cubicBezTo>
                  <a:pt x="1769" y="467"/>
                  <a:pt x="1765" y="463"/>
                  <a:pt x="1760" y="463"/>
                </a:cubicBezTo>
                <a:cubicBezTo>
                  <a:pt x="1755" y="463"/>
                  <a:pt x="1751" y="467"/>
                  <a:pt x="1751" y="472"/>
                </a:cubicBezTo>
                <a:cubicBezTo>
                  <a:pt x="1751" y="477"/>
                  <a:pt x="1755" y="481"/>
                  <a:pt x="1760" y="481"/>
                </a:cubicBezTo>
                <a:cubicBezTo>
                  <a:pt x="1765" y="481"/>
                  <a:pt x="1769" y="477"/>
                  <a:pt x="1769" y="472"/>
                </a:cubicBezTo>
                <a:close/>
                <a:moveTo>
                  <a:pt x="1794" y="472"/>
                </a:moveTo>
                <a:cubicBezTo>
                  <a:pt x="1794" y="467"/>
                  <a:pt x="1791" y="463"/>
                  <a:pt x="1786" y="463"/>
                </a:cubicBezTo>
                <a:cubicBezTo>
                  <a:pt x="1781" y="463"/>
                  <a:pt x="1777" y="467"/>
                  <a:pt x="1777" y="472"/>
                </a:cubicBezTo>
                <a:cubicBezTo>
                  <a:pt x="1777" y="477"/>
                  <a:pt x="1781" y="481"/>
                  <a:pt x="1786" y="481"/>
                </a:cubicBezTo>
                <a:cubicBezTo>
                  <a:pt x="1791" y="481"/>
                  <a:pt x="1794" y="477"/>
                  <a:pt x="1794" y="472"/>
                </a:cubicBezTo>
                <a:close/>
                <a:moveTo>
                  <a:pt x="1820" y="472"/>
                </a:moveTo>
                <a:cubicBezTo>
                  <a:pt x="1820" y="467"/>
                  <a:pt x="1816" y="463"/>
                  <a:pt x="1812" y="463"/>
                </a:cubicBezTo>
                <a:cubicBezTo>
                  <a:pt x="1807" y="463"/>
                  <a:pt x="1803" y="467"/>
                  <a:pt x="1803" y="472"/>
                </a:cubicBezTo>
                <a:cubicBezTo>
                  <a:pt x="1803" y="477"/>
                  <a:pt x="1807" y="481"/>
                  <a:pt x="1812" y="481"/>
                </a:cubicBezTo>
                <a:cubicBezTo>
                  <a:pt x="1816" y="481"/>
                  <a:pt x="1820" y="477"/>
                  <a:pt x="1820" y="472"/>
                </a:cubicBezTo>
                <a:close/>
                <a:moveTo>
                  <a:pt x="1846" y="472"/>
                </a:moveTo>
                <a:cubicBezTo>
                  <a:pt x="1846" y="467"/>
                  <a:pt x="1842" y="463"/>
                  <a:pt x="1837" y="463"/>
                </a:cubicBezTo>
                <a:cubicBezTo>
                  <a:pt x="1833" y="463"/>
                  <a:pt x="1829" y="467"/>
                  <a:pt x="1829" y="472"/>
                </a:cubicBezTo>
                <a:cubicBezTo>
                  <a:pt x="1829" y="477"/>
                  <a:pt x="1833" y="481"/>
                  <a:pt x="1837" y="481"/>
                </a:cubicBezTo>
                <a:cubicBezTo>
                  <a:pt x="1842" y="481"/>
                  <a:pt x="1846" y="477"/>
                  <a:pt x="1846" y="472"/>
                </a:cubicBezTo>
                <a:close/>
                <a:moveTo>
                  <a:pt x="1872" y="472"/>
                </a:moveTo>
                <a:cubicBezTo>
                  <a:pt x="1872" y="467"/>
                  <a:pt x="1868" y="463"/>
                  <a:pt x="1863" y="463"/>
                </a:cubicBezTo>
                <a:cubicBezTo>
                  <a:pt x="1858" y="463"/>
                  <a:pt x="1854" y="467"/>
                  <a:pt x="1854" y="472"/>
                </a:cubicBezTo>
                <a:cubicBezTo>
                  <a:pt x="1854" y="477"/>
                  <a:pt x="1858" y="481"/>
                  <a:pt x="1863" y="481"/>
                </a:cubicBezTo>
                <a:cubicBezTo>
                  <a:pt x="1868" y="481"/>
                  <a:pt x="1872" y="477"/>
                  <a:pt x="1872" y="472"/>
                </a:cubicBezTo>
                <a:close/>
                <a:moveTo>
                  <a:pt x="1897" y="472"/>
                </a:moveTo>
                <a:cubicBezTo>
                  <a:pt x="1897" y="467"/>
                  <a:pt x="1894" y="463"/>
                  <a:pt x="1889" y="463"/>
                </a:cubicBezTo>
                <a:cubicBezTo>
                  <a:pt x="1884" y="463"/>
                  <a:pt x="1880" y="467"/>
                  <a:pt x="1880" y="472"/>
                </a:cubicBezTo>
                <a:cubicBezTo>
                  <a:pt x="1880" y="477"/>
                  <a:pt x="1884" y="481"/>
                  <a:pt x="1889" y="481"/>
                </a:cubicBezTo>
                <a:cubicBezTo>
                  <a:pt x="1894" y="481"/>
                  <a:pt x="1897" y="477"/>
                  <a:pt x="1897" y="472"/>
                </a:cubicBezTo>
                <a:close/>
                <a:moveTo>
                  <a:pt x="1923" y="472"/>
                </a:moveTo>
                <a:cubicBezTo>
                  <a:pt x="1923" y="467"/>
                  <a:pt x="1919" y="463"/>
                  <a:pt x="1915" y="463"/>
                </a:cubicBezTo>
                <a:cubicBezTo>
                  <a:pt x="1910" y="463"/>
                  <a:pt x="1906" y="467"/>
                  <a:pt x="1906" y="472"/>
                </a:cubicBezTo>
                <a:cubicBezTo>
                  <a:pt x="1906" y="477"/>
                  <a:pt x="1910" y="481"/>
                  <a:pt x="1915" y="481"/>
                </a:cubicBezTo>
                <a:cubicBezTo>
                  <a:pt x="1919" y="481"/>
                  <a:pt x="1923" y="477"/>
                  <a:pt x="1923" y="472"/>
                </a:cubicBezTo>
                <a:close/>
                <a:moveTo>
                  <a:pt x="1949" y="472"/>
                </a:moveTo>
                <a:cubicBezTo>
                  <a:pt x="1949" y="467"/>
                  <a:pt x="1945" y="463"/>
                  <a:pt x="1940" y="463"/>
                </a:cubicBezTo>
                <a:cubicBezTo>
                  <a:pt x="1936" y="463"/>
                  <a:pt x="1932" y="467"/>
                  <a:pt x="1932" y="472"/>
                </a:cubicBezTo>
                <a:cubicBezTo>
                  <a:pt x="1932" y="477"/>
                  <a:pt x="1936" y="481"/>
                  <a:pt x="1940" y="481"/>
                </a:cubicBezTo>
                <a:cubicBezTo>
                  <a:pt x="1945" y="481"/>
                  <a:pt x="1949" y="477"/>
                  <a:pt x="1949" y="472"/>
                </a:cubicBezTo>
                <a:close/>
                <a:moveTo>
                  <a:pt x="1975" y="472"/>
                </a:moveTo>
                <a:cubicBezTo>
                  <a:pt x="1975" y="467"/>
                  <a:pt x="1971" y="463"/>
                  <a:pt x="1966" y="463"/>
                </a:cubicBezTo>
                <a:cubicBezTo>
                  <a:pt x="1961" y="463"/>
                  <a:pt x="1957" y="467"/>
                  <a:pt x="1957" y="472"/>
                </a:cubicBezTo>
                <a:cubicBezTo>
                  <a:pt x="1957" y="477"/>
                  <a:pt x="1961" y="481"/>
                  <a:pt x="1966" y="481"/>
                </a:cubicBezTo>
                <a:cubicBezTo>
                  <a:pt x="1971" y="481"/>
                  <a:pt x="1975" y="477"/>
                  <a:pt x="1975" y="472"/>
                </a:cubicBezTo>
                <a:close/>
                <a:moveTo>
                  <a:pt x="2000" y="472"/>
                </a:moveTo>
                <a:cubicBezTo>
                  <a:pt x="2000" y="467"/>
                  <a:pt x="1997" y="463"/>
                  <a:pt x="1992" y="463"/>
                </a:cubicBezTo>
                <a:cubicBezTo>
                  <a:pt x="1987" y="463"/>
                  <a:pt x="1983" y="467"/>
                  <a:pt x="1983" y="472"/>
                </a:cubicBezTo>
                <a:cubicBezTo>
                  <a:pt x="1983" y="477"/>
                  <a:pt x="1987" y="481"/>
                  <a:pt x="1992" y="481"/>
                </a:cubicBezTo>
                <a:cubicBezTo>
                  <a:pt x="1997" y="481"/>
                  <a:pt x="2000" y="477"/>
                  <a:pt x="2000" y="472"/>
                </a:cubicBezTo>
                <a:close/>
                <a:moveTo>
                  <a:pt x="2026" y="472"/>
                </a:moveTo>
                <a:cubicBezTo>
                  <a:pt x="2026" y="467"/>
                  <a:pt x="2022" y="463"/>
                  <a:pt x="2018" y="463"/>
                </a:cubicBezTo>
                <a:cubicBezTo>
                  <a:pt x="2013" y="463"/>
                  <a:pt x="2009" y="467"/>
                  <a:pt x="2009" y="472"/>
                </a:cubicBezTo>
                <a:cubicBezTo>
                  <a:pt x="2009" y="477"/>
                  <a:pt x="2013" y="481"/>
                  <a:pt x="2018" y="481"/>
                </a:cubicBezTo>
                <a:cubicBezTo>
                  <a:pt x="2022" y="481"/>
                  <a:pt x="2026" y="477"/>
                  <a:pt x="2026" y="472"/>
                </a:cubicBezTo>
                <a:close/>
                <a:moveTo>
                  <a:pt x="2052" y="472"/>
                </a:moveTo>
                <a:cubicBezTo>
                  <a:pt x="2052" y="467"/>
                  <a:pt x="2048" y="463"/>
                  <a:pt x="2043" y="463"/>
                </a:cubicBezTo>
                <a:cubicBezTo>
                  <a:pt x="2039" y="463"/>
                  <a:pt x="2035" y="467"/>
                  <a:pt x="2035" y="472"/>
                </a:cubicBezTo>
                <a:cubicBezTo>
                  <a:pt x="2035" y="477"/>
                  <a:pt x="2039" y="481"/>
                  <a:pt x="2043" y="481"/>
                </a:cubicBezTo>
                <a:cubicBezTo>
                  <a:pt x="2048" y="481"/>
                  <a:pt x="2052" y="477"/>
                  <a:pt x="2052" y="472"/>
                </a:cubicBezTo>
                <a:close/>
                <a:moveTo>
                  <a:pt x="2078" y="472"/>
                </a:moveTo>
                <a:cubicBezTo>
                  <a:pt x="2078" y="467"/>
                  <a:pt x="2074" y="463"/>
                  <a:pt x="2069" y="463"/>
                </a:cubicBezTo>
                <a:cubicBezTo>
                  <a:pt x="2064" y="463"/>
                  <a:pt x="2061" y="467"/>
                  <a:pt x="2061" y="472"/>
                </a:cubicBezTo>
                <a:cubicBezTo>
                  <a:pt x="2061" y="477"/>
                  <a:pt x="2064" y="481"/>
                  <a:pt x="2069" y="481"/>
                </a:cubicBezTo>
                <a:cubicBezTo>
                  <a:pt x="2074" y="481"/>
                  <a:pt x="2078" y="477"/>
                  <a:pt x="2078" y="472"/>
                </a:cubicBezTo>
                <a:close/>
                <a:moveTo>
                  <a:pt x="2103" y="472"/>
                </a:moveTo>
                <a:cubicBezTo>
                  <a:pt x="2103" y="467"/>
                  <a:pt x="2100" y="463"/>
                  <a:pt x="2095" y="463"/>
                </a:cubicBezTo>
                <a:cubicBezTo>
                  <a:pt x="2090" y="463"/>
                  <a:pt x="2086" y="467"/>
                  <a:pt x="2086" y="472"/>
                </a:cubicBezTo>
                <a:cubicBezTo>
                  <a:pt x="2086" y="477"/>
                  <a:pt x="2090" y="481"/>
                  <a:pt x="2095" y="481"/>
                </a:cubicBezTo>
                <a:cubicBezTo>
                  <a:pt x="2100" y="481"/>
                  <a:pt x="2103" y="477"/>
                  <a:pt x="2103" y="472"/>
                </a:cubicBezTo>
                <a:close/>
                <a:moveTo>
                  <a:pt x="2129" y="472"/>
                </a:moveTo>
                <a:cubicBezTo>
                  <a:pt x="2129" y="467"/>
                  <a:pt x="2125" y="463"/>
                  <a:pt x="2121" y="463"/>
                </a:cubicBezTo>
                <a:cubicBezTo>
                  <a:pt x="2116" y="463"/>
                  <a:pt x="2112" y="467"/>
                  <a:pt x="2112" y="472"/>
                </a:cubicBezTo>
                <a:cubicBezTo>
                  <a:pt x="2112" y="477"/>
                  <a:pt x="2116" y="481"/>
                  <a:pt x="2121" y="481"/>
                </a:cubicBezTo>
                <a:cubicBezTo>
                  <a:pt x="2125" y="481"/>
                  <a:pt x="2129" y="477"/>
                  <a:pt x="2129" y="472"/>
                </a:cubicBezTo>
                <a:close/>
                <a:moveTo>
                  <a:pt x="2155" y="472"/>
                </a:moveTo>
                <a:cubicBezTo>
                  <a:pt x="2155" y="467"/>
                  <a:pt x="2151" y="463"/>
                  <a:pt x="2146" y="463"/>
                </a:cubicBezTo>
                <a:cubicBezTo>
                  <a:pt x="2142" y="463"/>
                  <a:pt x="2138" y="467"/>
                  <a:pt x="2138" y="472"/>
                </a:cubicBezTo>
                <a:cubicBezTo>
                  <a:pt x="2138" y="477"/>
                  <a:pt x="2142" y="481"/>
                  <a:pt x="2146" y="481"/>
                </a:cubicBezTo>
                <a:cubicBezTo>
                  <a:pt x="2151" y="481"/>
                  <a:pt x="2155" y="477"/>
                  <a:pt x="2155" y="472"/>
                </a:cubicBezTo>
                <a:close/>
                <a:moveTo>
                  <a:pt x="2181" y="472"/>
                </a:moveTo>
                <a:cubicBezTo>
                  <a:pt x="2181" y="467"/>
                  <a:pt x="2177" y="463"/>
                  <a:pt x="2172" y="463"/>
                </a:cubicBezTo>
                <a:cubicBezTo>
                  <a:pt x="2167" y="463"/>
                  <a:pt x="2164" y="467"/>
                  <a:pt x="2164" y="472"/>
                </a:cubicBezTo>
                <a:cubicBezTo>
                  <a:pt x="2164" y="477"/>
                  <a:pt x="2167" y="481"/>
                  <a:pt x="2172" y="481"/>
                </a:cubicBezTo>
                <a:cubicBezTo>
                  <a:pt x="2177" y="481"/>
                  <a:pt x="2181" y="477"/>
                  <a:pt x="2181" y="472"/>
                </a:cubicBezTo>
                <a:close/>
                <a:moveTo>
                  <a:pt x="2207" y="472"/>
                </a:moveTo>
                <a:cubicBezTo>
                  <a:pt x="2207" y="467"/>
                  <a:pt x="2203" y="463"/>
                  <a:pt x="2198" y="463"/>
                </a:cubicBezTo>
                <a:cubicBezTo>
                  <a:pt x="2193" y="463"/>
                  <a:pt x="2189" y="467"/>
                  <a:pt x="2189" y="472"/>
                </a:cubicBezTo>
                <a:cubicBezTo>
                  <a:pt x="2189" y="477"/>
                  <a:pt x="2193" y="481"/>
                  <a:pt x="2198" y="481"/>
                </a:cubicBezTo>
                <a:cubicBezTo>
                  <a:pt x="2203" y="481"/>
                  <a:pt x="2207" y="477"/>
                  <a:pt x="2207" y="472"/>
                </a:cubicBezTo>
                <a:close/>
                <a:moveTo>
                  <a:pt x="2232" y="472"/>
                </a:moveTo>
                <a:cubicBezTo>
                  <a:pt x="2232" y="467"/>
                  <a:pt x="2228" y="463"/>
                  <a:pt x="2224" y="463"/>
                </a:cubicBezTo>
                <a:cubicBezTo>
                  <a:pt x="2219" y="463"/>
                  <a:pt x="2215" y="467"/>
                  <a:pt x="2215" y="472"/>
                </a:cubicBezTo>
                <a:cubicBezTo>
                  <a:pt x="2215" y="477"/>
                  <a:pt x="2219" y="481"/>
                  <a:pt x="2224" y="481"/>
                </a:cubicBezTo>
                <a:cubicBezTo>
                  <a:pt x="2228" y="481"/>
                  <a:pt x="2232" y="477"/>
                  <a:pt x="2232" y="472"/>
                </a:cubicBezTo>
                <a:close/>
                <a:moveTo>
                  <a:pt x="2258" y="472"/>
                </a:moveTo>
                <a:cubicBezTo>
                  <a:pt x="2258" y="467"/>
                  <a:pt x="2254" y="463"/>
                  <a:pt x="2249" y="463"/>
                </a:cubicBezTo>
                <a:cubicBezTo>
                  <a:pt x="2245" y="463"/>
                  <a:pt x="2241" y="467"/>
                  <a:pt x="2241" y="472"/>
                </a:cubicBezTo>
                <a:cubicBezTo>
                  <a:pt x="2241" y="477"/>
                  <a:pt x="2245" y="481"/>
                  <a:pt x="2249" y="481"/>
                </a:cubicBezTo>
                <a:cubicBezTo>
                  <a:pt x="2254" y="481"/>
                  <a:pt x="2258" y="477"/>
                  <a:pt x="2258" y="472"/>
                </a:cubicBezTo>
                <a:close/>
                <a:moveTo>
                  <a:pt x="2284" y="472"/>
                </a:moveTo>
                <a:cubicBezTo>
                  <a:pt x="2284" y="467"/>
                  <a:pt x="2280" y="463"/>
                  <a:pt x="2275" y="463"/>
                </a:cubicBezTo>
                <a:cubicBezTo>
                  <a:pt x="2270" y="463"/>
                  <a:pt x="2267" y="467"/>
                  <a:pt x="2267" y="472"/>
                </a:cubicBezTo>
                <a:cubicBezTo>
                  <a:pt x="2267" y="477"/>
                  <a:pt x="2270" y="481"/>
                  <a:pt x="2275" y="481"/>
                </a:cubicBezTo>
                <a:cubicBezTo>
                  <a:pt x="2280" y="481"/>
                  <a:pt x="2284" y="477"/>
                  <a:pt x="2284" y="472"/>
                </a:cubicBezTo>
                <a:close/>
                <a:moveTo>
                  <a:pt x="2310" y="472"/>
                </a:moveTo>
                <a:cubicBezTo>
                  <a:pt x="2310" y="467"/>
                  <a:pt x="2306" y="463"/>
                  <a:pt x="2301" y="463"/>
                </a:cubicBezTo>
                <a:cubicBezTo>
                  <a:pt x="2296" y="463"/>
                  <a:pt x="2292" y="467"/>
                  <a:pt x="2292" y="472"/>
                </a:cubicBezTo>
                <a:cubicBezTo>
                  <a:pt x="2292" y="477"/>
                  <a:pt x="2296" y="481"/>
                  <a:pt x="2301" y="481"/>
                </a:cubicBezTo>
                <a:cubicBezTo>
                  <a:pt x="2306" y="481"/>
                  <a:pt x="2310" y="477"/>
                  <a:pt x="2310" y="472"/>
                </a:cubicBezTo>
                <a:close/>
                <a:moveTo>
                  <a:pt x="2335" y="472"/>
                </a:moveTo>
                <a:cubicBezTo>
                  <a:pt x="2335" y="467"/>
                  <a:pt x="2331" y="463"/>
                  <a:pt x="2327" y="463"/>
                </a:cubicBezTo>
                <a:cubicBezTo>
                  <a:pt x="2322" y="463"/>
                  <a:pt x="2318" y="467"/>
                  <a:pt x="2318" y="472"/>
                </a:cubicBezTo>
                <a:cubicBezTo>
                  <a:pt x="2318" y="477"/>
                  <a:pt x="2322" y="481"/>
                  <a:pt x="2327" y="481"/>
                </a:cubicBezTo>
                <a:cubicBezTo>
                  <a:pt x="2331" y="481"/>
                  <a:pt x="2335" y="477"/>
                  <a:pt x="2335" y="472"/>
                </a:cubicBezTo>
                <a:close/>
                <a:moveTo>
                  <a:pt x="2361" y="472"/>
                </a:moveTo>
                <a:cubicBezTo>
                  <a:pt x="2361" y="467"/>
                  <a:pt x="2357" y="463"/>
                  <a:pt x="2352" y="463"/>
                </a:cubicBezTo>
                <a:cubicBezTo>
                  <a:pt x="2348" y="463"/>
                  <a:pt x="2344" y="467"/>
                  <a:pt x="2344" y="472"/>
                </a:cubicBezTo>
                <a:cubicBezTo>
                  <a:pt x="2344" y="477"/>
                  <a:pt x="2348" y="481"/>
                  <a:pt x="2352" y="481"/>
                </a:cubicBezTo>
                <a:cubicBezTo>
                  <a:pt x="2357" y="481"/>
                  <a:pt x="2361" y="477"/>
                  <a:pt x="2361" y="472"/>
                </a:cubicBezTo>
                <a:close/>
                <a:moveTo>
                  <a:pt x="2387" y="472"/>
                </a:moveTo>
                <a:cubicBezTo>
                  <a:pt x="2387" y="467"/>
                  <a:pt x="2383" y="463"/>
                  <a:pt x="2378" y="463"/>
                </a:cubicBezTo>
                <a:cubicBezTo>
                  <a:pt x="2373" y="463"/>
                  <a:pt x="2370" y="467"/>
                  <a:pt x="2370" y="472"/>
                </a:cubicBezTo>
                <a:cubicBezTo>
                  <a:pt x="2370" y="477"/>
                  <a:pt x="2373" y="481"/>
                  <a:pt x="2378" y="481"/>
                </a:cubicBezTo>
                <a:cubicBezTo>
                  <a:pt x="2383" y="481"/>
                  <a:pt x="2387" y="477"/>
                  <a:pt x="2387" y="472"/>
                </a:cubicBezTo>
                <a:close/>
                <a:moveTo>
                  <a:pt x="2413" y="472"/>
                </a:moveTo>
                <a:cubicBezTo>
                  <a:pt x="2413" y="467"/>
                  <a:pt x="2409" y="463"/>
                  <a:pt x="2404" y="463"/>
                </a:cubicBezTo>
                <a:cubicBezTo>
                  <a:pt x="2399" y="463"/>
                  <a:pt x="2395" y="467"/>
                  <a:pt x="2395" y="472"/>
                </a:cubicBezTo>
                <a:cubicBezTo>
                  <a:pt x="2395" y="477"/>
                  <a:pt x="2399" y="481"/>
                  <a:pt x="2404" y="481"/>
                </a:cubicBezTo>
                <a:cubicBezTo>
                  <a:pt x="2409" y="481"/>
                  <a:pt x="2413" y="477"/>
                  <a:pt x="2413" y="472"/>
                </a:cubicBezTo>
                <a:close/>
                <a:moveTo>
                  <a:pt x="2438" y="472"/>
                </a:moveTo>
                <a:cubicBezTo>
                  <a:pt x="2438" y="467"/>
                  <a:pt x="2434" y="463"/>
                  <a:pt x="2430" y="463"/>
                </a:cubicBezTo>
                <a:cubicBezTo>
                  <a:pt x="2425" y="463"/>
                  <a:pt x="2421" y="467"/>
                  <a:pt x="2421" y="472"/>
                </a:cubicBezTo>
                <a:cubicBezTo>
                  <a:pt x="2421" y="477"/>
                  <a:pt x="2425" y="481"/>
                  <a:pt x="2430" y="481"/>
                </a:cubicBezTo>
                <a:cubicBezTo>
                  <a:pt x="2434" y="481"/>
                  <a:pt x="2438" y="477"/>
                  <a:pt x="2438" y="472"/>
                </a:cubicBezTo>
                <a:close/>
                <a:moveTo>
                  <a:pt x="2541" y="472"/>
                </a:moveTo>
                <a:cubicBezTo>
                  <a:pt x="2541" y="467"/>
                  <a:pt x="2538" y="463"/>
                  <a:pt x="2533" y="463"/>
                </a:cubicBezTo>
                <a:cubicBezTo>
                  <a:pt x="2528" y="463"/>
                  <a:pt x="2524" y="467"/>
                  <a:pt x="2524" y="472"/>
                </a:cubicBezTo>
                <a:cubicBezTo>
                  <a:pt x="2524" y="477"/>
                  <a:pt x="2528" y="481"/>
                  <a:pt x="2533" y="481"/>
                </a:cubicBezTo>
                <a:cubicBezTo>
                  <a:pt x="2538" y="481"/>
                  <a:pt x="2541" y="477"/>
                  <a:pt x="2541" y="472"/>
                </a:cubicBezTo>
                <a:close/>
                <a:moveTo>
                  <a:pt x="2567" y="472"/>
                </a:moveTo>
                <a:cubicBezTo>
                  <a:pt x="2567" y="467"/>
                  <a:pt x="2563" y="463"/>
                  <a:pt x="2559" y="463"/>
                </a:cubicBezTo>
                <a:cubicBezTo>
                  <a:pt x="2554" y="463"/>
                  <a:pt x="2550" y="467"/>
                  <a:pt x="2550" y="472"/>
                </a:cubicBezTo>
                <a:cubicBezTo>
                  <a:pt x="2550" y="477"/>
                  <a:pt x="2554" y="481"/>
                  <a:pt x="2559" y="481"/>
                </a:cubicBezTo>
                <a:cubicBezTo>
                  <a:pt x="2563" y="481"/>
                  <a:pt x="2567" y="477"/>
                  <a:pt x="2567" y="472"/>
                </a:cubicBezTo>
                <a:close/>
                <a:moveTo>
                  <a:pt x="17" y="498"/>
                </a:moveTo>
                <a:cubicBezTo>
                  <a:pt x="17" y="493"/>
                  <a:pt x="13" y="489"/>
                  <a:pt x="8" y="489"/>
                </a:cubicBezTo>
                <a:cubicBezTo>
                  <a:pt x="4" y="489"/>
                  <a:pt x="0" y="493"/>
                  <a:pt x="0" y="498"/>
                </a:cubicBezTo>
                <a:cubicBezTo>
                  <a:pt x="0" y="502"/>
                  <a:pt x="4" y="506"/>
                  <a:pt x="8" y="506"/>
                </a:cubicBezTo>
                <a:cubicBezTo>
                  <a:pt x="13" y="506"/>
                  <a:pt x="17" y="502"/>
                  <a:pt x="17" y="498"/>
                </a:cubicBezTo>
                <a:close/>
                <a:moveTo>
                  <a:pt x="43" y="498"/>
                </a:moveTo>
                <a:cubicBezTo>
                  <a:pt x="43" y="493"/>
                  <a:pt x="39" y="489"/>
                  <a:pt x="34" y="489"/>
                </a:cubicBezTo>
                <a:cubicBezTo>
                  <a:pt x="29" y="489"/>
                  <a:pt x="26" y="493"/>
                  <a:pt x="26" y="498"/>
                </a:cubicBezTo>
                <a:cubicBezTo>
                  <a:pt x="26" y="502"/>
                  <a:pt x="29" y="506"/>
                  <a:pt x="34" y="506"/>
                </a:cubicBezTo>
                <a:cubicBezTo>
                  <a:pt x="39" y="506"/>
                  <a:pt x="43" y="502"/>
                  <a:pt x="43" y="498"/>
                </a:cubicBezTo>
                <a:close/>
                <a:moveTo>
                  <a:pt x="69" y="498"/>
                </a:moveTo>
                <a:cubicBezTo>
                  <a:pt x="69" y="493"/>
                  <a:pt x="65" y="489"/>
                  <a:pt x="60" y="489"/>
                </a:cubicBezTo>
                <a:cubicBezTo>
                  <a:pt x="55" y="489"/>
                  <a:pt x="51" y="493"/>
                  <a:pt x="51" y="498"/>
                </a:cubicBezTo>
                <a:cubicBezTo>
                  <a:pt x="51" y="502"/>
                  <a:pt x="55" y="506"/>
                  <a:pt x="60" y="506"/>
                </a:cubicBezTo>
                <a:cubicBezTo>
                  <a:pt x="65" y="506"/>
                  <a:pt x="69" y="502"/>
                  <a:pt x="69" y="498"/>
                </a:cubicBezTo>
                <a:close/>
                <a:moveTo>
                  <a:pt x="94" y="498"/>
                </a:moveTo>
                <a:cubicBezTo>
                  <a:pt x="94" y="493"/>
                  <a:pt x="90" y="489"/>
                  <a:pt x="86" y="489"/>
                </a:cubicBezTo>
                <a:cubicBezTo>
                  <a:pt x="81" y="489"/>
                  <a:pt x="77" y="493"/>
                  <a:pt x="77" y="498"/>
                </a:cubicBezTo>
                <a:cubicBezTo>
                  <a:pt x="77" y="502"/>
                  <a:pt x="81" y="506"/>
                  <a:pt x="86" y="506"/>
                </a:cubicBezTo>
                <a:cubicBezTo>
                  <a:pt x="90" y="506"/>
                  <a:pt x="94" y="502"/>
                  <a:pt x="94" y="498"/>
                </a:cubicBezTo>
                <a:close/>
                <a:moveTo>
                  <a:pt x="120" y="498"/>
                </a:moveTo>
                <a:cubicBezTo>
                  <a:pt x="120" y="493"/>
                  <a:pt x="116" y="489"/>
                  <a:pt x="111" y="489"/>
                </a:cubicBezTo>
                <a:cubicBezTo>
                  <a:pt x="107" y="489"/>
                  <a:pt x="103" y="493"/>
                  <a:pt x="103" y="498"/>
                </a:cubicBezTo>
                <a:cubicBezTo>
                  <a:pt x="103" y="502"/>
                  <a:pt x="107" y="506"/>
                  <a:pt x="111" y="506"/>
                </a:cubicBezTo>
                <a:cubicBezTo>
                  <a:pt x="116" y="506"/>
                  <a:pt x="120" y="502"/>
                  <a:pt x="120" y="498"/>
                </a:cubicBezTo>
                <a:close/>
                <a:moveTo>
                  <a:pt x="146" y="498"/>
                </a:moveTo>
                <a:cubicBezTo>
                  <a:pt x="146" y="493"/>
                  <a:pt x="142" y="489"/>
                  <a:pt x="137" y="489"/>
                </a:cubicBezTo>
                <a:cubicBezTo>
                  <a:pt x="132" y="489"/>
                  <a:pt x="129" y="493"/>
                  <a:pt x="129" y="498"/>
                </a:cubicBezTo>
                <a:cubicBezTo>
                  <a:pt x="129" y="502"/>
                  <a:pt x="132" y="506"/>
                  <a:pt x="137" y="506"/>
                </a:cubicBezTo>
                <a:cubicBezTo>
                  <a:pt x="142" y="506"/>
                  <a:pt x="146" y="502"/>
                  <a:pt x="146" y="498"/>
                </a:cubicBezTo>
                <a:close/>
                <a:moveTo>
                  <a:pt x="172" y="498"/>
                </a:moveTo>
                <a:cubicBezTo>
                  <a:pt x="172" y="493"/>
                  <a:pt x="168" y="489"/>
                  <a:pt x="163" y="489"/>
                </a:cubicBezTo>
                <a:cubicBezTo>
                  <a:pt x="158" y="489"/>
                  <a:pt x="154" y="493"/>
                  <a:pt x="154" y="498"/>
                </a:cubicBezTo>
                <a:cubicBezTo>
                  <a:pt x="154" y="502"/>
                  <a:pt x="158" y="506"/>
                  <a:pt x="163" y="506"/>
                </a:cubicBezTo>
                <a:cubicBezTo>
                  <a:pt x="168" y="506"/>
                  <a:pt x="172" y="502"/>
                  <a:pt x="172" y="498"/>
                </a:cubicBezTo>
                <a:close/>
                <a:moveTo>
                  <a:pt x="197" y="498"/>
                </a:moveTo>
                <a:cubicBezTo>
                  <a:pt x="197" y="493"/>
                  <a:pt x="193" y="489"/>
                  <a:pt x="189" y="489"/>
                </a:cubicBezTo>
                <a:cubicBezTo>
                  <a:pt x="184" y="489"/>
                  <a:pt x="180" y="493"/>
                  <a:pt x="180" y="498"/>
                </a:cubicBezTo>
                <a:cubicBezTo>
                  <a:pt x="180" y="502"/>
                  <a:pt x="184" y="506"/>
                  <a:pt x="189" y="506"/>
                </a:cubicBezTo>
                <a:cubicBezTo>
                  <a:pt x="193" y="506"/>
                  <a:pt x="197" y="502"/>
                  <a:pt x="197" y="498"/>
                </a:cubicBezTo>
                <a:close/>
                <a:moveTo>
                  <a:pt x="223" y="498"/>
                </a:moveTo>
                <a:cubicBezTo>
                  <a:pt x="223" y="493"/>
                  <a:pt x="219" y="489"/>
                  <a:pt x="214" y="489"/>
                </a:cubicBezTo>
                <a:cubicBezTo>
                  <a:pt x="210" y="489"/>
                  <a:pt x="206" y="493"/>
                  <a:pt x="206" y="498"/>
                </a:cubicBezTo>
                <a:cubicBezTo>
                  <a:pt x="206" y="502"/>
                  <a:pt x="210" y="506"/>
                  <a:pt x="214" y="506"/>
                </a:cubicBezTo>
                <a:cubicBezTo>
                  <a:pt x="219" y="506"/>
                  <a:pt x="223" y="502"/>
                  <a:pt x="223" y="498"/>
                </a:cubicBezTo>
                <a:close/>
                <a:moveTo>
                  <a:pt x="249" y="498"/>
                </a:moveTo>
                <a:cubicBezTo>
                  <a:pt x="249" y="493"/>
                  <a:pt x="245" y="489"/>
                  <a:pt x="240" y="489"/>
                </a:cubicBezTo>
                <a:cubicBezTo>
                  <a:pt x="236" y="489"/>
                  <a:pt x="232" y="493"/>
                  <a:pt x="232" y="498"/>
                </a:cubicBezTo>
                <a:cubicBezTo>
                  <a:pt x="232" y="502"/>
                  <a:pt x="236" y="506"/>
                  <a:pt x="240" y="506"/>
                </a:cubicBezTo>
                <a:cubicBezTo>
                  <a:pt x="245" y="506"/>
                  <a:pt x="249" y="502"/>
                  <a:pt x="249" y="498"/>
                </a:cubicBezTo>
                <a:close/>
                <a:moveTo>
                  <a:pt x="275" y="498"/>
                </a:moveTo>
                <a:cubicBezTo>
                  <a:pt x="275" y="493"/>
                  <a:pt x="271" y="489"/>
                  <a:pt x="266" y="489"/>
                </a:cubicBezTo>
                <a:cubicBezTo>
                  <a:pt x="261" y="489"/>
                  <a:pt x="257" y="493"/>
                  <a:pt x="257" y="498"/>
                </a:cubicBezTo>
                <a:cubicBezTo>
                  <a:pt x="257" y="502"/>
                  <a:pt x="261" y="506"/>
                  <a:pt x="266" y="506"/>
                </a:cubicBezTo>
                <a:cubicBezTo>
                  <a:pt x="271" y="506"/>
                  <a:pt x="275" y="502"/>
                  <a:pt x="275" y="498"/>
                </a:cubicBezTo>
                <a:close/>
                <a:moveTo>
                  <a:pt x="300" y="498"/>
                </a:moveTo>
                <a:cubicBezTo>
                  <a:pt x="300" y="493"/>
                  <a:pt x="297" y="489"/>
                  <a:pt x="292" y="489"/>
                </a:cubicBezTo>
                <a:cubicBezTo>
                  <a:pt x="287" y="489"/>
                  <a:pt x="283" y="493"/>
                  <a:pt x="283" y="498"/>
                </a:cubicBezTo>
                <a:cubicBezTo>
                  <a:pt x="283" y="502"/>
                  <a:pt x="287" y="506"/>
                  <a:pt x="292" y="506"/>
                </a:cubicBezTo>
                <a:cubicBezTo>
                  <a:pt x="297" y="506"/>
                  <a:pt x="300" y="502"/>
                  <a:pt x="300" y="498"/>
                </a:cubicBezTo>
                <a:close/>
                <a:moveTo>
                  <a:pt x="326" y="498"/>
                </a:moveTo>
                <a:cubicBezTo>
                  <a:pt x="326" y="493"/>
                  <a:pt x="322" y="489"/>
                  <a:pt x="318" y="489"/>
                </a:cubicBezTo>
                <a:cubicBezTo>
                  <a:pt x="313" y="489"/>
                  <a:pt x="309" y="493"/>
                  <a:pt x="309" y="498"/>
                </a:cubicBezTo>
                <a:cubicBezTo>
                  <a:pt x="309" y="502"/>
                  <a:pt x="313" y="506"/>
                  <a:pt x="318" y="506"/>
                </a:cubicBezTo>
                <a:cubicBezTo>
                  <a:pt x="322" y="506"/>
                  <a:pt x="326" y="502"/>
                  <a:pt x="326" y="498"/>
                </a:cubicBezTo>
                <a:close/>
                <a:moveTo>
                  <a:pt x="352" y="498"/>
                </a:moveTo>
                <a:cubicBezTo>
                  <a:pt x="352" y="493"/>
                  <a:pt x="348" y="489"/>
                  <a:pt x="343" y="489"/>
                </a:cubicBezTo>
                <a:cubicBezTo>
                  <a:pt x="339" y="489"/>
                  <a:pt x="335" y="493"/>
                  <a:pt x="335" y="498"/>
                </a:cubicBezTo>
                <a:cubicBezTo>
                  <a:pt x="335" y="502"/>
                  <a:pt x="339" y="506"/>
                  <a:pt x="343" y="506"/>
                </a:cubicBezTo>
                <a:cubicBezTo>
                  <a:pt x="348" y="506"/>
                  <a:pt x="352" y="502"/>
                  <a:pt x="352" y="498"/>
                </a:cubicBezTo>
                <a:close/>
                <a:moveTo>
                  <a:pt x="378" y="498"/>
                </a:moveTo>
                <a:cubicBezTo>
                  <a:pt x="378" y="493"/>
                  <a:pt x="374" y="489"/>
                  <a:pt x="369" y="489"/>
                </a:cubicBezTo>
                <a:cubicBezTo>
                  <a:pt x="364" y="489"/>
                  <a:pt x="360" y="493"/>
                  <a:pt x="360" y="498"/>
                </a:cubicBezTo>
                <a:cubicBezTo>
                  <a:pt x="360" y="502"/>
                  <a:pt x="364" y="506"/>
                  <a:pt x="369" y="506"/>
                </a:cubicBezTo>
                <a:cubicBezTo>
                  <a:pt x="374" y="506"/>
                  <a:pt x="378" y="502"/>
                  <a:pt x="378" y="498"/>
                </a:cubicBezTo>
                <a:close/>
                <a:moveTo>
                  <a:pt x="403" y="498"/>
                </a:moveTo>
                <a:cubicBezTo>
                  <a:pt x="403" y="493"/>
                  <a:pt x="400" y="489"/>
                  <a:pt x="395" y="489"/>
                </a:cubicBezTo>
                <a:cubicBezTo>
                  <a:pt x="390" y="489"/>
                  <a:pt x="386" y="493"/>
                  <a:pt x="386" y="498"/>
                </a:cubicBezTo>
                <a:cubicBezTo>
                  <a:pt x="386" y="502"/>
                  <a:pt x="390" y="506"/>
                  <a:pt x="395" y="506"/>
                </a:cubicBezTo>
                <a:cubicBezTo>
                  <a:pt x="400" y="506"/>
                  <a:pt x="403" y="502"/>
                  <a:pt x="403" y="498"/>
                </a:cubicBezTo>
                <a:close/>
                <a:moveTo>
                  <a:pt x="429" y="498"/>
                </a:moveTo>
                <a:cubicBezTo>
                  <a:pt x="429" y="493"/>
                  <a:pt x="425" y="489"/>
                  <a:pt x="421" y="489"/>
                </a:cubicBezTo>
                <a:cubicBezTo>
                  <a:pt x="416" y="489"/>
                  <a:pt x="412" y="493"/>
                  <a:pt x="412" y="498"/>
                </a:cubicBezTo>
                <a:cubicBezTo>
                  <a:pt x="412" y="502"/>
                  <a:pt x="416" y="506"/>
                  <a:pt x="421" y="506"/>
                </a:cubicBezTo>
                <a:cubicBezTo>
                  <a:pt x="425" y="506"/>
                  <a:pt x="429" y="502"/>
                  <a:pt x="429" y="498"/>
                </a:cubicBezTo>
                <a:close/>
                <a:moveTo>
                  <a:pt x="455" y="498"/>
                </a:moveTo>
                <a:cubicBezTo>
                  <a:pt x="455" y="493"/>
                  <a:pt x="451" y="489"/>
                  <a:pt x="446" y="489"/>
                </a:cubicBezTo>
                <a:cubicBezTo>
                  <a:pt x="442" y="489"/>
                  <a:pt x="438" y="493"/>
                  <a:pt x="438" y="498"/>
                </a:cubicBezTo>
                <a:cubicBezTo>
                  <a:pt x="438" y="502"/>
                  <a:pt x="442" y="506"/>
                  <a:pt x="446" y="506"/>
                </a:cubicBezTo>
                <a:cubicBezTo>
                  <a:pt x="451" y="506"/>
                  <a:pt x="455" y="502"/>
                  <a:pt x="455" y="498"/>
                </a:cubicBezTo>
                <a:close/>
                <a:moveTo>
                  <a:pt x="481" y="498"/>
                </a:moveTo>
                <a:cubicBezTo>
                  <a:pt x="481" y="493"/>
                  <a:pt x="477" y="489"/>
                  <a:pt x="472" y="489"/>
                </a:cubicBezTo>
                <a:cubicBezTo>
                  <a:pt x="467" y="489"/>
                  <a:pt x="463" y="493"/>
                  <a:pt x="463" y="498"/>
                </a:cubicBezTo>
                <a:cubicBezTo>
                  <a:pt x="463" y="502"/>
                  <a:pt x="467" y="506"/>
                  <a:pt x="472" y="506"/>
                </a:cubicBezTo>
                <a:cubicBezTo>
                  <a:pt x="477" y="506"/>
                  <a:pt x="481" y="502"/>
                  <a:pt x="481" y="498"/>
                </a:cubicBezTo>
                <a:close/>
                <a:moveTo>
                  <a:pt x="506" y="498"/>
                </a:moveTo>
                <a:cubicBezTo>
                  <a:pt x="506" y="493"/>
                  <a:pt x="503" y="489"/>
                  <a:pt x="498" y="489"/>
                </a:cubicBezTo>
                <a:cubicBezTo>
                  <a:pt x="493" y="489"/>
                  <a:pt x="489" y="493"/>
                  <a:pt x="489" y="498"/>
                </a:cubicBezTo>
                <a:cubicBezTo>
                  <a:pt x="489" y="502"/>
                  <a:pt x="493" y="506"/>
                  <a:pt x="498" y="506"/>
                </a:cubicBezTo>
                <a:cubicBezTo>
                  <a:pt x="503" y="506"/>
                  <a:pt x="506" y="502"/>
                  <a:pt x="506" y="498"/>
                </a:cubicBezTo>
                <a:close/>
                <a:moveTo>
                  <a:pt x="532" y="498"/>
                </a:moveTo>
                <a:cubicBezTo>
                  <a:pt x="532" y="493"/>
                  <a:pt x="528" y="489"/>
                  <a:pt x="524" y="489"/>
                </a:cubicBezTo>
                <a:cubicBezTo>
                  <a:pt x="519" y="489"/>
                  <a:pt x="515" y="493"/>
                  <a:pt x="515" y="498"/>
                </a:cubicBezTo>
                <a:cubicBezTo>
                  <a:pt x="515" y="502"/>
                  <a:pt x="519" y="506"/>
                  <a:pt x="524" y="506"/>
                </a:cubicBezTo>
                <a:cubicBezTo>
                  <a:pt x="528" y="506"/>
                  <a:pt x="532" y="502"/>
                  <a:pt x="532" y="498"/>
                </a:cubicBezTo>
                <a:close/>
                <a:moveTo>
                  <a:pt x="687" y="498"/>
                </a:moveTo>
                <a:cubicBezTo>
                  <a:pt x="687" y="493"/>
                  <a:pt x="683" y="489"/>
                  <a:pt x="678" y="489"/>
                </a:cubicBezTo>
                <a:cubicBezTo>
                  <a:pt x="673" y="489"/>
                  <a:pt x="670" y="493"/>
                  <a:pt x="670" y="498"/>
                </a:cubicBezTo>
                <a:cubicBezTo>
                  <a:pt x="670" y="502"/>
                  <a:pt x="673" y="506"/>
                  <a:pt x="678" y="506"/>
                </a:cubicBezTo>
                <a:cubicBezTo>
                  <a:pt x="683" y="506"/>
                  <a:pt x="687" y="502"/>
                  <a:pt x="687" y="498"/>
                </a:cubicBezTo>
                <a:close/>
                <a:moveTo>
                  <a:pt x="712" y="498"/>
                </a:moveTo>
                <a:cubicBezTo>
                  <a:pt x="712" y="493"/>
                  <a:pt x="709" y="489"/>
                  <a:pt x="704" y="489"/>
                </a:cubicBezTo>
                <a:cubicBezTo>
                  <a:pt x="699" y="489"/>
                  <a:pt x="695" y="493"/>
                  <a:pt x="695" y="498"/>
                </a:cubicBezTo>
                <a:cubicBezTo>
                  <a:pt x="695" y="502"/>
                  <a:pt x="699" y="506"/>
                  <a:pt x="704" y="506"/>
                </a:cubicBezTo>
                <a:cubicBezTo>
                  <a:pt x="709" y="506"/>
                  <a:pt x="712" y="502"/>
                  <a:pt x="712" y="498"/>
                </a:cubicBezTo>
                <a:close/>
                <a:moveTo>
                  <a:pt x="738" y="498"/>
                </a:moveTo>
                <a:cubicBezTo>
                  <a:pt x="738" y="493"/>
                  <a:pt x="734" y="489"/>
                  <a:pt x="730" y="489"/>
                </a:cubicBezTo>
                <a:cubicBezTo>
                  <a:pt x="725" y="489"/>
                  <a:pt x="721" y="493"/>
                  <a:pt x="721" y="498"/>
                </a:cubicBezTo>
                <a:cubicBezTo>
                  <a:pt x="721" y="502"/>
                  <a:pt x="725" y="506"/>
                  <a:pt x="730" y="506"/>
                </a:cubicBezTo>
                <a:cubicBezTo>
                  <a:pt x="734" y="506"/>
                  <a:pt x="738" y="502"/>
                  <a:pt x="738" y="498"/>
                </a:cubicBezTo>
                <a:close/>
                <a:moveTo>
                  <a:pt x="790" y="498"/>
                </a:moveTo>
                <a:cubicBezTo>
                  <a:pt x="790" y="493"/>
                  <a:pt x="786" y="489"/>
                  <a:pt x="781" y="489"/>
                </a:cubicBezTo>
                <a:cubicBezTo>
                  <a:pt x="776" y="489"/>
                  <a:pt x="773" y="493"/>
                  <a:pt x="773" y="498"/>
                </a:cubicBezTo>
                <a:cubicBezTo>
                  <a:pt x="773" y="502"/>
                  <a:pt x="776" y="506"/>
                  <a:pt x="781" y="506"/>
                </a:cubicBezTo>
                <a:cubicBezTo>
                  <a:pt x="786" y="506"/>
                  <a:pt x="790" y="502"/>
                  <a:pt x="790" y="498"/>
                </a:cubicBezTo>
                <a:close/>
                <a:moveTo>
                  <a:pt x="1331" y="498"/>
                </a:moveTo>
                <a:cubicBezTo>
                  <a:pt x="1331" y="493"/>
                  <a:pt x="1327" y="489"/>
                  <a:pt x="1322" y="489"/>
                </a:cubicBezTo>
                <a:cubicBezTo>
                  <a:pt x="1317" y="489"/>
                  <a:pt x="1314" y="493"/>
                  <a:pt x="1314" y="498"/>
                </a:cubicBezTo>
                <a:cubicBezTo>
                  <a:pt x="1314" y="502"/>
                  <a:pt x="1317" y="506"/>
                  <a:pt x="1322" y="506"/>
                </a:cubicBezTo>
                <a:cubicBezTo>
                  <a:pt x="1327" y="506"/>
                  <a:pt x="1331" y="502"/>
                  <a:pt x="1331" y="498"/>
                </a:cubicBezTo>
                <a:close/>
                <a:moveTo>
                  <a:pt x="1382" y="498"/>
                </a:moveTo>
                <a:cubicBezTo>
                  <a:pt x="1382" y="493"/>
                  <a:pt x="1378" y="489"/>
                  <a:pt x="1374" y="489"/>
                </a:cubicBezTo>
                <a:cubicBezTo>
                  <a:pt x="1369" y="489"/>
                  <a:pt x="1365" y="493"/>
                  <a:pt x="1365" y="498"/>
                </a:cubicBezTo>
                <a:cubicBezTo>
                  <a:pt x="1365" y="502"/>
                  <a:pt x="1369" y="506"/>
                  <a:pt x="1374" y="506"/>
                </a:cubicBezTo>
                <a:cubicBezTo>
                  <a:pt x="1378" y="506"/>
                  <a:pt x="1382" y="502"/>
                  <a:pt x="1382" y="498"/>
                </a:cubicBezTo>
                <a:close/>
                <a:moveTo>
                  <a:pt x="1408" y="498"/>
                </a:moveTo>
                <a:cubicBezTo>
                  <a:pt x="1408" y="493"/>
                  <a:pt x="1404" y="489"/>
                  <a:pt x="1399" y="489"/>
                </a:cubicBezTo>
                <a:cubicBezTo>
                  <a:pt x="1395" y="489"/>
                  <a:pt x="1391" y="493"/>
                  <a:pt x="1391" y="498"/>
                </a:cubicBezTo>
                <a:cubicBezTo>
                  <a:pt x="1391" y="502"/>
                  <a:pt x="1395" y="506"/>
                  <a:pt x="1399" y="506"/>
                </a:cubicBezTo>
                <a:cubicBezTo>
                  <a:pt x="1404" y="506"/>
                  <a:pt x="1408" y="502"/>
                  <a:pt x="1408" y="498"/>
                </a:cubicBezTo>
                <a:close/>
                <a:moveTo>
                  <a:pt x="1459" y="498"/>
                </a:moveTo>
                <a:cubicBezTo>
                  <a:pt x="1459" y="493"/>
                  <a:pt x="1456" y="489"/>
                  <a:pt x="1451" y="489"/>
                </a:cubicBezTo>
                <a:cubicBezTo>
                  <a:pt x="1446" y="489"/>
                  <a:pt x="1442" y="493"/>
                  <a:pt x="1442" y="498"/>
                </a:cubicBezTo>
                <a:cubicBezTo>
                  <a:pt x="1442" y="502"/>
                  <a:pt x="1446" y="506"/>
                  <a:pt x="1451" y="506"/>
                </a:cubicBezTo>
                <a:cubicBezTo>
                  <a:pt x="1456" y="506"/>
                  <a:pt x="1459" y="502"/>
                  <a:pt x="1459" y="498"/>
                </a:cubicBezTo>
                <a:close/>
                <a:moveTo>
                  <a:pt x="1485" y="498"/>
                </a:moveTo>
                <a:cubicBezTo>
                  <a:pt x="1485" y="493"/>
                  <a:pt x="1481" y="489"/>
                  <a:pt x="1477" y="489"/>
                </a:cubicBezTo>
                <a:cubicBezTo>
                  <a:pt x="1472" y="489"/>
                  <a:pt x="1468" y="493"/>
                  <a:pt x="1468" y="498"/>
                </a:cubicBezTo>
                <a:cubicBezTo>
                  <a:pt x="1468" y="502"/>
                  <a:pt x="1472" y="506"/>
                  <a:pt x="1477" y="506"/>
                </a:cubicBezTo>
                <a:cubicBezTo>
                  <a:pt x="1481" y="506"/>
                  <a:pt x="1485" y="502"/>
                  <a:pt x="1485" y="498"/>
                </a:cubicBezTo>
                <a:close/>
                <a:moveTo>
                  <a:pt x="1511" y="498"/>
                </a:moveTo>
                <a:cubicBezTo>
                  <a:pt x="1511" y="493"/>
                  <a:pt x="1507" y="489"/>
                  <a:pt x="1502" y="489"/>
                </a:cubicBezTo>
                <a:cubicBezTo>
                  <a:pt x="1498" y="489"/>
                  <a:pt x="1494" y="493"/>
                  <a:pt x="1494" y="498"/>
                </a:cubicBezTo>
                <a:cubicBezTo>
                  <a:pt x="1494" y="502"/>
                  <a:pt x="1498" y="506"/>
                  <a:pt x="1502" y="506"/>
                </a:cubicBezTo>
                <a:cubicBezTo>
                  <a:pt x="1507" y="506"/>
                  <a:pt x="1511" y="502"/>
                  <a:pt x="1511" y="498"/>
                </a:cubicBezTo>
                <a:close/>
                <a:moveTo>
                  <a:pt x="1537" y="498"/>
                </a:moveTo>
                <a:cubicBezTo>
                  <a:pt x="1537" y="493"/>
                  <a:pt x="1533" y="489"/>
                  <a:pt x="1528" y="489"/>
                </a:cubicBezTo>
                <a:cubicBezTo>
                  <a:pt x="1523" y="489"/>
                  <a:pt x="1520" y="493"/>
                  <a:pt x="1520" y="498"/>
                </a:cubicBezTo>
                <a:cubicBezTo>
                  <a:pt x="1520" y="502"/>
                  <a:pt x="1523" y="506"/>
                  <a:pt x="1528" y="506"/>
                </a:cubicBezTo>
                <a:cubicBezTo>
                  <a:pt x="1533" y="506"/>
                  <a:pt x="1537" y="502"/>
                  <a:pt x="1537" y="498"/>
                </a:cubicBezTo>
                <a:close/>
                <a:moveTo>
                  <a:pt x="1563" y="498"/>
                </a:moveTo>
                <a:cubicBezTo>
                  <a:pt x="1563" y="493"/>
                  <a:pt x="1559" y="489"/>
                  <a:pt x="1554" y="489"/>
                </a:cubicBezTo>
                <a:cubicBezTo>
                  <a:pt x="1549" y="489"/>
                  <a:pt x="1545" y="493"/>
                  <a:pt x="1545" y="498"/>
                </a:cubicBezTo>
                <a:cubicBezTo>
                  <a:pt x="1545" y="502"/>
                  <a:pt x="1549" y="506"/>
                  <a:pt x="1554" y="506"/>
                </a:cubicBezTo>
                <a:cubicBezTo>
                  <a:pt x="1559" y="506"/>
                  <a:pt x="1563" y="502"/>
                  <a:pt x="1563" y="498"/>
                </a:cubicBezTo>
                <a:close/>
                <a:moveTo>
                  <a:pt x="1588" y="498"/>
                </a:moveTo>
                <a:cubicBezTo>
                  <a:pt x="1588" y="493"/>
                  <a:pt x="1584" y="489"/>
                  <a:pt x="1580" y="489"/>
                </a:cubicBezTo>
                <a:cubicBezTo>
                  <a:pt x="1575" y="489"/>
                  <a:pt x="1571" y="493"/>
                  <a:pt x="1571" y="498"/>
                </a:cubicBezTo>
                <a:cubicBezTo>
                  <a:pt x="1571" y="502"/>
                  <a:pt x="1575" y="506"/>
                  <a:pt x="1580" y="506"/>
                </a:cubicBezTo>
                <a:cubicBezTo>
                  <a:pt x="1584" y="506"/>
                  <a:pt x="1588" y="502"/>
                  <a:pt x="1588" y="498"/>
                </a:cubicBezTo>
                <a:close/>
                <a:moveTo>
                  <a:pt x="1614" y="498"/>
                </a:moveTo>
                <a:cubicBezTo>
                  <a:pt x="1614" y="493"/>
                  <a:pt x="1610" y="489"/>
                  <a:pt x="1605" y="489"/>
                </a:cubicBezTo>
                <a:cubicBezTo>
                  <a:pt x="1601" y="489"/>
                  <a:pt x="1597" y="493"/>
                  <a:pt x="1597" y="498"/>
                </a:cubicBezTo>
                <a:cubicBezTo>
                  <a:pt x="1597" y="502"/>
                  <a:pt x="1601" y="506"/>
                  <a:pt x="1605" y="506"/>
                </a:cubicBezTo>
                <a:cubicBezTo>
                  <a:pt x="1610" y="506"/>
                  <a:pt x="1614" y="502"/>
                  <a:pt x="1614" y="498"/>
                </a:cubicBezTo>
                <a:close/>
                <a:moveTo>
                  <a:pt x="1640" y="498"/>
                </a:moveTo>
                <a:cubicBezTo>
                  <a:pt x="1640" y="493"/>
                  <a:pt x="1636" y="489"/>
                  <a:pt x="1631" y="489"/>
                </a:cubicBezTo>
                <a:cubicBezTo>
                  <a:pt x="1626" y="489"/>
                  <a:pt x="1623" y="493"/>
                  <a:pt x="1623" y="498"/>
                </a:cubicBezTo>
                <a:cubicBezTo>
                  <a:pt x="1623" y="502"/>
                  <a:pt x="1626" y="506"/>
                  <a:pt x="1631" y="506"/>
                </a:cubicBezTo>
                <a:cubicBezTo>
                  <a:pt x="1636" y="506"/>
                  <a:pt x="1640" y="502"/>
                  <a:pt x="1640" y="498"/>
                </a:cubicBezTo>
                <a:close/>
                <a:moveTo>
                  <a:pt x="1666" y="498"/>
                </a:moveTo>
                <a:cubicBezTo>
                  <a:pt x="1666" y="493"/>
                  <a:pt x="1662" y="489"/>
                  <a:pt x="1657" y="489"/>
                </a:cubicBezTo>
                <a:cubicBezTo>
                  <a:pt x="1652" y="489"/>
                  <a:pt x="1648" y="493"/>
                  <a:pt x="1648" y="498"/>
                </a:cubicBezTo>
                <a:cubicBezTo>
                  <a:pt x="1648" y="502"/>
                  <a:pt x="1652" y="506"/>
                  <a:pt x="1657" y="506"/>
                </a:cubicBezTo>
                <a:cubicBezTo>
                  <a:pt x="1662" y="506"/>
                  <a:pt x="1666" y="502"/>
                  <a:pt x="1666" y="498"/>
                </a:cubicBezTo>
                <a:close/>
                <a:moveTo>
                  <a:pt x="1691" y="498"/>
                </a:moveTo>
                <a:cubicBezTo>
                  <a:pt x="1691" y="493"/>
                  <a:pt x="1687" y="489"/>
                  <a:pt x="1683" y="489"/>
                </a:cubicBezTo>
                <a:cubicBezTo>
                  <a:pt x="1678" y="489"/>
                  <a:pt x="1674" y="493"/>
                  <a:pt x="1674" y="498"/>
                </a:cubicBezTo>
                <a:cubicBezTo>
                  <a:pt x="1674" y="502"/>
                  <a:pt x="1678" y="506"/>
                  <a:pt x="1683" y="506"/>
                </a:cubicBezTo>
                <a:cubicBezTo>
                  <a:pt x="1687" y="506"/>
                  <a:pt x="1691" y="502"/>
                  <a:pt x="1691" y="498"/>
                </a:cubicBezTo>
                <a:close/>
                <a:moveTo>
                  <a:pt x="1717" y="498"/>
                </a:moveTo>
                <a:cubicBezTo>
                  <a:pt x="1717" y="493"/>
                  <a:pt x="1713" y="489"/>
                  <a:pt x="1708" y="489"/>
                </a:cubicBezTo>
                <a:cubicBezTo>
                  <a:pt x="1704" y="489"/>
                  <a:pt x="1700" y="493"/>
                  <a:pt x="1700" y="498"/>
                </a:cubicBezTo>
                <a:cubicBezTo>
                  <a:pt x="1700" y="502"/>
                  <a:pt x="1704" y="506"/>
                  <a:pt x="1708" y="506"/>
                </a:cubicBezTo>
                <a:cubicBezTo>
                  <a:pt x="1713" y="506"/>
                  <a:pt x="1717" y="502"/>
                  <a:pt x="1717" y="498"/>
                </a:cubicBezTo>
                <a:close/>
                <a:moveTo>
                  <a:pt x="1743" y="498"/>
                </a:moveTo>
                <a:cubicBezTo>
                  <a:pt x="1743" y="493"/>
                  <a:pt x="1739" y="489"/>
                  <a:pt x="1734" y="489"/>
                </a:cubicBezTo>
                <a:cubicBezTo>
                  <a:pt x="1730" y="489"/>
                  <a:pt x="1726" y="493"/>
                  <a:pt x="1726" y="498"/>
                </a:cubicBezTo>
                <a:cubicBezTo>
                  <a:pt x="1726" y="502"/>
                  <a:pt x="1730" y="506"/>
                  <a:pt x="1734" y="506"/>
                </a:cubicBezTo>
                <a:cubicBezTo>
                  <a:pt x="1739" y="506"/>
                  <a:pt x="1743" y="502"/>
                  <a:pt x="1743" y="498"/>
                </a:cubicBezTo>
                <a:close/>
                <a:moveTo>
                  <a:pt x="1769" y="498"/>
                </a:moveTo>
                <a:cubicBezTo>
                  <a:pt x="1769" y="493"/>
                  <a:pt x="1765" y="489"/>
                  <a:pt x="1760" y="489"/>
                </a:cubicBezTo>
                <a:cubicBezTo>
                  <a:pt x="1755" y="489"/>
                  <a:pt x="1751" y="493"/>
                  <a:pt x="1751" y="498"/>
                </a:cubicBezTo>
                <a:cubicBezTo>
                  <a:pt x="1751" y="502"/>
                  <a:pt x="1755" y="506"/>
                  <a:pt x="1760" y="506"/>
                </a:cubicBezTo>
                <a:cubicBezTo>
                  <a:pt x="1765" y="506"/>
                  <a:pt x="1769" y="502"/>
                  <a:pt x="1769" y="498"/>
                </a:cubicBezTo>
                <a:close/>
                <a:moveTo>
                  <a:pt x="1794" y="498"/>
                </a:moveTo>
                <a:cubicBezTo>
                  <a:pt x="1794" y="493"/>
                  <a:pt x="1791" y="489"/>
                  <a:pt x="1786" y="489"/>
                </a:cubicBezTo>
                <a:cubicBezTo>
                  <a:pt x="1781" y="489"/>
                  <a:pt x="1777" y="493"/>
                  <a:pt x="1777" y="498"/>
                </a:cubicBezTo>
                <a:cubicBezTo>
                  <a:pt x="1777" y="502"/>
                  <a:pt x="1781" y="506"/>
                  <a:pt x="1786" y="506"/>
                </a:cubicBezTo>
                <a:cubicBezTo>
                  <a:pt x="1791" y="506"/>
                  <a:pt x="1794" y="502"/>
                  <a:pt x="1794" y="498"/>
                </a:cubicBezTo>
                <a:close/>
                <a:moveTo>
                  <a:pt x="1820" y="498"/>
                </a:moveTo>
                <a:cubicBezTo>
                  <a:pt x="1820" y="493"/>
                  <a:pt x="1816" y="489"/>
                  <a:pt x="1812" y="489"/>
                </a:cubicBezTo>
                <a:cubicBezTo>
                  <a:pt x="1807" y="489"/>
                  <a:pt x="1803" y="493"/>
                  <a:pt x="1803" y="498"/>
                </a:cubicBezTo>
                <a:cubicBezTo>
                  <a:pt x="1803" y="502"/>
                  <a:pt x="1807" y="506"/>
                  <a:pt x="1812" y="506"/>
                </a:cubicBezTo>
                <a:cubicBezTo>
                  <a:pt x="1816" y="506"/>
                  <a:pt x="1820" y="502"/>
                  <a:pt x="1820" y="498"/>
                </a:cubicBezTo>
                <a:close/>
                <a:moveTo>
                  <a:pt x="1846" y="498"/>
                </a:moveTo>
                <a:cubicBezTo>
                  <a:pt x="1846" y="493"/>
                  <a:pt x="1842" y="489"/>
                  <a:pt x="1837" y="489"/>
                </a:cubicBezTo>
                <a:cubicBezTo>
                  <a:pt x="1833" y="489"/>
                  <a:pt x="1829" y="493"/>
                  <a:pt x="1829" y="498"/>
                </a:cubicBezTo>
                <a:cubicBezTo>
                  <a:pt x="1829" y="502"/>
                  <a:pt x="1833" y="506"/>
                  <a:pt x="1837" y="506"/>
                </a:cubicBezTo>
                <a:cubicBezTo>
                  <a:pt x="1842" y="506"/>
                  <a:pt x="1846" y="502"/>
                  <a:pt x="1846" y="498"/>
                </a:cubicBezTo>
                <a:close/>
                <a:moveTo>
                  <a:pt x="1872" y="498"/>
                </a:moveTo>
                <a:cubicBezTo>
                  <a:pt x="1872" y="493"/>
                  <a:pt x="1868" y="489"/>
                  <a:pt x="1863" y="489"/>
                </a:cubicBezTo>
                <a:cubicBezTo>
                  <a:pt x="1858" y="489"/>
                  <a:pt x="1854" y="493"/>
                  <a:pt x="1854" y="498"/>
                </a:cubicBezTo>
                <a:cubicBezTo>
                  <a:pt x="1854" y="502"/>
                  <a:pt x="1858" y="506"/>
                  <a:pt x="1863" y="506"/>
                </a:cubicBezTo>
                <a:cubicBezTo>
                  <a:pt x="1868" y="506"/>
                  <a:pt x="1872" y="502"/>
                  <a:pt x="1872" y="498"/>
                </a:cubicBezTo>
                <a:close/>
                <a:moveTo>
                  <a:pt x="1897" y="498"/>
                </a:moveTo>
                <a:cubicBezTo>
                  <a:pt x="1897" y="493"/>
                  <a:pt x="1894" y="489"/>
                  <a:pt x="1889" y="489"/>
                </a:cubicBezTo>
                <a:cubicBezTo>
                  <a:pt x="1884" y="489"/>
                  <a:pt x="1880" y="493"/>
                  <a:pt x="1880" y="498"/>
                </a:cubicBezTo>
                <a:cubicBezTo>
                  <a:pt x="1880" y="502"/>
                  <a:pt x="1884" y="506"/>
                  <a:pt x="1889" y="506"/>
                </a:cubicBezTo>
                <a:cubicBezTo>
                  <a:pt x="1894" y="506"/>
                  <a:pt x="1897" y="502"/>
                  <a:pt x="1897" y="498"/>
                </a:cubicBezTo>
                <a:close/>
                <a:moveTo>
                  <a:pt x="1923" y="498"/>
                </a:moveTo>
                <a:cubicBezTo>
                  <a:pt x="1923" y="493"/>
                  <a:pt x="1919" y="489"/>
                  <a:pt x="1915" y="489"/>
                </a:cubicBezTo>
                <a:cubicBezTo>
                  <a:pt x="1910" y="489"/>
                  <a:pt x="1906" y="493"/>
                  <a:pt x="1906" y="498"/>
                </a:cubicBezTo>
                <a:cubicBezTo>
                  <a:pt x="1906" y="502"/>
                  <a:pt x="1910" y="506"/>
                  <a:pt x="1915" y="506"/>
                </a:cubicBezTo>
                <a:cubicBezTo>
                  <a:pt x="1919" y="506"/>
                  <a:pt x="1923" y="502"/>
                  <a:pt x="1923" y="498"/>
                </a:cubicBezTo>
                <a:close/>
                <a:moveTo>
                  <a:pt x="1949" y="498"/>
                </a:moveTo>
                <a:cubicBezTo>
                  <a:pt x="1949" y="493"/>
                  <a:pt x="1945" y="489"/>
                  <a:pt x="1940" y="489"/>
                </a:cubicBezTo>
                <a:cubicBezTo>
                  <a:pt x="1936" y="489"/>
                  <a:pt x="1932" y="493"/>
                  <a:pt x="1932" y="498"/>
                </a:cubicBezTo>
                <a:cubicBezTo>
                  <a:pt x="1932" y="502"/>
                  <a:pt x="1936" y="506"/>
                  <a:pt x="1940" y="506"/>
                </a:cubicBezTo>
                <a:cubicBezTo>
                  <a:pt x="1945" y="506"/>
                  <a:pt x="1949" y="502"/>
                  <a:pt x="1949" y="498"/>
                </a:cubicBezTo>
                <a:close/>
                <a:moveTo>
                  <a:pt x="1975" y="498"/>
                </a:moveTo>
                <a:cubicBezTo>
                  <a:pt x="1975" y="493"/>
                  <a:pt x="1971" y="489"/>
                  <a:pt x="1966" y="489"/>
                </a:cubicBezTo>
                <a:cubicBezTo>
                  <a:pt x="1961" y="489"/>
                  <a:pt x="1957" y="493"/>
                  <a:pt x="1957" y="498"/>
                </a:cubicBezTo>
                <a:cubicBezTo>
                  <a:pt x="1957" y="502"/>
                  <a:pt x="1961" y="506"/>
                  <a:pt x="1966" y="506"/>
                </a:cubicBezTo>
                <a:cubicBezTo>
                  <a:pt x="1971" y="506"/>
                  <a:pt x="1975" y="502"/>
                  <a:pt x="1975" y="498"/>
                </a:cubicBezTo>
                <a:close/>
                <a:moveTo>
                  <a:pt x="2000" y="498"/>
                </a:moveTo>
                <a:cubicBezTo>
                  <a:pt x="2000" y="493"/>
                  <a:pt x="1997" y="489"/>
                  <a:pt x="1992" y="489"/>
                </a:cubicBezTo>
                <a:cubicBezTo>
                  <a:pt x="1987" y="489"/>
                  <a:pt x="1983" y="493"/>
                  <a:pt x="1983" y="498"/>
                </a:cubicBezTo>
                <a:cubicBezTo>
                  <a:pt x="1983" y="502"/>
                  <a:pt x="1987" y="506"/>
                  <a:pt x="1992" y="506"/>
                </a:cubicBezTo>
                <a:cubicBezTo>
                  <a:pt x="1997" y="506"/>
                  <a:pt x="2000" y="502"/>
                  <a:pt x="2000" y="498"/>
                </a:cubicBezTo>
                <a:close/>
                <a:moveTo>
                  <a:pt x="2026" y="498"/>
                </a:moveTo>
                <a:cubicBezTo>
                  <a:pt x="2026" y="493"/>
                  <a:pt x="2022" y="489"/>
                  <a:pt x="2018" y="489"/>
                </a:cubicBezTo>
                <a:cubicBezTo>
                  <a:pt x="2013" y="489"/>
                  <a:pt x="2009" y="493"/>
                  <a:pt x="2009" y="498"/>
                </a:cubicBezTo>
                <a:cubicBezTo>
                  <a:pt x="2009" y="502"/>
                  <a:pt x="2013" y="506"/>
                  <a:pt x="2018" y="506"/>
                </a:cubicBezTo>
                <a:cubicBezTo>
                  <a:pt x="2022" y="506"/>
                  <a:pt x="2026" y="502"/>
                  <a:pt x="2026" y="498"/>
                </a:cubicBezTo>
                <a:close/>
                <a:moveTo>
                  <a:pt x="2052" y="498"/>
                </a:moveTo>
                <a:cubicBezTo>
                  <a:pt x="2052" y="493"/>
                  <a:pt x="2048" y="489"/>
                  <a:pt x="2043" y="489"/>
                </a:cubicBezTo>
                <a:cubicBezTo>
                  <a:pt x="2039" y="489"/>
                  <a:pt x="2035" y="493"/>
                  <a:pt x="2035" y="498"/>
                </a:cubicBezTo>
                <a:cubicBezTo>
                  <a:pt x="2035" y="502"/>
                  <a:pt x="2039" y="506"/>
                  <a:pt x="2043" y="506"/>
                </a:cubicBezTo>
                <a:cubicBezTo>
                  <a:pt x="2048" y="506"/>
                  <a:pt x="2052" y="502"/>
                  <a:pt x="2052" y="498"/>
                </a:cubicBezTo>
                <a:close/>
                <a:moveTo>
                  <a:pt x="2078" y="498"/>
                </a:moveTo>
                <a:cubicBezTo>
                  <a:pt x="2078" y="493"/>
                  <a:pt x="2074" y="489"/>
                  <a:pt x="2069" y="489"/>
                </a:cubicBezTo>
                <a:cubicBezTo>
                  <a:pt x="2064" y="489"/>
                  <a:pt x="2061" y="493"/>
                  <a:pt x="2061" y="498"/>
                </a:cubicBezTo>
                <a:cubicBezTo>
                  <a:pt x="2061" y="502"/>
                  <a:pt x="2064" y="506"/>
                  <a:pt x="2069" y="506"/>
                </a:cubicBezTo>
                <a:cubicBezTo>
                  <a:pt x="2074" y="506"/>
                  <a:pt x="2078" y="502"/>
                  <a:pt x="2078" y="498"/>
                </a:cubicBezTo>
                <a:close/>
                <a:moveTo>
                  <a:pt x="2103" y="498"/>
                </a:moveTo>
                <a:cubicBezTo>
                  <a:pt x="2103" y="493"/>
                  <a:pt x="2100" y="489"/>
                  <a:pt x="2095" y="489"/>
                </a:cubicBezTo>
                <a:cubicBezTo>
                  <a:pt x="2090" y="489"/>
                  <a:pt x="2086" y="493"/>
                  <a:pt x="2086" y="498"/>
                </a:cubicBezTo>
                <a:cubicBezTo>
                  <a:pt x="2086" y="502"/>
                  <a:pt x="2090" y="506"/>
                  <a:pt x="2095" y="506"/>
                </a:cubicBezTo>
                <a:cubicBezTo>
                  <a:pt x="2100" y="506"/>
                  <a:pt x="2103" y="502"/>
                  <a:pt x="2103" y="498"/>
                </a:cubicBezTo>
                <a:close/>
                <a:moveTo>
                  <a:pt x="2129" y="498"/>
                </a:moveTo>
                <a:cubicBezTo>
                  <a:pt x="2129" y="493"/>
                  <a:pt x="2125" y="489"/>
                  <a:pt x="2121" y="489"/>
                </a:cubicBezTo>
                <a:cubicBezTo>
                  <a:pt x="2116" y="489"/>
                  <a:pt x="2112" y="493"/>
                  <a:pt x="2112" y="498"/>
                </a:cubicBezTo>
                <a:cubicBezTo>
                  <a:pt x="2112" y="502"/>
                  <a:pt x="2116" y="506"/>
                  <a:pt x="2121" y="506"/>
                </a:cubicBezTo>
                <a:cubicBezTo>
                  <a:pt x="2125" y="506"/>
                  <a:pt x="2129" y="502"/>
                  <a:pt x="2129" y="498"/>
                </a:cubicBezTo>
                <a:close/>
                <a:moveTo>
                  <a:pt x="2155" y="498"/>
                </a:moveTo>
                <a:cubicBezTo>
                  <a:pt x="2155" y="493"/>
                  <a:pt x="2151" y="489"/>
                  <a:pt x="2146" y="489"/>
                </a:cubicBezTo>
                <a:cubicBezTo>
                  <a:pt x="2142" y="489"/>
                  <a:pt x="2138" y="493"/>
                  <a:pt x="2138" y="498"/>
                </a:cubicBezTo>
                <a:cubicBezTo>
                  <a:pt x="2138" y="502"/>
                  <a:pt x="2142" y="506"/>
                  <a:pt x="2146" y="506"/>
                </a:cubicBezTo>
                <a:cubicBezTo>
                  <a:pt x="2151" y="506"/>
                  <a:pt x="2155" y="502"/>
                  <a:pt x="2155" y="498"/>
                </a:cubicBezTo>
                <a:close/>
                <a:moveTo>
                  <a:pt x="2181" y="498"/>
                </a:moveTo>
                <a:cubicBezTo>
                  <a:pt x="2181" y="493"/>
                  <a:pt x="2177" y="489"/>
                  <a:pt x="2172" y="489"/>
                </a:cubicBezTo>
                <a:cubicBezTo>
                  <a:pt x="2167" y="489"/>
                  <a:pt x="2164" y="493"/>
                  <a:pt x="2164" y="498"/>
                </a:cubicBezTo>
                <a:cubicBezTo>
                  <a:pt x="2164" y="502"/>
                  <a:pt x="2167" y="506"/>
                  <a:pt x="2172" y="506"/>
                </a:cubicBezTo>
                <a:cubicBezTo>
                  <a:pt x="2177" y="506"/>
                  <a:pt x="2181" y="502"/>
                  <a:pt x="2181" y="498"/>
                </a:cubicBezTo>
                <a:close/>
                <a:moveTo>
                  <a:pt x="2207" y="498"/>
                </a:moveTo>
                <a:cubicBezTo>
                  <a:pt x="2207" y="493"/>
                  <a:pt x="2203" y="489"/>
                  <a:pt x="2198" y="489"/>
                </a:cubicBezTo>
                <a:cubicBezTo>
                  <a:pt x="2193" y="489"/>
                  <a:pt x="2189" y="493"/>
                  <a:pt x="2189" y="498"/>
                </a:cubicBezTo>
                <a:cubicBezTo>
                  <a:pt x="2189" y="502"/>
                  <a:pt x="2193" y="506"/>
                  <a:pt x="2198" y="506"/>
                </a:cubicBezTo>
                <a:cubicBezTo>
                  <a:pt x="2203" y="506"/>
                  <a:pt x="2207" y="502"/>
                  <a:pt x="2207" y="498"/>
                </a:cubicBezTo>
                <a:close/>
                <a:moveTo>
                  <a:pt x="2232" y="498"/>
                </a:moveTo>
                <a:cubicBezTo>
                  <a:pt x="2232" y="493"/>
                  <a:pt x="2228" y="489"/>
                  <a:pt x="2224" y="489"/>
                </a:cubicBezTo>
                <a:cubicBezTo>
                  <a:pt x="2219" y="489"/>
                  <a:pt x="2215" y="493"/>
                  <a:pt x="2215" y="498"/>
                </a:cubicBezTo>
                <a:cubicBezTo>
                  <a:pt x="2215" y="502"/>
                  <a:pt x="2219" y="506"/>
                  <a:pt x="2224" y="506"/>
                </a:cubicBezTo>
                <a:cubicBezTo>
                  <a:pt x="2228" y="506"/>
                  <a:pt x="2232" y="502"/>
                  <a:pt x="2232" y="498"/>
                </a:cubicBezTo>
                <a:close/>
                <a:moveTo>
                  <a:pt x="2258" y="498"/>
                </a:moveTo>
                <a:cubicBezTo>
                  <a:pt x="2258" y="493"/>
                  <a:pt x="2254" y="489"/>
                  <a:pt x="2249" y="489"/>
                </a:cubicBezTo>
                <a:cubicBezTo>
                  <a:pt x="2245" y="489"/>
                  <a:pt x="2241" y="493"/>
                  <a:pt x="2241" y="498"/>
                </a:cubicBezTo>
                <a:cubicBezTo>
                  <a:pt x="2241" y="502"/>
                  <a:pt x="2245" y="506"/>
                  <a:pt x="2249" y="506"/>
                </a:cubicBezTo>
                <a:cubicBezTo>
                  <a:pt x="2254" y="506"/>
                  <a:pt x="2258" y="502"/>
                  <a:pt x="2258" y="498"/>
                </a:cubicBezTo>
                <a:close/>
                <a:moveTo>
                  <a:pt x="2284" y="498"/>
                </a:moveTo>
                <a:cubicBezTo>
                  <a:pt x="2284" y="493"/>
                  <a:pt x="2280" y="489"/>
                  <a:pt x="2275" y="489"/>
                </a:cubicBezTo>
                <a:cubicBezTo>
                  <a:pt x="2270" y="489"/>
                  <a:pt x="2267" y="493"/>
                  <a:pt x="2267" y="498"/>
                </a:cubicBezTo>
                <a:cubicBezTo>
                  <a:pt x="2267" y="502"/>
                  <a:pt x="2270" y="506"/>
                  <a:pt x="2275" y="506"/>
                </a:cubicBezTo>
                <a:cubicBezTo>
                  <a:pt x="2280" y="506"/>
                  <a:pt x="2284" y="502"/>
                  <a:pt x="2284" y="498"/>
                </a:cubicBezTo>
                <a:close/>
                <a:moveTo>
                  <a:pt x="2310" y="498"/>
                </a:moveTo>
                <a:cubicBezTo>
                  <a:pt x="2310" y="493"/>
                  <a:pt x="2306" y="489"/>
                  <a:pt x="2301" y="489"/>
                </a:cubicBezTo>
                <a:cubicBezTo>
                  <a:pt x="2296" y="489"/>
                  <a:pt x="2292" y="493"/>
                  <a:pt x="2292" y="498"/>
                </a:cubicBezTo>
                <a:cubicBezTo>
                  <a:pt x="2292" y="502"/>
                  <a:pt x="2296" y="506"/>
                  <a:pt x="2301" y="506"/>
                </a:cubicBezTo>
                <a:cubicBezTo>
                  <a:pt x="2306" y="506"/>
                  <a:pt x="2310" y="502"/>
                  <a:pt x="2310" y="498"/>
                </a:cubicBezTo>
                <a:close/>
                <a:moveTo>
                  <a:pt x="2335" y="498"/>
                </a:moveTo>
                <a:cubicBezTo>
                  <a:pt x="2335" y="493"/>
                  <a:pt x="2331" y="489"/>
                  <a:pt x="2327" y="489"/>
                </a:cubicBezTo>
                <a:cubicBezTo>
                  <a:pt x="2322" y="489"/>
                  <a:pt x="2318" y="493"/>
                  <a:pt x="2318" y="498"/>
                </a:cubicBezTo>
                <a:cubicBezTo>
                  <a:pt x="2318" y="502"/>
                  <a:pt x="2322" y="506"/>
                  <a:pt x="2327" y="506"/>
                </a:cubicBezTo>
                <a:cubicBezTo>
                  <a:pt x="2331" y="506"/>
                  <a:pt x="2335" y="502"/>
                  <a:pt x="2335" y="498"/>
                </a:cubicBezTo>
                <a:close/>
                <a:moveTo>
                  <a:pt x="2361" y="498"/>
                </a:moveTo>
                <a:cubicBezTo>
                  <a:pt x="2361" y="493"/>
                  <a:pt x="2357" y="489"/>
                  <a:pt x="2352" y="489"/>
                </a:cubicBezTo>
                <a:cubicBezTo>
                  <a:pt x="2348" y="489"/>
                  <a:pt x="2344" y="493"/>
                  <a:pt x="2344" y="498"/>
                </a:cubicBezTo>
                <a:cubicBezTo>
                  <a:pt x="2344" y="502"/>
                  <a:pt x="2348" y="506"/>
                  <a:pt x="2352" y="506"/>
                </a:cubicBezTo>
                <a:cubicBezTo>
                  <a:pt x="2357" y="506"/>
                  <a:pt x="2361" y="502"/>
                  <a:pt x="2361" y="498"/>
                </a:cubicBezTo>
                <a:close/>
                <a:moveTo>
                  <a:pt x="2387" y="498"/>
                </a:moveTo>
                <a:cubicBezTo>
                  <a:pt x="2387" y="493"/>
                  <a:pt x="2383" y="489"/>
                  <a:pt x="2378" y="489"/>
                </a:cubicBezTo>
                <a:cubicBezTo>
                  <a:pt x="2373" y="489"/>
                  <a:pt x="2370" y="493"/>
                  <a:pt x="2370" y="498"/>
                </a:cubicBezTo>
                <a:cubicBezTo>
                  <a:pt x="2370" y="502"/>
                  <a:pt x="2373" y="506"/>
                  <a:pt x="2378" y="506"/>
                </a:cubicBezTo>
                <a:cubicBezTo>
                  <a:pt x="2383" y="506"/>
                  <a:pt x="2387" y="502"/>
                  <a:pt x="2387" y="498"/>
                </a:cubicBezTo>
                <a:close/>
                <a:moveTo>
                  <a:pt x="2413" y="498"/>
                </a:moveTo>
                <a:cubicBezTo>
                  <a:pt x="2413" y="493"/>
                  <a:pt x="2409" y="489"/>
                  <a:pt x="2404" y="489"/>
                </a:cubicBezTo>
                <a:cubicBezTo>
                  <a:pt x="2399" y="489"/>
                  <a:pt x="2395" y="493"/>
                  <a:pt x="2395" y="498"/>
                </a:cubicBezTo>
                <a:cubicBezTo>
                  <a:pt x="2395" y="502"/>
                  <a:pt x="2399" y="506"/>
                  <a:pt x="2404" y="506"/>
                </a:cubicBezTo>
                <a:cubicBezTo>
                  <a:pt x="2409" y="506"/>
                  <a:pt x="2413" y="502"/>
                  <a:pt x="2413" y="498"/>
                </a:cubicBezTo>
                <a:close/>
                <a:moveTo>
                  <a:pt x="2438" y="498"/>
                </a:moveTo>
                <a:cubicBezTo>
                  <a:pt x="2438" y="493"/>
                  <a:pt x="2434" y="489"/>
                  <a:pt x="2430" y="489"/>
                </a:cubicBezTo>
                <a:cubicBezTo>
                  <a:pt x="2425" y="489"/>
                  <a:pt x="2421" y="493"/>
                  <a:pt x="2421" y="498"/>
                </a:cubicBezTo>
                <a:cubicBezTo>
                  <a:pt x="2421" y="502"/>
                  <a:pt x="2425" y="506"/>
                  <a:pt x="2430" y="506"/>
                </a:cubicBezTo>
                <a:cubicBezTo>
                  <a:pt x="2434" y="506"/>
                  <a:pt x="2438" y="502"/>
                  <a:pt x="2438" y="498"/>
                </a:cubicBezTo>
                <a:close/>
                <a:moveTo>
                  <a:pt x="2516" y="498"/>
                </a:moveTo>
                <a:cubicBezTo>
                  <a:pt x="2516" y="493"/>
                  <a:pt x="2512" y="489"/>
                  <a:pt x="2507" y="489"/>
                </a:cubicBezTo>
                <a:cubicBezTo>
                  <a:pt x="2502" y="489"/>
                  <a:pt x="2498" y="493"/>
                  <a:pt x="2498" y="498"/>
                </a:cubicBezTo>
                <a:cubicBezTo>
                  <a:pt x="2498" y="502"/>
                  <a:pt x="2502" y="506"/>
                  <a:pt x="2507" y="506"/>
                </a:cubicBezTo>
                <a:cubicBezTo>
                  <a:pt x="2512" y="506"/>
                  <a:pt x="2516" y="502"/>
                  <a:pt x="2516" y="498"/>
                </a:cubicBezTo>
                <a:close/>
                <a:moveTo>
                  <a:pt x="2541" y="498"/>
                </a:moveTo>
                <a:cubicBezTo>
                  <a:pt x="2541" y="493"/>
                  <a:pt x="2538" y="489"/>
                  <a:pt x="2533" y="489"/>
                </a:cubicBezTo>
                <a:cubicBezTo>
                  <a:pt x="2528" y="489"/>
                  <a:pt x="2524" y="493"/>
                  <a:pt x="2524" y="498"/>
                </a:cubicBezTo>
                <a:cubicBezTo>
                  <a:pt x="2524" y="502"/>
                  <a:pt x="2528" y="506"/>
                  <a:pt x="2533" y="506"/>
                </a:cubicBezTo>
                <a:cubicBezTo>
                  <a:pt x="2538" y="506"/>
                  <a:pt x="2541" y="502"/>
                  <a:pt x="2541" y="498"/>
                </a:cubicBezTo>
                <a:close/>
                <a:moveTo>
                  <a:pt x="43" y="523"/>
                </a:moveTo>
                <a:cubicBezTo>
                  <a:pt x="43" y="519"/>
                  <a:pt x="39" y="515"/>
                  <a:pt x="34" y="515"/>
                </a:cubicBezTo>
                <a:cubicBezTo>
                  <a:pt x="29" y="515"/>
                  <a:pt x="26" y="519"/>
                  <a:pt x="26" y="523"/>
                </a:cubicBezTo>
                <a:cubicBezTo>
                  <a:pt x="26" y="528"/>
                  <a:pt x="29" y="532"/>
                  <a:pt x="34" y="532"/>
                </a:cubicBezTo>
                <a:cubicBezTo>
                  <a:pt x="39" y="532"/>
                  <a:pt x="43" y="528"/>
                  <a:pt x="43" y="523"/>
                </a:cubicBezTo>
                <a:close/>
                <a:moveTo>
                  <a:pt x="69" y="523"/>
                </a:moveTo>
                <a:cubicBezTo>
                  <a:pt x="69" y="519"/>
                  <a:pt x="65" y="515"/>
                  <a:pt x="60" y="515"/>
                </a:cubicBezTo>
                <a:cubicBezTo>
                  <a:pt x="55" y="515"/>
                  <a:pt x="51" y="519"/>
                  <a:pt x="51" y="523"/>
                </a:cubicBezTo>
                <a:cubicBezTo>
                  <a:pt x="51" y="528"/>
                  <a:pt x="55" y="532"/>
                  <a:pt x="60" y="532"/>
                </a:cubicBezTo>
                <a:cubicBezTo>
                  <a:pt x="65" y="532"/>
                  <a:pt x="69" y="528"/>
                  <a:pt x="69" y="523"/>
                </a:cubicBezTo>
                <a:close/>
                <a:moveTo>
                  <a:pt x="94" y="523"/>
                </a:moveTo>
                <a:cubicBezTo>
                  <a:pt x="94" y="519"/>
                  <a:pt x="90" y="515"/>
                  <a:pt x="86" y="515"/>
                </a:cubicBezTo>
                <a:cubicBezTo>
                  <a:pt x="81" y="515"/>
                  <a:pt x="77" y="519"/>
                  <a:pt x="77" y="523"/>
                </a:cubicBezTo>
                <a:cubicBezTo>
                  <a:pt x="77" y="528"/>
                  <a:pt x="81" y="532"/>
                  <a:pt x="86" y="532"/>
                </a:cubicBezTo>
                <a:cubicBezTo>
                  <a:pt x="90" y="532"/>
                  <a:pt x="94" y="528"/>
                  <a:pt x="94" y="523"/>
                </a:cubicBezTo>
                <a:close/>
                <a:moveTo>
                  <a:pt x="223" y="523"/>
                </a:moveTo>
                <a:cubicBezTo>
                  <a:pt x="223" y="519"/>
                  <a:pt x="219" y="515"/>
                  <a:pt x="214" y="515"/>
                </a:cubicBezTo>
                <a:cubicBezTo>
                  <a:pt x="210" y="515"/>
                  <a:pt x="206" y="519"/>
                  <a:pt x="206" y="523"/>
                </a:cubicBezTo>
                <a:cubicBezTo>
                  <a:pt x="206" y="528"/>
                  <a:pt x="210" y="532"/>
                  <a:pt x="214" y="532"/>
                </a:cubicBezTo>
                <a:cubicBezTo>
                  <a:pt x="219" y="532"/>
                  <a:pt x="223" y="528"/>
                  <a:pt x="223" y="523"/>
                </a:cubicBezTo>
                <a:close/>
                <a:moveTo>
                  <a:pt x="249" y="523"/>
                </a:moveTo>
                <a:cubicBezTo>
                  <a:pt x="249" y="519"/>
                  <a:pt x="245" y="515"/>
                  <a:pt x="240" y="515"/>
                </a:cubicBezTo>
                <a:cubicBezTo>
                  <a:pt x="236" y="515"/>
                  <a:pt x="232" y="519"/>
                  <a:pt x="232" y="523"/>
                </a:cubicBezTo>
                <a:cubicBezTo>
                  <a:pt x="232" y="528"/>
                  <a:pt x="236" y="532"/>
                  <a:pt x="240" y="532"/>
                </a:cubicBezTo>
                <a:cubicBezTo>
                  <a:pt x="245" y="532"/>
                  <a:pt x="249" y="528"/>
                  <a:pt x="249" y="523"/>
                </a:cubicBezTo>
                <a:close/>
                <a:moveTo>
                  <a:pt x="275" y="523"/>
                </a:moveTo>
                <a:cubicBezTo>
                  <a:pt x="275" y="519"/>
                  <a:pt x="271" y="515"/>
                  <a:pt x="266" y="515"/>
                </a:cubicBezTo>
                <a:cubicBezTo>
                  <a:pt x="261" y="515"/>
                  <a:pt x="257" y="519"/>
                  <a:pt x="257" y="523"/>
                </a:cubicBezTo>
                <a:cubicBezTo>
                  <a:pt x="257" y="528"/>
                  <a:pt x="261" y="532"/>
                  <a:pt x="266" y="532"/>
                </a:cubicBezTo>
                <a:cubicBezTo>
                  <a:pt x="271" y="532"/>
                  <a:pt x="275" y="528"/>
                  <a:pt x="275" y="523"/>
                </a:cubicBezTo>
                <a:close/>
                <a:moveTo>
                  <a:pt x="300" y="523"/>
                </a:moveTo>
                <a:cubicBezTo>
                  <a:pt x="300" y="519"/>
                  <a:pt x="297" y="515"/>
                  <a:pt x="292" y="515"/>
                </a:cubicBezTo>
                <a:cubicBezTo>
                  <a:pt x="287" y="515"/>
                  <a:pt x="283" y="519"/>
                  <a:pt x="283" y="523"/>
                </a:cubicBezTo>
                <a:cubicBezTo>
                  <a:pt x="283" y="528"/>
                  <a:pt x="287" y="532"/>
                  <a:pt x="292" y="532"/>
                </a:cubicBezTo>
                <a:cubicBezTo>
                  <a:pt x="297" y="532"/>
                  <a:pt x="300" y="528"/>
                  <a:pt x="300" y="523"/>
                </a:cubicBezTo>
                <a:close/>
                <a:moveTo>
                  <a:pt x="326" y="523"/>
                </a:moveTo>
                <a:cubicBezTo>
                  <a:pt x="326" y="519"/>
                  <a:pt x="322" y="515"/>
                  <a:pt x="318" y="515"/>
                </a:cubicBezTo>
                <a:cubicBezTo>
                  <a:pt x="313" y="515"/>
                  <a:pt x="309" y="519"/>
                  <a:pt x="309" y="523"/>
                </a:cubicBezTo>
                <a:cubicBezTo>
                  <a:pt x="309" y="528"/>
                  <a:pt x="313" y="532"/>
                  <a:pt x="318" y="532"/>
                </a:cubicBezTo>
                <a:cubicBezTo>
                  <a:pt x="322" y="532"/>
                  <a:pt x="326" y="528"/>
                  <a:pt x="326" y="523"/>
                </a:cubicBezTo>
                <a:close/>
                <a:moveTo>
                  <a:pt x="352" y="523"/>
                </a:moveTo>
                <a:cubicBezTo>
                  <a:pt x="352" y="519"/>
                  <a:pt x="348" y="515"/>
                  <a:pt x="343" y="515"/>
                </a:cubicBezTo>
                <a:cubicBezTo>
                  <a:pt x="339" y="515"/>
                  <a:pt x="335" y="519"/>
                  <a:pt x="335" y="523"/>
                </a:cubicBezTo>
                <a:cubicBezTo>
                  <a:pt x="335" y="528"/>
                  <a:pt x="339" y="532"/>
                  <a:pt x="343" y="532"/>
                </a:cubicBezTo>
                <a:cubicBezTo>
                  <a:pt x="348" y="532"/>
                  <a:pt x="352" y="528"/>
                  <a:pt x="352" y="523"/>
                </a:cubicBezTo>
                <a:close/>
                <a:moveTo>
                  <a:pt x="378" y="523"/>
                </a:moveTo>
                <a:cubicBezTo>
                  <a:pt x="378" y="519"/>
                  <a:pt x="374" y="515"/>
                  <a:pt x="369" y="515"/>
                </a:cubicBezTo>
                <a:cubicBezTo>
                  <a:pt x="364" y="515"/>
                  <a:pt x="360" y="519"/>
                  <a:pt x="360" y="523"/>
                </a:cubicBezTo>
                <a:cubicBezTo>
                  <a:pt x="360" y="528"/>
                  <a:pt x="364" y="532"/>
                  <a:pt x="369" y="532"/>
                </a:cubicBezTo>
                <a:cubicBezTo>
                  <a:pt x="374" y="532"/>
                  <a:pt x="378" y="528"/>
                  <a:pt x="378" y="523"/>
                </a:cubicBezTo>
                <a:close/>
                <a:moveTo>
                  <a:pt x="403" y="523"/>
                </a:moveTo>
                <a:cubicBezTo>
                  <a:pt x="403" y="519"/>
                  <a:pt x="400" y="515"/>
                  <a:pt x="395" y="515"/>
                </a:cubicBezTo>
                <a:cubicBezTo>
                  <a:pt x="390" y="515"/>
                  <a:pt x="386" y="519"/>
                  <a:pt x="386" y="523"/>
                </a:cubicBezTo>
                <a:cubicBezTo>
                  <a:pt x="386" y="528"/>
                  <a:pt x="390" y="532"/>
                  <a:pt x="395" y="532"/>
                </a:cubicBezTo>
                <a:cubicBezTo>
                  <a:pt x="400" y="532"/>
                  <a:pt x="403" y="528"/>
                  <a:pt x="403" y="523"/>
                </a:cubicBezTo>
                <a:close/>
                <a:moveTo>
                  <a:pt x="429" y="523"/>
                </a:moveTo>
                <a:cubicBezTo>
                  <a:pt x="429" y="519"/>
                  <a:pt x="425" y="515"/>
                  <a:pt x="421" y="515"/>
                </a:cubicBezTo>
                <a:cubicBezTo>
                  <a:pt x="416" y="515"/>
                  <a:pt x="412" y="519"/>
                  <a:pt x="412" y="523"/>
                </a:cubicBezTo>
                <a:cubicBezTo>
                  <a:pt x="412" y="528"/>
                  <a:pt x="416" y="532"/>
                  <a:pt x="421" y="532"/>
                </a:cubicBezTo>
                <a:cubicBezTo>
                  <a:pt x="425" y="532"/>
                  <a:pt x="429" y="528"/>
                  <a:pt x="429" y="523"/>
                </a:cubicBezTo>
                <a:close/>
                <a:moveTo>
                  <a:pt x="455" y="523"/>
                </a:moveTo>
                <a:cubicBezTo>
                  <a:pt x="455" y="519"/>
                  <a:pt x="451" y="515"/>
                  <a:pt x="446" y="515"/>
                </a:cubicBezTo>
                <a:cubicBezTo>
                  <a:pt x="442" y="515"/>
                  <a:pt x="438" y="519"/>
                  <a:pt x="438" y="523"/>
                </a:cubicBezTo>
                <a:cubicBezTo>
                  <a:pt x="438" y="528"/>
                  <a:pt x="442" y="532"/>
                  <a:pt x="446" y="532"/>
                </a:cubicBezTo>
                <a:cubicBezTo>
                  <a:pt x="451" y="532"/>
                  <a:pt x="455" y="528"/>
                  <a:pt x="455" y="523"/>
                </a:cubicBezTo>
                <a:close/>
                <a:moveTo>
                  <a:pt x="481" y="523"/>
                </a:moveTo>
                <a:cubicBezTo>
                  <a:pt x="481" y="519"/>
                  <a:pt x="477" y="515"/>
                  <a:pt x="472" y="515"/>
                </a:cubicBezTo>
                <a:cubicBezTo>
                  <a:pt x="467" y="515"/>
                  <a:pt x="463" y="519"/>
                  <a:pt x="463" y="523"/>
                </a:cubicBezTo>
                <a:cubicBezTo>
                  <a:pt x="463" y="528"/>
                  <a:pt x="467" y="532"/>
                  <a:pt x="472" y="532"/>
                </a:cubicBezTo>
                <a:cubicBezTo>
                  <a:pt x="477" y="532"/>
                  <a:pt x="481" y="528"/>
                  <a:pt x="481" y="523"/>
                </a:cubicBezTo>
                <a:close/>
                <a:moveTo>
                  <a:pt x="506" y="523"/>
                </a:moveTo>
                <a:cubicBezTo>
                  <a:pt x="506" y="519"/>
                  <a:pt x="503" y="515"/>
                  <a:pt x="498" y="515"/>
                </a:cubicBezTo>
                <a:cubicBezTo>
                  <a:pt x="493" y="515"/>
                  <a:pt x="489" y="519"/>
                  <a:pt x="489" y="523"/>
                </a:cubicBezTo>
                <a:cubicBezTo>
                  <a:pt x="489" y="528"/>
                  <a:pt x="493" y="532"/>
                  <a:pt x="498" y="532"/>
                </a:cubicBezTo>
                <a:cubicBezTo>
                  <a:pt x="503" y="532"/>
                  <a:pt x="506" y="528"/>
                  <a:pt x="506" y="523"/>
                </a:cubicBezTo>
                <a:close/>
                <a:moveTo>
                  <a:pt x="532" y="523"/>
                </a:moveTo>
                <a:cubicBezTo>
                  <a:pt x="532" y="519"/>
                  <a:pt x="528" y="515"/>
                  <a:pt x="524" y="515"/>
                </a:cubicBezTo>
                <a:cubicBezTo>
                  <a:pt x="519" y="515"/>
                  <a:pt x="515" y="519"/>
                  <a:pt x="515" y="523"/>
                </a:cubicBezTo>
                <a:cubicBezTo>
                  <a:pt x="515" y="528"/>
                  <a:pt x="519" y="532"/>
                  <a:pt x="524" y="532"/>
                </a:cubicBezTo>
                <a:cubicBezTo>
                  <a:pt x="528" y="532"/>
                  <a:pt x="532" y="528"/>
                  <a:pt x="532" y="523"/>
                </a:cubicBezTo>
                <a:close/>
                <a:moveTo>
                  <a:pt x="558" y="523"/>
                </a:moveTo>
                <a:cubicBezTo>
                  <a:pt x="558" y="519"/>
                  <a:pt x="554" y="515"/>
                  <a:pt x="549" y="515"/>
                </a:cubicBezTo>
                <a:cubicBezTo>
                  <a:pt x="545" y="515"/>
                  <a:pt x="541" y="519"/>
                  <a:pt x="541" y="523"/>
                </a:cubicBezTo>
                <a:cubicBezTo>
                  <a:pt x="541" y="528"/>
                  <a:pt x="545" y="532"/>
                  <a:pt x="549" y="532"/>
                </a:cubicBezTo>
                <a:cubicBezTo>
                  <a:pt x="554" y="532"/>
                  <a:pt x="558" y="528"/>
                  <a:pt x="558" y="523"/>
                </a:cubicBezTo>
                <a:close/>
                <a:moveTo>
                  <a:pt x="712" y="523"/>
                </a:moveTo>
                <a:cubicBezTo>
                  <a:pt x="712" y="519"/>
                  <a:pt x="709" y="515"/>
                  <a:pt x="704" y="515"/>
                </a:cubicBezTo>
                <a:cubicBezTo>
                  <a:pt x="699" y="515"/>
                  <a:pt x="695" y="519"/>
                  <a:pt x="695" y="523"/>
                </a:cubicBezTo>
                <a:cubicBezTo>
                  <a:pt x="695" y="528"/>
                  <a:pt x="699" y="532"/>
                  <a:pt x="704" y="532"/>
                </a:cubicBezTo>
                <a:cubicBezTo>
                  <a:pt x="709" y="532"/>
                  <a:pt x="712" y="528"/>
                  <a:pt x="712" y="523"/>
                </a:cubicBezTo>
                <a:close/>
                <a:moveTo>
                  <a:pt x="738" y="523"/>
                </a:moveTo>
                <a:cubicBezTo>
                  <a:pt x="738" y="519"/>
                  <a:pt x="734" y="515"/>
                  <a:pt x="730" y="515"/>
                </a:cubicBezTo>
                <a:cubicBezTo>
                  <a:pt x="725" y="515"/>
                  <a:pt x="721" y="519"/>
                  <a:pt x="721" y="523"/>
                </a:cubicBezTo>
                <a:cubicBezTo>
                  <a:pt x="721" y="528"/>
                  <a:pt x="725" y="532"/>
                  <a:pt x="730" y="532"/>
                </a:cubicBezTo>
                <a:cubicBezTo>
                  <a:pt x="734" y="532"/>
                  <a:pt x="738" y="528"/>
                  <a:pt x="738" y="523"/>
                </a:cubicBezTo>
                <a:close/>
                <a:moveTo>
                  <a:pt x="764" y="523"/>
                </a:moveTo>
                <a:cubicBezTo>
                  <a:pt x="764" y="519"/>
                  <a:pt x="760" y="515"/>
                  <a:pt x="755" y="515"/>
                </a:cubicBezTo>
                <a:cubicBezTo>
                  <a:pt x="751" y="515"/>
                  <a:pt x="747" y="519"/>
                  <a:pt x="747" y="523"/>
                </a:cubicBezTo>
                <a:cubicBezTo>
                  <a:pt x="747" y="528"/>
                  <a:pt x="751" y="532"/>
                  <a:pt x="755" y="532"/>
                </a:cubicBezTo>
                <a:cubicBezTo>
                  <a:pt x="760" y="532"/>
                  <a:pt x="764" y="528"/>
                  <a:pt x="764" y="523"/>
                </a:cubicBezTo>
                <a:close/>
                <a:moveTo>
                  <a:pt x="790" y="523"/>
                </a:moveTo>
                <a:cubicBezTo>
                  <a:pt x="790" y="519"/>
                  <a:pt x="786" y="515"/>
                  <a:pt x="781" y="515"/>
                </a:cubicBezTo>
                <a:cubicBezTo>
                  <a:pt x="776" y="515"/>
                  <a:pt x="773" y="519"/>
                  <a:pt x="773" y="523"/>
                </a:cubicBezTo>
                <a:cubicBezTo>
                  <a:pt x="773" y="528"/>
                  <a:pt x="776" y="532"/>
                  <a:pt x="781" y="532"/>
                </a:cubicBezTo>
                <a:cubicBezTo>
                  <a:pt x="786" y="532"/>
                  <a:pt x="790" y="528"/>
                  <a:pt x="790" y="523"/>
                </a:cubicBezTo>
                <a:close/>
                <a:moveTo>
                  <a:pt x="1253" y="523"/>
                </a:moveTo>
                <a:cubicBezTo>
                  <a:pt x="1253" y="519"/>
                  <a:pt x="1250" y="515"/>
                  <a:pt x="1245" y="515"/>
                </a:cubicBezTo>
                <a:cubicBezTo>
                  <a:pt x="1240" y="515"/>
                  <a:pt x="1236" y="519"/>
                  <a:pt x="1236" y="523"/>
                </a:cubicBezTo>
                <a:cubicBezTo>
                  <a:pt x="1236" y="528"/>
                  <a:pt x="1240" y="532"/>
                  <a:pt x="1245" y="532"/>
                </a:cubicBezTo>
                <a:cubicBezTo>
                  <a:pt x="1250" y="532"/>
                  <a:pt x="1253" y="528"/>
                  <a:pt x="1253" y="523"/>
                </a:cubicBezTo>
                <a:close/>
                <a:moveTo>
                  <a:pt x="1382" y="523"/>
                </a:moveTo>
                <a:cubicBezTo>
                  <a:pt x="1382" y="519"/>
                  <a:pt x="1378" y="515"/>
                  <a:pt x="1374" y="515"/>
                </a:cubicBezTo>
                <a:cubicBezTo>
                  <a:pt x="1369" y="515"/>
                  <a:pt x="1365" y="519"/>
                  <a:pt x="1365" y="523"/>
                </a:cubicBezTo>
                <a:cubicBezTo>
                  <a:pt x="1365" y="528"/>
                  <a:pt x="1369" y="532"/>
                  <a:pt x="1374" y="532"/>
                </a:cubicBezTo>
                <a:cubicBezTo>
                  <a:pt x="1378" y="532"/>
                  <a:pt x="1382" y="528"/>
                  <a:pt x="1382" y="523"/>
                </a:cubicBezTo>
                <a:close/>
                <a:moveTo>
                  <a:pt x="1408" y="523"/>
                </a:moveTo>
                <a:cubicBezTo>
                  <a:pt x="1408" y="519"/>
                  <a:pt x="1404" y="515"/>
                  <a:pt x="1399" y="515"/>
                </a:cubicBezTo>
                <a:cubicBezTo>
                  <a:pt x="1395" y="515"/>
                  <a:pt x="1391" y="519"/>
                  <a:pt x="1391" y="523"/>
                </a:cubicBezTo>
                <a:cubicBezTo>
                  <a:pt x="1391" y="528"/>
                  <a:pt x="1395" y="532"/>
                  <a:pt x="1399" y="532"/>
                </a:cubicBezTo>
                <a:cubicBezTo>
                  <a:pt x="1404" y="532"/>
                  <a:pt x="1408" y="528"/>
                  <a:pt x="1408" y="523"/>
                </a:cubicBezTo>
                <a:close/>
                <a:moveTo>
                  <a:pt x="1459" y="523"/>
                </a:moveTo>
                <a:cubicBezTo>
                  <a:pt x="1459" y="519"/>
                  <a:pt x="1456" y="515"/>
                  <a:pt x="1451" y="515"/>
                </a:cubicBezTo>
                <a:cubicBezTo>
                  <a:pt x="1446" y="515"/>
                  <a:pt x="1442" y="519"/>
                  <a:pt x="1442" y="523"/>
                </a:cubicBezTo>
                <a:cubicBezTo>
                  <a:pt x="1442" y="528"/>
                  <a:pt x="1446" y="532"/>
                  <a:pt x="1451" y="532"/>
                </a:cubicBezTo>
                <a:cubicBezTo>
                  <a:pt x="1456" y="532"/>
                  <a:pt x="1459" y="528"/>
                  <a:pt x="1459" y="523"/>
                </a:cubicBezTo>
                <a:close/>
                <a:moveTo>
                  <a:pt x="1485" y="523"/>
                </a:moveTo>
                <a:cubicBezTo>
                  <a:pt x="1485" y="519"/>
                  <a:pt x="1481" y="515"/>
                  <a:pt x="1477" y="515"/>
                </a:cubicBezTo>
                <a:cubicBezTo>
                  <a:pt x="1472" y="515"/>
                  <a:pt x="1468" y="519"/>
                  <a:pt x="1468" y="523"/>
                </a:cubicBezTo>
                <a:cubicBezTo>
                  <a:pt x="1468" y="528"/>
                  <a:pt x="1472" y="532"/>
                  <a:pt x="1477" y="532"/>
                </a:cubicBezTo>
                <a:cubicBezTo>
                  <a:pt x="1481" y="532"/>
                  <a:pt x="1485" y="528"/>
                  <a:pt x="1485" y="523"/>
                </a:cubicBezTo>
                <a:close/>
                <a:moveTo>
                  <a:pt x="1511" y="523"/>
                </a:moveTo>
                <a:cubicBezTo>
                  <a:pt x="1511" y="519"/>
                  <a:pt x="1507" y="515"/>
                  <a:pt x="1502" y="515"/>
                </a:cubicBezTo>
                <a:cubicBezTo>
                  <a:pt x="1498" y="515"/>
                  <a:pt x="1494" y="519"/>
                  <a:pt x="1494" y="523"/>
                </a:cubicBezTo>
                <a:cubicBezTo>
                  <a:pt x="1494" y="528"/>
                  <a:pt x="1498" y="532"/>
                  <a:pt x="1502" y="532"/>
                </a:cubicBezTo>
                <a:cubicBezTo>
                  <a:pt x="1507" y="532"/>
                  <a:pt x="1511" y="528"/>
                  <a:pt x="1511" y="523"/>
                </a:cubicBezTo>
                <a:close/>
                <a:moveTo>
                  <a:pt x="1537" y="523"/>
                </a:moveTo>
                <a:cubicBezTo>
                  <a:pt x="1537" y="519"/>
                  <a:pt x="1533" y="515"/>
                  <a:pt x="1528" y="515"/>
                </a:cubicBezTo>
                <a:cubicBezTo>
                  <a:pt x="1523" y="515"/>
                  <a:pt x="1520" y="519"/>
                  <a:pt x="1520" y="523"/>
                </a:cubicBezTo>
                <a:cubicBezTo>
                  <a:pt x="1520" y="528"/>
                  <a:pt x="1523" y="532"/>
                  <a:pt x="1528" y="532"/>
                </a:cubicBezTo>
                <a:cubicBezTo>
                  <a:pt x="1533" y="532"/>
                  <a:pt x="1537" y="528"/>
                  <a:pt x="1537" y="523"/>
                </a:cubicBezTo>
                <a:close/>
                <a:moveTo>
                  <a:pt x="1563" y="523"/>
                </a:moveTo>
                <a:cubicBezTo>
                  <a:pt x="1563" y="519"/>
                  <a:pt x="1559" y="515"/>
                  <a:pt x="1554" y="515"/>
                </a:cubicBezTo>
                <a:cubicBezTo>
                  <a:pt x="1549" y="515"/>
                  <a:pt x="1545" y="519"/>
                  <a:pt x="1545" y="523"/>
                </a:cubicBezTo>
                <a:cubicBezTo>
                  <a:pt x="1545" y="528"/>
                  <a:pt x="1549" y="532"/>
                  <a:pt x="1554" y="532"/>
                </a:cubicBezTo>
                <a:cubicBezTo>
                  <a:pt x="1559" y="532"/>
                  <a:pt x="1563" y="528"/>
                  <a:pt x="1563" y="523"/>
                </a:cubicBezTo>
                <a:close/>
                <a:moveTo>
                  <a:pt x="1588" y="523"/>
                </a:moveTo>
                <a:cubicBezTo>
                  <a:pt x="1588" y="519"/>
                  <a:pt x="1584" y="515"/>
                  <a:pt x="1580" y="515"/>
                </a:cubicBezTo>
                <a:cubicBezTo>
                  <a:pt x="1575" y="515"/>
                  <a:pt x="1571" y="519"/>
                  <a:pt x="1571" y="523"/>
                </a:cubicBezTo>
                <a:cubicBezTo>
                  <a:pt x="1571" y="528"/>
                  <a:pt x="1575" y="532"/>
                  <a:pt x="1580" y="532"/>
                </a:cubicBezTo>
                <a:cubicBezTo>
                  <a:pt x="1584" y="532"/>
                  <a:pt x="1588" y="528"/>
                  <a:pt x="1588" y="523"/>
                </a:cubicBezTo>
                <a:close/>
                <a:moveTo>
                  <a:pt x="1614" y="523"/>
                </a:moveTo>
                <a:cubicBezTo>
                  <a:pt x="1614" y="519"/>
                  <a:pt x="1610" y="515"/>
                  <a:pt x="1605" y="515"/>
                </a:cubicBezTo>
                <a:cubicBezTo>
                  <a:pt x="1601" y="515"/>
                  <a:pt x="1597" y="519"/>
                  <a:pt x="1597" y="523"/>
                </a:cubicBezTo>
                <a:cubicBezTo>
                  <a:pt x="1597" y="528"/>
                  <a:pt x="1601" y="532"/>
                  <a:pt x="1605" y="532"/>
                </a:cubicBezTo>
                <a:cubicBezTo>
                  <a:pt x="1610" y="532"/>
                  <a:pt x="1614" y="528"/>
                  <a:pt x="1614" y="523"/>
                </a:cubicBezTo>
                <a:close/>
                <a:moveTo>
                  <a:pt x="1640" y="523"/>
                </a:moveTo>
                <a:cubicBezTo>
                  <a:pt x="1640" y="519"/>
                  <a:pt x="1636" y="515"/>
                  <a:pt x="1631" y="515"/>
                </a:cubicBezTo>
                <a:cubicBezTo>
                  <a:pt x="1626" y="515"/>
                  <a:pt x="1623" y="519"/>
                  <a:pt x="1623" y="523"/>
                </a:cubicBezTo>
                <a:cubicBezTo>
                  <a:pt x="1623" y="528"/>
                  <a:pt x="1626" y="532"/>
                  <a:pt x="1631" y="532"/>
                </a:cubicBezTo>
                <a:cubicBezTo>
                  <a:pt x="1636" y="532"/>
                  <a:pt x="1640" y="528"/>
                  <a:pt x="1640" y="523"/>
                </a:cubicBezTo>
                <a:close/>
                <a:moveTo>
                  <a:pt x="1666" y="523"/>
                </a:moveTo>
                <a:cubicBezTo>
                  <a:pt x="1666" y="519"/>
                  <a:pt x="1662" y="515"/>
                  <a:pt x="1657" y="515"/>
                </a:cubicBezTo>
                <a:cubicBezTo>
                  <a:pt x="1652" y="515"/>
                  <a:pt x="1648" y="519"/>
                  <a:pt x="1648" y="523"/>
                </a:cubicBezTo>
                <a:cubicBezTo>
                  <a:pt x="1648" y="528"/>
                  <a:pt x="1652" y="532"/>
                  <a:pt x="1657" y="532"/>
                </a:cubicBezTo>
                <a:cubicBezTo>
                  <a:pt x="1662" y="532"/>
                  <a:pt x="1666" y="528"/>
                  <a:pt x="1666" y="523"/>
                </a:cubicBezTo>
                <a:close/>
                <a:moveTo>
                  <a:pt x="1691" y="523"/>
                </a:moveTo>
                <a:cubicBezTo>
                  <a:pt x="1691" y="519"/>
                  <a:pt x="1687" y="515"/>
                  <a:pt x="1683" y="515"/>
                </a:cubicBezTo>
                <a:cubicBezTo>
                  <a:pt x="1678" y="515"/>
                  <a:pt x="1674" y="519"/>
                  <a:pt x="1674" y="523"/>
                </a:cubicBezTo>
                <a:cubicBezTo>
                  <a:pt x="1674" y="528"/>
                  <a:pt x="1678" y="532"/>
                  <a:pt x="1683" y="532"/>
                </a:cubicBezTo>
                <a:cubicBezTo>
                  <a:pt x="1687" y="532"/>
                  <a:pt x="1691" y="528"/>
                  <a:pt x="1691" y="523"/>
                </a:cubicBezTo>
                <a:close/>
                <a:moveTo>
                  <a:pt x="1717" y="523"/>
                </a:moveTo>
                <a:cubicBezTo>
                  <a:pt x="1717" y="519"/>
                  <a:pt x="1713" y="515"/>
                  <a:pt x="1708" y="515"/>
                </a:cubicBezTo>
                <a:cubicBezTo>
                  <a:pt x="1704" y="515"/>
                  <a:pt x="1700" y="519"/>
                  <a:pt x="1700" y="523"/>
                </a:cubicBezTo>
                <a:cubicBezTo>
                  <a:pt x="1700" y="528"/>
                  <a:pt x="1704" y="532"/>
                  <a:pt x="1708" y="532"/>
                </a:cubicBezTo>
                <a:cubicBezTo>
                  <a:pt x="1713" y="532"/>
                  <a:pt x="1717" y="528"/>
                  <a:pt x="1717" y="523"/>
                </a:cubicBezTo>
                <a:close/>
                <a:moveTo>
                  <a:pt x="1743" y="523"/>
                </a:moveTo>
                <a:cubicBezTo>
                  <a:pt x="1743" y="519"/>
                  <a:pt x="1739" y="515"/>
                  <a:pt x="1734" y="515"/>
                </a:cubicBezTo>
                <a:cubicBezTo>
                  <a:pt x="1730" y="515"/>
                  <a:pt x="1726" y="519"/>
                  <a:pt x="1726" y="523"/>
                </a:cubicBezTo>
                <a:cubicBezTo>
                  <a:pt x="1726" y="528"/>
                  <a:pt x="1730" y="532"/>
                  <a:pt x="1734" y="532"/>
                </a:cubicBezTo>
                <a:cubicBezTo>
                  <a:pt x="1739" y="532"/>
                  <a:pt x="1743" y="528"/>
                  <a:pt x="1743" y="523"/>
                </a:cubicBezTo>
                <a:close/>
                <a:moveTo>
                  <a:pt x="1769" y="523"/>
                </a:moveTo>
                <a:cubicBezTo>
                  <a:pt x="1769" y="519"/>
                  <a:pt x="1765" y="515"/>
                  <a:pt x="1760" y="515"/>
                </a:cubicBezTo>
                <a:cubicBezTo>
                  <a:pt x="1755" y="515"/>
                  <a:pt x="1751" y="519"/>
                  <a:pt x="1751" y="523"/>
                </a:cubicBezTo>
                <a:cubicBezTo>
                  <a:pt x="1751" y="528"/>
                  <a:pt x="1755" y="532"/>
                  <a:pt x="1760" y="532"/>
                </a:cubicBezTo>
                <a:cubicBezTo>
                  <a:pt x="1765" y="532"/>
                  <a:pt x="1769" y="528"/>
                  <a:pt x="1769" y="523"/>
                </a:cubicBezTo>
                <a:close/>
                <a:moveTo>
                  <a:pt x="1794" y="523"/>
                </a:moveTo>
                <a:cubicBezTo>
                  <a:pt x="1794" y="519"/>
                  <a:pt x="1791" y="515"/>
                  <a:pt x="1786" y="515"/>
                </a:cubicBezTo>
                <a:cubicBezTo>
                  <a:pt x="1781" y="515"/>
                  <a:pt x="1777" y="519"/>
                  <a:pt x="1777" y="523"/>
                </a:cubicBezTo>
                <a:cubicBezTo>
                  <a:pt x="1777" y="528"/>
                  <a:pt x="1781" y="532"/>
                  <a:pt x="1786" y="532"/>
                </a:cubicBezTo>
                <a:cubicBezTo>
                  <a:pt x="1791" y="532"/>
                  <a:pt x="1794" y="528"/>
                  <a:pt x="1794" y="523"/>
                </a:cubicBezTo>
                <a:close/>
                <a:moveTo>
                  <a:pt x="1820" y="523"/>
                </a:moveTo>
                <a:cubicBezTo>
                  <a:pt x="1820" y="519"/>
                  <a:pt x="1816" y="515"/>
                  <a:pt x="1812" y="515"/>
                </a:cubicBezTo>
                <a:cubicBezTo>
                  <a:pt x="1807" y="515"/>
                  <a:pt x="1803" y="519"/>
                  <a:pt x="1803" y="523"/>
                </a:cubicBezTo>
                <a:cubicBezTo>
                  <a:pt x="1803" y="528"/>
                  <a:pt x="1807" y="532"/>
                  <a:pt x="1812" y="532"/>
                </a:cubicBezTo>
                <a:cubicBezTo>
                  <a:pt x="1816" y="532"/>
                  <a:pt x="1820" y="528"/>
                  <a:pt x="1820" y="523"/>
                </a:cubicBezTo>
                <a:close/>
                <a:moveTo>
                  <a:pt x="1846" y="523"/>
                </a:moveTo>
                <a:cubicBezTo>
                  <a:pt x="1846" y="519"/>
                  <a:pt x="1842" y="515"/>
                  <a:pt x="1837" y="515"/>
                </a:cubicBezTo>
                <a:cubicBezTo>
                  <a:pt x="1833" y="515"/>
                  <a:pt x="1829" y="519"/>
                  <a:pt x="1829" y="523"/>
                </a:cubicBezTo>
                <a:cubicBezTo>
                  <a:pt x="1829" y="528"/>
                  <a:pt x="1833" y="532"/>
                  <a:pt x="1837" y="532"/>
                </a:cubicBezTo>
                <a:cubicBezTo>
                  <a:pt x="1842" y="532"/>
                  <a:pt x="1846" y="528"/>
                  <a:pt x="1846" y="523"/>
                </a:cubicBezTo>
                <a:close/>
                <a:moveTo>
                  <a:pt x="1872" y="523"/>
                </a:moveTo>
                <a:cubicBezTo>
                  <a:pt x="1872" y="519"/>
                  <a:pt x="1868" y="515"/>
                  <a:pt x="1863" y="515"/>
                </a:cubicBezTo>
                <a:cubicBezTo>
                  <a:pt x="1858" y="515"/>
                  <a:pt x="1854" y="519"/>
                  <a:pt x="1854" y="523"/>
                </a:cubicBezTo>
                <a:cubicBezTo>
                  <a:pt x="1854" y="528"/>
                  <a:pt x="1858" y="532"/>
                  <a:pt x="1863" y="532"/>
                </a:cubicBezTo>
                <a:cubicBezTo>
                  <a:pt x="1868" y="532"/>
                  <a:pt x="1872" y="528"/>
                  <a:pt x="1872" y="523"/>
                </a:cubicBezTo>
                <a:close/>
                <a:moveTo>
                  <a:pt x="1897" y="523"/>
                </a:moveTo>
                <a:cubicBezTo>
                  <a:pt x="1897" y="519"/>
                  <a:pt x="1894" y="515"/>
                  <a:pt x="1889" y="515"/>
                </a:cubicBezTo>
                <a:cubicBezTo>
                  <a:pt x="1884" y="515"/>
                  <a:pt x="1880" y="519"/>
                  <a:pt x="1880" y="523"/>
                </a:cubicBezTo>
                <a:cubicBezTo>
                  <a:pt x="1880" y="528"/>
                  <a:pt x="1884" y="532"/>
                  <a:pt x="1889" y="532"/>
                </a:cubicBezTo>
                <a:cubicBezTo>
                  <a:pt x="1894" y="532"/>
                  <a:pt x="1897" y="528"/>
                  <a:pt x="1897" y="523"/>
                </a:cubicBezTo>
                <a:close/>
                <a:moveTo>
                  <a:pt x="1923" y="523"/>
                </a:moveTo>
                <a:cubicBezTo>
                  <a:pt x="1923" y="519"/>
                  <a:pt x="1919" y="515"/>
                  <a:pt x="1915" y="515"/>
                </a:cubicBezTo>
                <a:cubicBezTo>
                  <a:pt x="1910" y="515"/>
                  <a:pt x="1906" y="519"/>
                  <a:pt x="1906" y="523"/>
                </a:cubicBezTo>
                <a:cubicBezTo>
                  <a:pt x="1906" y="528"/>
                  <a:pt x="1910" y="532"/>
                  <a:pt x="1915" y="532"/>
                </a:cubicBezTo>
                <a:cubicBezTo>
                  <a:pt x="1919" y="532"/>
                  <a:pt x="1923" y="528"/>
                  <a:pt x="1923" y="523"/>
                </a:cubicBezTo>
                <a:close/>
                <a:moveTo>
                  <a:pt x="1949" y="523"/>
                </a:moveTo>
                <a:cubicBezTo>
                  <a:pt x="1949" y="519"/>
                  <a:pt x="1945" y="515"/>
                  <a:pt x="1940" y="515"/>
                </a:cubicBezTo>
                <a:cubicBezTo>
                  <a:pt x="1936" y="515"/>
                  <a:pt x="1932" y="519"/>
                  <a:pt x="1932" y="523"/>
                </a:cubicBezTo>
                <a:cubicBezTo>
                  <a:pt x="1932" y="528"/>
                  <a:pt x="1936" y="532"/>
                  <a:pt x="1940" y="532"/>
                </a:cubicBezTo>
                <a:cubicBezTo>
                  <a:pt x="1945" y="532"/>
                  <a:pt x="1949" y="528"/>
                  <a:pt x="1949" y="523"/>
                </a:cubicBezTo>
                <a:close/>
                <a:moveTo>
                  <a:pt x="1975" y="523"/>
                </a:moveTo>
                <a:cubicBezTo>
                  <a:pt x="1975" y="519"/>
                  <a:pt x="1971" y="515"/>
                  <a:pt x="1966" y="515"/>
                </a:cubicBezTo>
                <a:cubicBezTo>
                  <a:pt x="1961" y="515"/>
                  <a:pt x="1957" y="519"/>
                  <a:pt x="1957" y="523"/>
                </a:cubicBezTo>
                <a:cubicBezTo>
                  <a:pt x="1957" y="528"/>
                  <a:pt x="1961" y="532"/>
                  <a:pt x="1966" y="532"/>
                </a:cubicBezTo>
                <a:cubicBezTo>
                  <a:pt x="1971" y="532"/>
                  <a:pt x="1975" y="528"/>
                  <a:pt x="1975" y="523"/>
                </a:cubicBezTo>
                <a:close/>
                <a:moveTo>
                  <a:pt x="2000" y="523"/>
                </a:moveTo>
                <a:cubicBezTo>
                  <a:pt x="2000" y="519"/>
                  <a:pt x="1997" y="515"/>
                  <a:pt x="1992" y="515"/>
                </a:cubicBezTo>
                <a:cubicBezTo>
                  <a:pt x="1987" y="515"/>
                  <a:pt x="1983" y="519"/>
                  <a:pt x="1983" y="523"/>
                </a:cubicBezTo>
                <a:cubicBezTo>
                  <a:pt x="1983" y="528"/>
                  <a:pt x="1987" y="532"/>
                  <a:pt x="1992" y="532"/>
                </a:cubicBezTo>
                <a:cubicBezTo>
                  <a:pt x="1997" y="532"/>
                  <a:pt x="2000" y="528"/>
                  <a:pt x="2000" y="523"/>
                </a:cubicBezTo>
                <a:close/>
                <a:moveTo>
                  <a:pt x="2026" y="523"/>
                </a:moveTo>
                <a:cubicBezTo>
                  <a:pt x="2026" y="519"/>
                  <a:pt x="2022" y="515"/>
                  <a:pt x="2018" y="515"/>
                </a:cubicBezTo>
                <a:cubicBezTo>
                  <a:pt x="2013" y="515"/>
                  <a:pt x="2009" y="519"/>
                  <a:pt x="2009" y="523"/>
                </a:cubicBezTo>
                <a:cubicBezTo>
                  <a:pt x="2009" y="528"/>
                  <a:pt x="2013" y="532"/>
                  <a:pt x="2018" y="532"/>
                </a:cubicBezTo>
                <a:cubicBezTo>
                  <a:pt x="2022" y="532"/>
                  <a:pt x="2026" y="528"/>
                  <a:pt x="2026" y="523"/>
                </a:cubicBezTo>
                <a:close/>
                <a:moveTo>
                  <a:pt x="2052" y="523"/>
                </a:moveTo>
                <a:cubicBezTo>
                  <a:pt x="2052" y="519"/>
                  <a:pt x="2048" y="515"/>
                  <a:pt x="2043" y="515"/>
                </a:cubicBezTo>
                <a:cubicBezTo>
                  <a:pt x="2039" y="515"/>
                  <a:pt x="2035" y="519"/>
                  <a:pt x="2035" y="523"/>
                </a:cubicBezTo>
                <a:cubicBezTo>
                  <a:pt x="2035" y="528"/>
                  <a:pt x="2039" y="532"/>
                  <a:pt x="2043" y="532"/>
                </a:cubicBezTo>
                <a:cubicBezTo>
                  <a:pt x="2048" y="532"/>
                  <a:pt x="2052" y="528"/>
                  <a:pt x="2052" y="523"/>
                </a:cubicBezTo>
                <a:close/>
                <a:moveTo>
                  <a:pt x="2078" y="523"/>
                </a:moveTo>
                <a:cubicBezTo>
                  <a:pt x="2078" y="519"/>
                  <a:pt x="2074" y="515"/>
                  <a:pt x="2069" y="515"/>
                </a:cubicBezTo>
                <a:cubicBezTo>
                  <a:pt x="2064" y="515"/>
                  <a:pt x="2061" y="519"/>
                  <a:pt x="2061" y="523"/>
                </a:cubicBezTo>
                <a:cubicBezTo>
                  <a:pt x="2061" y="528"/>
                  <a:pt x="2064" y="532"/>
                  <a:pt x="2069" y="532"/>
                </a:cubicBezTo>
                <a:cubicBezTo>
                  <a:pt x="2074" y="532"/>
                  <a:pt x="2078" y="528"/>
                  <a:pt x="2078" y="523"/>
                </a:cubicBezTo>
                <a:close/>
                <a:moveTo>
                  <a:pt x="2103" y="523"/>
                </a:moveTo>
                <a:cubicBezTo>
                  <a:pt x="2103" y="519"/>
                  <a:pt x="2100" y="515"/>
                  <a:pt x="2095" y="515"/>
                </a:cubicBezTo>
                <a:cubicBezTo>
                  <a:pt x="2090" y="515"/>
                  <a:pt x="2086" y="519"/>
                  <a:pt x="2086" y="523"/>
                </a:cubicBezTo>
                <a:cubicBezTo>
                  <a:pt x="2086" y="528"/>
                  <a:pt x="2090" y="532"/>
                  <a:pt x="2095" y="532"/>
                </a:cubicBezTo>
                <a:cubicBezTo>
                  <a:pt x="2100" y="532"/>
                  <a:pt x="2103" y="528"/>
                  <a:pt x="2103" y="523"/>
                </a:cubicBezTo>
                <a:close/>
                <a:moveTo>
                  <a:pt x="2129" y="523"/>
                </a:moveTo>
                <a:cubicBezTo>
                  <a:pt x="2129" y="519"/>
                  <a:pt x="2125" y="515"/>
                  <a:pt x="2121" y="515"/>
                </a:cubicBezTo>
                <a:cubicBezTo>
                  <a:pt x="2116" y="515"/>
                  <a:pt x="2112" y="519"/>
                  <a:pt x="2112" y="523"/>
                </a:cubicBezTo>
                <a:cubicBezTo>
                  <a:pt x="2112" y="528"/>
                  <a:pt x="2116" y="532"/>
                  <a:pt x="2121" y="532"/>
                </a:cubicBezTo>
                <a:cubicBezTo>
                  <a:pt x="2125" y="532"/>
                  <a:pt x="2129" y="528"/>
                  <a:pt x="2129" y="523"/>
                </a:cubicBezTo>
                <a:close/>
                <a:moveTo>
                  <a:pt x="2155" y="523"/>
                </a:moveTo>
                <a:cubicBezTo>
                  <a:pt x="2155" y="519"/>
                  <a:pt x="2151" y="515"/>
                  <a:pt x="2146" y="515"/>
                </a:cubicBezTo>
                <a:cubicBezTo>
                  <a:pt x="2142" y="515"/>
                  <a:pt x="2138" y="519"/>
                  <a:pt x="2138" y="523"/>
                </a:cubicBezTo>
                <a:cubicBezTo>
                  <a:pt x="2138" y="528"/>
                  <a:pt x="2142" y="532"/>
                  <a:pt x="2146" y="532"/>
                </a:cubicBezTo>
                <a:cubicBezTo>
                  <a:pt x="2151" y="532"/>
                  <a:pt x="2155" y="528"/>
                  <a:pt x="2155" y="523"/>
                </a:cubicBezTo>
                <a:close/>
                <a:moveTo>
                  <a:pt x="2181" y="523"/>
                </a:moveTo>
                <a:cubicBezTo>
                  <a:pt x="2181" y="519"/>
                  <a:pt x="2177" y="515"/>
                  <a:pt x="2172" y="515"/>
                </a:cubicBezTo>
                <a:cubicBezTo>
                  <a:pt x="2167" y="515"/>
                  <a:pt x="2164" y="519"/>
                  <a:pt x="2164" y="523"/>
                </a:cubicBezTo>
                <a:cubicBezTo>
                  <a:pt x="2164" y="528"/>
                  <a:pt x="2167" y="532"/>
                  <a:pt x="2172" y="532"/>
                </a:cubicBezTo>
                <a:cubicBezTo>
                  <a:pt x="2177" y="532"/>
                  <a:pt x="2181" y="528"/>
                  <a:pt x="2181" y="523"/>
                </a:cubicBezTo>
                <a:close/>
                <a:moveTo>
                  <a:pt x="2207" y="523"/>
                </a:moveTo>
                <a:cubicBezTo>
                  <a:pt x="2207" y="519"/>
                  <a:pt x="2203" y="515"/>
                  <a:pt x="2198" y="515"/>
                </a:cubicBezTo>
                <a:cubicBezTo>
                  <a:pt x="2193" y="515"/>
                  <a:pt x="2189" y="519"/>
                  <a:pt x="2189" y="523"/>
                </a:cubicBezTo>
                <a:cubicBezTo>
                  <a:pt x="2189" y="528"/>
                  <a:pt x="2193" y="532"/>
                  <a:pt x="2198" y="532"/>
                </a:cubicBezTo>
                <a:cubicBezTo>
                  <a:pt x="2203" y="532"/>
                  <a:pt x="2207" y="528"/>
                  <a:pt x="2207" y="523"/>
                </a:cubicBezTo>
                <a:close/>
                <a:moveTo>
                  <a:pt x="2232" y="523"/>
                </a:moveTo>
                <a:cubicBezTo>
                  <a:pt x="2232" y="519"/>
                  <a:pt x="2228" y="515"/>
                  <a:pt x="2224" y="515"/>
                </a:cubicBezTo>
                <a:cubicBezTo>
                  <a:pt x="2219" y="515"/>
                  <a:pt x="2215" y="519"/>
                  <a:pt x="2215" y="523"/>
                </a:cubicBezTo>
                <a:cubicBezTo>
                  <a:pt x="2215" y="528"/>
                  <a:pt x="2219" y="532"/>
                  <a:pt x="2224" y="532"/>
                </a:cubicBezTo>
                <a:cubicBezTo>
                  <a:pt x="2228" y="532"/>
                  <a:pt x="2232" y="528"/>
                  <a:pt x="2232" y="523"/>
                </a:cubicBezTo>
                <a:close/>
                <a:moveTo>
                  <a:pt x="2258" y="523"/>
                </a:moveTo>
                <a:cubicBezTo>
                  <a:pt x="2258" y="519"/>
                  <a:pt x="2254" y="515"/>
                  <a:pt x="2249" y="515"/>
                </a:cubicBezTo>
                <a:cubicBezTo>
                  <a:pt x="2245" y="515"/>
                  <a:pt x="2241" y="519"/>
                  <a:pt x="2241" y="523"/>
                </a:cubicBezTo>
                <a:cubicBezTo>
                  <a:pt x="2241" y="528"/>
                  <a:pt x="2245" y="532"/>
                  <a:pt x="2249" y="532"/>
                </a:cubicBezTo>
                <a:cubicBezTo>
                  <a:pt x="2254" y="532"/>
                  <a:pt x="2258" y="528"/>
                  <a:pt x="2258" y="523"/>
                </a:cubicBezTo>
                <a:close/>
                <a:moveTo>
                  <a:pt x="2284" y="523"/>
                </a:moveTo>
                <a:cubicBezTo>
                  <a:pt x="2284" y="519"/>
                  <a:pt x="2280" y="515"/>
                  <a:pt x="2275" y="515"/>
                </a:cubicBezTo>
                <a:cubicBezTo>
                  <a:pt x="2270" y="515"/>
                  <a:pt x="2267" y="519"/>
                  <a:pt x="2267" y="523"/>
                </a:cubicBezTo>
                <a:cubicBezTo>
                  <a:pt x="2267" y="528"/>
                  <a:pt x="2270" y="532"/>
                  <a:pt x="2275" y="532"/>
                </a:cubicBezTo>
                <a:cubicBezTo>
                  <a:pt x="2280" y="532"/>
                  <a:pt x="2284" y="528"/>
                  <a:pt x="2284" y="523"/>
                </a:cubicBezTo>
                <a:close/>
                <a:moveTo>
                  <a:pt x="2310" y="523"/>
                </a:moveTo>
                <a:cubicBezTo>
                  <a:pt x="2310" y="519"/>
                  <a:pt x="2306" y="515"/>
                  <a:pt x="2301" y="515"/>
                </a:cubicBezTo>
                <a:cubicBezTo>
                  <a:pt x="2296" y="515"/>
                  <a:pt x="2292" y="519"/>
                  <a:pt x="2292" y="523"/>
                </a:cubicBezTo>
                <a:cubicBezTo>
                  <a:pt x="2292" y="528"/>
                  <a:pt x="2296" y="532"/>
                  <a:pt x="2301" y="532"/>
                </a:cubicBezTo>
                <a:cubicBezTo>
                  <a:pt x="2306" y="532"/>
                  <a:pt x="2310" y="528"/>
                  <a:pt x="2310" y="523"/>
                </a:cubicBezTo>
                <a:close/>
                <a:moveTo>
                  <a:pt x="2490" y="523"/>
                </a:moveTo>
                <a:cubicBezTo>
                  <a:pt x="2490" y="519"/>
                  <a:pt x="2486" y="515"/>
                  <a:pt x="2481" y="515"/>
                </a:cubicBezTo>
                <a:cubicBezTo>
                  <a:pt x="2477" y="515"/>
                  <a:pt x="2473" y="519"/>
                  <a:pt x="2473" y="523"/>
                </a:cubicBezTo>
                <a:cubicBezTo>
                  <a:pt x="2473" y="528"/>
                  <a:pt x="2477" y="532"/>
                  <a:pt x="2481" y="532"/>
                </a:cubicBezTo>
                <a:cubicBezTo>
                  <a:pt x="2486" y="532"/>
                  <a:pt x="2490" y="528"/>
                  <a:pt x="2490" y="523"/>
                </a:cubicBezTo>
                <a:close/>
                <a:moveTo>
                  <a:pt x="2516" y="523"/>
                </a:moveTo>
                <a:cubicBezTo>
                  <a:pt x="2516" y="519"/>
                  <a:pt x="2512" y="515"/>
                  <a:pt x="2507" y="515"/>
                </a:cubicBezTo>
                <a:cubicBezTo>
                  <a:pt x="2502" y="515"/>
                  <a:pt x="2498" y="519"/>
                  <a:pt x="2498" y="523"/>
                </a:cubicBezTo>
                <a:cubicBezTo>
                  <a:pt x="2498" y="528"/>
                  <a:pt x="2502" y="532"/>
                  <a:pt x="2507" y="532"/>
                </a:cubicBezTo>
                <a:cubicBezTo>
                  <a:pt x="2512" y="532"/>
                  <a:pt x="2516" y="528"/>
                  <a:pt x="2516" y="523"/>
                </a:cubicBezTo>
                <a:close/>
                <a:moveTo>
                  <a:pt x="249" y="549"/>
                </a:moveTo>
                <a:cubicBezTo>
                  <a:pt x="249" y="545"/>
                  <a:pt x="245" y="541"/>
                  <a:pt x="240" y="541"/>
                </a:cubicBezTo>
                <a:cubicBezTo>
                  <a:pt x="236" y="541"/>
                  <a:pt x="232" y="545"/>
                  <a:pt x="232" y="549"/>
                </a:cubicBezTo>
                <a:cubicBezTo>
                  <a:pt x="232" y="554"/>
                  <a:pt x="236" y="558"/>
                  <a:pt x="240" y="558"/>
                </a:cubicBezTo>
                <a:cubicBezTo>
                  <a:pt x="245" y="558"/>
                  <a:pt x="249" y="554"/>
                  <a:pt x="249" y="549"/>
                </a:cubicBezTo>
                <a:close/>
                <a:moveTo>
                  <a:pt x="275" y="549"/>
                </a:moveTo>
                <a:cubicBezTo>
                  <a:pt x="275" y="545"/>
                  <a:pt x="271" y="541"/>
                  <a:pt x="266" y="541"/>
                </a:cubicBezTo>
                <a:cubicBezTo>
                  <a:pt x="261" y="541"/>
                  <a:pt x="257" y="545"/>
                  <a:pt x="257" y="549"/>
                </a:cubicBezTo>
                <a:cubicBezTo>
                  <a:pt x="257" y="554"/>
                  <a:pt x="261" y="558"/>
                  <a:pt x="266" y="558"/>
                </a:cubicBezTo>
                <a:cubicBezTo>
                  <a:pt x="271" y="558"/>
                  <a:pt x="275" y="554"/>
                  <a:pt x="275" y="549"/>
                </a:cubicBezTo>
                <a:close/>
                <a:moveTo>
                  <a:pt x="300" y="549"/>
                </a:moveTo>
                <a:cubicBezTo>
                  <a:pt x="300" y="545"/>
                  <a:pt x="297" y="541"/>
                  <a:pt x="292" y="541"/>
                </a:cubicBezTo>
                <a:cubicBezTo>
                  <a:pt x="287" y="541"/>
                  <a:pt x="283" y="545"/>
                  <a:pt x="283" y="549"/>
                </a:cubicBezTo>
                <a:cubicBezTo>
                  <a:pt x="283" y="554"/>
                  <a:pt x="287" y="558"/>
                  <a:pt x="292" y="558"/>
                </a:cubicBezTo>
                <a:cubicBezTo>
                  <a:pt x="297" y="558"/>
                  <a:pt x="300" y="554"/>
                  <a:pt x="300" y="549"/>
                </a:cubicBezTo>
                <a:close/>
                <a:moveTo>
                  <a:pt x="326" y="549"/>
                </a:moveTo>
                <a:cubicBezTo>
                  <a:pt x="326" y="545"/>
                  <a:pt x="322" y="541"/>
                  <a:pt x="318" y="541"/>
                </a:cubicBezTo>
                <a:cubicBezTo>
                  <a:pt x="313" y="541"/>
                  <a:pt x="309" y="545"/>
                  <a:pt x="309" y="549"/>
                </a:cubicBezTo>
                <a:cubicBezTo>
                  <a:pt x="309" y="554"/>
                  <a:pt x="313" y="558"/>
                  <a:pt x="318" y="558"/>
                </a:cubicBezTo>
                <a:cubicBezTo>
                  <a:pt x="322" y="558"/>
                  <a:pt x="326" y="554"/>
                  <a:pt x="326" y="549"/>
                </a:cubicBezTo>
                <a:close/>
                <a:moveTo>
                  <a:pt x="352" y="549"/>
                </a:moveTo>
                <a:cubicBezTo>
                  <a:pt x="352" y="545"/>
                  <a:pt x="348" y="541"/>
                  <a:pt x="343" y="541"/>
                </a:cubicBezTo>
                <a:cubicBezTo>
                  <a:pt x="339" y="541"/>
                  <a:pt x="335" y="545"/>
                  <a:pt x="335" y="549"/>
                </a:cubicBezTo>
                <a:cubicBezTo>
                  <a:pt x="335" y="554"/>
                  <a:pt x="339" y="558"/>
                  <a:pt x="343" y="558"/>
                </a:cubicBezTo>
                <a:cubicBezTo>
                  <a:pt x="348" y="558"/>
                  <a:pt x="352" y="554"/>
                  <a:pt x="352" y="549"/>
                </a:cubicBezTo>
                <a:close/>
                <a:moveTo>
                  <a:pt x="378" y="549"/>
                </a:moveTo>
                <a:cubicBezTo>
                  <a:pt x="378" y="545"/>
                  <a:pt x="374" y="541"/>
                  <a:pt x="369" y="541"/>
                </a:cubicBezTo>
                <a:cubicBezTo>
                  <a:pt x="364" y="541"/>
                  <a:pt x="360" y="545"/>
                  <a:pt x="360" y="549"/>
                </a:cubicBezTo>
                <a:cubicBezTo>
                  <a:pt x="360" y="554"/>
                  <a:pt x="364" y="558"/>
                  <a:pt x="369" y="558"/>
                </a:cubicBezTo>
                <a:cubicBezTo>
                  <a:pt x="374" y="558"/>
                  <a:pt x="378" y="554"/>
                  <a:pt x="378" y="549"/>
                </a:cubicBezTo>
                <a:close/>
                <a:moveTo>
                  <a:pt x="403" y="549"/>
                </a:moveTo>
                <a:cubicBezTo>
                  <a:pt x="403" y="545"/>
                  <a:pt x="400" y="541"/>
                  <a:pt x="395" y="541"/>
                </a:cubicBezTo>
                <a:cubicBezTo>
                  <a:pt x="390" y="541"/>
                  <a:pt x="386" y="545"/>
                  <a:pt x="386" y="549"/>
                </a:cubicBezTo>
                <a:cubicBezTo>
                  <a:pt x="386" y="554"/>
                  <a:pt x="390" y="558"/>
                  <a:pt x="395" y="558"/>
                </a:cubicBezTo>
                <a:cubicBezTo>
                  <a:pt x="400" y="558"/>
                  <a:pt x="403" y="554"/>
                  <a:pt x="403" y="549"/>
                </a:cubicBezTo>
                <a:close/>
                <a:moveTo>
                  <a:pt x="429" y="549"/>
                </a:moveTo>
                <a:cubicBezTo>
                  <a:pt x="429" y="545"/>
                  <a:pt x="425" y="541"/>
                  <a:pt x="421" y="541"/>
                </a:cubicBezTo>
                <a:cubicBezTo>
                  <a:pt x="416" y="541"/>
                  <a:pt x="412" y="545"/>
                  <a:pt x="412" y="549"/>
                </a:cubicBezTo>
                <a:cubicBezTo>
                  <a:pt x="412" y="554"/>
                  <a:pt x="416" y="558"/>
                  <a:pt x="421" y="558"/>
                </a:cubicBezTo>
                <a:cubicBezTo>
                  <a:pt x="425" y="558"/>
                  <a:pt x="429" y="554"/>
                  <a:pt x="429" y="549"/>
                </a:cubicBezTo>
                <a:close/>
                <a:moveTo>
                  <a:pt x="455" y="549"/>
                </a:moveTo>
                <a:cubicBezTo>
                  <a:pt x="455" y="545"/>
                  <a:pt x="451" y="541"/>
                  <a:pt x="446" y="541"/>
                </a:cubicBezTo>
                <a:cubicBezTo>
                  <a:pt x="442" y="541"/>
                  <a:pt x="438" y="545"/>
                  <a:pt x="438" y="549"/>
                </a:cubicBezTo>
                <a:cubicBezTo>
                  <a:pt x="438" y="554"/>
                  <a:pt x="442" y="558"/>
                  <a:pt x="446" y="558"/>
                </a:cubicBezTo>
                <a:cubicBezTo>
                  <a:pt x="451" y="558"/>
                  <a:pt x="455" y="554"/>
                  <a:pt x="455" y="549"/>
                </a:cubicBezTo>
                <a:close/>
                <a:moveTo>
                  <a:pt x="481" y="549"/>
                </a:moveTo>
                <a:cubicBezTo>
                  <a:pt x="481" y="545"/>
                  <a:pt x="477" y="541"/>
                  <a:pt x="472" y="541"/>
                </a:cubicBezTo>
                <a:cubicBezTo>
                  <a:pt x="467" y="541"/>
                  <a:pt x="463" y="545"/>
                  <a:pt x="463" y="549"/>
                </a:cubicBezTo>
                <a:cubicBezTo>
                  <a:pt x="463" y="554"/>
                  <a:pt x="467" y="558"/>
                  <a:pt x="472" y="558"/>
                </a:cubicBezTo>
                <a:cubicBezTo>
                  <a:pt x="477" y="558"/>
                  <a:pt x="481" y="554"/>
                  <a:pt x="481" y="549"/>
                </a:cubicBezTo>
                <a:close/>
                <a:moveTo>
                  <a:pt x="506" y="549"/>
                </a:moveTo>
                <a:cubicBezTo>
                  <a:pt x="506" y="545"/>
                  <a:pt x="503" y="541"/>
                  <a:pt x="498" y="541"/>
                </a:cubicBezTo>
                <a:cubicBezTo>
                  <a:pt x="493" y="541"/>
                  <a:pt x="489" y="545"/>
                  <a:pt x="489" y="549"/>
                </a:cubicBezTo>
                <a:cubicBezTo>
                  <a:pt x="489" y="554"/>
                  <a:pt x="493" y="558"/>
                  <a:pt x="498" y="558"/>
                </a:cubicBezTo>
                <a:cubicBezTo>
                  <a:pt x="503" y="558"/>
                  <a:pt x="506" y="554"/>
                  <a:pt x="506" y="549"/>
                </a:cubicBezTo>
                <a:close/>
                <a:moveTo>
                  <a:pt x="532" y="549"/>
                </a:moveTo>
                <a:cubicBezTo>
                  <a:pt x="532" y="545"/>
                  <a:pt x="528" y="541"/>
                  <a:pt x="524" y="541"/>
                </a:cubicBezTo>
                <a:cubicBezTo>
                  <a:pt x="519" y="541"/>
                  <a:pt x="515" y="545"/>
                  <a:pt x="515" y="549"/>
                </a:cubicBezTo>
                <a:cubicBezTo>
                  <a:pt x="515" y="554"/>
                  <a:pt x="519" y="558"/>
                  <a:pt x="524" y="558"/>
                </a:cubicBezTo>
                <a:cubicBezTo>
                  <a:pt x="528" y="558"/>
                  <a:pt x="532" y="554"/>
                  <a:pt x="532" y="549"/>
                </a:cubicBezTo>
                <a:close/>
                <a:moveTo>
                  <a:pt x="558" y="549"/>
                </a:moveTo>
                <a:cubicBezTo>
                  <a:pt x="558" y="545"/>
                  <a:pt x="554" y="541"/>
                  <a:pt x="549" y="541"/>
                </a:cubicBezTo>
                <a:cubicBezTo>
                  <a:pt x="545" y="541"/>
                  <a:pt x="541" y="545"/>
                  <a:pt x="541" y="549"/>
                </a:cubicBezTo>
                <a:cubicBezTo>
                  <a:pt x="541" y="554"/>
                  <a:pt x="545" y="558"/>
                  <a:pt x="549" y="558"/>
                </a:cubicBezTo>
                <a:cubicBezTo>
                  <a:pt x="554" y="558"/>
                  <a:pt x="558" y="554"/>
                  <a:pt x="558" y="549"/>
                </a:cubicBezTo>
                <a:close/>
                <a:moveTo>
                  <a:pt x="584" y="549"/>
                </a:moveTo>
                <a:cubicBezTo>
                  <a:pt x="584" y="545"/>
                  <a:pt x="580" y="541"/>
                  <a:pt x="575" y="541"/>
                </a:cubicBezTo>
                <a:cubicBezTo>
                  <a:pt x="570" y="541"/>
                  <a:pt x="567" y="545"/>
                  <a:pt x="567" y="549"/>
                </a:cubicBezTo>
                <a:cubicBezTo>
                  <a:pt x="567" y="554"/>
                  <a:pt x="570" y="558"/>
                  <a:pt x="575" y="558"/>
                </a:cubicBezTo>
                <a:cubicBezTo>
                  <a:pt x="580" y="558"/>
                  <a:pt x="584" y="554"/>
                  <a:pt x="584" y="549"/>
                </a:cubicBezTo>
                <a:close/>
                <a:moveTo>
                  <a:pt x="712" y="549"/>
                </a:moveTo>
                <a:cubicBezTo>
                  <a:pt x="712" y="545"/>
                  <a:pt x="709" y="541"/>
                  <a:pt x="704" y="541"/>
                </a:cubicBezTo>
                <a:cubicBezTo>
                  <a:pt x="699" y="541"/>
                  <a:pt x="695" y="545"/>
                  <a:pt x="695" y="549"/>
                </a:cubicBezTo>
                <a:cubicBezTo>
                  <a:pt x="695" y="554"/>
                  <a:pt x="699" y="558"/>
                  <a:pt x="704" y="558"/>
                </a:cubicBezTo>
                <a:cubicBezTo>
                  <a:pt x="709" y="558"/>
                  <a:pt x="712" y="554"/>
                  <a:pt x="712" y="549"/>
                </a:cubicBezTo>
                <a:close/>
                <a:moveTo>
                  <a:pt x="738" y="549"/>
                </a:moveTo>
                <a:cubicBezTo>
                  <a:pt x="738" y="545"/>
                  <a:pt x="734" y="541"/>
                  <a:pt x="730" y="541"/>
                </a:cubicBezTo>
                <a:cubicBezTo>
                  <a:pt x="725" y="541"/>
                  <a:pt x="721" y="545"/>
                  <a:pt x="721" y="549"/>
                </a:cubicBezTo>
                <a:cubicBezTo>
                  <a:pt x="721" y="554"/>
                  <a:pt x="725" y="558"/>
                  <a:pt x="730" y="558"/>
                </a:cubicBezTo>
                <a:cubicBezTo>
                  <a:pt x="734" y="558"/>
                  <a:pt x="738" y="554"/>
                  <a:pt x="738" y="549"/>
                </a:cubicBezTo>
                <a:close/>
                <a:moveTo>
                  <a:pt x="764" y="549"/>
                </a:moveTo>
                <a:cubicBezTo>
                  <a:pt x="764" y="545"/>
                  <a:pt x="760" y="541"/>
                  <a:pt x="755" y="541"/>
                </a:cubicBezTo>
                <a:cubicBezTo>
                  <a:pt x="751" y="541"/>
                  <a:pt x="747" y="545"/>
                  <a:pt x="747" y="549"/>
                </a:cubicBezTo>
                <a:cubicBezTo>
                  <a:pt x="747" y="554"/>
                  <a:pt x="751" y="558"/>
                  <a:pt x="755" y="558"/>
                </a:cubicBezTo>
                <a:cubicBezTo>
                  <a:pt x="760" y="558"/>
                  <a:pt x="764" y="554"/>
                  <a:pt x="764" y="549"/>
                </a:cubicBezTo>
                <a:close/>
                <a:moveTo>
                  <a:pt x="790" y="549"/>
                </a:moveTo>
                <a:cubicBezTo>
                  <a:pt x="790" y="545"/>
                  <a:pt x="786" y="541"/>
                  <a:pt x="781" y="541"/>
                </a:cubicBezTo>
                <a:cubicBezTo>
                  <a:pt x="776" y="541"/>
                  <a:pt x="773" y="545"/>
                  <a:pt x="773" y="549"/>
                </a:cubicBezTo>
                <a:cubicBezTo>
                  <a:pt x="773" y="554"/>
                  <a:pt x="776" y="558"/>
                  <a:pt x="781" y="558"/>
                </a:cubicBezTo>
                <a:cubicBezTo>
                  <a:pt x="786" y="558"/>
                  <a:pt x="790" y="554"/>
                  <a:pt x="790" y="549"/>
                </a:cubicBezTo>
                <a:close/>
                <a:moveTo>
                  <a:pt x="816" y="549"/>
                </a:moveTo>
                <a:cubicBezTo>
                  <a:pt x="816" y="545"/>
                  <a:pt x="812" y="541"/>
                  <a:pt x="807" y="541"/>
                </a:cubicBezTo>
                <a:cubicBezTo>
                  <a:pt x="802" y="541"/>
                  <a:pt x="798" y="545"/>
                  <a:pt x="798" y="549"/>
                </a:cubicBezTo>
                <a:cubicBezTo>
                  <a:pt x="798" y="554"/>
                  <a:pt x="802" y="558"/>
                  <a:pt x="807" y="558"/>
                </a:cubicBezTo>
                <a:cubicBezTo>
                  <a:pt x="812" y="558"/>
                  <a:pt x="816" y="554"/>
                  <a:pt x="816" y="549"/>
                </a:cubicBezTo>
                <a:close/>
                <a:moveTo>
                  <a:pt x="1228" y="549"/>
                </a:moveTo>
                <a:cubicBezTo>
                  <a:pt x="1228" y="545"/>
                  <a:pt x="1224" y="541"/>
                  <a:pt x="1219" y="541"/>
                </a:cubicBezTo>
                <a:cubicBezTo>
                  <a:pt x="1214" y="541"/>
                  <a:pt x="1210" y="545"/>
                  <a:pt x="1210" y="549"/>
                </a:cubicBezTo>
                <a:cubicBezTo>
                  <a:pt x="1210" y="554"/>
                  <a:pt x="1214" y="558"/>
                  <a:pt x="1219" y="558"/>
                </a:cubicBezTo>
                <a:cubicBezTo>
                  <a:pt x="1224" y="558"/>
                  <a:pt x="1228" y="554"/>
                  <a:pt x="1228" y="549"/>
                </a:cubicBezTo>
                <a:close/>
                <a:moveTo>
                  <a:pt x="1253" y="549"/>
                </a:moveTo>
                <a:cubicBezTo>
                  <a:pt x="1253" y="545"/>
                  <a:pt x="1250" y="541"/>
                  <a:pt x="1245" y="541"/>
                </a:cubicBezTo>
                <a:cubicBezTo>
                  <a:pt x="1240" y="541"/>
                  <a:pt x="1236" y="545"/>
                  <a:pt x="1236" y="549"/>
                </a:cubicBezTo>
                <a:cubicBezTo>
                  <a:pt x="1236" y="554"/>
                  <a:pt x="1240" y="558"/>
                  <a:pt x="1245" y="558"/>
                </a:cubicBezTo>
                <a:cubicBezTo>
                  <a:pt x="1250" y="558"/>
                  <a:pt x="1253" y="554"/>
                  <a:pt x="1253" y="549"/>
                </a:cubicBezTo>
                <a:close/>
                <a:moveTo>
                  <a:pt x="1459" y="549"/>
                </a:moveTo>
                <a:cubicBezTo>
                  <a:pt x="1459" y="545"/>
                  <a:pt x="1456" y="541"/>
                  <a:pt x="1451" y="541"/>
                </a:cubicBezTo>
                <a:cubicBezTo>
                  <a:pt x="1446" y="541"/>
                  <a:pt x="1442" y="545"/>
                  <a:pt x="1442" y="549"/>
                </a:cubicBezTo>
                <a:cubicBezTo>
                  <a:pt x="1442" y="554"/>
                  <a:pt x="1446" y="558"/>
                  <a:pt x="1451" y="558"/>
                </a:cubicBezTo>
                <a:cubicBezTo>
                  <a:pt x="1456" y="558"/>
                  <a:pt x="1459" y="554"/>
                  <a:pt x="1459" y="549"/>
                </a:cubicBezTo>
                <a:close/>
                <a:moveTo>
                  <a:pt x="1485" y="549"/>
                </a:moveTo>
                <a:cubicBezTo>
                  <a:pt x="1485" y="545"/>
                  <a:pt x="1481" y="541"/>
                  <a:pt x="1477" y="541"/>
                </a:cubicBezTo>
                <a:cubicBezTo>
                  <a:pt x="1472" y="541"/>
                  <a:pt x="1468" y="545"/>
                  <a:pt x="1468" y="549"/>
                </a:cubicBezTo>
                <a:cubicBezTo>
                  <a:pt x="1468" y="554"/>
                  <a:pt x="1472" y="558"/>
                  <a:pt x="1477" y="558"/>
                </a:cubicBezTo>
                <a:cubicBezTo>
                  <a:pt x="1481" y="558"/>
                  <a:pt x="1485" y="554"/>
                  <a:pt x="1485" y="549"/>
                </a:cubicBezTo>
                <a:close/>
                <a:moveTo>
                  <a:pt x="1511" y="549"/>
                </a:moveTo>
                <a:cubicBezTo>
                  <a:pt x="1511" y="545"/>
                  <a:pt x="1507" y="541"/>
                  <a:pt x="1502" y="541"/>
                </a:cubicBezTo>
                <a:cubicBezTo>
                  <a:pt x="1498" y="541"/>
                  <a:pt x="1494" y="545"/>
                  <a:pt x="1494" y="549"/>
                </a:cubicBezTo>
                <a:cubicBezTo>
                  <a:pt x="1494" y="554"/>
                  <a:pt x="1498" y="558"/>
                  <a:pt x="1502" y="558"/>
                </a:cubicBezTo>
                <a:cubicBezTo>
                  <a:pt x="1507" y="558"/>
                  <a:pt x="1511" y="554"/>
                  <a:pt x="1511" y="549"/>
                </a:cubicBezTo>
                <a:close/>
                <a:moveTo>
                  <a:pt x="1537" y="549"/>
                </a:moveTo>
                <a:cubicBezTo>
                  <a:pt x="1537" y="545"/>
                  <a:pt x="1533" y="541"/>
                  <a:pt x="1528" y="541"/>
                </a:cubicBezTo>
                <a:cubicBezTo>
                  <a:pt x="1523" y="541"/>
                  <a:pt x="1520" y="545"/>
                  <a:pt x="1520" y="549"/>
                </a:cubicBezTo>
                <a:cubicBezTo>
                  <a:pt x="1520" y="554"/>
                  <a:pt x="1523" y="558"/>
                  <a:pt x="1528" y="558"/>
                </a:cubicBezTo>
                <a:cubicBezTo>
                  <a:pt x="1533" y="558"/>
                  <a:pt x="1537" y="554"/>
                  <a:pt x="1537" y="549"/>
                </a:cubicBezTo>
                <a:close/>
                <a:moveTo>
                  <a:pt x="1563" y="549"/>
                </a:moveTo>
                <a:cubicBezTo>
                  <a:pt x="1563" y="545"/>
                  <a:pt x="1559" y="541"/>
                  <a:pt x="1554" y="541"/>
                </a:cubicBezTo>
                <a:cubicBezTo>
                  <a:pt x="1549" y="541"/>
                  <a:pt x="1545" y="545"/>
                  <a:pt x="1545" y="549"/>
                </a:cubicBezTo>
                <a:cubicBezTo>
                  <a:pt x="1545" y="554"/>
                  <a:pt x="1549" y="558"/>
                  <a:pt x="1554" y="558"/>
                </a:cubicBezTo>
                <a:cubicBezTo>
                  <a:pt x="1559" y="558"/>
                  <a:pt x="1563" y="554"/>
                  <a:pt x="1563" y="549"/>
                </a:cubicBezTo>
                <a:close/>
                <a:moveTo>
                  <a:pt x="1588" y="549"/>
                </a:moveTo>
                <a:cubicBezTo>
                  <a:pt x="1588" y="545"/>
                  <a:pt x="1584" y="541"/>
                  <a:pt x="1580" y="541"/>
                </a:cubicBezTo>
                <a:cubicBezTo>
                  <a:pt x="1575" y="541"/>
                  <a:pt x="1571" y="545"/>
                  <a:pt x="1571" y="549"/>
                </a:cubicBezTo>
                <a:cubicBezTo>
                  <a:pt x="1571" y="554"/>
                  <a:pt x="1575" y="558"/>
                  <a:pt x="1580" y="558"/>
                </a:cubicBezTo>
                <a:cubicBezTo>
                  <a:pt x="1584" y="558"/>
                  <a:pt x="1588" y="554"/>
                  <a:pt x="1588" y="549"/>
                </a:cubicBezTo>
                <a:close/>
                <a:moveTo>
                  <a:pt x="1614" y="549"/>
                </a:moveTo>
                <a:cubicBezTo>
                  <a:pt x="1614" y="545"/>
                  <a:pt x="1610" y="541"/>
                  <a:pt x="1605" y="541"/>
                </a:cubicBezTo>
                <a:cubicBezTo>
                  <a:pt x="1601" y="541"/>
                  <a:pt x="1597" y="545"/>
                  <a:pt x="1597" y="549"/>
                </a:cubicBezTo>
                <a:cubicBezTo>
                  <a:pt x="1597" y="554"/>
                  <a:pt x="1601" y="558"/>
                  <a:pt x="1605" y="558"/>
                </a:cubicBezTo>
                <a:cubicBezTo>
                  <a:pt x="1610" y="558"/>
                  <a:pt x="1614" y="554"/>
                  <a:pt x="1614" y="549"/>
                </a:cubicBezTo>
                <a:close/>
                <a:moveTo>
                  <a:pt x="1640" y="549"/>
                </a:moveTo>
                <a:cubicBezTo>
                  <a:pt x="1640" y="545"/>
                  <a:pt x="1636" y="541"/>
                  <a:pt x="1631" y="541"/>
                </a:cubicBezTo>
                <a:cubicBezTo>
                  <a:pt x="1626" y="541"/>
                  <a:pt x="1623" y="545"/>
                  <a:pt x="1623" y="549"/>
                </a:cubicBezTo>
                <a:cubicBezTo>
                  <a:pt x="1623" y="554"/>
                  <a:pt x="1626" y="558"/>
                  <a:pt x="1631" y="558"/>
                </a:cubicBezTo>
                <a:cubicBezTo>
                  <a:pt x="1636" y="558"/>
                  <a:pt x="1640" y="554"/>
                  <a:pt x="1640" y="549"/>
                </a:cubicBezTo>
                <a:close/>
                <a:moveTo>
                  <a:pt x="1666" y="549"/>
                </a:moveTo>
                <a:cubicBezTo>
                  <a:pt x="1666" y="545"/>
                  <a:pt x="1662" y="541"/>
                  <a:pt x="1657" y="541"/>
                </a:cubicBezTo>
                <a:cubicBezTo>
                  <a:pt x="1652" y="541"/>
                  <a:pt x="1648" y="545"/>
                  <a:pt x="1648" y="549"/>
                </a:cubicBezTo>
                <a:cubicBezTo>
                  <a:pt x="1648" y="554"/>
                  <a:pt x="1652" y="558"/>
                  <a:pt x="1657" y="558"/>
                </a:cubicBezTo>
                <a:cubicBezTo>
                  <a:pt x="1662" y="558"/>
                  <a:pt x="1666" y="554"/>
                  <a:pt x="1666" y="549"/>
                </a:cubicBezTo>
                <a:close/>
                <a:moveTo>
                  <a:pt x="1691" y="549"/>
                </a:moveTo>
                <a:cubicBezTo>
                  <a:pt x="1691" y="545"/>
                  <a:pt x="1687" y="541"/>
                  <a:pt x="1683" y="541"/>
                </a:cubicBezTo>
                <a:cubicBezTo>
                  <a:pt x="1678" y="541"/>
                  <a:pt x="1674" y="545"/>
                  <a:pt x="1674" y="549"/>
                </a:cubicBezTo>
                <a:cubicBezTo>
                  <a:pt x="1674" y="554"/>
                  <a:pt x="1678" y="558"/>
                  <a:pt x="1683" y="558"/>
                </a:cubicBezTo>
                <a:cubicBezTo>
                  <a:pt x="1687" y="558"/>
                  <a:pt x="1691" y="554"/>
                  <a:pt x="1691" y="549"/>
                </a:cubicBezTo>
                <a:close/>
                <a:moveTo>
                  <a:pt x="1717" y="549"/>
                </a:moveTo>
                <a:cubicBezTo>
                  <a:pt x="1717" y="545"/>
                  <a:pt x="1713" y="541"/>
                  <a:pt x="1708" y="541"/>
                </a:cubicBezTo>
                <a:cubicBezTo>
                  <a:pt x="1704" y="541"/>
                  <a:pt x="1700" y="545"/>
                  <a:pt x="1700" y="549"/>
                </a:cubicBezTo>
                <a:cubicBezTo>
                  <a:pt x="1700" y="554"/>
                  <a:pt x="1704" y="558"/>
                  <a:pt x="1708" y="558"/>
                </a:cubicBezTo>
                <a:cubicBezTo>
                  <a:pt x="1713" y="558"/>
                  <a:pt x="1717" y="554"/>
                  <a:pt x="1717" y="549"/>
                </a:cubicBezTo>
                <a:close/>
                <a:moveTo>
                  <a:pt x="1743" y="549"/>
                </a:moveTo>
                <a:cubicBezTo>
                  <a:pt x="1743" y="545"/>
                  <a:pt x="1739" y="541"/>
                  <a:pt x="1734" y="541"/>
                </a:cubicBezTo>
                <a:cubicBezTo>
                  <a:pt x="1730" y="541"/>
                  <a:pt x="1726" y="545"/>
                  <a:pt x="1726" y="549"/>
                </a:cubicBezTo>
                <a:cubicBezTo>
                  <a:pt x="1726" y="554"/>
                  <a:pt x="1730" y="558"/>
                  <a:pt x="1734" y="558"/>
                </a:cubicBezTo>
                <a:cubicBezTo>
                  <a:pt x="1739" y="558"/>
                  <a:pt x="1743" y="554"/>
                  <a:pt x="1743" y="549"/>
                </a:cubicBezTo>
                <a:close/>
                <a:moveTo>
                  <a:pt x="1769" y="549"/>
                </a:moveTo>
                <a:cubicBezTo>
                  <a:pt x="1769" y="545"/>
                  <a:pt x="1765" y="541"/>
                  <a:pt x="1760" y="541"/>
                </a:cubicBezTo>
                <a:cubicBezTo>
                  <a:pt x="1755" y="541"/>
                  <a:pt x="1751" y="545"/>
                  <a:pt x="1751" y="549"/>
                </a:cubicBezTo>
                <a:cubicBezTo>
                  <a:pt x="1751" y="554"/>
                  <a:pt x="1755" y="558"/>
                  <a:pt x="1760" y="558"/>
                </a:cubicBezTo>
                <a:cubicBezTo>
                  <a:pt x="1765" y="558"/>
                  <a:pt x="1769" y="554"/>
                  <a:pt x="1769" y="549"/>
                </a:cubicBezTo>
                <a:close/>
                <a:moveTo>
                  <a:pt x="1794" y="549"/>
                </a:moveTo>
                <a:cubicBezTo>
                  <a:pt x="1794" y="545"/>
                  <a:pt x="1791" y="541"/>
                  <a:pt x="1786" y="541"/>
                </a:cubicBezTo>
                <a:cubicBezTo>
                  <a:pt x="1781" y="541"/>
                  <a:pt x="1777" y="545"/>
                  <a:pt x="1777" y="549"/>
                </a:cubicBezTo>
                <a:cubicBezTo>
                  <a:pt x="1777" y="554"/>
                  <a:pt x="1781" y="558"/>
                  <a:pt x="1786" y="558"/>
                </a:cubicBezTo>
                <a:cubicBezTo>
                  <a:pt x="1791" y="558"/>
                  <a:pt x="1794" y="554"/>
                  <a:pt x="1794" y="549"/>
                </a:cubicBezTo>
                <a:close/>
                <a:moveTo>
                  <a:pt x="1820" y="549"/>
                </a:moveTo>
                <a:cubicBezTo>
                  <a:pt x="1820" y="545"/>
                  <a:pt x="1816" y="541"/>
                  <a:pt x="1812" y="541"/>
                </a:cubicBezTo>
                <a:cubicBezTo>
                  <a:pt x="1807" y="541"/>
                  <a:pt x="1803" y="545"/>
                  <a:pt x="1803" y="549"/>
                </a:cubicBezTo>
                <a:cubicBezTo>
                  <a:pt x="1803" y="554"/>
                  <a:pt x="1807" y="558"/>
                  <a:pt x="1812" y="558"/>
                </a:cubicBezTo>
                <a:cubicBezTo>
                  <a:pt x="1816" y="558"/>
                  <a:pt x="1820" y="554"/>
                  <a:pt x="1820" y="549"/>
                </a:cubicBezTo>
                <a:close/>
                <a:moveTo>
                  <a:pt x="1846" y="549"/>
                </a:moveTo>
                <a:cubicBezTo>
                  <a:pt x="1846" y="545"/>
                  <a:pt x="1842" y="541"/>
                  <a:pt x="1837" y="541"/>
                </a:cubicBezTo>
                <a:cubicBezTo>
                  <a:pt x="1833" y="541"/>
                  <a:pt x="1829" y="545"/>
                  <a:pt x="1829" y="549"/>
                </a:cubicBezTo>
                <a:cubicBezTo>
                  <a:pt x="1829" y="554"/>
                  <a:pt x="1833" y="558"/>
                  <a:pt x="1837" y="558"/>
                </a:cubicBezTo>
                <a:cubicBezTo>
                  <a:pt x="1842" y="558"/>
                  <a:pt x="1846" y="554"/>
                  <a:pt x="1846" y="549"/>
                </a:cubicBezTo>
                <a:close/>
                <a:moveTo>
                  <a:pt x="1872" y="549"/>
                </a:moveTo>
                <a:cubicBezTo>
                  <a:pt x="1872" y="545"/>
                  <a:pt x="1868" y="541"/>
                  <a:pt x="1863" y="541"/>
                </a:cubicBezTo>
                <a:cubicBezTo>
                  <a:pt x="1858" y="541"/>
                  <a:pt x="1854" y="545"/>
                  <a:pt x="1854" y="549"/>
                </a:cubicBezTo>
                <a:cubicBezTo>
                  <a:pt x="1854" y="554"/>
                  <a:pt x="1858" y="558"/>
                  <a:pt x="1863" y="558"/>
                </a:cubicBezTo>
                <a:cubicBezTo>
                  <a:pt x="1868" y="558"/>
                  <a:pt x="1872" y="554"/>
                  <a:pt x="1872" y="549"/>
                </a:cubicBezTo>
                <a:close/>
                <a:moveTo>
                  <a:pt x="1897" y="549"/>
                </a:moveTo>
                <a:cubicBezTo>
                  <a:pt x="1897" y="545"/>
                  <a:pt x="1894" y="541"/>
                  <a:pt x="1889" y="541"/>
                </a:cubicBezTo>
                <a:cubicBezTo>
                  <a:pt x="1884" y="541"/>
                  <a:pt x="1880" y="545"/>
                  <a:pt x="1880" y="549"/>
                </a:cubicBezTo>
                <a:cubicBezTo>
                  <a:pt x="1880" y="554"/>
                  <a:pt x="1884" y="558"/>
                  <a:pt x="1889" y="558"/>
                </a:cubicBezTo>
                <a:cubicBezTo>
                  <a:pt x="1894" y="558"/>
                  <a:pt x="1897" y="554"/>
                  <a:pt x="1897" y="549"/>
                </a:cubicBezTo>
                <a:close/>
                <a:moveTo>
                  <a:pt x="1923" y="549"/>
                </a:moveTo>
                <a:cubicBezTo>
                  <a:pt x="1923" y="545"/>
                  <a:pt x="1919" y="541"/>
                  <a:pt x="1915" y="541"/>
                </a:cubicBezTo>
                <a:cubicBezTo>
                  <a:pt x="1910" y="541"/>
                  <a:pt x="1906" y="545"/>
                  <a:pt x="1906" y="549"/>
                </a:cubicBezTo>
                <a:cubicBezTo>
                  <a:pt x="1906" y="554"/>
                  <a:pt x="1910" y="558"/>
                  <a:pt x="1915" y="558"/>
                </a:cubicBezTo>
                <a:cubicBezTo>
                  <a:pt x="1919" y="558"/>
                  <a:pt x="1923" y="554"/>
                  <a:pt x="1923" y="549"/>
                </a:cubicBezTo>
                <a:close/>
                <a:moveTo>
                  <a:pt x="1949" y="549"/>
                </a:moveTo>
                <a:cubicBezTo>
                  <a:pt x="1949" y="545"/>
                  <a:pt x="1945" y="541"/>
                  <a:pt x="1940" y="541"/>
                </a:cubicBezTo>
                <a:cubicBezTo>
                  <a:pt x="1936" y="541"/>
                  <a:pt x="1932" y="545"/>
                  <a:pt x="1932" y="549"/>
                </a:cubicBezTo>
                <a:cubicBezTo>
                  <a:pt x="1932" y="554"/>
                  <a:pt x="1936" y="558"/>
                  <a:pt x="1940" y="558"/>
                </a:cubicBezTo>
                <a:cubicBezTo>
                  <a:pt x="1945" y="558"/>
                  <a:pt x="1949" y="554"/>
                  <a:pt x="1949" y="549"/>
                </a:cubicBezTo>
                <a:close/>
                <a:moveTo>
                  <a:pt x="1975" y="549"/>
                </a:moveTo>
                <a:cubicBezTo>
                  <a:pt x="1975" y="545"/>
                  <a:pt x="1971" y="541"/>
                  <a:pt x="1966" y="541"/>
                </a:cubicBezTo>
                <a:cubicBezTo>
                  <a:pt x="1961" y="541"/>
                  <a:pt x="1957" y="545"/>
                  <a:pt x="1957" y="549"/>
                </a:cubicBezTo>
                <a:cubicBezTo>
                  <a:pt x="1957" y="554"/>
                  <a:pt x="1961" y="558"/>
                  <a:pt x="1966" y="558"/>
                </a:cubicBezTo>
                <a:cubicBezTo>
                  <a:pt x="1971" y="558"/>
                  <a:pt x="1975" y="554"/>
                  <a:pt x="1975" y="549"/>
                </a:cubicBezTo>
                <a:close/>
                <a:moveTo>
                  <a:pt x="2000" y="549"/>
                </a:moveTo>
                <a:cubicBezTo>
                  <a:pt x="2000" y="545"/>
                  <a:pt x="1997" y="541"/>
                  <a:pt x="1992" y="541"/>
                </a:cubicBezTo>
                <a:cubicBezTo>
                  <a:pt x="1987" y="541"/>
                  <a:pt x="1983" y="545"/>
                  <a:pt x="1983" y="549"/>
                </a:cubicBezTo>
                <a:cubicBezTo>
                  <a:pt x="1983" y="554"/>
                  <a:pt x="1987" y="558"/>
                  <a:pt x="1992" y="558"/>
                </a:cubicBezTo>
                <a:cubicBezTo>
                  <a:pt x="1997" y="558"/>
                  <a:pt x="2000" y="554"/>
                  <a:pt x="2000" y="549"/>
                </a:cubicBezTo>
                <a:close/>
                <a:moveTo>
                  <a:pt x="2026" y="549"/>
                </a:moveTo>
                <a:cubicBezTo>
                  <a:pt x="2026" y="545"/>
                  <a:pt x="2022" y="541"/>
                  <a:pt x="2018" y="541"/>
                </a:cubicBezTo>
                <a:cubicBezTo>
                  <a:pt x="2013" y="541"/>
                  <a:pt x="2009" y="545"/>
                  <a:pt x="2009" y="549"/>
                </a:cubicBezTo>
                <a:cubicBezTo>
                  <a:pt x="2009" y="554"/>
                  <a:pt x="2013" y="558"/>
                  <a:pt x="2018" y="558"/>
                </a:cubicBezTo>
                <a:cubicBezTo>
                  <a:pt x="2022" y="558"/>
                  <a:pt x="2026" y="554"/>
                  <a:pt x="2026" y="549"/>
                </a:cubicBezTo>
                <a:close/>
                <a:moveTo>
                  <a:pt x="2052" y="549"/>
                </a:moveTo>
                <a:cubicBezTo>
                  <a:pt x="2052" y="545"/>
                  <a:pt x="2048" y="541"/>
                  <a:pt x="2043" y="541"/>
                </a:cubicBezTo>
                <a:cubicBezTo>
                  <a:pt x="2039" y="541"/>
                  <a:pt x="2035" y="545"/>
                  <a:pt x="2035" y="549"/>
                </a:cubicBezTo>
                <a:cubicBezTo>
                  <a:pt x="2035" y="554"/>
                  <a:pt x="2039" y="558"/>
                  <a:pt x="2043" y="558"/>
                </a:cubicBezTo>
                <a:cubicBezTo>
                  <a:pt x="2048" y="558"/>
                  <a:pt x="2052" y="554"/>
                  <a:pt x="2052" y="549"/>
                </a:cubicBezTo>
                <a:close/>
                <a:moveTo>
                  <a:pt x="2078" y="549"/>
                </a:moveTo>
                <a:cubicBezTo>
                  <a:pt x="2078" y="545"/>
                  <a:pt x="2074" y="541"/>
                  <a:pt x="2069" y="541"/>
                </a:cubicBezTo>
                <a:cubicBezTo>
                  <a:pt x="2064" y="541"/>
                  <a:pt x="2061" y="545"/>
                  <a:pt x="2061" y="549"/>
                </a:cubicBezTo>
                <a:cubicBezTo>
                  <a:pt x="2061" y="554"/>
                  <a:pt x="2064" y="558"/>
                  <a:pt x="2069" y="558"/>
                </a:cubicBezTo>
                <a:cubicBezTo>
                  <a:pt x="2074" y="558"/>
                  <a:pt x="2078" y="554"/>
                  <a:pt x="2078" y="549"/>
                </a:cubicBezTo>
                <a:close/>
                <a:moveTo>
                  <a:pt x="2103" y="549"/>
                </a:moveTo>
                <a:cubicBezTo>
                  <a:pt x="2103" y="545"/>
                  <a:pt x="2100" y="541"/>
                  <a:pt x="2095" y="541"/>
                </a:cubicBezTo>
                <a:cubicBezTo>
                  <a:pt x="2090" y="541"/>
                  <a:pt x="2086" y="545"/>
                  <a:pt x="2086" y="549"/>
                </a:cubicBezTo>
                <a:cubicBezTo>
                  <a:pt x="2086" y="554"/>
                  <a:pt x="2090" y="558"/>
                  <a:pt x="2095" y="558"/>
                </a:cubicBezTo>
                <a:cubicBezTo>
                  <a:pt x="2100" y="558"/>
                  <a:pt x="2103" y="554"/>
                  <a:pt x="2103" y="549"/>
                </a:cubicBezTo>
                <a:close/>
                <a:moveTo>
                  <a:pt x="2129" y="549"/>
                </a:moveTo>
                <a:cubicBezTo>
                  <a:pt x="2129" y="545"/>
                  <a:pt x="2125" y="541"/>
                  <a:pt x="2121" y="541"/>
                </a:cubicBezTo>
                <a:cubicBezTo>
                  <a:pt x="2116" y="541"/>
                  <a:pt x="2112" y="545"/>
                  <a:pt x="2112" y="549"/>
                </a:cubicBezTo>
                <a:cubicBezTo>
                  <a:pt x="2112" y="554"/>
                  <a:pt x="2116" y="558"/>
                  <a:pt x="2121" y="558"/>
                </a:cubicBezTo>
                <a:cubicBezTo>
                  <a:pt x="2125" y="558"/>
                  <a:pt x="2129" y="554"/>
                  <a:pt x="2129" y="549"/>
                </a:cubicBezTo>
                <a:close/>
                <a:moveTo>
                  <a:pt x="2155" y="549"/>
                </a:moveTo>
                <a:cubicBezTo>
                  <a:pt x="2155" y="545"/>
                  <a:pt x="2151" y="541"/>
                  <a:pt x="2146" y="541"/>
                </a:cubicBezTo>
                <a:cubicBezTo>
                  <a:pt x="2142" y="541"/>
                  <a:pt x="2138" y="545"/>
                  <a:pt x="2138" y="549"/>
                </a:cubicBezTo>
                <a:cubicBezTo>
                  <a:pt x="2138" y="554"/>
                  <a:pt x="2142" y="558"/>
                  <a:pt x="2146" y="558"/>
                </a:cubicBezTo>
                <a:cubicBezTo>
                  <a:pt x="2151" y="558"/>
                  <a:pt x="2155" y="554"/>
                  <a:pt x="2155" y="549"/>
                </a:cubicBezTo>
                <a:close/>
                <a:moveTo>
                  <a:pt x="2181" y="549"/>
                </a:moveTo>
                <a:cubicBezTo>
                  <a:pt x="2181" y="545"/>
                  <a:pt x="2177" y="541"/>
                  <a:pt x="2172" y="541"/>
                </a:cubicBezTo>
                <a:cubicBezTo>
                  <a:pt x="2167" y="541"/>
                  <a:pt x="2164" y="545"/>
                  <a:pt x="2164" y="549"/>
                </a:cubicBezTo>
                <a:cubicBezTo>
                  <a:pt x="2164" y="554"/>
                  <a:pt x="2167" y="558"/>
                  <a:pt x="2172" y="558"/>
                </a:cubicBezTo>
                <a:cubicBezTo>
                  <a:pt x="2177" y="558"/>
                  <a:pt x="2181" y="554"/>
                  <a:pt x="2181" y="549"/>
                </a:cubicBezTo>
                <a:close/>
                <a:moveTo>
                  <a:pt x="2207" y="549"/>
                </a:moveTo>
                <a:cubicBezTo>
                  <a:pt x="2207" y="545"/>
                  <a:pt x="2203" y="541"/>
                  <a:pt x="2198" y="541"/>
                </a:cubicBezTo>
                <a:cubicBezTo>
                  <a:pt x="2193" y="541"/>
                  <a:pt x="2189" y="545"/>
                  <a:pt x="2189" y="549"/>
                </a:cubicBezTo>
                <a:cubicBezTo>
                  <a:pt x="2189" y="554"/>
                  <a:pt x="2193" y="558"/>
                  <a:pt x="2198" y="558"/>
                </a:cubicBezTo>
                <a:cubicBezTo>
                  <a:pt x="2203" y="558"/>
                  <a:pt x="2207" y="554"/>
                  <a:pt x="2207" y="549"/>
                </a:cubicBezTo>
                <a:close/>
                <a:moveTo>
                  <a:pt x="2232" y="549"/>
                </a:moveTo>
                <a:cubicBezTo>
                  <a:pt x="2232" y="545"/>
                  <a:pt x="2228" y="541"/>
                  <a:pt x="2224" y="541"/>
                </a:cubicBezTo>
                <a:cubicBezTo>
                  <a:pt x="2219" y="541"/>
                  <a:pt x="2215" y="545"/>
                  <a:pt x="2215" y="549"/>
                </a:cubicBezTo>
                <a:cubicBezTo>
                  <a:pt x="2215" y="554"/>
                  <a:pt x="2219" y="558"/>
                  <a:pt x="2224" y="558"/>
                </a:cubicBezTo>
                <a:cubicBezTo>
                  <a:pt x="2228" y="558"/>
                  <a:pt x="2232" y="554"/>
                  <a:pt x="2232" y="549"/>
                </a:cubicBezTo>
                <a:close/>
                <a:moveTo>
                  <a:pt x="2258" y="549"/>
                </a:moveTo>
                <a:cubicBezTo>
                  <a:pt x="2258" y="545"/>
                  <a:pt x="2254" y="541"/>
                  <a:pt x="2249" y="541"/>
                </a:cubicBezTo>
                <a:cubicBezTo>
                  <a:pt x="2245" y="541"/>
                  <a:pt x="2241" y="545"/>
                  <a:pt x="2241" y="549"/>
                </a:cubicBezTo>
                <a:cubicBezTo>
                  <a:pt x="2241" y="554"/>
                  <a:pt x="2245" y="558"/>
                  <a:pt x="2249" y="558"/>
                </a:cubicBezTo>
                <a:cubicBezTo>
                  <a:pt x="2254" y="558"/>
                  <a:pt x="2258" y="554"/>
                  <a:pt x="2258" y="549"/>
                </a:cubicBezTo>
                <a:close/>
                <a:moveTo>
                  <a:pt x="2284" y="549"/>
                </a:moveTo>
                <a:cubicBezTo>
                  <a:pt x="2284" y="545"/>
                  <a:pt x="2280" y="541"/>
                  <a:pt x="2275" y="541"/>
                </a:cubicBezTo>
                <a:cubicBezTo>
                  <a:pt x="2270" y="541"/>
                  <a:pt x="2267" y="545"/>
                  <a:pt x="2267" y="549"/>
                </a:cubicBezTo>
                <a:cubicBezTo>
                  <a:pt x="2267" y="554"/>
                  <a:pt x="2270" y="558"/>
                  <a:pt x="2275" y="558"/>
                </a:cubicBezTo>
                <a:cubicBezTo>
                  <a:pt x="2280" y="558"/>
                  <a:pt x="2284" y="554"/>
                  <a:pt x="2284" y="549"/>
                </a:cubicBezTo>
                <a:close/>
                <a:moveTo>
                  <a:pt x="2310" y="549"/>
                </a:moveTo>
                <a:cubicBezTo>
                  <a:pt x="2310" y="545"/>
                  <a:pt x="2306" y="541"/>
                  <a:pt x="2301" y="541"/>
                </a:cubicBezTo>
                <a:cubicBezTo>
                  <a:pt x="2296" y="541"/>
                  <a:pt x="2292" y="545"/>
                  <a:pt x="2292" y="549"/>
                </a:cubicBezTo>
                <a:cubicBezTo>
                  <a:pt x="2292" y="554"/>
                  <a:pt x="2296" y="558"/>
                  <a:pt x="2301" y="558"/>
                </a:cubicBezTo>
                <a:cubicBezTo>
                  <a:pt x="2306" y="558"/>
                  <a:pt x="2310" y="554"/>
                  <a:pt x="2310" y="549"/>
                </a:cubicBezTo>
                <a:close/>
                <a:moveTo>
                  <a:pt x="2490" y="549"/>
                </a:moveTo>
                <a:cubicBezTo>
                  <a:pt x="2490" y="545"/>
                  <a:pt x="2486" y="541"/>
                  <a:pt x="2481" y="541"/>
                </a:cubicBezTo>
                <a:cubicBezTo>
                  <a:pt x="2477" y="541"/>
                  <a:pt x="2473" y="545"/>
                  <a:pt x="2473" y="549"/>
                </a:cubicBezTo>
                <a:cubicBezTo>
                  <a:pt x="2473" y="554"/>
                  <a:pt x="2477" y="558"/>
                  <a:pt x="2481" y="558"/>
                </a:cubicBezTo>
                <a:cubicBezTo>
                  <a:pt x="2486" y="558"/>
                  <a:pt x="2490" y="554"/>
                  <a:pt x="2490" y="549"/>
                </a:cubicBezTo>
                <a:close/>
                <a:moveTo>
                  <a:pt x="2516" y="549"/>
                </a:moveTo>
                <a:cubicBezTo>
                  <a:pt x="2516" y="545"/>
                  <a:pt x="2512" y="541"/>
                  <a:pt x="2507" y="541"/>
                </a:cubicBezTo>
                <a:cubicBezTo>
                  <a:pt x="2502" y="541"/>
                  <a:pt x="2498" y="545"/>
                  <a:pt x="2498" y="549"/>
                </a:cubicBezTo>
                <a:cubicBezTo>
                  <a:pt x="2498" y="554"/>
                  <a:pt x="2502" y="558"/>
                  <a:pt x="2507" y="558"/>
                </a:cubicBezTo>
                <a:cubicBezTo>
                  <a:pt x="2512" y="558"/>
                  <a:pt x="2516" y="554"/>
                  <a:pt x="2516" y="549"/>
                </a:cubicBezTo>
                <a:close/>
                <a:moveTo>
                  <a:pt x="275" y="575"/>
                </a:moveTo>
                <a:cubicBezTo>
                  <a:pt x="275" y="570"/>
                  <a:pt x="271" y="566"/>
                  <a:pt x="266" y="566"/>
                </a:cubicBezTo>
                <a:cubicBezTo>
                  <a:pt x="261" y="566"/>
                  <a:pt x="257" y="570"/>
                  <a:pt x="257" y="575"/>
                </a:cubicBezTo>
                <a:cubicBezTo>
                  <a:pt x="257" y="580"/>
                  <a:pt x="261" y="584"/>
                  <a:pt x="266" y="584"/>
                </a:cubicBezTo>
                <a:cubicBezTo>
                  <a:pt x="271" y="584"/>
                  <a:pt x="275" y="580"/>
                  <a:pt x="275" y="575"/>
                </a:cubicBezTo>
                <a:close/>
                <a:moveTo>
                  <a:pt x="300" y="575"/>
                </a:moveTo>
                <a:cubicBezTo>
                  <a:pt x="300" y="570"/>
                  <a:pt x="297" y="566"/>
                  <a:pt x="292" y="566"/>
                </a:cubicBezTo>
                <a:cubicBezTo>
                  <a:pt x="287" y="566"/>
                  <a:pt x="283" y="570"/>
                  <a:pt x="283" y="575"/>
                </a:cubicBezTo>
                <a:cubicBezTo>
                  <a:pt x="283" y="580"/>
                  <a:pt x="287" y="584"/>
                  <a:pt x="292" y="584"/>
                </a:cubicBezTo>
                <a:cubicBezTo>
                  <a:pt x="297" y="584"/>
                  <a:pt x="300" y="580"/>
                  <a:pt x="300" y="575"/>
                </a:cubicBezTo>
                <a:close/>
                <a:moveTo>
                  <a:pt x="326" y="575"/>
                </a:moveTo>
                <a:cubicBezTo>
                  <a:pt x="326" y="570"/>
                  <a:pt x="322" y="566"/>
                  <a:pt x="318" y="566"/>
                </a:cubicBezTo>
                <a:cubicBezTo>
                  <a:pt x="313" y="566"/>
                  <a:pt x="309" y="570"/>
                  <a:pt x="309" y="575"/>
                </a:cubicBezTo>
                <a:cubicBezTo>
                  <a:pt x="309" y="580"/>
                  <a:pt x="313" y="584"/>
                  <a:pt x="318" y="584"/>
                </a:cubicBezTo>
                <a:cubicBezTo>
                  <a:pt x="322" y="584"/>
                  <a:pt x="326" y="580"/>
                  <a:pt x="326" y="575"/>
                </a:cubicBezTo>
                <a:close/>
                <a:moveTo>
                  <a:pt x="352" y="575"/>
                </a:moveTo>
                <a:cubicBezTo>
                  <a:pt x="352" y="570"/>
                  <a:pt x="348" y="566"/>
                  <a:pt x="343" y="566"/>
                </a:cubicBezTo>
                <a:cubicBezTo>
                  <a:pt x="339" y="566"/>
                  <a:pt x="335" y="570"/>
                  <a:pt x="335" y="575"/>
                </a:cubicBezTo>
                <a:cubicBezTo>
                  <a:pt x="335" y="580"/>
                  <a:pt x="339" y="584"/>
                  <a:pt x="343" y="584"/>
                </a:cubicBezTo>
                <a:cubicBezTo>
                  <a:pt x="348" y="584"/>
                  <a:pt x="352" y="580"/>
                  <a:pt x="352" y="575"/>
                </a:cubicBezTo>
                <a:close/>
                <a:moveTo>
                  <a:pt x="378" y="575"/>
                </a:moveTo>
                <a:cubicBezTo>
                  <a:pt x="378" y="570"/>
                  <a:pt x="374" y="566"/>
                  <a:pt x="369" y="566"/>
                </a:cubicBezTo>
                <a:cubicBezTo>
                  <a:pt x="364" y="566"/>
                  <a:pt x="360" y="570"/>
                  <a:pt x="360" y="575"/>
                </a:cubicBezTo>
                <a:cubicBezTo>
                  <a:pt x="360" y="580"/>
                  <a:pt x="364" y="584"/>
                  <a:pt x="369" y="584"/>
                </a:cubicBezTo>
                <a:cubicBezTo>
                  <a:pt x="374" y="584"/>
                  <a:pt x="378" y="580"/>
                  <a:pt x="378" y="575"/>
                </a:cubicBezTo>
                <a:close/>
                <a:moveTo>
                  <a:pt x="403" y="575"/>
                </a:moveTo>
                <a:cubicBezTo>
                  <a:pt x="403" y="570"/>
                  <a:pt x="400" y="566"/>
                  <a:pt x="395" y="566"/>
                </a:cubicBezTo>
                <a:cubicBezTo>
                  <a:pt x="390" y="566"/>
                  <a:pt x="386" y="570"/>
                  <a:pt x="386" y="575"/>
                </a:cubicBezTo>
                <a:cubicBezTo>
                  <a:pt x="386" y="580"/>
                  <a:pt x="390" y="584"/>
                  <a:pt x="395" y="584"/>
                </a:cubicBezTo>
                <a:cubicBezTo>
                  <a:pt x="400" y="584"/>
                  <a:pt x="403" y="580"/>
                  <a:pt x="403" y="575"/>
                </a:cubicBezTo>
                <a:close/>
                <a:moveTo>
                  <a:pt x="429" y="575"/>
                </a:moveTo>
                <a:cubicBezTo>
                  <a:pt x="429" y="570"/>
                  <a:pt x="425" y="566"/>
                  <a:pt x="421" y="566"/>
                </a:cubicBezTo>
                <a:cubicBezTo>
                  <a:pt x="416" y="566"/>
                  <a:pt x="412" y="570"/>
                  <a:pt x="412" y="575"/>
                </a:cubicBezTo>
                <a:cubicBezTo>
                  <a:pt x="412" y="580"/>
                  <a:pt x="416" y="584"/>
                  <a:pt x="421" y="584"/>
                </a:cubicBezTo>
                <a:cubicBezTo>
                  <a:pt x="425" y="584"/>
                  <a:pt x="429" y="580"/>
                  <a:pt x="429" y="575"/>
                </a:cubicBezTo>
                <a:close/>
                <a:moveTo>
                  <a:pt x="455" y="575"/>
                </a:moveTo>
                <a:cubicBezTo>
                  <a:pt x="455" y="570"/>
                  <a:pt x="451" y="566"/>
                  <a:pt x="446" y="566"/>
                </a:cubicBezTo>
                <a:cubicBezTo>
                  <a:pt x="442" y="566"/>
                  <a:pt x="438" y="570"/>
                  <a:pt x="438" y="575"/>
                </a:cubicBezTo>
                <a:cubicBezTo>
                  <a:pt x="438" y="580"/>
                  <a:pt x="442" y="584"/>
                  <a:pt x="446" y="584"/>
                </a:cubicBezTo>
                <a:cubicBezTo>
                  <a:pt x="451" y="584"/>
                  <a:pt x="455" y="580"/>
                  <a:pt x="455" y="575"/>
                </a:cubicBezTo>
                <a:close/>
                <a:moveTo>
                  <a:pt x="481" y="575"/>
                </a:moveTo>
                <a:cubicBezTo>
                  <a:pt x="481" y="570"/>
                  <a:pt x="477" y="566"/>
                  <a:pt x="472" y="566"/>
                </a:cubicBezTo>
                <a:cubicBezTo>
                  <a:pt x="467" y="566"/>
                  <a:pt x="463" y="570"/>
                  <a:pt x="463" y="575"/>
                </a:cubicBezTo>
                <a:cubicBezTo>
                  <a:pt x="463" y="580"/>
                  <a:pt x="467" y="584"/>
                  <a:pt x="472" y="584"/>
                </a:cubicBezTo>
                <a:cubicBezTo>
                  <a:pt x="477" y="584"/>
                  <a:pt x="481" y="580"/>
                  <a:pt x="481" y="575"/>
                </a:cubicBezTo>
                <a:close/>
                <a:moveTo>
                  <a:pt x="506" y="575"/>
                </a:moveTo>
                <a:cubicBezTo>
                  <a:pt x="506" y="570"/>
                  <a:pt x="503" y="566"/>
                  <a:pt x="498" y="566"/>
                </a:cubicBezTo>
                <a:cubicBezTo>
                  <a:pt x="493" y="566"/>
                  <a:pt x="489" y="570"/>
                  <a:pt x="489" y="575"/>
                </a:cubicBezTo>
                <a:cubicBezTo>
                  <a:pt x="489" y="580"/>
                  <a:pt x="493" y="584"/>
                  <a:pt x="498" y="584"/>
                </a:cubicBezTo>
                <a:cubicBezTo>
                  <a:pt x="503" y="584"/>
                  <a:pt x="506" y="580"/>
                  <a:pt x="506" y="575"/>
                </a:cubicBezTo>
                <a:close/>
                <a:moveTo>
                  <a:pt x="532" y="575"/>
                </a:moveTo>
                <a:cubicBezTo>
                  <a:pt x="532" y="570"/>
                  <a:pt x="528" y="566"/>
                  <a:pt x="524" y="566"/>
                </a:cubicBezTo>
                <a:cubicBezTo>
                  <a:pt x="519" y="566"/>
                  <a:pt x="515" y="570"/>
                  <a:pt x="515" y="575"/>
                </a:cubicBezTo>
                <a:cubicBezTo>
                  <a:pt x="515" y="580"/>
                  <a:pt x="519" y="584"/>
                  <a:pt x="524" y="584"/>
                </a:cubicBezTo>
                <a:cubicBezTo>
                  <a:pt x="528" y="584"/>
                  <a:pt x="532" y="580"/>
                  <a:pt x="532" y="575"/>
                </a:cubicBezTo>
                <a:close/>
                <a:moveTo>
                  <a:pt x="558" y="575"/>
                </a:moveTo>
                <a:cubicBezTo>
                  <a:pt x="558" y="570"/>
                  <a:pt x="554" y="566"/>
                  <a:pt x="549" y="566"/>
                </a:cubicBezTo>
                <a:cubicBezTo>
                  <a:pt x="545" y="566"/>
                  <a:pt x="541" y="570"/>
                  <a:pt x="541" y="575"/>
                </a:cubicBezTo>
                <a:cubicBezTo>
                  <a:pt x="541" y="580"/>
                  <a:pt x="545" y="584"/>
                  <a:pt x="549" y="584"/>
                </a:cubicBezTo>
                <a:cubicBezTo>
                  <a:pt x="554" y="584"/>
                  <a:pt x="558" y="580"/>
                  <a:pt x="558" y="575"/>
                </a:cubicBezTo>
                <a:close/>
                <a:moveTo>
                  <a:pt x="584" y="575"/>
                </a:moveTo>
                <a:cubicBezTo>
                  <a:pt x="584" y="570"/>
                  <a:pt x="580" y="566"/>
                  <a:pt x="575" y="566"/>
                </a:cubicBezTo>
                <a:cubicBezTo>
                  <a:pt x="570" y="566"/>
                  <a:pt x="567" y="570"/>
                  <a:pt x="567" y="575"/>
                </a:cubicBezTo>
                <a:cubicBezTo>
                  <a:pt x="567" y="580"/>
                  <a:pt x="570" y="584"/>
                  <a:pt x="575" y="584"/>
                </a:cubicBezTo>
                <a:cubicBezTo>
                  <a:pt x="580" y="584"/>
                  <a:pt x="584" y="580"/>
                  <a:pt x="584" y="575"/>
                </a:cubicBezTo>
                <a:close/>
                <a:moveTo>
                  <a:pt x="609" y="575"/>
                </a:moveTo>
                <a:cubicBezTo>
                  <a:pt x="609" y="570"/>
                  <a:pt x="606" y="566"/>
                  <a:pt x="601" y="566"/>
                </a:cubicBezTo>
                <a:cubicBezTo>
                  <a:pt x="596" y="566"/>
                  <a:pt x="592" y="570"/>
                  <a:pt x="592" y="575"/>
                </a:cubicBezTo>
                <a:cubicBezTo>
                  <a:pt x="592" y="580"/>
                  <a:pt x="596" y="584"/>
                  <a:pt x="601" y="584"/>
                </a:cubicBezTo>
                <a:cubicBezTo>
                  <a:pt x="606" y="584"/>
                  <a:pt x="609" y="580"/>
                  <a:pt x="609" y="575"/>
                </a:cubicBezTo>
                <a:close/>
                <a:moveTo>
                  <a:pt x="635" y="575"/>
                </a:moveTo>
                <a:cubicBezTo>
                  <a:pt x="635" y="570"/>
                  <a:pt x="631" y="566"/>
                  <a:pt x="627" y="566"/>
                </a:cubicBezTo>
                <a:cubicBezTo>
                  <a:pt x="622" y="566"/>
                  <a:pt x="618" y="570"/>
                  <a:pt x="618" y="575"/>
                </a:cubicBezTo>
                <a:cubicBezTo>
                  <a:pt x="618" y="580"/>
                  <a:pt x="622" y="584"/>
                  <a:pt x="627" y="584"/>
                </a:cubicBezTo>
                <a:cubicBezTo>
                  <a:pt x="631" y="584"/>
                  <a:pt x="635" y="580"/>
                  <a:pt x="635" y="575"/>
                </a:cubicBezTo>
                <a:close/>
                <a:moveTo>
                  <a:pt x="687" y="575"/>
                </a:moveTo>
                <a:cubicBezTo>
                  <a:pt x="687" y="570"/>
                  <a:pt x="683" y="566"/>
                  <a:pt x="678" y="566"/>
                </a:cubicBezTo>
                <a:cubicBezTo>
                  <a:pt x="673" y="566"/>
                  <a:pt x="670" y="570"/>
                  <a:pt x="670" y="575"/>
                </a:cubicBezTo>
                <a:cubicBezTo>
                  <a:pt x="670" y="580"/>
                  <a:pt x="673" y="584"/>
                  <a:pt x="678" y="584"/>
                </a:cubicBezTo>
                <a:cubicBezTo>
                  <a:pt x="683" y="584"/>
                  <a:pt x="687" y="580"/>
                  <a:pt x="687" y="575"/>
                </a:cubicBezTo>
                <a:close/>
                <a:moveTo>
                  <a:pt x="712" y="575"/>
                </a:moveTo>
                <a:cubicBezTo>
                  <a:pt x="712" y="570"/>
                  <a:pt x="709" y="566"/>
                  <a:pt x="704" y="566"/>
                </a:cubicBezTo>
                <a:cubicBezTo>
                  <a:pt x="699" y="566"/>
                  <a:pt x="695" y="570"/>
                  <a:pt x="695" y="575"/>
                </a:cubicBezTo>
                <a:cubicBezTo>
                  <a:pt x="695" y="580"/>
                  <a:pt x="699" y="584"/>
                  <a:pt x="704" y="584"/>
                </a:cubicBezTo>
                <a:cubicBezTo>
                  <a:pt x="709" y="584"/>
                  <a:pt x="712" y="580"/>
                  <a:pt x="712" y="575"/>
                </a:cubicBezTo>
                <a:close/>
                <a:moveTo>
                  <a:pt x="738" y="575"/>
                </a:moveTo>
                <a:cubicBezTo>
                  <a:pt x="738" y="570"/>
                  <a:pt x="734" y="566"/>
                  <a:pt x="730" y="566"/>
                </a:cubicBezTo>
                <a:cubicBezTo>
                  <a:pt x="725" y="566"/>
                  <a:pt x="721" y="570"/>
                  <a:pt x="721" y="575"/>
                </a:cubicBezTo>
                <a:cubicBezTo>
                  <a:pt x="721" y="580"/>
                  <a:pt x="725" y="584"/>
                  <a:pt x="730" y="584"/>
                </a:cubicBezTo>
                <a:cubicBezTo>
                  <a:pt x="734" y="584"/>
                  <a:pt x="738" y="580"/>
                  <a:pt x="738" y="575"/>
                </a:cubicBezTo>
                <a:close/>
                <a:moveTo>
                  <a:pt x="764" y="575"/>
                </a:moveTo>
                <a:cubicBezTo>
                  <a:pt x="764" y="570"/>
                  <a:pt x="760" y="566"/>
                  <a:pt x="755" y="566"/>
                </a:cubicBezTo>
                <a:cubicBezTo>
                  <a:pt x="751" y="566"/>
                  <a:pt x="747" y="570"/>
                  <a:pt x="747" y="575"/>
                </a:cubicBezTo>
                <a:cubicBezTo>
                  <a:pt x="747" y="580"/>
                  <a:pt x="751" y="584"/>
                  <a:pt x="755" y="584"/>
                </a:cubicBezTo>
                <a:cubicBezTo>
                  <a:pt x="760" y="584"/>
                  <a:pt x="764" y="580"/>
                  <a:pt x="764" y="575"/>
                </a:cubicBezTo>
                <a:close/>
                <a:moveTo>
                  <a:pt x="790" y="575"/>
                </a:moveTo>
                <a:cubicBezTo>
                  <a:pt x="790" y="570"/>
                  <a:pt x="786" y="566"/>
                  <a:pt x="781" y="566"/>
                </a:cubicBezTo>
                <a:cubicBezTo>
                  <a:pt x="776" y="566"/>
                  <a:pt x="773" y="570"/>
                  <a:pt x="773" y="575"/>
                </a:cubicBezTo>
                <a:cubicBezTo>
                  <a:pt x="773" y="580"/>
                  <a:pt x="776" y="584"/>
                  <a:pt x="781" y="584"/>
                </a:cubicBezTo>
                <a:cubicBezTo>
                  <a:pt x="786" y="584"/>
                  <a:pt x="790" y="580"/>
                  <a:pt x="790" y="575"/>
                </a:cubicBezTo>
                <a:close/>
                <a:moveTo>
                  <a:pt x="816" y="575"/>
                </a:moveTo>
                <a:cubicBezTo>
                  <a:pt x="816" y="570"/>
                  <a:pt x="812" y="566"/>
                  <a:pt x="807" y="566"/>
                </a:cubicBezTo>
                <a:cubicBezTo>
                  <a:pt x="802" y="566"/>
                  <a:pt x="798" y="570"/>
                  <a:pt x="798" y="575"/>
                </a:cubicBezTo>
                <a:cubicBezTo>
                  <a:pt x="798" y="580"/>
                  <a:pt x="802" y="584"/>
                  <a:pt x="807" y="584"/>
                </a:cubicBezTo>
                <a:cubicBezTo>
                  <a:pt x="812" y="584"/>
                  <a:pt x="816" y="580"/>
                  <a:pt x="816" y="575"/>
                </a:cubicBezTo>
                <a:close/>
                <a:moveTo>
                  <a:pt x="841" y="575"/>
                </a:moveTo>
                <a:cubicBezTo>
                  <a:pt x="841" y="570"/>
                  <a:pt x="837" y="566"/>
                  <a:pt x="833" y="566"/>
                </a:cubicBezTo>
                <a:cubicBezTo>
                  <a:pt x="828" y="566"/>
                  <a:pt x="824" y="570"/>
                  <a:pt x="824" y="575"/>
                </a:cubicBezTo>
                <a:cubicBezTo>
                  <a:pt x="824" y="580"/>
                  <a:pt x="828" y="584"/>
                  <a:pt x="833" y="584"/>
                </a:cubicBezTo>
                <a:cubicBezTo>
                  <a:pt x="837" y="584"/>
                  <a:pt x="841" y="580"/>
                  <a:pt x="841" y="575"/>
                </a:cubicBezTo>
                <a:close/>
                <a:moveTo>
                  <a:pt x="1202" y="575"/>
                </a:moveTo>
                <a:cubicBezTo>
                  <a:pt x="1202" y="570"/>
                  <a:pt x="1198" y="566"/>
                  <a:pt x="1193" y="566"/>
                </a:cubicBezTo>
                <a:cubicBezTo>
                  <a:pt x="1189" y="566"/>
                  <a:pt x="1185" y="570"/>
                  <a:pt x="1185" y="575"/>
                </a:cubicBezTo>
                <a:cubicBezTo>
                  <a:pt x="1185" y="580"/>
                  <a:pt x="1189" y="584"/>
                  <a:pt x="1193" y="584"/>
                </a:cubicBezTo>
                <a:cubicBezTo>
                  <a:pt x="1198" y="584"/>
                  <a:pt x="1202" y="580"/>
                  <a:pt x="1202" y="575"/>
                </a:cubicBezTo>
                <a:close/>
                <a:moveTo>
                  <a:pt x="1228" y="575"/>
                </a:moveTo>
                <a:cubicBezTo>
                  <a:pt x="1228" y="570"/>
                  <a:pt x="1224" y="566"/>
                  <a:pt x="1219" y="566"/>
                </a:cubicBezTo>
                <a:cubicBezTo>
                  <a:pt x="1214" y="566"/>
                  <a:pt x="1210" y="570"/>
                  <a:pt x="1210" y="575"/>
                </a:cubicBezTo>
                <a:cubicBezTo>
                  <a:pt x="1210" y="580"/>
                  <a:pt x="1214" y="584"/>
                  <a:pt x="1219" y="584"/>
                </a:cubicBezTo>
                <a:cubicBezTo>
                  <a:pt x="1224" y="584"/>
                  <a:pt x="1228" y="580"/>
                  <a:pt x="1228" y="575"/>
                </a:cubicBezTo>
                <a:close/>
                <a:moveTo>
                  <a:pt x="1253" y="575"/>
                </a:moveTo>
                <a:cubicBezTo>
                  <a:pt x="1253" y="570"/>
                  <a:pt x="1250" y="566"/>
                  <a:pt x="1245" y="566"/>
                </a:cubicBezTo>
                <a:cubicBezTo>
                  <a:pt x="1240" y="566"/>
                  <a:pt x="1236" y="570"/>
                  <a:pt x="1236" y="575"/>
                </a:cubicBezTo>
                <a:cubicBezTo>
                  <a:pt x="1236" y="580"/>
                  <a:pt x="1240" y="584"/>
                  <a:pt x="1245" y="584"/>
                </a:cubicBezTo>
                <a:cubicBezTo>
                  <a:pt x="1250" y="584"/>
                  <a:pt x="1253" y="580"/>
                  <a:pt x="1253" y="575"/>
                </a:cubicBezTo>
                <a:close/>
                <a:moveTo>
                  <a:pt x="1279" y="575"/>
                </a:moveTo>
                <a:cubicBezTo>
                  <a:pt x="1279" y="570"/>
                  <a:pt x="1275" y="566"/>
                  <a:pt x="1271" y="566"/>
                </a:cubicBezTo>
                <a:cubicBezTo>
                  <a:pt x="1266" y="566"/>
                  <a:pt x="1262" y="570"/>
                  <a:pt x="1262" y="575"/>
                </a:cubicBezTo>
                <a:cubicBezTo>
                  <a:pt x="1262" y="580"/>
                  <a:pt x="1266" y="584"/>
                  <a:pt x="1271" y="584"/>
                </a:cubicBezTo>
                <a:cubicBezTo>
                  <a:pt x="1275" y="584"/>
                  <a:pt x="1279" y="580"/>
                  <a:pt x="1279" y="575"/>
                </a:cubicBezTo>
                <a:close/>
                <a:moveTo>
                  <a:pt x="1331" y="575"/>
                </a:moveTo>
                <a:cubicBezTo>
                  <a:pt x="1331" y="570"/>
                  <a:pt x="1327" y="566"/>
                  <a:pt x="1322" y="566"/>
                </a:cubicBezTo>
                <a:cubicBezTo>
                  <a:pt x="1317" y="566"/>
                  <a:pt x="1314" y="570"/>
                  <a:pt x="1314" y="575"/>
                </a:cubicBezTo>
                <a:cubicBezTo>
                  <a:pt x="1314" y="580"/>
                  <a:pt x="1317" y="584"/>
                  <a:pt x="1322" y="584"/>
                </a:cubicBezTo>
                <a:cubicBezTo>
                  <a:pt x="1327" y="584"/>
                  <a:pt x="1331" y="580"/>
                  <a:pt x="1331" y="575"/>
                </a:cubicBezTo>
                <a:close/>
                <a:moveTo>
                  <a:pt x="1356" y="575"/>
                </a:moveTo>
                <a:cubicBezTo>
                  <a:pt x="1356" y="570"/>
                  <a:pt x="1353" y="566"/>
                  <a:pt x="1348" y="566"/>
                </a:cubicBezTo>
                <a:cubicBezTo>
                  <a:pt x="1343" y="566"/>
                  <a:pt x="1339" y="570"/>
                  <a:pt x="1339" y="575"/>
                </a:cubicBezTo>
                <a:cubicBezTo>
                  <a:pt x="1339" y="580"/>
                  <a:pt x="1343" y="584"/>
                  <a:pt x="1348" y="584"/>
                </a:cubicBezTo>
                <a:cubicBezTo>
                  <a:pt x="1353" y="584"/>
                  <a:pt x="1356" y="580"/>
                  <a:pt x="1356" y="575"/>
                </a:cubicBezTo>
                <a:close/>
                <a:moveTo>
                  <a:pt x="1382" y="575"/>
                </a:moveTo>
                <a:cubicBezTo>
                  <a:pt x="1382" y="570"/>
                  <a:pt x="1378" y="566"/>
                  <a:pt x="1374" y="566"/>
                </a:cubicBezTo>
                <a:cubicBezTo>
                  <a:pt x="1369" y="566"/>
                  <a:pt x="1365" y="570"/>
                  <a:pt x="1365" y="575"/>
                </a:cubicBezTo>
                <a:cubicBezTo>
                  <a:pt x="1365" y="580"/>
                  <a:pt x="1369" y="584"/>
                  <a:pt x="1374" y="584"/>
                </a:cubicBezTo>
                <a:cubicBezTo>
                  <a:pt x="1378" y="584"/>
                  <a:pt x="1382" y="580"/>
                  <a:pt x="1382" y="575"/>
                </a:cubicBezTo>
                <a:close/>
                <a:moveTo>
                  <a:pt x="1408" y="575"/>
                </a:moveTo>
                <a:cubicBezTo>
                  <a:pt x="1408" y="570"/>
                  <a:pt x="1404" y="566"/>
                  <a:pt x="1399" y="566"/>
                </a:cubicBezTo>
                <a:cubicBezTo>
                  <a:pt x="1395" y="566"/>
                  <a:pt x="1391" y="570"/>
                  <a:pt x="1391" y="575"/>
                </a:cubicBezTo>
                <a:cubicBezTo>
                  <a:pt x="1391" y="580"/>
                  <a:pt x="1395" y="584"/>
                  <a:pt x="1399" y="584"/>
                </a:cubicBezTo>
                <a:cubicBezTo>
                  <a:pt x="1404" y="584"/>
                  <a:pt x="1408" y="580"/>
                  <a:pt x="1408" y="575"/>
                </a:cubicBezTo>
                <a:close/>
                <a:moveTo>
                  <a:pt x="1434" y="575"/>
                </a:moveTo>
                <a:cubicBezTo>
                  <a:pt x="1434" y="570"/>
                  <a:pt x="1430" y="566"/>
                  <a:pt x="1425" y="566"/>
                </a:cubicBezTo>
                <a:cubicBezTo>
                  <a:pt x="1420" y="566"/>
                  <a:pt x="1417" y="570"/>
                  <a:pt x="1417" y="575"/>
                </a:cubicBezTo>
                <a:cubicBezTo>
                  <a:pt x="1417" y="580"/>
                  <a:pt x="1420" y="584"/>
                  <a:pt x="1425" y="584"/>
                </a:cubicBezTo>
                <a:cubicBezTo>
                  <a:pt x="1430" y="584"/>
                  <a:pt x="1434" y="580"/>
                  <a:pt x="1434" y="575"/>
                </a:cubicBezTo>
                <a:close/>
                <a:moveTo>
                  <a:pt x="1459" y="575"/>
                </a:moveTo>
                <a:cubicBezTo>
                  <a:pt x="1459" y="570"/>
                  <a:pt x="1456" y="566"/>
                  <a:pt x="1451" y="566"/>
                </a:cubicBezTo>
                <a:cubicBezTo>
                  <a:pt x="1446" y="566"/>
                  <a:pt x="1442" y="570"/>
                  <a:pt x="1442" y="575"/>
                </a:cubicBezTo>
                <a:cubicBezTo>
                  <a:pt x="1442" y="580"/>
                  <a:pt x="1446" y="584"/>
                  <a:pt x="1451" y="584"/>
                </a:cubicBezTo>
                <a:cubicBezTo>
                  <a:pt x="1456" y="584"/>
                  <a:pt x="1459" y="580"/>
                  <a:pt x="1459" y="575"/>
                </a:cubicBezTo>
                <a:close/>
                <a:moveTo>
                  <a:pt x="1485" y="575"/>
                </a:moveTo>
                <a:cubicBezTo>
                  <a:pt x="1485" y="570"/>
                  <a:pt x="1481" y="566"/>
                  <a:pt x="1477" y="566"/>
                </a:cubicBezTo>
                <a:cubicBezTo>
                  <a:pt x="1472" y="566"/>
                  <a:pt x="1468" y="570"/>
                  <a:pt x="1468" y="575"/>
                </a:cubicBezTo>
                <a:cubicBezTo>
                  <a:pt x="1468" y="580"/>
                  <a:pt x="1472" y="584"/>
                  <a:pt x="1477" y="584"/>
                </a:cubicBezTo>
                <a:cubicBezTo>
                  <a:pt x="1481" y="584"/>
                  <a:pt x="1485" y="580"/>
                  <a:pt x="1485" y="575"/>
                </a:cubicBezTo>
                <a:close/>
                <a:moveTo>
                  <a:pt x="1511" y="575"/>
                </a:moveTo>
                <a:cubicBezTo>
                  <a:pt x="1511" y="570"/>
                  <a:pt x="1507" y="566"/>
                  <a:pt x="1502" y="566"/>
                </a:cubicBezTo>
                <a:cubicBezTo>
                  <a:pt x="1498" y="566"/>
                  <a:pt x="1494" y="570"/>
                  <a:pt x="1494" y="575"/>
                </a:cubicBezTo>
                <a:cubicBezTo>
                  <a:pt x="1494" y="580"/>
                  <a:pt x="1498" y="584"/>
                  <a:pt x="1502" y="584"/>
                </a:cubicBezTo>
                <a:cubicBezTo>
                  <a:pt x="1507" y="584"/>
                  <a:pt x="1511" y="580"/>
                  <a:pt x="1511" y="575"/>
                </a:cubicBezTo>
                <a:close/>
                <a:moveTo>
                  <a:pt x="1537" y="575"/>
                </a:moveTo>
                <a:cubicBezTo>
                  <a:pt x="1537" y="570"/>
                  <a:pt x="1533" y="566"/>
                  <a:pt x="1528" y="566"/>
                </a:cubicBezTo>
                <a:cubicBezTo>
                  <a:pt x="1523" y="566"/>
                  <a:pt x="1520" y="570"/>
                  <a:pt x="1520" y="575"/>
                </a:cubicBezTo>
                <a:cubicBezTo>
                  <a:pt x="1520" y="580"/>
                  <a:pt x="1523" y="584"/>
                  <a:pt x="1528" y="584"/>
                </a:cubicBezTo>
                <a:cubicBezTo>
                  <a:pt x="1533" y="584"/>
                  <a:pt x="1537" y="580"/>
                  <a:pt x="1537" y="575"/>
                </a:cubicBezTo>
                <a:close/>
                <a:moveTo>
                  <a:pt x="1563" y="575"/>
                </a:moveTo>
                <a:cubicBezTo>
                  <a:pt x="1563" y="570"/>
                  <a:pt x="1559" y="566"/>
                  <a:pt x="1554" y="566"/>
                </a:cubicBezTo>
                <a:cubicBezTo>
                  <a:pt x="1549" y="566"/>
                  <a:pt x="1545" y="570"/>
                  <a:pt x="1545" y="575"/>
                </a:cubicBezTo>
                <a:cubicBezTo>
                  <a:pt x="1545" y="580"/>
                  <a:pt x="1549" y="584"/>
                  <a:pt x="1554" y="584"/>
                </a:cubicBezTo>
                <a:cubicBezTo>
                  <a:pt x="1559" y="584"/>
                  <a:pt x="1563" y="580"/>
                  <a:pt x="1563" y="575"/>
                </a:cubicBezTo>
                <a:close/>
                <a:moveTo>
                  <a:pt x="1588" y="575"/>
                </a:moveTo>
                <a:cubicBezTo>
                  <a:pt x="1588" y="570"/>
                  <a:pt x="1584" y="566"/>
                  <a:pt x="1580" y="566"/>
                </a:cubicBezTo>
                <a:cubicBezTo>
                  <a:pt x="1575" y="566"/>
                  <a:pt x="1571" y="570"/>
                  <a:pt x="1571" y="575"/>
                </a:cubicBezTo>
                <a:cubicBezTo>
                  <a:pt x="1571" y="580"/>
                  <a:pt x="1575" y="584"/>
                  <a:pt x="1580" y="584"/>
                </a:cubicBezTo>
                <a:cubicBezTo>
                  <a:pt x="1584" y="584"/>
                  <a:pt x="1588" y="580"/>
                  <a:pt x="1588" y="575"/>
                </a:cubicBezTo>
                <a:close/>
                <a:moveTo>
                  <a:pt x="1614" y="575"/>
                </a:moveTo>
                <a:cubicBezTo>
                  <a:pt x="1614" y="570"/>
                  <a:pt x="1610" y="566"/>
                  <a:pt x="1605" y="566"/>
                </a:cubicBezTo>
                <a:cubicBezTo>
                  <a:pt x="1601" y="566"/>
                  <a:pt x="1597" y="570"/>
                  <a:pt x="1597" y="575"/>
                </a:cubicBezTo>
                <a:cubicBezTo>
                  <a:pt x="1597" y="580"/>
                  <a:pt x="1601" y="584"/>
                  <a:pt x="1605" y="584"/>
                </a:cubicBezTo>
                <a:cubicBezTo>
                  <a:pt x="1610" y="584"/>
                  <a:pt x="1614" y="580"/>
                  <a:pt x="1614" y="575"/>
                </a:cubicBezTo>
                <a:close/>
                <a:moveTo>
                  <a:pt x="1640" y="575"/>
                </a:moveTo>
                <a:cubicBezTo>
                  <a:pt x="1640" y="570"/>
                  <a:pt x="1636" y="566"/>
                  <a:pt x="1631" y="566"/>
                </a:cubicBezTo>
                <a:cubicBezTo>
                  <a:pt x="1626" y="566"/>
                  <a:pt x="1623" y="570"/>
                  <a:pt x="1623" y="575"/>
                </a:cubicBezTo>
                <a:cubicBezTo>
                  <a:pt x="1623" y="580"/>
                  <a:pt x="1626" y="584"/>
                  <a:pt x="1631" y="584"/>
                </a:cubicBezTo>
                <a:cubicBezTo>
                  <a:pt x="1636" y="584"/>
                  <a:pt x="1640" y="580"/>
                  <a:pt x="1640" y="575"/>
                </a:cubicBezTo>
                <a:close/>
                <a:moveTo>
                  <a:pt x="1666" y="575"/>
                </a:moveTo>
                <a:cubicBezTo>
                  <a:pt x="1666" y="570"/>
                  <a:pt x="1662" y="566"/>
                  <a:pt x="1657" y="566"/>
                </a:cubicBezTo>
                <a:cubicBezTo>
                  <a:pt x="1652" y="566"/>
                  <a:pt x="1648" y="570"/>
                  <a:pt x="1648" y="575"/>
                </a:cubicBezTo>
                <a:cubicBezTo>
                  <a:pt x="1648" y="580"/>
                  <a:pt x="1652" y="584"/>
                  <a:pt x="1657" y="584"/>
                </a:cubicBezTo>
                <a:cubicBezTo>
                  <a:pt x="1662" y="584"/>
                  <a:pt x="1666" y="580"/>
                  <a:pt x="1666" y="575"/>
                </a:cubicBezTo>
                <a:close/>
                <a:moveTo>
                  <a:pt x="1691" y="575"/>
                </a:moveTo>
                <a:cubicBezTo>
                  <a:pt x="1691" y="570"/>
                  <a:pt x="1687" y="566"/>
                  <a:pt x="1683" y="566"/>
                </a:cubicBezTo>
                <a:cubicBezTo>
                  <a:pt x="1678" y="566"/>
                  <a:pt x="1674" y="570"/>
                  <a:pt x="1674" y="575"/>
                </a:cubicBezTo>
                <a:cubicBezTo>
                  <a:pt x="1674" y="580"/>
                  <a:pt x="1678" y="584"/>
                  <a:pt x="1683" y="584"/>
                </a:cubicBezTo>
                <a:cubicBezTo>
                  <a:pt x="1687" y="584"/>
                  <a:pt x="1691" y="580"/>
                  <a:pt x="1691" y="575"/>
                </a:cubicBezTo>
                <a:close/>
                <a:moveTo>
                  <a:pt x="1717" y="575"/>
                </a:moveTo>
                <a:cubicBezTo>
                  <a:pt x="1717" y="570"/>
                  <a:pt x="1713" y="566"/>
                  <a:pt x="1708" y="566"/>
                </a:cubicBezTo>
                <a:cubicBezTo>
                  <a:pt x="1704" y="566"/>
                  <a:pt x="1700" y="570"/>
                  <a:pt x="1700" y="575"/>
                </a:cubicBezTo>
                <a:cubicBezTo>
                  <a:pt x="1700" y="580"/>
                  <a:pt x="1704" y="584"/>
                  <a:pt x="1708" y="584"/>
                </a:cubicBezTo>
                <a:cubicBezTo>
                  <a:pt x="1713" y="584"/>
                  <a:pt x="1717" y="580"/>
                  <a:pt x="1717" y="575"/>
                </a:cubicBezTo>
                <a:close/>
                <a:moveTo>
                  <a:pt x="1743" y="575"/>
                </a:moveTo>
                <a:cubicBezTo>
                  <a:pt x="1743" y="570"/>
                  <a:pt x="1739" y="566"/>
                  <a:pt x="1734" y="566"/>
                </a:cubicBezTo>
                <a:cubicBezTo>
                  <a:pt x="1730" y="566"/>
                  <a:pt x="1726" y="570"/>
                  <a:pt x="1726" y="575"/>
                </a:cubicBezTo>
                <a:cubicBezTo>
                  <a:pt x="1726" y="580"/>
                  <a:pt x="1730" y="584"/>
                  <a:pt x="1734" y="584"/>
                </a:cubicBezTo>
                <a:cubicBezTo>
                  <a:pt x="1739" y="584"/>
                  <a:pt x="1743" y="580"/>
                  <a:pt x="1743" y="575"/>
                </a:cubicBezTo>
                <a:close/>
                <a:moveTo>
                  <a:pt x="1769" y="575"/>
                </a:moveTo>
                <a:cubicBezTo>
                  <a:pt x="1769" y="570"/>
                  <a:pt x="1765" y="566"/>
                  <a:pt x="1760" y="566"/>
                </a:cubicBezTo>
                <a:cubicBezTo>
                  <a:pt x="1755" y="566"/>
                  <a:pt x="1751" y="570"/>
                  <a:pt x="1751" y="575"/>
                </a:cubicBezTo>
                <a:cubicBezTo>
                  <a:pt x="1751" y="580"/>
                  <a:pt x="1755" y="584"/>
                  <a:pt x="1760" y="584"/>
                </a:cubicBezTo>
                <a:cubicBezTo>
                  <a:pt x="1765" y="584"/>
                  <a:pt x="1769" y="580"/>
                  <a:pt x="1769" y="575"/>
                </a:cubicBezTo>
                <a:close/>
                <a:moveTo>
                  <a:pt x="1794" y="575"/>
                </a:moveTo>
                <a:cubicBezTo>
                  <a:pt x="1794" y="570"/>
                  <a:pt x="1791" y="566"/>
                  <a:pt x="1786" y="566"/>
                </a:cubicBezTo>
                <a:cubicBezTo>
                  <a:pt x="1781" y="566"/>
                  <a:pt x="1777" y="570"/>
                  <a:pt x="1777" y="575"/>
                </a:cubicBezTo>
                <a:cubicBezTo>
                  <a:pt x="1777" y="580"/>
                  <a:pt x="1781" y="584"/>
                  <a:pt x="1786" y="584"/>
                </a:cubicBezTo>
                <a:cubicBezTo>
                  <a:pt x="1791" y="584"/>
                  <a:pt x="1794" y="580"/>
                  <a:pt x="1794" y="575"/>
                </a:cubicBezTo>
                <a:close/>
                <a:moveTo>
                  <a:pt x="1820" y="575"/>
                </a:moveTo>
                <a:cubicBezTo>
                  <a:pt x="1820" y="570"/>
                  <a:pt x="1816" y="566"/>
                  <a:pt x="1812" y="566"/>
                </a:cubicBezTo>
                <a:cubicBezTo>
                  <a:pt x="1807" y="566"/>
                  <a:pt x="1803" y="570"/>
                  <a:pt x="1803" y="575"/>
                </a:cubicBezTo>
                <a:cubicBezTo>
                  <a:pt x="1803" y="580"/>
                  <a:pt x="1807" y="584"/>
                  <a:pt x="1812" y="584"/>
                </a:cubicBezTo>
                <a:cubicBezTo>
                  <a:pt x="1816" y="584"/>
                  <a:pt x="1820" y="580"/>
                  <a:pt x="1820" y="575"/>
                </a:cubicBezTo>
                <a:close/>
                <a:moveTo>
                  <a:pt x="1846" y="575"/>
                </a:moveTo>
                <a:cubicBezTo>
                  <a:pt x="1846" y="570"/>
                  <a:pt x="1842" y="566"/>
                  <a:pt x="1837" y="566"/>
                </a:cubicBezTo>
                <a:cubicBezTo>
                  <a:pt x="1833" y="566"/>
                  <a:pt x="1829" y="570"/>
                  <a:pt x="1829" y="575"/>
                </a:cubicBezTo>
                <a:cubicBezTo>
                  <a:pt x="1829" y="580"/>
                  <a:pt x="1833" y="584"/>
                  <a:pt x="1837" y="584"/>
                </a:cubicBezTo>
                <a:cubicBezTo>
                  <a:pt x="1842" y="584"/>
                  <a:pt x="1846" y="580"/>
                  <a:pt x="1846" y="575"/>
                </a:cubicBezTo>
                <a:close/>
                <a:moveTo>
                  <a:pt x="1872" y="575"/>
                </a:moveTo>
                <a:cubicBezTo>
                  <a:pt x="1872" y="570"/>
                  <a:pt x="1868" y="566"/>
                  <a:pt x="1863" y="566"/>
                </a:cubicBezTo>
                <a:cubicBezTo>
                  <a:pt x="1858" y="566"/>
                  <a:pt x="1854" y="570"/>
                  <a:pt x="1854" y="575"/>
                </a:cubicBezTo>
                <a:cubicBezTo>
                  <a:pt x="1854" y="580"/>
                  <a:pt x="1858" y="584"/>
                  <a:pt x="1863" y="584"/>
                </a:cubicBezTo>
                <a:cubicBezTo>
                  <a:pt x="1868" y="584"/>
                  <a:pt x="1872" y="580"/>
                  <a:pt x="1872" y="575"/>
                </a:cubicBezTo>
                <a:close/>
                <a:moveTo>
                  <a:pt x="1897" y="575"/>
                </a:moveTo>
                <a:cubicBezTo>
                  <a:pt x="1897" y="570"/>
                  <a:pt x="1894" y="566"/>
                  <a:pt x="1889" y="566"/>
                </a:cubicBezTo>
                <a:cubicBezTo>
                  <a:pt x="1884" y="566"/>
                  <a:pt x="1880" y="570"/>
                  <a:pt x="1880" y="575"/>
                </a:cubicBezTo>
                <a:cubicBezTo>
                  <a:pt x="1880" y="580"/>
                  <a:pt x="1884" y="584"/>
                  <a:pt x="1889" y="584"/>
                </a:cubicBezTo>
                <a:cubicBezTo>
                  <a:pt x="1894" y="584"/>
                  <a:pt x="1897" y="580"/>
                  <a:pt x="1897" y="575"/>
                </a:cubicBezTo>
                <a:close/>
                <a:moveTo>
                  <a:pt x="1923" y="575"/>
                </a:moveTo>
                <a:cubicBezTo>
                  <a:pt x="1923" y="570"/>
                  <a:pt x="1919" y="566"/>
                  <a:pt x="1915" y="566"/>
                </a:cubicBezTo>
                <a:cubicBezTo>
                  <a:pt x="1910" y="566"/>
                  <a:pt x="1906" y="570"/>
                  <a:pt x="1906" y="575"/>
                </a:cubicBezTo>
                <a:cubicBezTo>
                  <a:pt x="1906" y="580"/>
                  <a:pt x="1910" y="584"/>
                  <a:pt x="1915" y="584"/>
                </a:cubicBezTo>
                <a:cubicBezTo>
                  <a:pt x="1919" y="584"/>
                  <a:pt x="1923" y="580"/>
                  <a:pt x="1923" y="575"/>
                </a:cubicBezTo>
                <a:close/>
                <a:moveTo>
                  <a:pt x="1949" y="575"/>
                </a:moveTo>
                <a:cubicBezTo>
                  <a:pt x="1949" y="570"/>
                  <a:pt x="1945" y="566"/>
                  <a:pt x="1940" y="566"/>
                </a:cubicBezTo>
                <a:cubicBezTo>
                  <a:pt x="1936" y="566"/>
                  <a:pt x="1932" y="570"/>
                  <a:pt x="1932" y="575"/>
                </a:cubicBezTo>
                <a:cubicBezTo>
                  <a:pt x="1932" y="580"/>
                  <a:pt x="1936" y="584"/>
                  <a:pt x="1940" y="584"/>
                </a:cubicBezTo>
                <a:cubicBezTo>
                  <a:pt x="1945" y="584"/>
                  <a:pt x="1949" y="580"/>
                  <a:pt x="1949" y="575"/>
                </a:cubicBezTo>
                <a:close/>
                <a:moveTo>
                  <a:pt x="1975" y="575"/>
                </a:moveTo>
                <a:cubicBezTo>
                  <a:pt x="1975" y="570"/>
                  <a:pt x="1971" y="566"/>
                  <a:pt x="1966" y="566"/>
                </a:cubicBezTo>
                <a:cubicBezTo>
                  <a:pt x="1961" y="566"/>
                  <a:pt x="1957" y="570"/>
                  <a:pt x="1957" y="575"/>
                </a:cubicBezTo>
                <a:cubicBezTo>
                  <a:pt x="1957" y="580"/>
                  <a:pt x="1961" y="584"/>
                  <a:pt x="1966" y="584"/>
                </a:cubicBezTo>
                <a:cubicBezTo>
                  <a:pt x="1971" y="584"/>
                  <a:pt x="1975" y="580"/>
                  <a:pt x="1975" y="575"/>
                </a:cubicBezTo>
                <a:close/>
                <a:moveTo>
                  <a:pt x="2000" y="575"/>
                </a:moveTo>
                <a:cubicBezTo>
                  <a:pt x="2000" y="570"/>
                  <a:pt x="1997" y="566"/>
                  <a:pt x="1992" y="566"/>
                </a:cubicBezTo>
                <a:cubicBezTo>
                  <a:pt x="1987" y="566"/>
                  <a:pt x="1983" y="570"/>
                  <a:pt x="1983" y="575"/>
                </a:cubicBezTo>
                <a:cubicBezTo>
                  <a:pt x="1983" y="580"/>
                  <a:pt x="1987" y="584"/>
                  <a:pt x="1992" y="584"/>
                </a:cubicBezTo>
                <a:cubicBezTo>
                  <a:pt x="1997" y="584"/>
                  <a:pt x="2000" y="580"/>
                  <a:pt x="2000" y="575"/>
                </a:cubicBezTo>
                <a:close/>
                <a:moveTo>
                  <a:pt x="2026" y="575"/>
                </a:moveTo>
                <a:cubicBezTo>
                  <a:pt x="2026" y="570"/>
                  <a:pt x="2022" y="566"/>
                  <a:pt x="2018" y="566"/>
                </a:cubicBezTo>
                <a:cubicBezTo>
                  <a:pt x="2013" y="566"/>
                  <a:pt x="2009" y="570"/>
                  <a:pt x="2009" y="575"/>
                </a:cubicBezTo>
                <a:cubicBezTo>
                  <a:pt x="2009" y="580"/>
                  <a:pt x="2013" y="584"/>
                  <a:pt x="2018" y="584"/>
                </a:cubicBezTo>
                <a:cubicBezTo>
                  <a:pt x="2022" y="584"/>
                  <a:pt x="2026" y="580"/>
                  <a:pt x="2026" y="575"/>
                </a:cubicBezTo>
                <a:close/>
                <a:moveTo>
                  <a:pt x="2052" y="575"/>
                </a:moveTo>
                <a:cubicBezTo>
                  <a:pt x="2052" y="570"/>
                  <a:pt x="2048" y="566"/>
                  <a:pt x="2043" y="566"/>
                </a:cubicBezTo>
                <a:cubicBezTo>
                  <a:pt x="2039" y="566"/>
                  <a:pt x="2035" y="570"/>
                  <a:pt x="2035" y="575"/>
                </a:cubicBezTo>
                <a:cubicBezTo>
                  <a:pt x="2035" y="580"/>
                  <a:pt x="2039" y="584"/>
                  <a:pt x="2043" y="584"/>
                </a:cubicBezTo>
                <a:cubicBezTo>
                  <a:pt x="2048" y="584"/>
                  <a:pt x="2052" y="580"/>
                  <a:pt x="2052" y="575"/>
                </a:cubicBezTo>
                <a:close/>
                <a:moveTo>
                  <a:pt x="2078" y="575"/>
                </a:moveTo>
                <a:cubicBezTo>
                  <a:pt x="2078" y="570"/>
                  <a:pt x="2074" y="566"/>
                  <a:pt x="2069" y="566"/>
                </a:cubicBezTo>
                <a:cubicBezTo>
                  <a:pt x="2064" y="566"/>
                  <a:pt x="2061" y="570"/>
                  <a:pt x="2061" y="575"/>
                </a:cubicBezTo>
                <a:cubicBezTo>
                  <a:pt x="2061" y="580"/>
                  <a:pt x="2064" y="584"/>
                  <a:pt x="2069" y="584"/>
                </a:cubicBezTo>
                <a:cubicBezTo>
                  <a:pt x="2074" y="584"/>
                  <a:pt x="2078" y="580"/>
                  <a:pt x="2078" y="575"/>
                </a:cubicBezTo>
                <a:close/>
                <a:moveTo>
                  <a:pt x="2103" y="575"/>
                </a:moveTo>
                <a:cubicBezTo>
                  <a:pt x="2103" y="570"/>
                  <a:pt x="2100" y="566"/>
                  <a:pt x="2095" y="566"/>
                </a:cubicBezTo>
                <a:cubicBezTo>
                  <a:pt x="2090" y="566"/>
                  <a:pt x="2086" y="570"/>
                  <a:pt x="2086" y="575"/>
                </a:cubicBezTo>
                <a:cubicBezTo>
                  <a:pt x="2086" y="580"/>
                  <a:pt x="2090" y="584"/>
                  <a:pt x="2095" y="584"/>
                </a:cubicBezTo>
                <a:cubicBezTo>
                  <a:pt x="2100" y="584"/>
                  <a:pt x="2103" y="580"/>
                  <a:pt x="2103" y="575"/>
                </a:cubicBezTo>
                <a:close/>
                <a:moveTo>
                  <a:pt x="2129" y="575"/>
                </a:moveTo>
                <a:cubicBezTo>
                  <a:pt x="2129" y="570"/>
                  <a:pt x="2125" y="566"/>
                  <a:pt x="2121" y="566"/>
                </a:cubicBezTo>
                <a:cubicBezTo>
                  <a:pt x="2116" y="566"/>
                  <a:pt x="2112" y="570"/>
                  <a:pt x="2112" y="575"/>
                </a:cubicBezTo>
                <a:cubicBezTo>
                  <a:pt x="2112" y="580"/>
                  <a:pt x="2116" y="584"/>
                  <a:pt x="2121" y="584"/>
                </a:cubicBezTo>
                <a:cubicBezTo>
                  <a:pt x="2125" y="584"/>
                  <a:pt x="2129" y="580"/>
                  <a:pt x="2129" y="575"/>
                </a:cubicBezTo>
                <a:close/>
                <a:moveTo>
                  <a:pt x="2155" y="575"/>
                </a:moveTo>
                <a:cubicBezTo>
                  <a:pt x="2155" y="570"/>
                  <a:pt x="2151" y="566"/>
                  <a:pt x="2146" y="566"/>
                </a:cubicBezTo>
                <a:cubicBezTo>
                  <a:pt x="2142" y="566"/>
                  <a:pt x="2138" y="570"/>
                  <a:pt x="2138" y="575"/>
                </a:cubicBezTo>
                <a:cubicBezTo>
                  <a:pt x="2138" y="580"/>
                  <a:pt x="2142" y="584"/>
                  <a:pt x="2146" y="584"/>
                </a:cubicBezTo>
                <a:cubicBezTo>
                  <a:pt x="2151" y="584"/>
                  <a:pt x="2155" y="580"/>
                  <a:pt x="2155" y="575"/>
                </a:cubicBezTo>
                <a:close/>
                <a:moveTo>
                  <a:pt x="2181" y="575"/>
                </a:moveTo>
                <a:cubicBezTo>
                  <a:pt x="2181" y="570"/>
                  <a:pt x="2177" y="566"/>
                  <a:pt x="2172" y="566"/>
                </a:cubicBezTo>
                <a:cubicBezTo>
                  <a:pt x="2167" y="566"/>
                  <a:pt x="2164" y="570"/>
                  <a:pt x="2164" y="575"/>
                </a:cubicBezTo>
                <a:cubicBezTo>
                  <a:pt x="2164" y="580"/>
                  <a:pt x="2167" y="584"/>
                  <a:pt x="2172" y="584"/>
                </a:cubicBezTo>
                <a:cubicBezTo>
                  <a:pt x="2177" y="584"/>
                  <a:pt x="2181" y="580"/>
                  <a:pt x="2181" y="575"/>
                </a:cubicBezTo>
                <a:close/>
                <a:moveTo>
                  <a:pt x="2207" y="575"/>
                </a:moveTo>
                <a:cubicBezTo>
                  <a:pt x="2207" y="570"/>
                  <a:pt x="2203" y="566"/>
                  <a:pt x="2198" y="566"/>
                </a:cubicBezTo>
                <a:cubicBezTo>
                  <a:pt x="2193" y="566"/>
                  <a:pt x="2189" y="570"/>
                  <a:pt x="2189" y="575"/>
                </a:cubicBezTo>
                <a:cubicBezTo>
                  <a:pt x="2189" y="580"/>
                  <a:pt x="2193" y="584"/>
                  <a:pt x="2198" y="584"/>
                </a:cubicBezTo>
                <a:cubicBezTo>
                  <a:pt x="2203" y="584"/>
                  <a:pt x="2207" y="580"/>
                  <a:pt x="2207" y="575"/>
                </a:cubicBezTo>
                <a:close/>
                <a:moveTo>
                  <a:pt x="2232" y="575"/>
                </a:moveTo>
                <a:cubicBezTo>
                  <a:pt x="2232" y="570"/>
                  <a:pt x="2228" y="566"/>
                  <a:pt x="2224" y="566"/>
                </a:cubicBezTo>
                <a:cubicBezTo>
                  <a:pt x="2219" y="566"/>
                  <a:pt x="2215" y="570"/>
                  <a:pt x="2215" y="575"/>
                </a:cubicBezTo>
                <a:cubicBezTo>
                  <a:pt x="2215" y="580"/>
                  <a:pt x="2219" y="584"/>
                  <a:pt x="2224" y="584"/>
                </a:cubicBezTo>
                <a:cubicBezTo>
                  <a:pt x="2228" y="584"/>
                  <a:pt x="2232" y="580"/>
                  <a:pt x="2232" y="575"/>
                </a:cubicBezTo>
                <a:close/>
                <a:moveTo>
                  <a:pt x="2258" y="575"/>
                </a:moveTo>
                <a:cubicBezTo>
                  <a:pt x="2258" y="570"/>
                  <a:pt x="2254" y="566"/>
                  <a:pt x="2249" y="566"/>
                </a:cubicBezTo>
                <a:cubicBezTo>
                  <a:pt x="2245" y="566"/>
                  <a:pt x="2241" y="570"/>
                  <a:pt x="2241" y="575"/>
                </a:cubicBezTo>
                <a:cubicBezTo>
                  <a:pt x="2241" y="580"/>
                  <a:pt x="2245" y="584"/>
                  <a:pt x="2249" y="584"/>
                </a:cubicBezTo>
                <a:cubicBezTo>
                  <a:pt x="2254" y="584"/>
                  <a:pt x="2258" y="580"/>
                  <a:pt x="2258" y="575"/>
                </a:cubicBezTo>
                <a:close/>
                <a:moveTo>
                  <a:pt x="2284" y="575"/>
                </a:moveTo>
                <a:cubicBezTo>
                  <a:pt x="2284" y="570"/>
                  <a:pt x="2280" y="566"/>
                  <a:pt x="2275" y="566"/>
                </a:cubicBezTo>
                <a:cubicBezTo>
                  <a:pt x="2270" y="566"/>
                  <a:pt x="2267" y="570"/>
                  <a:pt x="2267" y="575"/>
                </a:cubicBezTo>
                <a:cubicBezTo>
                  <a:pt x="2267" y="580"/>
                  <a:pt x="2270" y="584"/>
                  <a:pt x="2275" y="584"/>
                </a:cubicBezTo>
                <a:cubicBezTo>
                  <a:pt x="2280" y="584"/>
                  <a:pt x="2284" y="580"/>
                  <a:pt x="2284" y="575"/>
                </a:cubicBezTo>
                <a:close/>
                <a:moveTo>
                  <a:pt x="2310" y="575"/>
                </a:moveTo>
                <a:cubicBezTo>
                  <a:pt x="2310" y="570"/>
                  <a:pt x="2306" y="566"/>
                  <a:pt x="2301" y="566"/>
                </a:cubicBezTo>
                <a:cubicBezTo>
                  <a:pt x="2296" y="566"/>
                  <a:pt x="2292" y="570"/>
                  <a:pt x="2292" y="575"/>
                </a:cubicBezTo>
                <a:cubicBezTo>
                  <a:pt x="2292" y="580"/>
                  <a:pt x="2296" y="584"/>
                  <a:pt x="2301" y="584"/>
                </a:cubicBezTo>
                <a:cubicBezTo>
                  <a:pt x="2306" y="584"/>
                  <a:pt x="2310" y="580"/>
                  <a:pt x="2310" y="575"/>
                </a:cubicBezTo>
                <a:close/>
                <a:moveTo>
                  <a:pt x="2335" y="575"/>
                </a:moveTo>
                <a:cubicBezTo>
                  <a:pt x="2335" y="570"/>
                  <a:pt x="2331" y="566"/>
                  <a:pt x="2327" y="566"/>
                </a:cubicBezTo>
                <a:cubicBezTo>
                  <a:pt x="2322" y="566"/>
                  <a:pt x="2318" y="570"/>
                  <a:pt x="2318" y="575"/>
                </a:cubicBezTo>
                <a:cubicBezTo>
                  <a:pt x="2318" y="580"/>
                  <a:pt x="2322" y="584"/>
                  <a:pt x="2327" y="584"/>
                </a:cubicBezTo>
                <a:cubicBezTo>
                  <a:pt x="2331" y="584"/>
                  <a:pt x="2335" y="580"/>
                  <a:pt x="2335" y="575"/>
                </a:cubicBezTo>
                <a:close/>
                <a:moveTo>
                  <a:pt x="2387" y="575"/>
                </a:moveTo>
                <a:cubicBezTo>
                  <a:pt x="2387" y="570"/>
                  <a:pt x="2383" y="566"/>
                  <a:pt x="2378" y="566"/>
                </a:cubicBezTo>
                <a:cubicBezTo>
                  <a:pt x="2373" y="566"/>
                  <a:pt x="2370" y="570"/>
                  <a:pt x="2370" y="575"/>
                </a:cubicBezTo>
                <a:cubicBezTo>
                  <a:pt x="2370" y="580"/>
                  <a:pt x="2373" y="584"/>
                  <a:pt x="2378" y="584"/>
                </a:cubicBezTo>
                <a:cubicBezTo>
                  <a:pt x="2383" y="584"/>
                  <a:pt x="2387" y="580"/>
                  <a:pt x="2387" y="575"/>
                </a:cubicBezTo>
                <a:close/>
                <a:moveTo>
                  <a:pt x="2490" y="575"/>
                </a:moveTo>
                <a:cubicBezTo>
                  <a:pt x="2490" y="570"/>
                  <a:pt x="2486" y="566"/>
                  <a:pt x="2481" y="566"/>
                </a:cubicBezTo>
                <a:cubicBezTo>
                  <a:pt x="2477" y="566"/>
                  <a:pt x="2473" y="570"/>
                  <a:pt x="2473" y="575"/>
                </a:cubicBezTo>
                <a:cubicBezTo>
                  <a:pt x="2473" y="580"/>
                  <a:pt x="2477" y="584"/>
                  <a:pt x="2481" y="584"/>
                </a:cubicBezTo>
                <a:cubicBezTo>
                  <a:pt x="2486" y="584"/>
                  <a:pt x="2490" y="580"/>
                  <a:pt x="2490" y="575"/>
                </a:cubicBezTo>
                <a:close/>
                <a:moveTo>
                  <a:pt x="300" y="601"/>
                </a:moveTo>
                <a:cubicBezTo>
                  <a:pt x="300" y="596"/>
                  <a:pt x="297" y="592"/>
                  <a:pt x="292" y="592"/>
                </a:cubicBezTo>
                <a:cubicBezTo>
                  <a:pt x="287" y="592"/>
                  <a:pt x="283" y="596"/>
                  <a:pt x="283" y="601"/>
                </a:cubicBezTo>
                <a:cubicBezTo>
                  <a:pt x="283" y="606"/>
                  <a:pt x="287" y="609"/>
                  <a:pt x="292" y="609"/>
                </a:cubicBezTo>
                <a:cubicBezTo>
                  <a:pt x="297" y="609"/>
                  <a:pt x="300" y="606"/>
                  <a:pt x="300" y="601"/>
                </a:cubicBezTo>
                <a:close/>
                <a:moveTo>
                  <a:pt x="326" y="601"/>
                </a:moveTo>
                <a:cubicBezTo>
                  <a:pt x="326" y="596"/>
                  <a:pt x="322" y="592"/>
                  <a:pt x="318" y="592"/>
                </a:cubicBezTo>
                <a:cubicBezTo>
                  <a:pt x="313" y="592"/>
                  <a:pt x="309" y="596"/>
                  <a:pt x="309" y="601"/>
                </a:cubicBezTo>
                <a:cubicBezTo>
                  <a:pt x="309" y="606"/>
                  <a:pt x="313" y="609"/>
                  <a:pt x="318" y="609"/>
                </a:cubicBezTo>
                <a:cubicBezTo>
                  <a:pt x="322" y="609"/>
                  <a:pt x="326" y="606"/>
                  <a:pt x="326" y="601"/>
                </a:cubicBezTo>
                <a:close/>
                <a:moveTo>
                  <a:pt x="352" y="601"/>
                </a:moveTo>
                <a:cubicBezTo>
                  <a:pt x="352" y="596"/>
                  <a:pt x="348" y="592"/>
                  <a:pt x="343" y="592"/>
                </a:cubicBezTo>
                <a:cubicBezTo>
                  <a:pt x="339" y="592"/>
                  <a:pt x="335" y="596"/>
                  <a:pt x="335" y="601"/>
                </a:cubicBezTo>
                <a:cubicBezTo>
                  <a:pt x="335" y="606"/>
                  <a:pt x="339" y="609"/>
                  <a:pt x="343" y="609"/>
                </a:cubicBezTo>
                <a:cubicBezTo>
                  <a:pt x="348" y="609"/>
                  <a:pt x="352" y="606"/>
                  <a:pt x="352" y="601"/>
                </a:cubicBezTo>
                <a:close/>
                <a:moveTo>
                  <a:pt x="378" y="601"/>
                </a:moveTo>
                <a:cubicBezTo>
                  <a:pt x="378" y="596"/>
                  <a:pt x="374" y="592"/>
                  <a:pt x="369" y="592"/>
                </a:cubicBezTo>
                <a:cubicBezTo>
                  <a:pt x="364" y="592"/>
                  <a:pt x="360" y="596"/>
                  <a:pt x="360" y="601"/>
                </a:cubicBezTo>
                <a:cubicBezTo>
                  <a:pt x="360" y="606"/>
                  <a:pt x="364" y="609"/>
                  <a:pt x="369" y="609"/>
                </a:cubicBezTo>
                <a:cubicBezTo>
                  <a:pt x="374" y="609"/>
                  <a:pt x="378" y="606"/>
                  <a:pt x="378" y="601"/>
                </a:cubicBezTo>
                <a:close/>
                <a:moveTo>
                  <a:pt x="403" y="601"/>
                </a:moveTo>
                <a:cubicBezTo>
                  <a:pt x="403" y="596"/>
                  <a:pt x="400" y="592"/>
                  <a:pt x="395" y="592"/>
                </a:cubicBezTo>
                <a:cubicBezTo>
                  <a:pt x="390" y="592"/>
                  <a:pt x="386" y="596"/>
                  <a:pt x="386" y="601"/>
                </a:cubicBezTo>
                <a:cubicBezTo>
                  <a:pt x="386" y="606"/>
                  <a:pt x="390" y="609"/>
                  <a:pt x="395" y="609"/>
                </a:cubicBezTo>
                <a:cubicBezTo>
                  <a:pt x="400" y="609"/>
                  <a:pt x="403" y="606"/>
                  <a:pt x="403" y="601"/>
                </a:cubicBezTo>
                <a:close/>
                <a:moveTo>
                  <a:pt x="429" y="601"/>
                </a:moveTo>
                <a:cubicBezTo>
                  <a:pt x="429" y="596"/>
                  <a:pt x="425" y="592"/>
                  <a:pt x="421" y="592"/>
                </a:cubicBezTo>
                <a:cubicBezTo>
                  <a:pt x="416" y="592"/>
                  <a:pt x="412" y="596"/>
                  <a:pt x="412" y="601"/>
                </a:cubicBezTo>
                <a:cubicBezTo>
                  <a:pt x="412" y="606"/>
                  <a:pt x="416" y="609"/>
                  <a:pt x="421" y="609"/>
                </a:cubicBezTo>
                <a:cubicBezTo>
                  <a:pt x="425" y="609"/>
                  <a:pt x="429" y="606"/>
                  <a:pt x="429" y="601"/>
                </a:cubicBezTo>
                <a:close/>
                <a:moveTo>
                  <a:pt x="455" y="601"/>
                </a:moveTo>
                <a:cubicBezTo>
                  <a:pt x="455" y="596"/>
                  <a:pt x="451" y="592"/>
                  <a:pt x="446" y="592"/>
                </a:cubicBezTo>
                <a:cubicBezTo>
                  <a:pt x="442" y="592"/>
                  <a:pt x="438" y="596"/>
                  <a:pt x="438" y="601"/>
                </a:cubicBezTo>
                <a:cubicBezTo>
                  <a:pt x="438" y="606"/>
                  <a:pt x="442" y="609"/>
                  <a:pt x="446" y="609"/>
                </a:cubicBezTo>
                <a:cubicBezTo>
                  <a:pt x="451" y="609"/>
                  <a:pt x="455" y="606"/>
                  <a:pt x="455" y="601"/>
                </a:cubicBezTo>
                <a:close/>
                <a:moveTo>
                  <a:pt x="481" y="601"/>
                </a:moveTo>
                <a:cubicBezTo>
                  <a:pt x="481" y="596"/>
                  <a:pt x="477" y="592"/>
                  <a:pt x="472" y="592"/>
                </a:cubicBezTo>
                <a:cubicBezTo>
                  <a:pt x="467" y="592"/>
                  <a:pt x="463" y="596"/>
                  <a:pt x="463" y="601"/>
                </a:cubicBezTo>
                <a:cubicBezTo>
                  <a:pt x="463" y="606"/>
                  <a:pt x="467" y="609"/>
                  <a:pt x="472" y="609"/>
                </a:cubicBezTo>
                <a:cubicBezTo>
                  <a:pt x="477" y="609"/>
                  <a:pt x="481" y="606"/>
                  <a:pt x="481" y="601"/>
                </a:cubicBezTo>
                <a:close/>
                <a:moveTo>
                  <a:pt x="506" y="601"/>
                </a:moveTo>
                <a:cubicBezTo>
                  <a:pt x="506" y="596"/>
                  <a:pt x="503" y="592"/>
                  <a:pt x="498" y="592"/>
                </a:cubicBezTo>
                <a:cubicBezTo>
                  <a:pt x="493" y="592"/>
                  <a:pt x="489" y="596"/>
                  <a:pt x="489" y="601"/>
                </a:cubicBezTo>
                <a:cubicBezTo>
                  <a:pt x="489" y="606"/>
                  <a:pt x="493" y="609"/>
                  <a:pt x="498" y="609"/>
                </a:cubicBezTo>
                <a:cubicBezTo>
                  <a:pt x="503" y="609"/>
                  <a:pt x="506" y="606"/>
                  <a:pt x="506" y="601"/>
                </a:cubicBezTo>
                <a:close/>
                <a:moveTo>
                  <a:pt x="532" y="601"/>
                </a:moveTo>
                <a:cubicBezTo>
                  <a:pt x="532" y="596"/>
                  <a:pt x="528" y="592"/>
                  <a:pt x="524" y="592"/>
                </a:cubicBezTo>
                <a:cubicBezTo>
                  <a:pt x="519" y="592"/>
                  <a:pt x="515" y="596"/>
                  <a:pt x="515" y="601"/>
                </a:cubicBezTo>
                <a:cubicBezTo>
                  <a:pt x="515" y="606"/>
                  <a:pt x="519" y="609"/>
                  <a:pt x="524" y="609"/>
                </a:cubicBezTo>
                <a:cubicBezTo>
                  <a:pt x="528" y="609"/>
                  <a:pt x="532" y="606"/>
                  <a:pt x="532" y="601"/>
                </a:cubicBezTo>
                <a:close/>
                <a:moveTo>
                  <a:pt x="558" y="601"/>
                </a:moveTo>
                <a:cubicBezTo>
                  <a:pt x="558" y="596"/>
                  <a:pt x="554" y="592"/>
                  <a:pt x="549" y="592"/>
                </a:cubicBezTo>
                <a:cubicBezTo>
                  <a:pt x="545" y="592"/>
                  <a:pt x="541" y="596"/>
                  <a:pt x="541" y="601"/>
                </a:cubicBezTo>
                <a:cubicBezTo>
                  <a:pt x="541" y="606"/>
                  <a:pt x="545" y="609"/>
                  <a:pt x="549" y="609"/>
                </a:cubicBezTo>
                <a:cubicBezTo>
                  <a:pt x="554" y="609"/>
                  <a:pt x="558" y="606"/>
                  <a:pt x="558" y="601"/>
                </a:cubicBezTo>
                <a:close/>
                <a:moveTo>
                  <a:pt x="584" y="601"/>
                </a:moveTo>
                <a:cubicBezTo>
                  <a:pt x="584" y="596"/>
                  <a:pt x="580" y="592"/>
                  <a:pt x="575" y="592"/>
                </a:cubicBezTo>
                <a:cubicBezTo>
                  <a:pt x="570" y="592"/>
                  <a:pt x="567" y="596"/>
                  <a:pt x="567" y="601"/>
                </a:cubicBezTo>
                <a:cubicBezTo>
                  <a:pt x="567" y="606"/>
                  <a:pt x="570" y="609"/>
                  <a:pt x="575" y="609"/>
                </a:cubicBezTo>
                <a:cubicBezTo>
                  <a:pt x="580" y="609"/>
                  <a:pt x="584" y="606"/>
                  <a:pt x="584" y="601"/>
                </a:cubicBezTo>
                <a:close/>
                <a:moveTo>
                  <a:pt x="609" y="601"/>
                </a:moveTo>
                <a:cubicBezTo>
                  <a:pt x="609" y="596"/>
                  <a:pt x="606" y="592"/>
                  <a:pt x="601" y="592"/>
                </a:cubicBezTo>
                <a:cubicBezTo>
                  <a:pt x="596" y="592"/>
                  <a:pt x="592" y="596"/>
                  <a:pt x="592" y="601"/>
                </a:cubicBezTo>
                <a:cubicBezTo>
                  <a:pt x="592" y="606"/>
                  <a:pt x="596" y="609"/>
                  <a:pt x="601" y="609"/>
                </a:cubicBezTo>
                <a:cubicBezTo>
                  <a:pt x="606" y="609"/>
                  <a:pt x="609" y="606"/>
                  <a:pt x="609" y="601"/>
                </a:cubicBezTo>
                <a:close/>
                <a:moveTo>
                  <a:pt x="635" y="601"/>
                </a:moveTo>
                <a:cubicBezTo>
                  <a:pt x="635" y="596"/>
                  <a:pt x="631" y="592"/>
                  <a:pt x="627" y="592"/>
                </a:cubicBezTo>
                <a:cubicBezTo>
                  <a:pt x="622" y="592"/>
                  <a:pt x="618" y="596"/>
                  <a:pt x="618" y="601"/>
                </a:cubicBezTo>
                <a:cubicBezTo>
                  <a:pt x="618" y="606"/>
                  <a:pt x="622" y="609"/>
                  <a:pt x="627" y="609"/>
                </a:cubicBezTo>
                <a:cubicBezTo>
                  <a:pt x="631" y="609"/>
                  <a:pt x="635" y="606"/>
                  <a:pt x="635" y="601"/>
                </a:cubicBezTo>
                <a:close/>
                <a:moveTo>
                  <a:pt x="687" y="601"/>
                </a:moveTo>
                <a:cubicBezTo>
                  <a:pt x="687" y="596"/>
                  <a:pt x="683" y="592"/>
                  <a:pt x="678" y="592"/>
                </a:cubicBezTo>
                <a:cubicBezTo>
                  <a:pt x="673" y="592"/>
                  <a:pt x="670" y="596"/>
                  <a:pt x="670" y="601"/>
                </a:cubicBezTo>
                <a:cubicBezTo>
                  <a:pt x="670" y="606"/>
                  <a:pt x="673" y="609"/>
                  <a:pt x="678" y="609"/>
                </a:cubicBezTo>
                <a:cubicBezTo>
                  <a:pt x="683" y="609"/>
                  <a:pt x="687" y="606"/>
                  <a:pt x="687" y="601"/>
                </a:cubicBezTo>
                <a:close/>
                <a:moveTo>
                  <a:pt x="712" y="601"/>
                </a:moveTo>
                <a:cubicBezTo>
                  <a:pt x="712" y="596"/>
                  <a:pt x="709" y="592"/>
                  <a:pt x="704" y="592"/>
                </a:cubicBezTo>
                <a:cubicBezTo>
                  <a:pt x="699" y="592"/>
                  <a:pt x="695" y="596"/>
                  <a:pt x="695" y="601"/>
                </a:cubicBezTo>
                <a:cubicBezTo>
                  <a:pt x="695" y="606"/>
                  <a:pt x="699" y="609"/>
                  <a:pt x="704" y="609"/>
                </a:cubicBezTo>
                <a:cubicBezTo>
                  <a:pt x="709" y="609"/>
                  <a:pt x="712" y="606"/>
                  <a:pt x="712" y="601"/>
                </a:cubicBezTo>
                <a:close/>
                <a:moveTo>
                  <a:pt x="738" y="601"/>
                </a:moveTo>
                <a:cubicBezTo>
                  <a:pt x="738" y="596"/>
                  <a:pt x="734" y="592"/>
                  <a:pt x="730" y="592"/>
                </a:cubicBezTo>
                <a:cubicBezTo>
                  <a:pt x="725" y="592"/>
                  <a:pt x="721" y="596"/>
                  <a:pt x="721" y="601"/>
                </a:cubicBezTo>
                <a:cubicBezTo>
                  <a:pt x="721" y="606"/>
                  <a:pt x="725" y="609"/>
                  <a:pt x="730" y="609"/>
                </a:cubicBezTo>
                <a:cubicBezTo>
                  <a:pt x="734" y="609"/>
                  <a:pt x="738" y="606"/>
                  <a:pt x="738" y="601"/>
                </a:cubicBezTo>
                <a:close/>
                <a:moveTo>
                  <a:pt x="764" y="601"/>
                </a:moveTo>
                <a:cubicBezTo>
                  <a:pt x="764" y="596"/>
                  <a:pt x="760" y="592"/>
                  <a:pt x="755" y="592"/>
                </a:cubicBezTo>
                <a:cubicBezTo>
                  <a:pt x="751" y="592"/>
                  <a:pt x="747" y="596"/>
                  <a:pt x="747" y="601"/>
                </a:cubicBezTo>
                <a:cubicBezTo>
                  <a:pt x="747" y="606"/>
                  <a:pt x="751" y="609"/>
                  <a:pt x="755" y="609"/>
                </a:cubicBezTo>
                <a:cubicBezTo>
                  <a:pt x="760" y="609"/>
                  <a:pt x="764" y="606"/>
                  <a:pt x="764" y="601"/>
                </a:cubicBezTo>
                <a:close/>
                <a:moveTo>
                  <a:pt x="790" y="601"/>
                </a:moveTo>
                <a:cubicBezTo>
                  <a:pt x="790" y="596"/>
                  <a:pt x="786" y="592"/>
                  <a:pt x="781" y="592"/>
                </a:cubicBezTo>
                <a:cubicBezTo>
                  <a:pt x="776" y="592"/>
                  <a:pt x="773" y="596"/>
                  <a:pt x="773" y="601"/>
                </a:cubicBezTo>
                <a:cubicBezTo>
                  <a:pt x="773" y="606"/>
                  <a:pt x="776" y="609"/>
                  <a:pt x="781" y="609"/>
                </a:cubicBezTo>
                <a:cubicBezTo>
                  <a:pt x="786" y="609"/>
                  <a:pt x="790" y="606"/>
                  <a:pt x="790" y="601"/>
                </a:cubicBezTo>
                <a:close/>
                <a:moveTo>
                  <a:pt x="816" y="601"/>
                </a:moveTo>
                <a:cubicBezTo>
                  <a:pt x="816" y="596"/>
                  <a:pt x="812" y="592"/>
                  <a:pt x="807" y="592"/>
                </a:cubicBezTo>
                <a:cubicBezTo>
                  <a:pt x="802" y="592"/>
                  <a:pt x="798" y="596"/>
                  <a:pt x="798" y="601"/>
                </a:cubicBezTo>
                <a:cubicBezTo>
                  <a:pt x="798" y="606"/>
                  <a:pt x="802" y="609"/>
                  <a:pt x="807" y="609"/>
                </a:cubicBezTo>
                <a:cubicBezTo>
                  <a:pt x="812" y="609"/>
                  <a:pt x="816" y="606"/>
                  <a:pt x="816" y="601"/>
                </a:cubicBezTo>
                <a:close/>
                <a:moveTo>
                  <a:pt x="841" y="601"/>
                </a:moveTo>
                <a:cubicBezTo>
                  <a:pt x="841" y="596"/>
                  <a:pt x="837" y="592"/>
                  <a:pt x="833" y="592"/>
                </a:cubicBezTo>
                <a:cubicBezTo>
                  <a:pt x="828" y="592"/>
                  <a:pt x="824" y="596"/>
                  <a:pt x="824" y="601"/>
                </a:cubicBezTo>
                <a:cubicBezTo>
                  <a:pt x="824" y="606"/>
                  <a:pt x="828" y="609"/>
                  <a:pt x="833" y="609"/>
                </a:cubicBezTo>
                <a:cubicBezTo>
                  <a:pt x="837" y="609"/>
                  <a:pt x="841" y="606"/>
                  <a:pt x="841" y="601"/>
                </a:cubicBezTo>
                <a:close/>
                <a:moveTo>
                  <a:pt x="1202" y="601"/>
                </a:moveTo>
                <a:cubicBezTo>
                  <a:pt x="1202" y="596"/>
                  <a:pt x="1198" y="592"/>
                  <a:pt x="1193" y="592"/>
                </a:cubicBezTo>
                <a:cubicBezTo>
                  <a:pt x="1189" y="592"/>
                  <a:pt x="1185" y="596"/>
                  <a:pt x="1185" y="601"/>
                </a:cubicBezTo>
                <a:cubicBezTo>
                  <a:pt x="1185" y="606"/>
                  <a:pt x="1189" y="609"/>
                  <a:pt x="1193" y="609"/>
                </a:cubicBezTo>
                <a:cubicBezTo>
                  <a:pt x="1198" y="609"/>
                  <a:pt x="1202" y="606"/>
                  <a:pt x="1202" y="601"/>
                </a:cubicBezTo>
                <a:close/>
                <a:moveTo>
                  <a:pt x="1253" y="601"/>
                </a:moveTo>
                <a:cubicBezTo>
                  <a:pt x="1253" y="596"/>
                  <a:pt x="1250" y="592"/>
                  <a:pt x="1245" y="592"/>
                </a:cubicBezTo>
                <a:cubicBezTo>
                  <a:pt x="1240" y="592"/>
                  <a:pt x="1236" y="596"/>
                  <a:pt x="1236" y="601"/>
                </a:cubicBezTo>
                <a:cubicBezTo>
                  <a:pt x="1236" y="606"/>
                  <a:pt x="1240" y="609"/>
                  <a:pt x="1245" y="609"/>
                </a:cubicBezTo>
                <a:cubicBezTo>
                  <a:pt x="1250" y="609"/>
                  <a:pt x="1253" y="606"/>
                  <a:pt x="1253" y="601"/>
                </a:cubicBezTo>
                <a:close/>
                <a:moveTo>
                  <a:pt x="1305" y="601"/>
                </a:moveTo>
                <a:cubicBezTo>
                  <a:pt x="1305" y="596"/>
                  <a:pt x="1301" y="592"/>
                  <a:pt x="1296" y="592"/>
                </a:cubicBezTo>
                <a:cubicBezTo>
                  <a:pt x="1292" y="592"/>
                  <a:pt x="1288" y="596"/>
                  <a:pt x="1288" y="601"/>
                </a:cubicBezTo>
                <a:cubicBezTo>
                  <a:pt x="1288" y="606"/>
                  <a:pt x="1292" y="609"/>
                  <a:pt x="1296" y="609"/>
                </a:cubicBezTo>
                <a:cubicBezTo>
                  <a:pt x="1301" y="609"/>
                  <a:pt x="1305" y="606"/>
                  <a:pt x="1305" y="601"/>
                </a:cubicBezTo>
                <a:close/>
                <a:moveTo>
                  <a:pt x="1331" y="601"/>
                </a:moveTo>
                <a:cubicBezTo>
                  <a:pt x="1331" y="596"/>
                  <a:pt x="1327" y="592"/>
                  <a:pt x="1322" y="592"/>
                </a:cubicBezTo>
                <a:cubicBezTo>
                  <a:pt x="1317" y="592"/>
                  <a:pt x="1314" y="596"/>
                  <a:pt x="1314" y="601"/>
                </a:cubicBezTo>
                <a:cubicBezTo>
                  <a:pt x="1314" y="606"/>
                  <a:pt x="1317" y="609"/>
                  <a:pt x="1322" y="609"/>
                </a:cubicBezTo>
                <a:cubicBezTo>
                  <a:pt x="1327" y="609"/>
                  <a:pt x="1331" y="606"/>
                  <a:pt x="1331" y="601"/>
                </a:cubicBezTo>
                <a:close/>
                <a:moveTo>
                  <a:pt x="1356" y="601"/>
                </a:moveTo>
                <a:cubicBezTo>
                  <a:pt x="1356" y="596"/>
                  <a:pt x="1353" y="592"/>
                  <a:pt x="1348" y="592"/>
                </a:cubicBezTo>
                <a:cubicBezTo>
                  <a:pt x="1343" y="592"/>
                  <a:pt x="1339" y="596"/>
                  <a:pt x="1339" y="601"/>
                </a:cubicBezTo>
                <a:cubicBezTo>
                  <a:pt x="1339" y="606"/>
                  <a:pt x="1343" y="609"/>
                  <a:pt x="1348" y="609"/>
                </a:cubicBezTo>
                <a:cubicBezTo>
                  <a:pt x="1353" y="609"/>
                  <a:pt x="1356" y="606"/>
                  <a:pt x="1356" y="601"/>
                </a:cubicBezTo>
                <a:close/>
                <a:moveTo>
                  <a:pt x="1382" y="601"/>
                </a:moveTo>
                <a:cubicBezTo>
                  <a:pt x="1382" y="596"/>
                  <a:pt x="1378" y="592"/>
                  <a:pt x="1374" y="592"/>
                </a:cubicBezTo>
                <a:cubicBezTo>
                  <a:pt x="1369" y="592"/>
                  <a:pt x="1365" y="596"/>
                  <a:pt x="1365" y="601"/>
                </a:cubicBezTo>
                <a:cubicBezTo>
                  <a:pt x="1365" y="606"/>
                  <a:pt x="1369" y="609"/>
                  <a:pt x="1374" y="609"/>
                </a:cubicBezTo>
                <a:cubicBezTo>
                  <a:pt x="1378" y="609"/>
                  <a:pt x="1382" y="606"/>
                  <a:pt x="1382" y="601"/>
                </a:cubicBezTo>
                <a:close/>
                <a:moveTo>
                  <a:pt x="1408" y="601"/>
                </a:moveTo>
                <a:cubicBezTo>
                  <a:pt x="1408" y="596"/>
                  <a:pt x="1404" y="592"/>
                  <a:pt x="1399" y="592"/>
                </a:cubicBezTo>
                <a:cubicBezTo>
                  <a:pt x="1395" y="592"/>
                  <a:pt x="1391" y="596"/>
                  <a:pt x="1391" y="601"/>
                </a:cubicBezTo>
                <a:cubicBezTo>
                  <a:pt x="1391" y="606"/>
                  <a:pt x="1395" y="609"/>
                  <a:pt x="1399" y="609"/>
                </a:cubicBezTo>
                <a:cubicBezTo>
                  <a:pt x="1404" y="609"/>
                  <a:pt x="1408" y="606"/>
                  <a:pt x="1408" y="601"/>
                </a:cubicBezTo>
                <a:close/>
                <a:moveTo>
                  <a:pt x="1434" y="601"/>
                </a:moveTo>
                <a:cubicBezTo>
                  <a:pt x="1434" y="596"/>
                  <a:pt x="1430" y="592"/>
                  <a:pt x="1425" y="592"/>
                </a:cubicBezTo>
                <a:cubicBezTo>
                  <a:pt x="1420" y="592"/>
                  <a:pt x="1417" y="596"/>
                  <a:pt x="1417" y="601"/>
                </a:cubicBezTo>
                <a:cubicBezTo>
                  <a:pt x="1417" y="606"/>
                  <a:pt x="1420" y="609"/>
                  <a:pt x="1425" y="609"/>
                </a:cubicBezTo>
                <a:cubicBezTo>
                  <a:pt x="1430" y="609"/>
                  <a:pt x="1434" y="606"/>
                  <a:pt x="1434" y="601"/>
                </a:cubicBezTo>
                <a:close/>
                <a:moveTo>
                  <a:pt x="1459" y="601"/>
                </a:moveTo>
                <a:cubicBezTo>
                  <a:pt x="1459" y="596"/>
                  <a:pt x="1456" y="592"/>
                  <a:pt x="1451" y="592"/>
                </a:cubicBezTo>
                <a:cubicBezTo>
                  <a:pt x="1446" y="592"/>
                  <a:pt x="1442" y="596"/>
                  <a:pt x="1442" y="601"/>
                </a:cubicBezTo>
                <a:cubicBezTo>
                  <a:pt x="1442" y="606"/>
                  <a:pt x="1446" y="609"/>
                  <a:pt x="1451" y="609"/>
                </a:cubicBezTo>
                <a:cubicBezTo>
                  <a:pt x="1456" y="609"/>
                  <a:pt x="1459" y="606"/>
                  <a:pt x="1459" y="601"/>
                </a:cubicBezTo>
                <a:close/>
                <a:moveTo>
                  <a:pt x="1485" y="601"/>
                </a:moveTo>
                <a:cubicBezTo>
                  <a:pt x="1485" y="596"/>
                  <a:pt x="1481" y="592"/>
                  <a:pt x="1477" y="592"/>
                </a:cubicBezTo>
                <a:cubicBezTo>
                  <a:pt x="1472" y="592"/>
                  <a:pt x="1468" y="596"/>
                  <a:pt x="1468" y="601"/>
                </a:cubicBezTo>
                <a:cubicBezTo>
                  <a:pt x="1468" y="606"/>
                  <a:pt x="1472" y="609"/>
                  <a:pt x="1477" y="609"/>
                </a:cubicBezTo>
                <a:cubicBezTo>
                  <a:pt x="1481" y="609"/>
                  <a:pt x="1485" y="606"/>
                  <a:pt x="1485" y="601"/>
                </a:cubicBezTo>
                <a:close/>
                <a:moveTo>
                  <a:pt x="1511" y="601"/>
                </a:moveTo>
                <a:cubicBezTo>
                  <a:pt x="1511" y="596"/>
                  <a:pt x="1507" y="592"/>
                  <a:pt x="1502" y="592"/>
                </a:cubicBezTo>
                <a:cubicBezTo>
                  <a:pt x="1498" y="592"/>
                  <a:pt x="1494" y="596"/>
                  <a:pt x="1494" y="601"/>
                </a:cubicBezTo>
                <a:cubicBezTo>
                  <a:pt x="1494" y="606"/>
                  <a:pt x="1498" y="609"/>
                  <a:pt x="1502" y="609"/>
                </a:cubicBezTo>
                <a:cubicBezTo>
                  <a:pt x="1507" y="609"/>
                  <a:pt x="1511" y="606"/>
                  <a:pt x="1511" y="601"/>
                </a:cubicBezTo>
                <a:close/>
                <a:moveTo>
                  <a:pt x="1537" y="601"/>
                </a:moveTo>
                <a:cubicBezTo>
                  <a:pt x="1537" y="596"/>
                  <a:pt x="1533" y="592"/>
                  <a:pt x="1528" y="592"/>
                </a:cubicBezTo>
                <a:cubicBezTo>
                  <a:pt x="1523" y="592"/>
                  <a:pt x="1520" y="596"/>
                  <a:pt x="1520" y="601"/>
                </a:cubicBezTo>
                <a:cubicBezTo>
                  <a:pt x="1520" y="606"/>
                  <a:pt x="1523" y="609"/>
                  <a:pt x="1528" y="609"/>
                </a:cubicBezTo>
                <a:cubicBezTo>
                  <a:pt x="1533" y="609"/>
                  <a:pt x="1537" y="606"/>
                  <a:pt x="1537" y="601"/>
                </a:cubicBezTo>
                <a:close/>
                <a:moveTo>
                  <a:pt x="1563" y="601"/>
                </a:moveTo>
                <a:cubicBezTo>
                  <a:pt x="1563" y="596"/>
                  <a:pt x="1559" y="592"/>
                  <a:pt x="1554" y="592"/>
                </a:cubicBezTo>
                <a:cubicBezTo>
                  <a:pt x="1549" y="592"/>
                  <a:pt x="1545" y="596"/>
                  <a:pt x="1545" y="601"/>
                </a:cubicBezTo>
                <a:cubicBezTo>
                  <a:pt x="1545" y="606"/>
                  <a:pt x="1549" y="609"/>
                  <a:pt x="1554" y="609"/>
                </a:cubicBezTo>
                <a:cubicBezTo>
                  <a:pt x="1559" y="609"/>
                  <a:pt x="1563" y="606"/>
                  <a:pt x="1563" y="601"/>
                </a:cubicBezTo>
                <a:close/>
                <a:moveTo>
                  <a:pt x="1588" y="601"/>
                </a:moveTo>
                <a:cubicBezTo>
                  <a:pt x="1588" y="596"/>
                  <a:pt x="1584" y="592"/>
                  <a:pt x="1580" y="592"/>
                </a:cubicBezTo>
                <a:cubicBezTo>
                  <a:pt x="1575" y="592"/>
                  <a:pt x="1571" y="596"/>
                  <a:pt x="1571" y="601"/>
                </a:cubicBezTo>
                <a:cubicBezTo>
                  <a:pt x="1571" y="606"/>
                  <a:pt x="1575" y="609"/>
                  <a:pt x="1580" y="609"/>
                </a:cubicBezTo>
                <a:cubicBezTo>
                  <a:pt x="1584" y="609"/>
                  <a:pt x="1588" y="606"/>
                  <a:pt x="1588" y="601"/>
                </a:cubicBezTo>
                <a:close/>
                <a:moveTo>
                  <a:pt x="1614" y="601"/>
                </a:moveTo>
                <a:cubicBezTo>
                  <a:pt x="1614" y="596"/>
                  <a:pt x="1610" y="592"/>
                  <a:pt x="1605" y="592"/>
                </a:cubicBezTo>
                <a:cubicBezTo>
                  <a:pt x="1601" y="592"/>
                  <a:pt x="1597" y="596"/>
                  <a:pt x="1597" y="601"/>
                </a:cubicBezTo>
                <a:cubicBezTo>
                  <a:pt x="1597" y="606"/>
                  <a:pt x="1601" y="609"/>
                  <a:pt x="1605" y="609"/>
                </a:cubicBezTo>
                <a:cubicBezTo>
                  <a:pt x="1610" y="609"/>
                  <a:pt x="1614" y="606"/>
                  <a:pt x="1614" y="601"/>
                </a:cubicBezTo>
                <a:close/>
                <a:moveTo>
                  <a:pt x="1640" y="601"/>
                </a:moveTo>
                <a:cubicBezTo>
                  <a:pt x="1640" y="596"/>
                  <a:pt x="1636" y="592"/>
                  <a:pt x="1631" y="592"/>
                </a:cubicBezTo>
                <a:cubicBezTo>
                  <a:pt x="1626" y="592"/>
                  <a:pt x="1623" y="596"/>
                  <a:pt x="1623" y="601"/>
                </a:cubicBezTo>
                <a:cubicBezTo>
                  <a:pt x="1623" y="606"/>
                  <a:pt x="1626" y="609"/>
                  <a:pt x="1631" y="609"/>
                </a:cubicBezTo>
                <a:cubicBezTo>
                  <a:pt x="1636" y="609"/>
                  <a:pt x="1640" y="606"/>
                  <a:pt x="1640" y="601"/>
                </a:cubicBezTo>
                <a:close/>
                <a:moveTo>
                  <a:pt x="1666" y="601"/>
                </a:moveTo>
                <a:cubicBezTo>
                  <a:pt x="1666" y="596"/>
                  <a:pt x="1662" y="592"/>
                  <a:pt x="1657" y="592"/>
                </a:cubicBezTo>
                <a:cubicBezTo>
                  <a:pt x="1652" y="592"/>
                  <a:pt x="1648" y="596"/>
                  <a:pt x="1648" y="601"/>
                </a:cubicBezTo>
                <a:cubicBezTo>
                  <a:pt x="1648" y="606"/>
                  <a:pt x="1652" y="609"/>
                  <a:pt x="1657" y="609"/>
                </a:cubicBezTo>
                <a:cubicBezTo>
                  <a:pt x="1662" y="609"/>
                  <a:pt x="1666" y="606"/>
                  <a:pt x="1666" y="601"/>
                </a:cubicBezTo>
                <a:close/>
                <a:moveTo>
                  <a:pt x="1691" y="601"/>
                </a:moveTo>
                <a:cubicBezTo>
                  <a:pt x="1691" y="596"/>
                  <a:pt x="1687" y="592"/>
                  <a:pt x="1683" y="592"/>
                </a:cubicBezTo>
                <a:cubicBezTo>
                  <a:pt x="1678" y="592"/>
                  <a:pt x="1674" y="596"/>
                  <a:pt x="1674" y="601"/>
                </a:cubicBezTo>
                <a:cubicBezTo>
                  <a:pt x="1674" y="606"/>
                  <a:pt x="1678" y="609"/>
                  <a:pt x="1683" y="609"/>
                </a:cubicBezTo>
                <a:cubicBezTo>
                  <a:pt x="1687" y="609"/>
                  <a:pt x="1691" y="606"/>
                  <a:pt x="1691" y="601"/>
                </a:cubicBezTo>
                <a:close/>
                <a:moveTo>
                  <a:pt x="1717" y="601"/>
                </a:moveTo>
                <a:cubicBezTo>
                  <a:pt x="1717" y="596"/>
                  <a:pt x="1713" y="592"/>
                  <a:pt x="1708" y="592"/>
                </a:cubicBezTo>
                <a:cubicBezTo>
                  <a:pt x="1704" y="592"/>
                  <a:pt x="1700" y="596"/>
                  <a:pt x="1700" y="601"/>
                </a:cubicBezTo>
                <a:cubicBezTo>
                  <a:pt x="1700" y="606"/>
                  <a:pt x="1704" y="609"/>
                  <a:pt x="1708" y="609"/>
                </a:cubicBezTo>
                <a:cubicBezTo>
                  <a:pt x="1713" y="609"/>
                  <a:pt x="1717" y="606"/>
                  <a:pt x="1717" y="601"/>
                </a:cubicBezTo>
                <a:close/>
                <a:moveTo>
                  <a:pt x="1743" y="601"/>
                </a:moveTo>
                <a:cubicBezTo>
                  <a:pt x="1743" y="596"/>
                  <a:pt x="1739" y="592"/>
                  <a:pt x="1734" y="592"/>
                </a:cubicBezTo>
                <a:cubicBezTo>
                  <a:pt x="1730" y="592"/>
                  <a:pt x="1726" y="596"/>
                  <a:pt x="1726" y="601"/>
                </a:cubicBezTo>
                <a:cubicBezTo>
                  <a:pt x="1726" y="606"/>
                  <a:pt x="1730" y="609"/>
                  <a:pt x="1734" y="609"/>
                </a:cubicBezTo>
                <a:cubicBezTo>
                  <a:pt x="1739" y="609"/>
                  <a:pt x="1743" y="606"/>
                  <a:pt x="1743" y="601"/>
                </a:cubicBezTo>
                <a:close/>
                <a:moveTo>
                  <a:pt x="1769" y="601"/>
                </a:moveTo>
                <a:cubicBezTo>
                  <a:pt x="1769" y="596"/>
                  <a:pt x="1765" y="592"/>
                  <a:pt x="1760" y="592"/>
                </a:cubicBezTo>
                <a:cubicBezTo>
                  <a:pt x="1755" y="592"/>
                  <a:pt x="1751" y="596"/>
                  <a:pt x="1751" y="601"/>
                </a:cubicBezTo>
                <a:cubicBezTo>
                  <a:pt x="1751" y="606"/>
                  <a:pt x="1755" y="609"/>
                  <a:pt x="1760" y="609"/>
                </a:cubicBezTo>
                <a:cubicBezTo>
                  <a:pt x="1765" y="609"/>
                  <a:pt x="1769" y="606"/>
                  <a:pt x="1769" y="601"/>
                </a:cubicBezTo>
                <a:close/>
                <a:moveTo>
                  <a:pt x="1794" y="601"/>
                </a:moveTo>
                <a:cubicBezTo>
                  <a:pt x="1794" y="596"/>
                  <a:pt x="1791" y="592"/>
                  <a:pt x="1786" y="592"/>
                </a:cubicBezTo>
                <a:cubicBezTo>
                  <a:pt x="1781" y="592"/>
                  <a:pt x="1777" y="596"/>
                  <a:pt x="1777" y="601"/>
                </a:cubicBezTo>
                <a:cubicBezTo>
                  <a:pt x="1777" y="606"/>
                  <a:pt x="1781" y="609"/>
                  <a:pt x="1786" y="609"/>
                </a:cubicBezTo>
                <a:cubicBezTo>
                  <a:pt x="1791" y="609"/>
                  <a:pt x="1794" y="606"/>
                  <a:pt x="1794" y="601"/>
                </a:cubicBezTo>
                <a:close/>
                <a:moveTo>
                  <a:pt x="1820" y="601"/>
                </a:moveTo>
                <a:cubicBezTo>
                  <a:pt x="1820" y="596"/>
                  <a:pt x="1816" y="592"/>
                  <a:pt x="1812" y="592"/>
                </a:cubicBezTo>
                <a:cubicBezTo>
                  <a:pt x="1807" y="592"/>
                  <a:pt x="1803" y="596"/>
                  <a:pt x="1803" y="601"/>
                </a:cubicBezTo>
                <a:cubicBezTo>
                  <a:pt x="1803" y="606"/>
                  <a:pt x="1807" y="609"/>
                  <a:pt x="1812" y="609"/>
                </a:cubicBezTo>
                <a:cubicBezTo>
                  <a:pt x="1816" y="609"/>
                  <a:pt x="1820" y="606"/>
                  <a:pt x="1820" y="601"/>
                </a:cubicBezTo>
                <a:close/>
                <a:moveTo>
                  <a:pt x="1846" y="601"/>
                </a:moveTo>
                <a:cubicBezTo>
                  <a:pt x="1846" y="596"/>
                  <a:pt x="1842" y="592"/>
                  <a:pt x="1837" y="592"/>
                </a:cubicBezTo>
                <a:cubicBezTo>
                  <a:pt x="1833" y="592"/>
                  <a:pt x="1829" y="596"/>
                  <a:pt x="1829" y="601"/>
                </a:cubicBezTo>
                <a:cubicBezTo>
                  <a:pt x="1829" y="606"/>
                  <a:pt x="1833" y="609"/>
                  <a:pt x="1837" y="609"/>
                </a:cubicBezTo>
                <a:cubicBezTo>
                  <a:pt x="1842" y="609"/>
                  <a:pt x="1846" y="606"/>
                  <a:pt x="1846" y="601"/>
                </a:cubicBezTo>
                <a:close/>
                <a:moveTo>
                  <a:pt x="1872" y="601"/>
                </a:moveTo>
                <a:cubicBezTo>
                  <a:pt x="1872" y="596"/>
                  <a:pt x="1868" y="592"/>
                  <a:pt x="1863" y="592"/>
                </a:cubicBezTo>
                <a:cubicBezTo>
                  <a:pt x="1858" y="592"/>
                  <a:pt x="1854" y="596"/>
                  <a:pt x="1854" y="601"/>
                </a:cubicBezTo>
                <a:cubicBezTo>
                  <a:pt x="1854" y="606"/>
                  <a:pt x="1858" y="609"/>
                  <a:pt x="1863" y="609"/>
                </a:cubicBezTo>
                <a:cubicBezTo>
                  <a:pt x="1868" y="609"/>
                  <a:pt x="1872" y="606"/>
                  <a:pt x="1872" y="601"/>
                </a:cubicBezTo>
                <a:close/>
                <a:moveTo>
                  <a:pt x="1897" y="601"/>
                </a:moveTo>
                <a:cubicBezTo>
                  <a:pt x="1897" y="596"/>
                  <a:pt x="1894" y="592"/>
                  <a:pt x="1889" y="592"/>
                </a:cubicBezTo>
                <a:cubicBezTo>
                  <a:pt x="1884" y="592"/>
                  <a:pt x="1880" y="596"/>
                  <a:pt x="1880" y="601"/>
                </a:cubicBezTo>
                <a:cubicBezTo>
                  <a:pt x="1880" y="606"/>
                  <a:pt x="1884" y="609"/>
                  <a:pt x="1889" y="609"/>
                </a:cubicBezTo>
                <a:cubicBezTo>
                  <a:pt x="1894" y="609"/>
                  <a:pt x="1897" y="606"/>
                  <a:pt x="1897" y="601"/>
                </a:cubicBezTo>
                <a:close/>
                <a:moveTo>
                  <a:pt x="1923" y="601"/>
                </a:moveTo>
                <a:cubicBezTo>
                  <a:pt x="1923" y="596"/>
                  <a:pt x="1919" y="592"/>
                  <a:pt x="1915" y="592"/>
                </a:cubicBezTo>
                <a:cubicBezTo>
                  <a:pt x="1910" y="592"/>
                  <a:pt x="1906" y="596"/>
                  <a:pt x="1906" y="601"/>
                </a:cubicBezTo>
                <a:cubicBezTo>
                  <a:pt x="1906" y="606"/>
                  <a:pt x="1910" y="609"/>
                  <a:pt x="1915" y="609"/>
                </a:cubicBezTo>
                <a:cubicBezTo>
                  <a:pt x="1919" y="609"/>
                  <a:pt x="1923" y="606"/>
                  <a:pt x="1923" y="601"/>
                </a:cubicBezTo>
                <a:close/>
                <a:moveTo>
                  <a:pt x="1949" y="601"/>
                </a:moveTo>
                <a:cubicBezTo>
                  <a:pt x="1949" y="596"/>
                  <a:pt x="1945" y="592"/>
                  <a:pt x="1940" y="592"/>
                </a:cubicBezTo>
                <a:cubicBezTo>
                  <a:pt x="1936" y="592"/>
                  <a:pt x="1932" y="596"/>
                  <a:pt x="1932" y="601"/>
                </a:cubicBezTo>
                <a:cubicBezTo>
                  <a:pt x="1932" y="606"/>
                  <a:pt x="1936" y="609"/>
                  <a:pt x="1940" y="609"/>
                </a:cubicBezTo>
                <a:cubicBezTo>
                  <a:pt x="1945" y="609"/>
                  <a:pt x="1949" y="606"/>
                  <a:pt x="1949" y="601"/>
                </a:cubicBezTo>
                <a:close/>
                <a:moveTo>
                  <a:pt x="1975" y="601"/>
                </a:moveTo>
                <a:cubicBezTo>
                  <a:pt x="1975" y="596"/>
                  <a:pt x="1971" y="592"/>
                  <a:pt x="1966" y="592"/>
                </a:cubicBezTo>
                <a:cubicBezTo>
                  <a:pt x="1961" y="592"/>
                  <a:pt x="1957" y="596"/>
                  <a:pt x="1957" y="601"/>
                </a:cubicBezTo>
                <a:cubicBezTo>
                  <a:pt x="1957" y="606"/>
                  <a:pt x="1961" y="609"/>
                  <a:pt x="1966" y="609"/>
                </a:cubicBezTo>
                <a:cubicBezTo>
                  <a:pt x="1971" y="609"/>
                  <a:pt x="1975" y="606"/>
                  <a:pt x="1975" y="601"/>
                </a:cubicBezTo>
                <a:close/>
                <a:moveTo>
                  <a:pt x="2000" y="601"/>
                </a:moveTo>
                <a:cubicBezTo>
                  <a:pt x="2000" y="596"/>
                  <a:pt x="1997" y="592"/>
                  <a:pt x="1992" y="592"/>
                </a:cubicBezTo>
                <a:cubicBezTo>
                  <a:pt x="1987" y="592"/>
                  <a:pt x="1983" y="596"/>
                  <a:pt x="1983" y="601"/>
                </a:cubicBezTo>
                <a:cubicBezTo>
                  <a:pt x="1983" y="606"/>
                  <a:pt x="1987" y="609"/>
                  <a:pt x="1992" y="609"/>
                </a:cubicBezTo>
                <a:cubicBezTo>
                  <a:pt x="1997" y="609"/>
                  <a:pt x="2000" y="606"/>
                  <a:pt x="2000" y="601"/>
                </a:cubicBezTo>
                <a:close/>
                <a:moveTo>
                  <a:pt x="2026" y="601"/>
                </a:moveTo>
                <a:cubicBezTo>
                  <a:pt x="2026" y="596"/>
                  <a:pt x="2022" y="592"/>
                  <a:pt x="2018" y="592"/>
                </a:cubicBezTo>
                <a:cubicBezTo>
                  <a:pt x="2013" y="592"/>
                  <a:pt x="2009" y="596"/>
                  <a:pt x="2009" y="601"/>
                </a:cubicBezTo>
                <a:cubicBezTo>
                  <a:pt x="2009" y="606"/>
                  <a:pt x="2013" y="609"/>
                  <a:pt x="2018" y="609"/>
                </a:cubicBezTo>
                <a:cubicBezTo>
                  <a:pt x="2022" y="609"/>
                  <a:pt x="2026" y="606"/>
                  <a:pt x="2026" y="601"/>
                </a:cubicBezTo>
                <a:close/>
                <a:moveTo>
                  <a:pt x="2052" y="601"/>
                </a:moveTo>
                <a:cubicBezTo>
                  <a:pt x="2052" y="596"/>
                  <a:pt x="2048" y="592"/>
                  <a:pt x="2043" y="592"/>
                </a:cubicBezTo>
                <a:cubicBezTo>
                  <a:pt x="2039" y="592"/>
                  <a:pt x="2035" y="596"/>
                  <a:pt x="2035" y="601"/>
                </a:cubicBezTo>
                <a:cubicBezTo>
                  <a:pt x="2035" y="606"/>
                  <a:pt x="2039" y="609"/>
                  <a:pt x="2043" y="609"/>
                </a:cubicBezTo>
                <a:cubicBezTo>
                  <a:pt x="2048" y="609"/>
                  <a:pt x="2052" y="606"/>
                  <a:pt x="2052" y="601"/>
                </a:cubicBezTo>
                <a:close/>
                <a:moveTo>
                  <a:pt x="2078" y="601"/>
                </a:moveTo>
                <a:cubicBezTo>
                  <a:pt x="2078" y="596"/>
                  <a:pt x="2074" y="592"/>
                  <a:pt x="2069" y="592"/>
                </a:cubicBezTo>
                <a:cubicBezTo>
                  <a:pt x="2064" y="592"/>
                  <a:pt x="2061" y="596"/>
                  <a:pt x="2061" y="601"/>
                </a:cubicBezTo>
                <a:cubicBezTo>
                  <a:pt x="2061" y="606"/>
                  <a:pt x="2064" y="609"/>
                  <a:pt x="2069" y="609"/>
                </a:cubicBezTo>
                <a:cubicBezTo>
                  <a:pt x="2074" y="609"/>
                  <a:pt x="2078" y="606"/>
                  <a:pt x="2078" y="601"/>
                </a:cubicBezTo>
                <a:close/>
                <a:moveTo>
                  <a:pt x="2103" y="601"/>
                </a:moveTo>
                <a:cubicBezTo>
                  <a:pt x="2103" y="596"/>
                  <a:pt x="2100" y="592"/>
                  <a:pt x="2095" y="592"/>
                </a:cubicBezTo>
                <a:cubicBezTo>
                  <a:pt x="2090" y="592"/>
                  <a:pt x="2086" y="596"/>
                  <a:pt x="2086" y="601"/>
                </a:cubicBezTo>
                <a:cubicBezTo>
                  <a:pt x="2086" y="606"/>
                  <a:pt x="2090" y="609"/>
                  <a:pt x="2095" y="609"/>
                </a:cubicBezTo>
                <a:cubicBezTo>
                  <a:pt x="2100" y="609"/>
                  <a:pt x="2103" y="606"/>
                  <a:pt x="2103" y="601"/>
                </a:cubicBezTo>
                <a:close/>
                <a:moveTo>
                  <a:pt x="2129" y="601"/>
                </a:moveTo>
                <a:cubicBezTo>
                  <a:pt x="2129" y="596"/>
                  <a:pt x="2125" y="592"/>
                  <a:pt x="2121" y="592"/>
                </a:cubicBezTo>
                <a:cubicBezTo>
                  <a:pt x="2116" y="592"/>
                  <a:pt x="2112" y="596"/>
                  <a:pt x="2112" y="601"/>
                </a:cubicBezTo>
                <a:cubicBezTo>
                  <a:pt x="2112" y="606"/>
                  <a:pt x="2116" y="609"/>
                  <a:pt x="2121" y="609"/>
                </a:cubicBezTo>
                <a:cubicBezTo>
                  <a:pt x="2125" y="609"/>
                  <a:pt x="2129" y="606"/>
                  <a:pt x="2129" y="601"/>
                </a:cubicBezTo>
                <a:close/>
                <a:moveTo>
                  <a:pt x="2155" y="601"/>
                </a:moveTo>
                <a:cubicBezTo>
                  <a:pt x="2155" y="596"/>
                  <a:pt x="2151" y="592"/>
                  <a:pt x="2146" y="592"/>
                </a:cubicBezTo>
                <a:cubicBezTo>
                  <a:pt x="2142" y="592"/>
                  <a:pt x="2138" y="596"/>
                  <a:pt x="2138" y="601"/>
                </a:cubicBezTo>
                <a:cubicBezTo>
                  <a:pt x="2138" y="606"/>
                  <a:pt x="2142" y="609"/>
                  <a:pt x="2146" y="609"/>
                </a:cubicBezTo>
                <a:cubicBezTo>
                  <a:pt x="2151" y="609"/>
                  <a:pt x="2155" y="606"/>
                  <a:pt x="2155" y="601"/>
                </a:cubicBezTo>
                <a:close/>
                <a:moveTo>
                  <a:pt x="2181" y="601"/>
                </a:moveTo>
                <a:cubicBezTo>
                  <a:pt x="2181" y="596"/>
                  <a:pt x="2177" y="592"/>
                  <a:pt x="2172" y="592"/>
                </a:cubicBezTo>
                <a:cubicBezTo>
                  <a:pt x="2167" y="592"/>
                  <a:pt x="2164" y="596"/>
                  <a:pt x="2164" y="601"/>
                </a:cubicBezTo>
                <a:cubicBezTo>
                  <a:pt x="2164" y="606"/>
                  <a:pt x="2167" y="609"/>
                  <a:pt x="2172" y="609"/>
                </a:cubicBezTo>
                <a:cubicBezTo>
                  <a:pt x="2177" y="609"/>
                  <a:pt x="2181" y="606"/>
                  <a:pt x="2181" y="601"/>
                </a:cubicBezTo>
                <a:close/>
                <a:moveTo>
                  <a:pt x="2207" y="601"/>
                </a:moveTo>
                <a:cubicBezTo>
                  <a:pt x="2207" y="596"/>
                  <a:pt x="2203" y="592"/>
                  <a:pt x="2198" y="592"/>
                </a:cubicBezTo>
                <a:cubicBezTo>
                  <a:pt x="2193" y="592"/>
                  <a:pt x="2189" y="596"/>
                  <a:pt x="2189" y="601"/>
                </a:cubicBezTo>
                <a:cubicBezTo>
                  <a:pt x="2189" y="606"/>
                  <a:pt x="2193" y="609"/>
                  <a:pt x="2198" y="609"/>
                </a:cubicBezTo>
                <a:cubicBezTo>
                  <a:pt x="2203" y="609"/>
                  <a:pt x="2207" y="606"/>
                  <a:pt x="2207" y="601"/>
                </a:cubicBezTo>
                <a:close/>
                <a:moveTo>
                  <a:pt x="2232" y="601"/>
                </a:moveTo>
                <a:cubicBezTo>
                  <a:pt x="2232" y="596"/>
                  <a:pt x="2228" y="592"/>
                  <a:pt x="2224" y="592"/>
                </a:cubicBezTo>
                <a:cubicBezTo>
                  <a:pt x="2219" y="592"/>
                  <a:pt x="2215" y="596"/>
                  <a:pt x="2215" y="601"/>
                </a:cubicBezTo>
                <a:cubicBezTo>
                  <a:pt x="2215" y="606"/>
                  <a:pt x="2219" y="609"/>
                  <a:pt x="2224" y="609"/>
                </a:cubicBezTo>
                <a:cubicBezTo>
                  <a:pt x="2228" y="609"/>
                  <a:pt x="2232" y="606"/>
                  <a:pt x="2232" y="601"/>
                </a:cubicBezTo>
                <a:close/>
                <a:moveTo>
                  <a:pt x="2258" y="601"/>
                </a:moveTo>
                <a:cubicBezTo>
                  <a:pt x="2258" y="596"/>
                  <a:pt x="2254" y="592"/>
                  <a:pt x="2249" y="592"/>
                </a:cubicBezTo>
                <a:cubicBezTo>
                  <a:pt x="2245" y="592"/>
                  <a:pt x="2241" y="596"/>
                  <a:pt x="2241" y="601"/>
                </a:cubicBezTo>
                <a:cubicBezTo>
                  <a:pt x="2241" y="606"/>
                  <a:pt x="2245" y="609"/>
                  <a:pt x="2249" y="609"/>
                </a:cubicBezTo>
                <a:cubicBezTo>
                  <a:pt x="2254" y="609"/>
                  <a:pt x="2258" y="606"/>
                  <a:pt x="2258" y="601"/>
                </a:cubicBezTo>
                <a:close/>
                <a:moveTo>
                  <a:pt x="2284" y="601"/>
                </a:moveTo>
                <a:cubicBezTo>
                  <a:pt x="2284" y="596"/>
                  <a:pt x="2280" y="592"/>
                  <a:pt x="2275" y="592"/>
                </a:cubicBezTo>
                <a:cubicBezTo>
                  <a:pt x="2270" y="592"/>
                  <a:pt x="2267" y="596"/>
                  <a:pt x="2267" y="601"/>
                </a:cubicBezTo>
                <a:cubicBezTo>
                  <a:pt x="2267" y="606"/>
                  <a:pt x="2270" y="609"/>
                  <a:pt x="2275" y="609"/>
                </a:cubicBezTo>
                <a:cubicBezTo>
                  <a:pt x="2280" y="609"/>
                  <a:pt x="2284" y="606"/>
                  <a:pt x="2284" y="601"/>
                </a:cubicBezTo>
                <a:close/>
                <a:moveTo>
                  <a:pt x="2310" y="601"/>
                </a:moveTo>
                <a:cubicBezTo>
                  <a:pt x="2310" y="596"/>
                  <a:pt x="2306" y="592"/>
                  <a:pt x="2301" y="592"/>
                </a:cubicBezTo>
                <a:cubicBezTo>
                  <a:pt x="2296" y="592"/>
                  <a:pt x="2292" y="596"/>
                  <a:pt x="2292" y="601"/>
                </a:cubicBezTo>
                <a:cubicBezTo>
                  <a:pt x="2292" y="606"/>
                  <a:pt x="2296" y="609"/>
                  <a:pt x="2301" y="609"/>
                </a:cubicBezTo>
                <a:cubicBezTo>
                  <a:pt x="2306" y="609"/>
                  <a:pt x="2310" y="606"/>
                  <a:pt x="2310" y="601"/>
                </a:cubicBezTo>
                <a:close/>
                <a:moveTo>
                  <a:pt x="2335" y="601"/>
                </a:moveTo>
                <a:cubicBezTo>
                  <a:pt x="2335" y="596"/>
                  <a:pt x="2331" y="592"/>
                  <a:pt x="2327" y="592"/>
                </a:cubicBezTo>
                <a:cubicBezTo>
                  <a:pt x="2322" y="592"/>
                  <a:pt x="2318" y="596"/>
                  <a:pt x="2318" y="601"/>
                </a:cubicBezTo>
                <a:cubicBezTo>
                  <a:pt x="2318" y="606"/>
                  <a:pt x="2322" y="609"/>
                  <a:pt x="2327" y="609"/>
                </a:cubicBezTo>
                <a:cubicBezTo>
                  <a:pt x="2331" y="609"/>
                  <a:pt x="2335" y="606"/>
                  <a:pt x="2335" y="601"/>
                </a:cubicBezTo>
                <a:close/>
                <a:moveTo>
                  <a:pt x="2387" y="601"/>
                </a:moveTo>
                <a:cubicBezTo>
                  <a:pt x="2387" y="596"/>
                  <a:pt x="2383" y="592"/>
                  <a:pt x="2378" y="592"/>
                </a:cubicBezTo>
                <a:cubicBezTo>
                  <a:pt x="2373" y="592"/>
                  <a:pt x="2370" y="596"/>
                  <a:pt x="2370" y="601"/>
                </a:cubicBezTo>
                <a:cubicBezTo>
                  <a:pt x="2370" y="606"/>
                  <a:pt x="2373" y="609"/>
                  <a:pt x="2378" y="609"/>
                </a:cubicBezTo>
                <a:cubicBezTo>
                  <a:pt x="2383" y="609"/>
                  <a:pt x="2387" y="606"/>
                  <a:pt x="2387" y="601"/>
                </a:cubicBezTo>
                <a:close/>
                <a:moveTo>
                  <a:pt x="2490" y="601"/>
                </a:moveTo>
                <a:cubicBezTo>
                  <a:pt x="2490" y="596"/>
                  <a:pt x="2486" y="592"/>
                  <a:pt x="2481" y="592"/>
                </a:cubicBezTo>
                <a:cubicBezTo>
                  <a:pt x="2477" y="592"/>
                  <a:pt x="2473" y="596"/>
                  <a:pt x="2473" y="601"/>
                </a:cubicBezTo>
                <a:cubicBezTo>
                  <a:pt x="2473" y="606"/>
                  <a:pt x="2477" y="609"/>
                  <a:pt x="2481" y="609"/>
                </a:cubicBezTo>
                <a:cubicBezTo>
                  <a:pt x="2486" y="609"/>
                  <a:pt x="2490" y="606"/>
                  <a:pt x="2490" y="601"/>
                </a:cubicBezTo>
                <a:close/>
                <a:moveTo>
                  <a:pt x="326" y="627"/>
                </a:moveTo>
                <a:cubicBezTo>
                  <a:pt x="326" y="622"/>
                  <a:pt x="322" y="618"/>
                  <a:pt x="318" y="618"/>
                </a:cubicBezTo>
                <a:cubicBezTo>
                  <a:pt x="313" y="618"/>
                  <a:pt x="309" y="622"/>
                  <a:pt x="309" y="627"/>
                </a:cubicBezTo>
                <a:cubicBezTo>
                  <a:pt x="309" y="631"/>
                  <a:pt x="313" y="635"/>
                  <a:pt x="318" y="635"/>
                </a:cubicBezTo>
                <a:cubicBezTo>
                  <a:pt x="322" y="635"/>
                  <a:pt x="326" y="631"/>
                  <a:pt x="326" y="627"/>
                </a:cubicBezTo>
                <a:close/>
                <a:moveTo>
                  <a:pt x="352" y="627"/>
                </a:moveTo>
                <a:cubicBezTo>
                  <a:pt x="352" y="622"/>
                  <a:pt x="348" y="618"/>
                  <a:pt x="343" y="618"/>
                </a:cubicBezTo>
                <a:cubicBezTo>
                  <a:pt x="339" y="618"/>
                  <a:pt x="335" y="622"/>
                  <a:pt x="335" y="627"/>
                </a:cubicBezTo>
                <a:cubicBezTo>
                  <a:pt x="335" y="631"/>
                  <a:pt x="339" y="635"/>
                  <a:pt x="343" y="635"/>
                </a:cubicBezTo>
                <a:cubicBezTo>
                  <a:pt x="348" y="635"/>
                  <a:pt x="352" y="631"/>
                  <a:pt x="352" y="627"/>
                </a:cubicBezTo>
                <a:close/>
                <a:moveTo>
                  <a:pt x="378" y="627"/>
                </a:moveTo>
                <a:cubicBezTo>
                  <a:pt x="378" y="622"/>
                  <a:pt x="374" y="618"/>
                  <a:pt x="369" y="618"/>
                </a:cubicBezTo>
                <a:cubicBezTo>
                  <a:pt x="364" y="618"/>
                  <a:pt x="360" y="622"/>
                  <a:pt x="360" y="627"/>
                </a:cubicBezTo>
                <a:cubicBezTo>
                  <a:pt x="360" y="631"/>
                  <a:pt x="364" y="635"/>
                  <a:pt x="369" y="635"/>
                </a:cubicBezTo>
                <a:cubicBezTo>
                  <a:pt x="374" y="635"/>
                  <a:pt x="378" y="631"/>
                  <a:pt x="378" y="627"/>
                </a:cubicBezTo>
                <a:close/>
                <a:moveTo>
                  <a:pt x="403" y="627"/>
                </a:moveTo>
                <a:cubicBezTo>
                  <a:pt x="403" y="622"/>
                  <a:pt x="400" y="618"/>
                  <a:pt x="395" y="618"/>
                </a:cubicBezTo>
                <a:cubicBezTo>
                  <a:pt x="390" y="618"/>
                  <a:pt x="386" y="622"/>
                  <a:pt x="386" y="627"/>
                </a:cubicBezTo>
                <a:cubicBezTo>
                  <a:pt x="386" y="631"/>
                  <a:pt x="390" y="635"/>
                  <a:pt x="395" y="635"/>
                </a:cubicBezTo>
                <a:cubicBezTo>
                  <a:pt x="400" y="635"/>
                  <a:pt x="403" y="631"/>
                  <a:pt x="403" y="627"/>
                </a:cubicBezTo>
                <a:close/>
                <a:moveTo>
                  <a:pt x="429" y="627"/>
                </a:moveTo>
                <a:cubicBezTo>
                  <a:pt x="429" y="622"/>
                  <a:pt x="425" y="618"/>
                  <a:pt x="421" y="618"/>
                </a:cubicBezTo>
                <a:cubicBezTo>
                  <a:pt x="416" y="618"/>
                  <a:pt x="412" y="622"/>
                  <a:pt x="412" y="627"/>
                </a:cubicBezTo>
                <a:cubicBezTo>
                  <a:pt x="412" y="631"/>
                  <a:pt x="416" y="635"/>
                  <a:pt x="421" y="635"/>
                </a:cubicBezTo>
                <a:cubicBezTo>
                  <a:pt x="425" y="635"/>
                  <a:pt x="429" y="631"/>
                  <a:pt x="429" y="627"/>
                </a:cubicBezTo>
                <a:close/>
                <a:moveTo>
                  <a:pt x="455" y="627"/>
                </a:moveTo>
                <a:cubicBezTo>
                  <a:pt x="455" y="622"/>
                  <a:pt x="451" y="618"/>
                  <a:pt x="446" y="618"/>
                </a:cubicBezTo>
                <a:cubicBezTo>
                  <a:pt x="442" y="618"/>
                  <a:pt x="438" y="622"/>
                  <a:pt x="438" y="627"/>
                </a:cubicBezTo>
                <a:cubicBezTo>
                  <a:pt x="438" y="631"/>
                  <a:pt x="442" y="635"/>
                  <a:pt x="446" y="635"/>
                </a:cubicBezTo>
                <a:cubicBezTo>
                  <a:pt x="451" y="635"/>
                  <a:pt x="455" y="631"/>
                  <a:pt x="455" y="627"/>
                </a:cubicBezTo>
                <a:close/>
                <a:moveTo>
                  <a:pt x="481" y="627"/>
                </a:moveTo>
                <a:cubicBezTo>
                  <a:pt x="481" y="622"/>
                  <a:pt x="477" y="618"/>
                  <a:pt x="472" y="618"/>
                </a:cubicBezTo>
                <a:cubicBezTo>
                  <a:pt x="467" y="618"/>
                  <a:pt x="463" y="622"/>
                  <a:pt x="463" y="627"/>
                </a:cubicBezTo>
                <a:cubicBezTo>
                  <a:pt x="463" y="631"/>
                  <a:pt x="467" y="635"/>
                  <a:pt x="472" y="635"/>
                </a:cubicBezTo>
                <a:cubicBezTo>
                  <a:pt x="477" y="635"/>
                  <a:pt x="481" y="631"/>
                  <a:pt x="481" y="627"/>
                </a:cubicBezTo>
                <a:close/>
                <a:moveTo>
                  <a:pt x="506" y="627"/>
                </a:moveTo>
                <a:cubicBezTo>
                  <a:pt x="506" y="622"/>
                  <a:pt x="503" y="618"/>
                  <a:pt x="498" y="618"/>
                </a:cubicBezTo>
                <a:cubicBezTo>
                  <a:pt x="493" y="618"/>
                  <a:pt x="489" y="622"/>
                  <a:pt x="489" y="627"/>
                </a:cubicBezTo>
                <a:cubicBezTo>
                  <a:pt x="489" y="631"/>
                  <a:pt x="493" y="635"/>
                  <a:pt x="498" y="635"/>
                </a:cubicBezTo>
                <a:cubicBezTo>
                  <a:pt x="503" y="635"/>
                  <a:pt x="506" y="631"/>
                  <a:pt x="506" y="627"/>
                </a:cubicBezTo>
                <a:close/>
                <a:moveTo>
                  <a:pt x="532" y="627"/>
                </a:moveTo>
                <a:cubicBezTo>
                  <a:pt x="532" y="622"/>
                  <a:pt x="528" y="618"/>
                  <a:pt x="524" y="618"/>
                </a:cubicBezTo>
                <a:cubicBezTo>
                  <a:pt x="519" y="618"/>
                  <a:pt x="515" y="622"/>
                  <a:pt x="515" y="627"/>
                </a:cubicBezTo>
                <a:cubicBezTo>
                  <a:pt x="515" y="631"/>
                  <a:pt x="519" y="635"/>
                  <a:pt x="524" y="635"/>
                </a:cubicBezTo>
                <a:cubicBezTo>
                  <a:pt x="528" y="635"/>
                  <a:pt x="532" y="631"/>
                  <a:pt x="532" y="627"/>
                </a:cubicBezTo>
                <a:close/>
                <a:moveTo>
                  <a:pt x="558" y="627"/>
                </a:moveTo>
                <a:cubicBezTo>
                  <a:pt x="558" y="622"/>
                  <a:pt x="554" y="618"/>
                  <a:pt x="549" y="618"/>
                </a:cubicBezTo>
                <a:cubicBezTo>
                  <a:pt x="545" y="618"/>
                  <a:pt x="541" y="622"/>
                  <a:pt x="541" y="627"/>
                </a:cubicBezTo>
                <a:cubicBezTo>
                  <a:pt x="541" y="631"/>
                  <a:pt x="545" y="635"/>
                  <a:pt x="549" y="635"/>
                </a:cubicBezTo>
                <a:cubicBezTo>
                  <a:pt x="554" y="635"/>
                  <a:pt x="558" y="631"/>
                  <a:pt x="558" y="627"/>
                </a:cubicBezTo>
                <a:close/>
                <a:moveTo>
                  <a:pt x="584" y="627"/>
                </a:moveTo>
                <a:cubicBezTo>
                  <a:pt x="584" y="622"/>
                  <a:pt x="580" y="618"/>
                  <a:pt x="575" y="618"/>
                </a:cubicBezTo>
                <a:cubicBezTo>
                  <a:pt x="570" y="618"/>
                  <a:pt x="567" y="622"/>
                  <a:pt x="567" y="627"/>
                </a:cubicBezTo>
                <a:cubicBezTo>
                  <a:pt x="567" y="631"/>
                  <a:pt x="570" y="635"/>
                  <a:pt x="575" y="635"/>
                </a:cubicBezTo>
                <a:cubicBezTo>
                  <a:pt x="580" y="635"/>
                  <a:pt x="584" y="631"/>
                  <a:pt x="584" y="627"/>
                </a:cubicBezTo>
                <a:close/>
                <a:moveTo>
                  <a:pt x="609" y="627"/>
                </a:moveTo>
                <a:cubicBezTo>
                  <a:pt x="609" y="622"/>
                  <a:pt x="606" y="618"/>
                  <a:pt x="601" y="618"/>
                </a:cubicBezTo>
                <a:cubicBezTo>
                  <a:pt x="596" y="618"/>
                  <a:pt x="592" y="622"/>
                  <a:pt x="592" y="627"/>
                </a:cubicBezTo>
                <a:cubicBezTo>
                  <a:pt x="592" y="631"/>
                  <a:pt x="596" y="635"/>
                  <a:pt x="601" y="635"/>
                </a:cubicBezTo>
                <a:cubicBezTo>
                  <a:pt x="606" y="635"/>
                  <a:pt x="609" y="631"/>
                  <a:pt x="609" y="627"/>
                </a:cubicBezTo>
                <a:close/>
                <a:moveTo>
                  <a:pt x="635" y="627"/>
                </a:moveTo>
                <a:cubicBezTo>
                  <a:pt x="635" y="622"/>
                  <a:pt x="631" y="618"/>
                  <a:pt x="627" y="618"/>
                </a:cubicBezTo>
                <a:cubicBezTo>
                  <a:pt x="622" y="618"/>
                  <a:pt x="618" y="622"/>
                  <a:pt x="618" y="627"/>
                </a:cubicBezTo>
                <a:cubicBezTo>
                  <a:pt x="618" y="631"/>
                  <a:pt x="622" y="635"/>
                  <a:pt x="627" y="635"/>
                </a:cubicBezTo>
                <a:cubicBezTo>
                  <a:pt x="631" y="635"/>
                  <a:pt x="635" y="631"/>
                  <a:pt x="635" y="627"/>
                </a:cubicBezTo>
                <a:close/>
                <a:moveTo>
                  <a:pt x="661" y="627"/>
                </a:moveTo>
                <a:cubicBezTo>
                  <a:pt x="661" y="622"/>
                  <a:pt x="657" y="618"/>
                  <a:pt x="652" y="618"/>
                </a:cubicBezTo>
                <a:cubicBezTo>
                  <a:pt x="648" y="618"/>
                  <a:pt x="644" y="622"/>
                  <a:pt x="644" y="627"/>
                </a:cubicBezTo>
                <a:cubicBezTo>
                  <a:pt x="644" y="631"/>
                  <a:pt x="648" y="635"/>
                  <a:pt x="652" y="635"/>
                </a:cubicBezTo>
                <a:cubicBezTo>
                  <a:pt x="657" y="635"/>
                  <a:pt x="661" y="631"/>
                  <a:pt x="661" y="627"/>
                </a:cubicBezTo>
                <a:close/>
                <a:moveTo>
                  <a:pt x="687" y="627"/>
                </a:moveTo>
                <a:cubicBezTo>
                  <a:pt x="687" y="622"/>
                  <a:pt x="683" y="618"/>
                  <a:pt x="678" y="618"/>
                </a:cubicBezTo>
                <a:cubicBezTo>
                  <a:pt x="673" y="618"/>
                  <a:pt x="670" y="622"/>
                  <a:pt x="670" y="627"/>
                </a:cubicBezTo>
                <a:cubicBezTo>
                  <a:pt x="670" y="631"/>
                  <a:pt x="673" y="635"/>
                  <a:pt x="678" y="635"/>
                </a:cubicBezTo>
                <a:cubicBezTo>
                  <a:pt x="683" y="635"/>
                  <a:pt x="687" y="631"/>
                  <a:pt x="687" y="627"/>
                </a:cubicBezTo>
                <a:close/>
                <a:moveTo>
                  <a:pt x="712" y="627"/>
                </a:moveTo>
                <a:cubicBezTo>
                  <a:pt x="712" y="622"/>
                  <a:pt x="709" y="618"/>
                  <a:pt x="704" y="618"/>
                </a:cubicBezTo>
                <a:cubicBezTo>
                  <a:pt x="699" y="618"/>
                  <a:pt x="695" y="622"/>
                  <a:pt x="695" y="627"/>
                </a:cubicBezTo>
                <a:cubicBezTo>
                  <a:pt x="695" y="631"/>
                  <a:pt x="699" y="635"/>
                  <a:pt x="704" y="635"/>
                </a:cubicBezTo>
                <a:cubicBezTo>
                  <a:pt x="709" y="635"/>
                  <a:pt x="712" y="631"/>
                  <a:pt x="712" y="627"/>
                </a:cubicBezTo>
                <a:close/>
                <a:moveTo>
                  <a:pt x="738" y="627"/>
                </a:moveTo>
                <a:cubicBezTo>
                  <a:pt x="738" y="622"/>
                  <a:pt x="734" y="618"/>
                  <a:pt x="730" y="618"/>
                </a:cubicBezTo>
                <a:cubicBezTo>
                  <a:pt x="725" y="618"/>
                  <a:pt x="721" y="622"/>
                  <a:pt x="721" y="627"/>
                </a:cubicBezTo>
                <a:cubicBezTo>
                  <a:pt x="721" y="631"/>
                  <a:pt x="725" y="635"/>
                  <a:pt x="730" y="635"/>
                </a:cubicBezTo>
                <a:cubicBezTo>
                  <a:pt x="734" y="635"/>
                  <a:pt x="738" y="631"/>
                  <a:pt x="738" y="627"/>
                </a:cubicBezTo>
                <a:close/>
                <a:moveTo>
                  <a:pt x="764" y="627"/>
                </a:moveTo>
                <a:cubicBezTo>
                  <a:pt x="764" y="622"/>
                  <a:pt x="760" y="618"/>
                  <a:pt x="755" y="618"/>
                </a:cubicBezTo>
                <a:cubicBezTo>
                  <a:pt x="751" y="618"/>
                  <a:pt x="747" y="622"/>
                  <a:pt x="747" y="627"/>
                </a:cubicBezTo>
                <a:cubicBezTo>
                  <a:pt x="747" y="631"/>
                  <a:pt x="751" y="635"/>
                  <a:pt x="755" y="635"/>
                </a:cubicBezTo>
                <a:cubicBezTo>
                  <a:pt x="760" y="635"/>
                  <a:pt x="764" y="631"/>
                  <a:pt x="764" y="627"/>
                </a:cubicBezTo>
                <a:close/>
                <a:moveTo>
                  <a:pt x="790" y="627"/>
                </a:moveTo>
                <a:cubicBezTo>
                  <a:pt x="790" y="622"/>
                  <a:pt x="786" y="618"/>
                  <a:pt x="781" y="618"/>
                </a:cubicBezTo>
                <a:cubicBezTo>
                  <a:pt x="776" y="618"/>
                  <a:pt x="773" y="622"/>
                  <a:pt x="773" y="627"/>
                </a:cubicBezTo>
                <a:cubicBezTo>
                  <a:pt x="773" y="631"/>
                  <a:pt x="776" y="635"/>
                  <a:pt x="781" y="635"/>
                </a:cubicBezTo>
                <a:cubicBezTo>
                  <a:pt x="786" y="635"/>
                  <a:pt x="790" y="631"/>
                  <a:pt x="790" y="627"/>
                </a:cubicBezTo>
                <a:close/>
                <a:moveTo>
                  <a:pt x="1279" y="627"/>
                </a:moveTo>
                <a:cubicBezTo>
                  <a:pt x="1279" y="622"/>
                  <a:pt x="1275" y="618"/>
                  <a:pt x="1271" y="618"/>
                </a:cubicBezTo>
                <a:cubicBezTo>
                  <a:pt x="1266" y="618"/>
                  <a:pt x="1262" y="622"/>
                  <a:pt x="1262" y="627"/>
                </a:cubicBezTo>
                <a:cubicBezTo>
                  <a:pt x="1262" y="631"/>
                  <a:pt x="1266" y="635"/>
                  <a:pt x="1271" y="635"/>
                </a:cubicBezTo>
                <a:cubicBezTo>
                  <a:pt x="1275" y="635"/>
                  <a:pt x="1279" y="631"/>
                  <a:pt x="1279" y="627"/>
                </a:cubicBezTo>
                <a:close/>
                <a:moveTo>
                  <a:pt x="1305" y="627"/>
                </a:moveTo>
                <a:cubicBezTo>
                  <a:pt x="1305" y="622"/>
                  <a:pt x="1301" y="618"/>
                  <a:pt x="1296" y="618"/>
                </a:cubicBezTo>
                <a:cubicBezTo>
                  <a:pt x="1292" y="618"/>
                  <a:pt x="1288" y="622"/>
                  <a:pt x="1288" y="627"/>
                </a:cubicBezTo>
                <a:cubicBezTo>
                  <a:pt x="1288" y="631"/>
                  <a:pt x="1292" y="635"/>
                  <a:pt x="1296" y="635"/>
                </a:cubicBezTo>
                <a:cubicBezTo>
                  <a:pt x="1301" y="635"/>
                  <a:pt x="1305" y="631"/>
                  <a:pt x="1305" y="627"/>
                </a:cubicBezTo>
                <a:close/>
                <a:moveTo>
                  <a:pt x="1331" y="627"/>
                </a:moveTo>
                <a:cubicBezTo>
                  <a:pt x="1331" y="622"/>
                  <a:pt x="1327" y="618"/>
                  <a:pt x="1322" y="618"/>
                </a:cubicBezTo>
                <a:cubicBezTo>
                  <a:pt x="1317" y="618"/>
                  <a:pt x="1314" y="622"/>
                  <a:pt x="1314" y="627"/>
                </a:cubicBezTo>
                <a:cubicBezTo>
                  <a:pt x="1314" y="631"/>
                  <a:pt x="1317" y="635"/>
                  <a:pt x="1322" y="635"/>
                </a:cubicBezTo>
                <a:cubicBezTo>
                  <a:pt x="1327" y="635"/>
                  <a:pt x="1331" y="631"/>
                  <a:pt x="1331" y="627"/>
                </a:cubicBezTo>
                <a:close/>
                <a:moveTo>
                  <a:pt x="1356" y="627"/>
                </a:moveTo>
                <a:cubicBezTo>
                  <a:pt x="1356" y="622"/>
                  <a:pt x="1353" y="618"/>
                  <a:pt x="1348" y="618"/>
                </a:cubicBezTo>
                <a:cubicBezTo>
                  <a:pt x="1343" y="618"/>
                  <a:pt x="1339" y="622"/>
                  <a:pt x="1339" y="627"/>
                </a:cubicBezTo>
                <a:cubicBezTo>
                  <a:pt x="1339" y="631"/>
                  <a:pt x="1343" y="635"/>
                  <a:pt x="1348" y="635"/>
                </a:cubicBezTo>
                <a:cubicBezTo>
                  <a:pt x="1353" y="635"/>
                  <a:pt x="1356" y="631"/>
                  <a:pt x="1356" y="627"/>
                </a:cubicBezTo>
                <a:close/>
                <a:moveTo>
                  <a:pt x="1382" y="627"/>
                </a:moveTo>
                <a:cubicBezTo>
                  <a:pt x="1382" y="622"/>
                  <a:pt x="1378" y="618"/>
                  <a:pt x="1374" y="618"/>
                </a:cubicBezTo>
                <a:cubicBezTo>
                  <a:pt x="1369" y="618"/>
                  <a:pt x="1365" y="622"/>
                  <a:pt x="1365" y="627"/>
                </a:cubicBezTo>
                <a:cubicBezTo>
                  <a:pt x="1365" y="631"/>
                  <a:pt x="1369" y="635"/>
                  <a:pt x="1374" y="635"/>
                </a:cubicBezTo>
                <a:cubicBezTo>
                  <a:pt x="1378" y="635"/>
                  <a:pt x="1382" y="631"/>
                  <a:pt x="1382" y="627"/>
                </a:cubicBezTo>
                <a:close/>
                <a:moveTo>
                  <a:pt x="1408" y="627"/>
                </a:moveTo>
                <a:cubicBezTo>
                  <a:pt x="1408" y="622"/>
                  <a:pt x="1404" y="618"/>
                  <a:pt x="1399" y="618"/>
                </a:cubicBezTo>
                <a:cubicBezTo>
                  <a:pt x="1395" y="618"/>
                  <a:pt x="1391" y="622"/>
                  <a:pt x="1391" y="627"/>
                </a:cubicBezTo>
                <a:cubicBezTo>
                  <a:pt x="1391" y="631"/>
                  <a:pt x="1395" y="635"/>
                  <a:pt x="1399" y="635"/>
                </a:cubicBezTo>
                <a:cubicBezTo>
                  <a:pt x="1404" y="635"/>
                  <a:pt x="1408" y="631"/>
                  <a:pt x="1408" y="627"/>
                </a:cubicBezTo>
                <a:close/>
                <a:moveTo>
                  <a:pt x="1434" y="627"/>
                </a:moveTo>
                <a:cubicBezTo>
                  <a:pt x="1434" y="622"/>
                  <a:pt x="1430" y="618"/>
                  <a:pt x="1425" y="618"/>
                </a:cubicBezTo>
                <a:cubicBezTo>
                  <a:pt x="1420" y="618"/>
                  <a:pt x="1417" y="622"/>
                  <a:pt x="1417" y="627"/>
                </a:cubicBezTo>
                <a:cubicBezTo>
                  <a:pt x="1417" y="631"/>
                  <a:pt x="1420" y="635"/>
                  <a:pt x="1425" y="635"/>
                </a:cubicBezTo>
                <a:cubicBezTo>
                  <a:pt x="1430" y="635"/>
                  <a:pt x="1434" y="631"/>
                  <a:pt x="1434" y="627"/>
                </a:cubicBezTo>
                <a:close/>
                <a:moveTo>
                  <a:pt x="1459" y="627"/>
                </a:moveTo>
                <a:cubicBezTo>
                  <a:pt x="1459" y="622"/>
                  <a:pt x="1456" y="618"/>
                  <a:pt x="1451" y="618"/>
                </a:cubicBezTo>
                <a:cubicBezTo>
                  <a:pt x="1446" y="618"/>
                  <a:pt x="1442" y="622"/>
                  <a:pt x="1442" y="627"/>
                </a:cubicBezTo>
                <a:cubicBezTo>
                  <a:pt x="1442" y="631"/>
                  <a:pt x="1446" y="635"/>
                  <a:pt x="1451" y="635"/>
                </a:cubicBezTo>
                <a:cubicBezTo>
                  <a:pt x="1456" y="635"/>
                  <a:pt x="1459" y="631"/>
                  <a:pt x="1459" y="627"/>
                </a:cubicBezTo>
                <a:close/>
                <a:moveTo>
                  <a:pt x="1485" y="627"/>
                </a:moveTo>
                <a:cubicBezTo>
                  <a:pt x="1485" y="622"/>
                  <a:pt x="1481" y="618"/>
                  <a:pt x="1477" y="618"/>
                </a:cubicBezTo>
                <a:cubicBezTo>
                  <a:pt x="1472" y="618"/>
                  <a:pt x="1468" y="622"/>
                  <a:pt x="1468" y="627"/>
                </a:cubicBezTo>
                <a:cubicBezTo>
                  <a:pt x="1468" y="631"/>
                  <a:pt x="1472" y="635"/>
                  <a:pt x="1477" y="635"/>
                </a:cubicBezTo>
                <a:cubicBezTo>
                  <a:pt x="1481" y="635"/>
                  <a:pt x="1485" y="631"/>
                  <a:pt x="1485" y="627"/>
                </a:cubicBezTo>
                <a:close/>
                <a:moveTo>
                  <a:pt x="1511" y="627"/>
                </a:moveTo>
                <a:cubicBezTo>
                  <a:pt x="1511" y="622"/>
                  <a:pt x="1507" y="618"/>
                  <a:pt x="1502" y="618"/>
                </a:cubicBezTo>
                <a:cubicBezTo>
                  <a:pt x="1498" y="618"/>
                  <a:pt x="1494" y="622"/>
                  <a:pt x="1494" y="627"/>
                </a:cubicBezTo>
                <a:cubicBezTo>
                  <a:pt x="1494" y="631"/>
                  <a:pt x="1498" y="635"/>
                  <a:pt x="1502" y="635"/>
                </a:cubicBezTo>
                <a:cubicBezTo>
                  <a:pt x="1507" y="635"/>
                  <a:pt x="1511" y="631"/>
                  <a:pt x="1511" y="627"/>
                </a:cubicBezTo>
                <a:close/>
                <a:moveTo>
                  <a:pt x="1537" y="627"/>
                </a:moveTo>
                <a:cubicBezTo>
                  <a:pt x="1537" y="622"/>
                  <a:pt x="1533" y="618"/>
                  <a:pt x="1528" y="618"/>
                </a:cubicBezTo>
                <a:cubicBezTo>
                  <a:pt x="1523" y="618"/>
                  <a:pt x="1520" y="622"/>
                  <a:pt x="1520" y="627"/>
                </a:cubicBezTo>
                <a:cubicBezTo>
                  <a:pt x="1520" y="631"/>
                  <a:pt x="1523" y="635"/>
                  <a:pt x="1528" y="635"/>
                </a:cubicBezTo>
                <a:cubicBezTo>
                  <a:pt x="1533" y="635"/>
                  <a:pt x="1537" y="631"/>
                  <a:pt x="1537" y="627"/>
                </a:cubicBezTo>
                <a:close/>
                <a:moveTo>
                  <a:pt x="1563" y="627"/>
                </a:moveTo>
                <a:cubicBezTo>
                  <a:pt x="1563" y="622"/>
                  <a:pt x="1559" y="618"/>
                  <a:pt x="1554" y="618"/>
                </a:cubicBezTo>
                <a:cubicBezTo>
                  <a:pt x="1549" y="618"/>
                  <a:pt x="1545" y="622"/>
                  <a:pt x="1545" y="627"/>
                </a:cubicBezTo>
                <a:cubicBezTo>
                  <a:pt x="1545" y="631"/>
                  <a:pt x="1549" y="635"/>
                  <a:pt x="1554" y="635"/>
                </a:cubicBezTo>
                <a:cubicBezTo>
                  <a:pt x="1559" y="635"/>
                  <a:pt x="1563" y="631"/>
                  <a:pt x="1563" y="627"/>
                </a:cubicBezTo>
                <a:close/>
                <a:moveTo>
                  <a:pt x="1588" y="627"/>
                </a:moveTo>
                <a:cubicBezTo>
                  <a:pt x="1588" y="622"/>
                  <a:pt x="1584" y="618"/>
                  <a:pt x="1580" y="618"/>
                </a:cubicBezTo>
                <a:cubicBezTo>
                  <a:pt x="1575" y="618"/>
                  <a:pt x="1571" y="622"/>
                  <a:pt x="1571" y="627"/>
                </a:cubicBezTo>
                <a:cubicBezTo>
                  <a:pt x="1571" y="631"/>
                  <a:pt x="1575" y="635"/>
                  <a:pt x="1580" y="635"/>
                </a:cubicBezTo>
                <a:cubicBezTo>
                  <a:pt x="1584" y="635"/>
                  <a:pt x="1588" y="631"/>
                  <a:pt x="1588" y="627"/>
                </a:cubicBezTo>
                <a:close/>
                <a:moveTo>
                  <a:pt x="1614" y="627"/>
                </a:moveTo>
                <a:cubicBezTo>
                  <a:pt x="1614" y="622"/>
                  <a:pt x="1610" y="618"/>
                  <a:pt x="1605" y="618"/>
                </a:cubicBezTo>
                <a:cubicBezTo>
                  <a:pt x="1601" y="618"/>
                  <a:pt x="1597" y="622"/>
                  <a:pt x="1597" y="627"/>
                </a:cubicBezTo>
                <a:cubicBezTo>
                  <a:pt x="1597" y="631"/>
                  <a:pt x="1601" y="635"/>
                  <a:pt x="1605" y="635"/>
                </a:cubicBezTo>
                <a:cubicBezTo>
                  <a:pt x="1610" y="635"/>
                  <a:pt x="1614" y="631"/>
                  <a:pt x="1614" y="627"/>
                </a:cubicBezTo>
                <a:close/>
                <a:moveTo>
                  <a:pt x="1640" y="627"/>
                </a:moveTo>
                <a:cubicBezTo>
                  <a:pt x="1640" y="622"/>
                  <a:pt x="1636" y="618"/>
                  <a:pt x="1631" y="618"/>
                </a:cubicBezTo>
                <a:cubicBezTo>
                  <a:pt x="1626" y="618"/>
                  <a:pt x="1623" y="622"/>
                  <a:pt x="1623" y="627"/>
                </a:cubicBezTo>
                <a:cubicBezTo>
                  <a:pt x="1623" y="631"/>
                  <a:pt x="1626" y="635"/>
                  <a:pt x="1631" y="635"/>
                </a:cubicBezTo>
                <a:cubicBezTo>
                  <a:pt x="1636" y="635"/>
                  <a:pt x="1640" y="631"/>
                  <a:pt x="1640" y="627"/>
                </a:cubicBezTo>
                <a:close/>
                <a:moveTo>
                  <a:pt x="1666" y="627"/>
                </a:moveTo>
                <a:cubicBezTo>
                  <a:pt x="1666" y="622"/>
                  <a:pt x="1662" y="618"/>
                  <a:pt x="1657" y="618"/>
                </a:cubicBezTo>
                <a:cubicBezTo>
                  <a:pt x="1652" y="618"/>
                  <a:pt x="1648" y="622"/>
                  <a:pt x="1648" y="627"/>
                </a:cubicBezTo>
                <a:cubicBezTo>
                  <a:pt x="1648" y="631"/>
                  <a:pt x="1652" y="635"/>
                  <a:pt x="1657" y="635"/>
                </a:cubicBezTo>
                <a:cubicBezTo>
                  <a:pt x="1662" y="635"/>
                  <a:pt x="1666" y="631"/>
                  <a:pt x="1666" y="627"/>
                </a:cubicBezTo>
                <a:close/>
                <a:moveTo>
                  <a:pt x="1691" y="627"/>
                </a:moveTo>
                <a:cubicBezTo>
                  <a:pt x="1691" y="622"/>
                  <a:pt x="1687" y="618"/>
                  <a:pt x="1683" y="618"/>
                </a:cubicBezTo>
                <a:cubicBezTo>
                  <a:pt x="1678" y="618"/>
                  <a:pt x="1674" y="622"/>
                  <a:pt x="1674" y="627"/>
                </a:cubicBezTo>
                <a:cubicBezTo>
                  <a:pt x="1674" y="631"/>
                  <a:pt x="1678" y="635"/>
                  <a:pt x="1683" y="635"/>
                </a:cubicBezTo>
                <a:cubicBezTo>
                  <a:pt x="1687" y="635"/>
                  <a:pt x="1691" y="631"/>
                  <a:pt x="1691" y="627"/>
                </a:cubicBezTo>
                <a:close/>
                <a:moveTo>
                  <a:pt x="1717" y="627"/>
                </a:moveTo>
                <a:cubicBezTo>
                  <a:pt x="1717" y="622"/>
                  <a:pt x="1713" y="618"/>
                  <a:pt x="1708" y="618"/>
                </a:cubicBezTo>
                <a:cubicBezTo>
                  <a:pt x="1704" y="618"/>
                  <a:pt x="1700" y="622"/>
                  <a:pt x="1700" y="627"/>
                </a:cubicBezTo>
                <a:cubicBezTo>
                  <a:pt x="1700" y="631"/>
                  <a:pt x="1704" y="635"/>
                  <a:pt x="1708" y="635"/>
                </a:cubicBezTo>
                <a:cubicBezTo>
                  <a:pt x="1713" y="635"/>
                  <a:pt x="1717" y="631"/>
                  <a:pt x="1717" y="627"/>
                </a:cubicBezTo>
                <a:close/>
                <a:moveTo>
                  <a:pt x="1743" y="627"/>
                </a:moveTo>
                <a:cubicBezTo>
                  <a:pt x="1743" y="622"/>
                  <a:pt x="1739" y="618"/>
                  <a:pt x="1734" y="618"/>
                </a:cubicBezTo>
                <a:cubicBezTo>
                  <a:pt x="1730" y="618"/>
                  <a:pt x="1726" y="622"/>
                  <a:pt x="1726" y="627"/>
                </a:cubicBezTo>
                <a:cubicBezTo>
                  <a:pt x="1726" y="631"/>
                  <a:pt x="1730" y="635"/>
                  <a:pt x="1734" y="635"/>
                </a:cubicBezTo>
                <a:cubicBezTo>
                  <a:pt x="1739" y="635"/>
                  <a:pt x="1743" y="631"/>
                  <a:pt x="1743" y="627"/>
                </a:cubicBezTo>
                <a:close/>
                <a:moveTo>
                  <a:pt x="1769" y="627"/>
                </a:moveTo>
                <a:cubicBezTo>
                  <a:pt x="1769" y="622"/>
                  <a:pt x="1765" y="618"/>
                  <a:pt x="1760" y="618"/>
                </a:cubicBezTo>
                <a:cubicBezTo>
                  <a:pt x="1755" y="618"/>
                  <a:pt x="1751" y="622"/>
                  <a:pt x="1751" y="627"/>
                </a:cubicBezTo>
                <a:cubicBezTo>
                  <a:pt x="1751" y="631"/>
                  <a:pt x="1755" y="635"/>
                  <a:pt x="1760" y="635"/>
                </a:cubicBezTo>
                <a:cubicBezTo>
                  <a:pt x="1765" y="635"/>
                  <a:pt x="1769" y="631"/>
                  <a:pt x="1769" y="627"/>
                </a:cubicBezTo>
                <a:close/>
                <a:moveTo>
                  <a:pt x="1794" y="627"/>
                </a:moveTo>
                <a:cubicBezTo>
                  <a:pt x="1794" y="622"/>
                  <a:pt x="1791" y="618"/>
                  <a:pt x="1786" y="618"/>
                </a:cubicBezTo>
                <a:cubicBezTo>
                  <a:pt x="1781" y="618"/>
                  <a:pt x="1777" y="622"/>
                  <a:pt x="1777" y="627"/>
                </a:cubicBezTo>
                <a:cubicBezTo>
                  <a:pt x="1777" y="631"/>
                  <a:pt x="1781" y="635"/>
                  <a:pt x="1786" y="635"/>
                </a:cubicBezTo>
                <a:cubicBezTo>
                  <a:pt x="1791" y="635"/>
                  <a:pt x="1794" y="631"/>
                  <a:pt x="1794" y="627"/>
                </a:cubicBezTo>
                <a:close/>
                <a:moveTo>
                  <a:pt x="1820" y="627"/>
                </a:moveTo>
                <a:cubicBezTo>
                  <a:pt x="1820" y="622"/>
                  <a:pt x="1816" y="618"/>
                  <a:pt x="1812" y="618"/>
                </a:cubicBezTo>
                <a:cubicBezTo>
                  <a:pt x="1807" y="618"/>
                  <a:pt x="1803" y="622"/>
                  <a:pt x="1803" y="627"/>
                </a:cubicBezTo>
                <a:cubicBezTo>
                  <a:pt x="1803" y="631"/>
                  <a:pt x="1807" y="635"/>
                  <a:pt x="1812" y="635"/>
                </a:cubicBezTo>
                <a:cubicBezTo>
                  <a:pt x="1816" y="635"/>
                  <a:pt x="1820" y="631"/>
                  <a:pt x="1820" y="627"/>
                </a:cubicBezTo>
                <a:close/>
                <a:moveTo>
                  <a:pt x="1846" y="627"/>
                </a:moveTo>
                <a:cubicBezTo>
                  <a:pt x="1846" y="622"/>
                  <a:pt x="1842" y="618"/>
                  <a:pt x="1837" y="618"/>
                </a:cubicBezTo>
                <a:cubicBezTo>
                  <a:pt x="1833" y="618"/>
                  <a:pt x="1829" y="622"/>
                  <a:pt x="1829" y="627"/>
                </a:cubicBezTo>
                <a:cubicBezTo>
                  <a:pt x="1829" y="631"/>
                  <a:pt x="1833" y="635"/>
                  <a:pt x="1837" y="635"/>
                </a:cubicBezTo>
                <a:cubicBezTo>
                  <a:pt x="1842" y="635"/>
                  <a:pt x="1846" y="631"/>
                  <a:pt x="1846" y="627"/>
                </a:cubicBezTo>
                <a:close/>
                <a:moveTo>
                  <a:pt x="1872" y="627"/>
                </a:moveTo>
                <a:cubicBezTo>
                  <a:pt x="1872" y="622"/>
                  <a:pt x="1868" y="618"/>
                  <a:pt x="1863" y="618"/>
                </a:cubicBezTo>
                <a:cubicBezTo>
                  <a:pt x="1858" y="618"/>
                  <a:pt x="1854" y="622"/>
                  <a:pt x="1854" y="627"/>
                </a:cubicBezTo>
                <a:cubicBezTo>
                  <a:pt x="1854" y="631"/>
                  <a:pt x="1858" y="635"/>
                  <a:pt x="1863" y="635"/>
                </a:cubicBezTo>
                <a:cubicBezTo>
                  <a:pt x="1868" y="635"/>
                  <a:pt x="1872" y="631"/>
                  <a:pt x="1872" y="627"/>
                </a:cubicBezTo>
                <a:close/>
                <a:moveTo>
                  <a:pt x="1897" y="627"/>
                </a:moveTo>
                <a:cubicBezTo>
                  <a:pt x="1897" y="622"/>
                  <a:pt x="1894" y="618"/>
                  <a:pt x="1889" y="618"/>
                </a:cubicBezTo>
                <a:cubicBezTo>
                  <a:pt x="1884" y="618"/>
                  <a:pt x="1880" y="622"/>
                  <a:pt x="1880" y="627"/>
                </a:cubicBezTo>
                <a:cubicBezTo>
                  <a:pt x="1880" y="631"/>
                  <a:pt x="1884" y="635"/>
                  <a:pt x="1889" y="635"/>
                </a:cubicBezTo>
                <a:cubicBezTo>
                  <a:pt x="1894" y="635"/>
                  <a:pt x="1897" y="631"/>
                  <a:pt x="1897" y="627"/>
                </a:cubicBezTo>
                <a:close/>
                <a:moveTo>
                  <a:pt x="1923" y="627"/>
                </a:moveTo>
                <a:cubicBezTo>
                  <a:pt x="1923" y="622"/>
                  <a:pt x="1919" y="618"/>
                  <a:pt x="1915" y="618"/>
                </a:cubicBezTo>
                <a:cubicBezTo>
                  <a:pt x="1910" y="618"/>
                  <a:pt x="1906" y="622"/>
                  <a:pt x="1906" y="627"/>
                </a:cubicBezTo>
                <a:cubicBezTo>
                  <a:pt x="1906" y="631"/>
                  <a:pt x="1910" y="635"/>
                  <a:pt x="1915" y="635"/>
                </a:cubicBezTo>
                <a:cubicBezTo>
                  <a:pt x="1919" y="635"/>
                  <a:pt x="1923" y="631"/>
                  <a:pt x="1923" y="627"/>
                </a:cubicBezTo>
                <a:close/>
                <a:moveTo>
                  <a:pt x="1949" y="627"/>
                </a:moveTo>
                <a:cubicBezTo>
                  <a:pt x="1949" y="622"/>
                  <a:pt x="1945" y="618"/>
                  <a:pt x="1940" y="618"/>
                </a:cubicBezTo>
                <a:cubicBezTo>
                  <a:pt x="1936" y="618"/>
                  <a:pt x="1932" y="622"/>
                  <a:pt x="1932" y="627"/>
                </a:cubicBezTo>
                <a:cubicBezTo>
                  <a:pt x="1932" y="631"/>
                  <a:pt x="1936" y="635"/>
                  <a:pt x="1940" y="635"/>
                </a:cubicBezTo>
                <a:cubicBezTo>
                  <a:pt x="1945" y="635"/>
                  <a:pt x="1949" y="631"/>
                  <a:pt x="1949" y="627"/>
                </a:cubicBezTo>
                <a:close/>
                <a:moveTo>
                  <a:pt x="1975" y="627"/>
                </a:moveTo>
                <a:cubicBezTo>
                  <a:pt x="1975" y="622"/>
                  <a:pt x="1971" y="618"/>
                  <a:pt x="1966" y="618"/>
                </a:cubicBezTo>
                <a:cubicBezTo>
                  <a:pt x="1961" y="618"/>
                  <a:pt x="1957" y="622"/>
                  <a:pt x="1957" y="627"/>
                </a:cubicBezTo>
                <a:cubicBezTo>
                  <a:pt x="1957" y="631"/>
                  <a:pt x="1961" y="635"/>
                  <a:pt x="1966" y="635"/>
                </a:cubicBezTo>
                <a:cubicBezTo>
                  <a:pt x="1971" y="635"/>
                  <a:pt x="1975" y="631"/>
                  <a:pt x="1975" y="627"/>
                </a:cubicBezTo>
                <a:close/>
                <a:moveTo>
                  <a:pt x="2000" y="627"/>
                </a:moveTo>
                <a:cubicBezTo>
                  <a:pt x="2000" y="622"/>
                  <a:pt x="1997" y="618"/>
                  <a:pt x="1992" y="618"/>
                </a:cubicBezTo>
                <a:cubicBezTo>
                  <a:pt x="1987" y="618"/>
                  <a:pt x="1983" y="622"/>
                  <a:pt x="1983" y="627"/>
                </a:cubicBezTo>
                <a:cubicBezTo>
                  <a:pt x="1983" y="631"/>
                  <a:pt x="1987" y="635"/>
                  <a:pt x="1992" y="635"/>
                </a:cubicBezTo>
                <a:cubicBezTo>
                  <a:pt x="1997" y="635"/>
                  <a:pt x="2000" y="631"/>
                  <a:pt x="2000" y="627"/>
                </a:cubicBezTo>
                <a:close/>
                <a:moveTo>
                  <a:pt x="2026" y="627"/>
                </a:moveTo>
                <a:cubicBezTo>
                  <a:pt x="2026" y="622"/>
                  <a:pt x="2022" y="618"/>
                  <a:pt x="2018" y="618"/>
                </a:cubicBezTo>
                <a:cubicBezTo>
                  <a:pt x="2013" y="618"/>
                  <a:pt x="2009" y="622"/>
                  <a:pt x="2009" y="627"/>
                </a:cubicBezTo>
                <a:cubicBezTo>
                  <a:pt x="2009" y="631"/>
                  <a:pt x="2013" y="635"/>
                  <a:pt x="2018" y="635"/>
                </a:cubicBezTo>
                <a:cubicBezTo>
                  <a:pt x="2022" y="635"/>
                  <a:pt x="2026" y="631"/>
                  <a:pt x="2026" y="627"/>
                </a:cubicBezTo>
                <a:close/>
                <a:moveTo>
                  <a:pt x="2052" y="627"/>
                </a:moveTo>
                <a:cubicBezTo>
                  <a:pt x="2052" y="622"/>
                  <a:pt x="2048" y="618"/>
                  <a:pt x="2043" y="618"/>
                </a:cubicBezTo>
                <a:cubicBezTo>
                  <a:pt x="2039" y="618"/>
                  <a:pt x="2035" y="622"/>
                  <a:pt x="2035" y="627"/>
                </a:cubicBezTo>
                <a:cubicBezTo>
                  <a:pt x="2035" y="631"/>
                  <a:pt x="2039" y="635"/>
                  <a:pt x="2043" y="635"/>
                </a:cubicBezTo>
                <a:cubicBezTo>
                  <a:pt x="2048" y="635"/>
                  <a:pt x="2052" y="631"/>
                  <a:pt x="2052" y="627"/>
                </a:cubicBezTo>
                <a:close/>
                <a:moveTo>
                  <a:pt x="2078" y="627"/>
                </a:moveTo>
                <a:cubicBezTo>
                  <a:pt x="2078" y="622"/>
                  <a:pt x="2074" y="618"/>
                  <a:pt x="2069" y="618"/>
                </a:cubicBezTo>
                <a:cubicBezTo>
                  <a:pt x="2064" y="618"/>
                  <a:pt x="2061" y="622"/>
                  <a:pt x="2061" y="627"/>
                </a:cubicBezTo>
                <a:cubicBezTo>
                  <a:pt x="2061" y="631"/>
                  <a:pt x="2064" y="635"/>
                  <a:pt x="2069" y="635"/>
                </a:cubicBezTo>
                <a:cubicBezTo>
                  <a:pt x="2074" y="635"/>
                  <a:pt x="2078" y="631"/>
                  <a:pt x="2078" y="627"/>
                </a:cubicBezTo>
                <a:close/>
                <a:moveTo>
                  <a:pt x="2103" y="627"/>
                </a:moveTo>
                <a:cubicBezTo>
                  <a:pt x="2103" y="622"/>
                  <a:pt x="2100" y="618"/>
                  <a:pt x="2095" y="618"/>
                </a:cubicBezTo>
                <a:cubicBezTo>
                  <a:pt x="2090" y="618"/>
                  <a:pt x="2086" y="622"/>
                  <a:pt x="2086" y="627"/>
                </a:cubicBezTo>
                <a:cubicBezTo>
                  <a:pt x="2086" y="631"/>
                  <a:pt x="2090" y="635"/>
                  <a:pt x="2095" y="635"/>
                </a:cubicBezTo>
                <a:cubicBezTo>
                  <a:pt x="2100" y="635"/>
                  <a:pt x="2103" y="631"/>
                  <a:pt x="2103" y="627"/>
                </a:cubicBezTo>
                <a:close/>
                <a:moveTo>
                  <a:pt x="2129" y="627"/>
                </a:moveTo>
                <a:cubicBezTo>
                  <a:pt x="2129" y="622"/>
                  <a:pt x="2125" y="618"/>
                  <a:pt x="2121" y="618"/>
                </a:cubicBezTo>
                <a:cubicBezTo>
                  <a:pt x="2116" y="618"/>
                  <a:pt x="2112" y="622"/>
                  <a:pt x="2112" y="627"/>
                </a:cubicBezTo>
                <a:cubicBezTo>
                  <a:pt x="2112" y="631"/>
                  <a:pt x="2116" y="635"/>
                  <a:pt x="2121" y="635"/>
                </a:cubicBezTo>
                <a:cubicBezTo>
                  <a:pt x="2125" y="635"/>
                  <a:pt x="2129" y="631"/>
                  <a:pt x="2129" y="627"/>
                </a:cubicBezTo>
                <a:close/>
                <a:moveTo>
                  <a:pt x="2155" y="627"/>
                </a:moveTo>
                <a:cubicBezTo>
                  <a:pt x="2155" y="622"/>
                  <a:pt x="2151" y="618"/>
                  <a:pt x="2146" y="618"/>
                </a:cubicBezTo>
                <a:cubicBezTo>
                  <a:pt x="2142" y="618"/>
                  <a:pt x="2138" y="622"/>
                  <a:pt x="2138" y="627"/>
                </a:cubicBezTo>
                <a:cubicBezTo>
                  <a:pt x="2138" y="631"/>
                  <a:pt x="2142" y="635"/>
                  <a:pt x="2146" y="635"/>
                </a:cubicBezTo>
                <a:cubicBezTo>
                  <a:pt x="2151" y="635"/>
                  <a:pt x="2155" y="631"/>
                  <a:pt x="2155" y="627"/>
                </a:cubicBezTo>
                <a:close/>
                <a:moveTo>
                  <a:pt x="2181" y="627"/>
                </a:moveTo>
                <a:cubicBezTo>
                  <a:pt x="2181" y="622"/>
                  <a:pt x="2177" y="618"/>
                  <a:pt x="2172" y="618"/>
                </a:cubicBezTo>
                <a:cubicBezTo>
                  <a:pt x="2167" y="618"/>
                  <a:pt x="2164" y="622"/>
                  <a:pt x="2164" y="627"/>
                </a:cubicBezTo>
                <a:cubicBezTo>
                  <a:pt x="2164" y="631"/>
                  <a:pt x="2167" y="635"/>
                  <a:pt x="2172" y="635"/>
                </a:cubicBezTo>
                <a:cubicBezTo>
                  <a:pt x="2177" y="635"/>
                  <a:pt x="2181" y="631"/>
                  <a:pt x="2181" y="627"/>
                </a:cubicBezTo>
                <a:close/>
                <a:moveTo>
                  <a:pt x="2207" y="627"/>
                </a:moveTo>
                <a:cubicBezTo>
                  <a:pt x="2207" y="622"/>
                  <a:pt x="2203" y="618"/>
                  <a:pt x="2198" y="618"/>
                </a:cubicBezTo>
                <a:cubicBezTo>
                  <a:pt x="2193" y="618"/>
                  <a:pt x="2189" y="622"/>
                  <a:pt x="2189" y="627"/>
                </a:cubicBezTo>
                <a:cubicBezTo>
                  <a:pt x="2189" y="631"/>
                  <a:pt x="2193" y="635"/>
                  <a:pt x="2198" y="635"/>
                </a:cubicBezTo>
                <a:cubicBezTo>
                  <a:pt x="2203" y="635"/>
                  <a:pt x="2207" y="631"/>
                  <a:pt x="2207" y="627"/>
                </a:cubicBezTo>
                <a:close/>
                <a:moveTo>
                  <a:pt x="2232" y="627"/>
                </a:moveTo>
                <a:cubicBezTo>
                  <a:pt x="2232" y="622"/>
                  <a:pt x="2228" y="618"/>
                  <a:pt x="2224" y="618"/>
                </a:cubicBezTo>
                <a:cubicBezTo>
                  <a:pt x="2219" y="618"/>
                  <a:pt x="2215" y="622"/>
                  <a:pt x="2215" y="627"/>
                </a:cubicBezTo>
                <a:cubicBezTo>
                  <a:pt x="2215" y="631"/>
                  <a:pt x="2219" y="635"/>
                  <a:pt x="2224" y="635"/>
                </a:cubicBezTo>
                <a:cubicBezTo>
                  <a:pt x="2228" y="635"/>
                  <a:pt x="2232" y="631"/>
                  <a:pt x="2232" y="627"/>
                </a:cubicBezTo>
                <a:close/>
                <a:moveTo>
                  <a:pt x="2258" y="627"/>
                </a:moveTo>
                <a:cubicBezTo>
                  <a:pt x="2258" y="622"/>
                  <a:pt x="2254" y="618"/>
                  <a:pt x="2249" y="618"/>
                </a:cubicBezTo>
                <a:cubicBezTo>
                  <a:pt x="2245" y="618"/>
                  <a:pt x="2241" y="622"/>
                  <a:pt x="2241" y="627"/>
                </a:cubicBezTo>
                <a:cubicBezTo>
                  <a:pt x="2241" y="631"/>
                  <a:pt x="2245" y="635"/>
                  <a:pt x="2249" y="635"/>
                </a:cubicBezTo>
                <a:cubicBezTo>
                  <a:pt x="2254" y="635"/>
                  <a:pt x="2258" y="631"/>
                  <a:pt x="2258" y="627"/>
                </a:cubicBezTo>
                <a:close/>
                <a:moveTo>
                  <a:pt x="2284" y="627"/>
                </a:moveTo>
                <a:cubicBezTo>
                  <a:pt x="2284" y="622"/>
                  <a:pt x="2280" y="618"/>
                  <a:pt x="2275" y="618"/>
                </a:cubicBezTo>
                <a:cubicBezTo>
                  <a:pt x="2270" y="618"/>
                  <a:pt x="2267" y="622"/>
                  <a:pt x="2267" y="627"/>
                </a:cubicBezTo>
                <a:cubicBezTo>
                  <a:pt x="2267" y="631"/>
                  <a:pt x="2270" y="635"/>
                  <a:pt x="2275" y="635"/>
                </a:cubicBezTo>
                <a:cubicBezTo>
                  <a:pt x="2280" y="635"/>
                  <a:pt x="2284" y="631"/>
                  <a:pt x="2284" y="627"/>
                </a:cubicBezTo>
                <a:close/>
                <a:moveTo>
                  <a:pt x="2310" y="627"/>
                </a:moveTo>
                <a:cubicBezTo>
                  <a:pt x="2310" y="622"/>
                  <a:pt x="2306" y="618"/>
                  <a:pt x="2301" y="618"/>
                </a:cubicBezTo>
                <a:cubicBezTo>
                  <a:pt x="2296" y="618"/>
                  <a:pt x="2292" y="622"/>
                  <a:pt x="2292" y="627"/>
                </a:cubicBezTo>
                <a:cubicBezTo>
                  <a:pt x="2292" y="631"/>
                  <a:pt x="2296" y="635"/>
                  <a:pt x="2301" y="635"/>
                </a:cubicBezTo>
                <a:cubicBezTo>
                  <a:pt x="2306" y="635"/>
                  <a:pt x="2310" y="631"/>
                  <a:pt x="2310" y="627"/>
                </a:cubicBezTo>
                <a:close/>
                <a:moveTo>
                  <a:pt x="2335" y="627"/>
                </a:moveTo>
                <a:cubicBezTo>
                  <a:pt x="2335" y="622"/>
                  <a:pt x="2331" y="618"/>
                  <a:pt x="2327" y="618"/>
                </a:cubicBezTo>
                <a:cubicBezTo>
                  <a:pt x="2322" y="618"/>
                  <a:pt x="2318" y="622"/>
                  <a:pt x="2318" y="627"/>
                </a:cubicBezTo>
                <a:cubicBezTo>
                  <a:pt x="2318" y="631"/>
                  <a:pt x="2322" y="635"/>
                  <a:pt x="2327" y="635"/>
                </a:cubicBezTo>
                <a:cubicBezTo>
                  <a:pt x="2331" y="635"/>
                  <a:pt x="2335" y="631"/>
                  <a:pt x="2335" y="627"/>
                </a:cubicBezTo>
                <a:close/>
                <a:moveTo>
                  <a:pt x="2387" y="627"/>
                </a:moveTo>
                <a:cubicBezTo>
                  <a:pt x="2387" y="622"/>
                  <a:pt x="2383" y="618"/>
                  <a:pt x="2378" y="618"/>
                </a:cubicBezTo>
                <a:cubicBezTo>
                  <a:pt x="2373" y="618"/>
                  <a:pt x="2370" y="622"/>
                  <a:pt x="2370" y="627"/>
                </a:cubicBezTo>
                <a:cubicBezTo>
                  <a:pt x="2370" y="631"/>
                  <a:pt x="2373" y="635"/>
                  <a:pt x="2378" y="635"/>
                </a:cubicBezTo>
                <a:cubicBezTo>
                  <a:pt x="2383" y="635"/>
                  <a:pt x="2387" y="631"/>
                  <a:pt x="2387" y="627"/>
                </a:cubicBezTo>
                <a:close/>
                <a:moveTo>
                  <a:pt x="326" y="652"/>
                </a:moveTo>
                <a:cubicBezTo>
                  <a:pt x="326" y="648"/>
                  <a:pt x="322" y="644"/>
                  <a:pt x="318" y="644"/>
                </a:cubicBezTo>
                <a:cubicBezTo>
                  <a:pt x="313" y="644"/>
                  <a:pt x="309" y="648"/>
                  <a:pt x="309" y="652"/>
                </a:cubicBezTo>
                <a:cubicBezTo>
                  <a:pt x="309" y="657"/>
                  <a:pt x="313" y="661"/>
                  <a:pt x="318" y="661"/>
                </a:cubicBezTo>
                <a:cubicBezTo>
                  <a:pt x="322" y="661"/>
                  <a:pt x="326" y="657"/>
                  <a:pt x="326" y="652"/>
                </a:cubicBezTo>
                <a:close/>
                <a:moveTo>
                  <a:pt x="352" y="652"/>
                </a:moveTo>
                <a:cubicBezTo>
                  <a:pt x="352" y="648"/>
                  <a:pt x="348" y="644"/>
                  <a:pt x="343" y="644"/>
                </a:cubicBezTo>
                <a:cubicBezTo>
                  <a:pt x="339" y="644"/>
                  <a:pt x="335" y="648"/>
                  <a:pt x="335" y="652"/>
                </a:cubicBezTo>
                <a:cubicBezTo>
                  <a:pt x="335" y="657"/>
                  <a:pt x="339" y="661"/>
                  <a:pt x="343" y="661"/>
                </a:cubicBezTo>
                <a:cubicBezTo>
                  <a:pt x="348" y="661"/>
                  <a:pt x="352" y="657"/>
                  <a:pt x="352" y="652"/>
                </a:cubicBezTo>
                <a:close/>
                <a:moveTo>
                  <a:pt x="378" y="652"/>
                </a:moveTo>
                <a:cubicBezTo>
                  <a:pt x="378" y="648"/>
                  <a:pt x="374" y="644"/>
                  <a:pt x="369" y="644"/>
                </a:cubicBezTo>
                <a:cubicBezTo>
                  <a:pt x="364" y="644"/>
                  <a:pt x="360" y="648"/>
                  <a:pt x="360" y="652"/>
                </a:cubicBezTo>
                <a:cubicBezTo>
                  <a:pt x="360" y="657"/>
                  <a:pt x="364" y="661"/>
                  <a:pt x="369" y="661"/>
                </a:cubicBezTo>
                <a:cubicBezTo>
                  <a:pt x="374" y="661"/>
                  <a:pt x="378" y="657"/>
                  <a:pt x="378" y="652"/>
                </a:cubicBezTo>
                <a:close/>
                <a:moveTo>
                  <a:pt x="403" y="652"/>
                </a:moveTo>
                <a:cubicBezTo>
                  <a:pt x="403" y="648"/>
                  <a:pt x="400" y="644"/>
                  <a:pt x="395" y="644"/>
                </a:cubicBezTo>
                <a:cubicBezTo>
                  <a:pt x="390" y="644"/>
                  <a:pt x="386" y="648"/>
                  <a:pt x="386" y="652"/>
                </a:cubicBezTo>
                <a:cubicBezTo>
                  <a:pt x="386" y="657"/>
                  <a:pt x="390" y="661"/>
                  <a:pt x="395" y="661"/>
                </a:cubicBezTo>
                <a:cubicBezTo>
                  <a:pt x="400" y="661"/>
                  <a:pt x="403" y="657"/>
                  <a:pt x="403" y="652"/>
                </a:cubicBezTo>
                <a:close/>
                <a:moveTo>
                  <a:pt x="429" y="652"/>
                </a:moveTo>
                <a:cubicBezTo>
                  <a:pt x="429" y="648"/>
                  <a:pt x="425" y="644"/>
                  <a:pt x="421" y="644"/>
                </a:cubicBezTo>
                <a:cubicBezTo>
                  <a:pt x="416" y="644"/>
                  <a:pt x="412" y="648"/>
                  <a:pt x="412" y="652"/>
                </a:cubicBezTo>
                <a:cubicBezTo>
                  <a:pt x="412" y="657"/>
                  <a:pt x="416" y="661"/>
                  <a:pt x="421" y="661"/>
                </a:cubicBezTo>
                <a:cubicBezTo>
                  <a:pt x="425" y="661"/>
                  <a:pt x="429" y="657"/>
                  <a:pt x="429" y="652"/>
                </a:cubicBezTo>
                <a:close/>
                <a:moveTo>
                  <a:pt x="455" y="652"/>
                </a:moveTo>
                <a:cubicBezTo>
                  <a:pt x="455" y="648"/>
                  <a:pt x="451" y="644"/>
                  <a:pt x="446" y="644"/>
                </a:cubicBezTo>
                <a:cubicBezTo>
                  <a:pt x="442" y="644"/>
                  <a:pt x="438" y="648"/>
                  <a:pt x="438" y="652"/>
                </a:cubicBezTo>
                <a:cubicBezTo>
                  <a:pt x="438" y="657"/>
                  <a:pt x="442" y="661"/>
                  <a:pt x="446" y="661"/>
                </a:cubicBezTo>
                <a:cubicBezTo>
                  <a:pt x="451" y="661"/>
                  <a:pt x="455" y="657"/>
                  <a:pt x="455" y="652"/>
                </a:cubicBezTo>
                <a:close/>
                <a:moveTo>
                  <a:pt x="481" y="652"/>
                </a:moveTo>
                <a:cubicBezTo>
                  <a:pt x="481" y="648"/>
                  <a:pt x="477" y="644"/>
                  <a:pt x="472" y="644"/>
                </a:cubicBezTo>
                <a:cubicBezTo>
                  <a:pt x="467" y="644"/>
                  <a:pt x="463" y="648"/>
                  <a:pt x="463" y="652"/>
                </a:cubicBezTo>
                <a:cubicBezTo>
                  <a:pt x="463" y="657"/>
                  <a:pt x="467" y="661"/>
                  <a:pt x="472" y="661"/>
                </a:cubicBezTo>
                <a:cubicBezTo>
                  <a:pt x="477" y="661"/>
                  <a:pt x="481" y="657"/>
                  <a:pt x="481" y="652"/>
                </a:cubicBezTo>
                <a:close/>
                <a:moveTo>
                  <a:pt x="506" y="652"/>
                </a:moveTo>
                <a:cubicBezTo>
                  <a:pt x="506" y="648"/>
                  <a:pt x="503" y="644"/>
                  <a:pt x="498" y="644"/>
                </a:cubicBezTo>
                <a:cubicBezTo>
                  <a:pt x="493" y="644"/>
                  <a:pt x="489" y="648"/>
                  <a:pt x="489" y="652"/>
                </a:cubicBezTo>
                <a:cubicBezTo>
                  <a:pt x="489" y="657"/>
                  <a:pt x="493" y="661"/>
                  <a:pt x="498" y="661"/>
                </a:cubicBezTo>
                <a:cubicBezTo>
                  <a:pt x="503" y="661"/>
                  <a:pt x="506" y="657"/>
                  <a:pt x="506" y="652"/>
                </a:cubicBezTo>
                <a:close/>
                <a:moveTo>
                  <a:pt x="532" y="652"/>
                </a:moveTo>
                <a:cubicBezTo>
                  <a:pt x="532" y="648"/>
                  <a:pt x="528" y="644"/>
                  <a:pt x="524" y="644"/>
                </a:cubicBezTo>
                <a:cubicBezTo>
                  <a:pt x="519" y="644"/>
                  <a:pt x="515" y="648"/>
                  <a:pt x="515" y="652"/>
                </a:cubicBezTo>
                <a:cubicBezTo>
                  <a:pt x="515" y="657"/>
                  <a:pt x="519" y="661"/>
                  <a:pt x="524" y="661"/>
                </a:cubicBezTo>
                <a:cubicBezTo>
                  <a:pt x="528" y="661"/>
                  <a:pt x="532" y="657"/>
                  <a:pt x="532" y="652"/>
                </a:cubicBezTo>
                <a:close/>
                <a:moveTo>
                  <a:pt x="558" y="652"/>
                </a:moveTo>
                <a:cubicBezTo>
                  <a:pt x="558" y="648"/>
                  <a:pt x="554" y="644"/>
                  <a:pt x="549" y="644"/>
                </a:cubicBezTo>
                <a:cubicBezTo>
                  <a:pt x="545" y="644"/>
                  <a:pt x="541" y="648"/>
                  <a:pt x="541" y="652"/>
                </a:cubicBezTo>
                <a:cubicBezTo>
                  <a:pt x="541" y="657"/>
                  <a:pt x="545" y="661"/>
                  <a:pt x="549" y="661"/>
                </a:cubicBezTo>
                <a:cubicBezTo>
                  <a:pt x="554" y="661"/>
                  <a:pt x="558" y="657"/>
                  <a:pt x="558" y="652"/>
                </a:cubicBezTo>
                <a:close/>
                <a:moveTo>
                  <a:pt x="584" y="652"/>
                </a:moveTo>
                <a:cubicBezTo>
                  <a:pt x="584" y="648"/>
                  <a:pt x="580" y="644"/>
                  <a:pt x="575" y="644"/>
                </a:cubicBezTo>
                <a:cubicBezTo>
                  <a:pt x="570" y="644"/>
                  <a:pt x="567" y="648"/>
                  <a:pt x="567" y="652"/>
                </a:cubicBezTo>
                <a:cubicBezTo>
                  <a:pt x="567" y="657"/>
                  <a:pt x="570" y="661"/>
                  <a:pt x="575" y="661"/>
                </a:cubicBezTo>
                <a:cubicBezTo>
                  <a:pt x="580" y="661"/>
                  <a:pt x="584" y="657"/>
                  <a:pt x="584" y="652"/>
                </a:cubicBezTo>
                <a:close/>
                <a:moveTo>
                  <a:pt x="609" y="652"/>
                </a:moveTo>
                <a:cubicBezTo>
                  <a:pt x="609" y="648"/>
                  <a:pt x="606" y="644"/>
                  <a:pt x="601" y="644"/>
                </a:cubicBezTo>
                <a:cubicBezTo>
                  <a:pt x="596" y="644"/>
                  <a:pt x="592" y="648"/>
                  <a:pt x="592" y="652"/>
                </a:cubicBezTo>
                <a:cubicBezTo>
                  <a:pt x="592" y="657"/>
                  <a:pt x="596" y="661"/>
                  <a:pt x="601" y="661"/>
                </a:cubicBezTo>
                <a:cubicBezTo>
                  <a:pt x="606" y="661"/>
                  <a:pt x="609" y="657"/>
                  <a:pt x="609" y="652"/>
                </a:cubicBezTo>
                <a:close/>
                <a:moveTo>
                  <a:pt x="635" y="652"/>
                </a:moveTo>
                <a:cubicBezTo>
                  <a:pt x="635" y="648"/>
                  <a:pt x="631" y="644"/>
                  <a:pt x="627" y="644"/>
                </a:cubicBezTo>
                <a:cubicBezTo>
                  <a:pt x="622" y="644"/>
                  <a:pt x="618" y="648"/>
                  <a:pt x="618" y="652"/>
                </a:cubicBezTo>
                <a:cubicBezTo>
                  <a:pt x="618" y="657"/>
                  <a:pt x="622" y="661"/>
                  <a:pt x="627" y="661"/>
                </a:cubicBezTo>
                <a:cubicBezTo>
                  <a:pt x="631" y="661"/>
                  <a:pt x="635" y="657"/>
                  <a:pt x="635" y="652"/>
                </a:cubicBezTo>
                <a:close/>
                <a:moveTo>
                  <a:pt x="661" y="652"/>
                </a:moveTo>
                <a:cubicBezTo>
                  <a:pt x="661" y="648"/>
                  <a:pt x="657" y="644"/>
                  <a:pt x="652" y="644"/>
                </a:cubicBezTo>
                <a:cubicBezTo>
                  <a:pt x="648" y="644"/>
                  <a:pt x="644" y="648"/>
                  <a:pt x="644" y="652"/>
                </a:cubicBezTo>
                <a:cubicBezTo>
                  <a:pt x="644" y="657"/>
                  <a:pt x="648" y="661"/>
                  <a:pt x="652" y="661"/>
                </a:cubicBezTo>
                <a:cubicBezTo>
                  <a:pt x="657" y="661"/>
                  <a:pt x="661" y="657"/>
                  <a:pt x="661" y="652"/>
                </a:cubicBezTo>
                <a:close/>
                <a:moveTo>
                  <a:pt x="687" y="652"/>
                </a:moveTo>
                <a:cubicBezTo>
                  <a:pt x="687" y="648"/>
                  <a:pt x="683" y="644"/>
                  <a:pt x="678" y="644"/>
                </a:cubicBezTo>
                <a:cubicBezTo>
                  <a:pt x="673" y="644"/>
                  <a:pt x="670" y="648"/>
                  <a:pt x="670" y="652"/>
                </a:cubicBezTo>
                <a:cubicBezTo>
                  <a:pt x="670" y="657"/>
                  <a:pt x="673" y="661"/>
                  <a:pt x="678" y="661"/>
                </a:cubicBezTo>
                <a:cubicBezTo>
                  <a:pt x="683" y="661"/>
                  <a:pt x="687" y="657"/>
                  <a:pt x="687" y="652"/>
                </a:cubicBezTo>
                <a:close/>
                <a:moveTo>
                  <a:pt x="712" y="652"/>
                </a:moveTo>
                <a:cubicBezTo>
                  <a:pt x="712" y="648"/>
                  <a:pt x="709" y="644"/>
                  <a:pt x="704" y="644"/>
                </a:cubicBezTo>
                <a:cubicBezTo>
                  <a:pt x="699" y="644"/>
                  <a:pt x="695" y="648"/>
                  <a:pt x="695" y="652"/>
                </a:cubicBezTo>
                <a:cubicBezTo>
                  <a:pt x="695" y="657"/>
                  <a:pt x="699" y="661"/>
                  <a:pt x="704" y="661"/>
                </a:cubicBezTo>
                <a:cubicBezTo>
                  <a:pt x="709" y="661"/>
                  <a:pt x="712" y="657"/>
                  <a:pt x="712" y="652"/>
                </a:cubicBezTo>
                <a:close/>
                <a:moveTo>
                  <a:pt x="738" y="652"/>
                </a:moveTo>
                <a:cubicBezTo>
                  <a:pt x="738" y="648"/>
                  <a:pt x="734" y="644"/>
                  <a:pt x="730" y="644"/>
                </a:cubicBezTo>
                <a:cubicBezTo>
                  <a:pt x="725" y="644"/>
                  <a:pt x="721" y="648"/>
                  <a:pt x="721" y="652"/>
                </a:cubicBezTo>
                <a:cubicBezTo>
                  <a:pt x="721" y="657"/>
                  <a:pt x="725" y="661"/>
                  <a:pt x="730" y="661"/>
                </a:cubicBezTo>
                <a:cubicBezTo>
                  <a:pt x="734" y="661"/>
                  <a:pt x="738" y="657"/>
                  <a:pt x="738" y="652"/>
                </a:cubicBezTo>
                <a:close/>
                <a:moveTo>
                  <a:pt x="764" y="652"/>
                </a:moveTo>
                <a:cubicBezTo>
                  <a:pt x="764" y="648"/>
                  <a:pt x="760" y="644"/>
                  <a:pt x="755" y="644"/>
                </a:cubicBezTo>
                <a:cubicBezTo>
                  <a:pt x="751" y="644"/>
                  <a:pt x="747" y="648"/>
                  <a:pt x="747" y="652"/>
                </a:cubicBezTo>
                <a:cubicBezTo>
                  <a:pt x="747" y="657"/>
                  <a:pt x="751" y="661"/>
                  <a:pt x="755" y="661"/>
                </a:cubicBezTo>
                <a:cubicBezTo>
                  <a:pt x="760" y="661"/>
                  <a:pt x="764" y="657"/>
                  <a:pt x="764" y="652"/>
                </a:cubicBezTo>
                <a:close/>
                <a:moveTo>
                  <a:pt x="1279" y="652"/>
                </a:moveTo>
                <a:cubicBezTo>
                  <a:pt x="1279" y="648"/>
                  <a:pt x="1275" y="644"/>
                  <a:pt x="1271" y="644"/>
                </a:cubicBezTo>
                <a:cubicBezTo>
                  <a:pt x="1266" y="644"/>
                  <a:pt x="1262" y="648"/>
                  <a:pt x="1262" y="652"/>
                </a:cubicBezTo>
                <a:cubicBezTo>
                  <a:pt x="1262" y="657"/>
                  <a:pt x="1266" y="661"/>
                  <a:pt x="1271" y="661"/>
                </a:cubicBezTo>
                <a:cubicBezTo>
                  <a:pt x="1275" y="661"/>
                  <a:pt x="1279" y="657"/>
                  <a:pt x="1279" y="652"/>
                </a:cubicBezTo>
                <a:close/>
                <a:moveTo>
                  <a:pt x="1305" y="652"/>
                </a:moveTo>
                <a:cubicBezTo>
                  <a:pt x="1305" y="648"/>
                  <a:pt x="1301" y="644"/>
                  <a:pt x="1296" y="644"/>
                </a:cubicBezTo>
                <a:cubicBezTo>
                  <a:pt x="1292" y="644"/>
                  <a:pt x="1288" y="648"/>
                  <a:pt x="1288" y="652"/>
                </a:cubicBezTo>
                <a:cubicBezTo>
                  <a:pt x="1288" y="657"/>
                  <a:pt x="1292" y="661"/>
                  <a:pt x="1296" y="661"/>
                </a:cubicBezTo>
                <a:cubicBezTo>
                  <a:pt x="1301" y="661"/>
                  <a:pt x="1305" y="657"/>
                  <a:pt x="1305" y="652"/>
                </a:cubicBezTo>
                <a:close/>
                <a:moveTo>
                  <a:pt x="1331" y="652"/>
                </a:moveTo>
                <a:cubicBezTo>
                  <a:pt x="1331" y="648"/>
                  <a:pt x="1327" y="644"/>
                  <a:pt x="1322" y="644"/>
                </a:cubicBezTo>
                <a:cubicBezTo>
                  <a:pt x="1317" y="644"/>
                  <a:pt x="1314" y="648"/>
                  <a:pt x="1314" y="652"/>
                </a:cubicBezTo>
                <a:cubicBezTo>
                  <a:pt x="1314" y="657"/>
                  <a:pt x="1317" y="661"/>
                  <a:pt x="1322" y="661"/>
                </a:cubicBezTo>
                <a:cubicBezTo>
                  <a:pt x="1327" y="661"/>
                  <a:pt x="1331" y="657"/>
                  <a:pt x="1331" y="652"/>
                </a:cubicBezTo>
                <a:close/>
                <a:moveTo>
                  <a:pt x="1356" y="652"/>
                </a:moveTo>
                <a:cubicBezTo>
                  <a:pt x="1356" y="648"/>
                  <a:pt x="1353" y="644"/>
                  <a:pt x="1348" y="644"/>
                </a:cubicBezTo>
                <a:cubicBezTo>
                  <a:pt x="1343" y="644"/>
                  <a:pt x="1339" y="648"/>
                  <a:pt x="1339" y="652"/>
                </a:cubicBezTo>
                <a:cubicBezTo>
                  <a:pt x="1339" y="657"/>
                  <a:pt x="1343" y="661"/>
                  <a:pt x="1348" y="661"/>
                </a:cubicBezTo>
                <a:cubicBezTo>
                  <a:pt x="1353" y="661"/>
                  <a:pt x="1356" y="657"/>
                  <a:pt x="1356" y="652"/>
                </a:cubicBezTo>
                <a:close/>
                <a:moveTo>
                  <a:pt x="1382" y="652"/>
                </a:moveTo>
                <a:cubicBezTo>
                  <a:pt x="1382" y="648"/>
                  <a:pt x="1378" y="644"/>
                  <a:pt x="1374" y="644"/>
                </a:cubicBezTo>
                <a:cubicBezTo>
                  <a:pt x="1369" y="644"/>
                  <a:pt x="1365" y="648"/>
                  <a:pt x="1365" y="652"/>
                </a:cubicBezTo>
                <a:cubicBezTo>
                  <a:pt x="1365" y="657"/>
                  <a:pt x="1369" y="661"/>
                  <a:pt x="1374" y="661"/>
                </a:cubicBezTo>
                <a:cubicBezTo>
                  <a:pt x="1378" y="661"/>
                  <a:pt x="1382" y="657"/>
                  <a:pt x="1382" y="652"/>
                </a:cubicBezTo>
                <a:close/>
                <a:moveTo>
                  <a:pt x="1408" y="652"/>
                </a:moveTo>
                <a:cubicBezTo>
                  <a:pt x="1408" y="648"/>
                  <a:pt x="1404" y="644"/>
                  <a:pt x="1399" y="644"/>
                </a:cubicBezTo>
                <a:cubicBezTo>
                  <a:pt x="1395" y="644"/>
                  <a:pt x="1391" y="648"/>
                  <a:pt x="1391" y="652"/>
                </a:cubicBezTo>
                <a:cubicBezTo>
                  <a:pt x="1391" y="657"/>
                  <a:pt x="1395" y="661"/>
                  <a:pt x="1399" y="661"/>
                </a:cubicBezTo>
                <a:cubicBezTo>
                  <a:pt x="1404" y="661"/>
                  <a:pt x="1408" y="657"/>
                  <a:pt x="1408" y="652"/>
                </a:cubicBezTo>
                <a:close/>
                <a:moveTo>
                  <a:pt x="1434" y="652"/>
                </a:moveTo>
                <a:cubicBezTo>
                  <a:pt x="1434" y="648"/>
                  <a:pt x="1430" y="644"/>
                  <a:pt x="1425" y="644"/>
                </a:cubicBezTo>
                <a:cubicBezTo>
                  <a:pt x="1420" y="644"/>
                  <a:pt x="1417" y="648"/>
                  <a:pt x="1417" y="652"/>
                </a:cubicBezTo>
                <a:cubicBezTo>
                  <a:pt x="1417" y="657"/>
                  <a:pt x="1420" y="661"/>
                  <a:pt x="1425" y="661"/>
                </a:cubicBezTo>
                <a:cubicBezTo>
                  <a:pt x="1430" y="661"/>
                  <a:pt x="1434" y="657"/>
                  <a:pt x="1434" y="652"/>
                </a:cubicBezTo>
                <a:close/>
                <a:moveTo>
                  <a:pt x="1459" y="652"/>
                </a:moveTo>
                <a:cubicBezTo>
                  <a:pt x="1459" y="648"/>
                  <a:pt x="1456" y="644"/>
                  <a:pt x="1451" y="644"/>
                </a:cubicBezTo>
                <a:cubicBezTo>
                  <a:pt x="1446" y="644"/>
                  <a:pt x="1442" y="648"/>
                  <a:pt x="1442" y="652"/>
                </a:cubicBezTo>
                <a:cubicBezTo>
                  <a:pt x="1442" y="657"/>
                  <a:pt x="1446" y="661"/>
                  <a:pt x="1451" y="661"/>
                </a:cubicBezTo>
                <a:cubicBezTo>
                  <a:pt x="1456" y="661"/>
                  <a:pt x="1459" y="657"/>
                  <a:pt x="1459" y="652"/>
                </a:cubicBezTo>
                <a:close/>
                <a:moveTo>
                  <a:pt x="1485" y="652"/>
                </a:moveTo>
                <a:cubicBezTo>
                  <a:pt x="1485" y="648"/>
                  <a:pt x="1481" y="644"/>
                  <a:pt x="1477" y="644"/>
                </a:cubicBezTo>
                <a:cubicBezTo>
                  <a:pt x="1472" y="644"/>
                  <a:pt x="1468" y="648"/>
                  <a:pt x="1468" y="652"/>
                </a:cubicBezTo>
                <a:cubicBezTo>
                  <a:pt x="1468" y="657"/>
                  <a:pt x="1472" y="661"/>
                  <a:pt x="1477" y="661"/>
                </a:cubicBezTo>
                <a:cubicBezTo>
                  <a:pt x="1481" y="661"/>
                  <a:pt x="1485" y="657"/>
                  <a:pt x="1485" y="652"/>
                </a:cubicBezTo>
                <a:close/>
                <a:moveTo>
                  <a:pt x="1511" y="652"/>
                </a:moveTo>
                <a:cubicBezTo>
                  <a:pt x="1511" y="648"/>
                  <a:pt x="1507" y="644"/>
                  <a:pt x="1502" y="644"/>
                </a:cubicBezTo>
                <a:cubicBezTo>
                  <a:pt x="1498" y="644"/>
                  <a:pt x="1494" y="648"/>
                  <a:pt x="1494" y="652"/>
                </a:cubicBezTo>
                <a:cubicBezTo>
                  <a:pt x="1494" y="657"/>
                  <a:pt x="1498" y="661"/>
                  <a:pt x="1502" y="661"/>
                </a:cubicBezTo>
                <a:cubicBezTo>
                  <a:pt x="1507" y="661"/>
                  <a:pt x="1511" y="657"/>
                  <a:pt x="1511" y="652"/>
                </a:cubicBezTo>
                <a:close/>
                <a:moveTo>
                  <a:pt x="1537" y="652"/>
                </a:moveTo>
                <a:cubicBezTo>
                  <a:pt x="1537" y="648"/>
                  <a:pt x="1533" y="644"/>
                  <a:pt x="1528" y="644"/>
                </a:cubicBezTo>
                <a:cubicBezTo>
                  <a:pt x="1523" y="644"/>
                  <a:pt x="1520" y="648"/>
                  <a:pt x="1520" y="652"/>
                </a:cubicBezTo>
                <a:cubicBezTo>
                  <a:pt x="1520" y="657"/>
                  <a:pt x="1523" y="661"/>
                  <a:pt x="1528" y="661"/>
                </a:cubicBezTo>
                <a:cubicBezTo>
                  <a:pt x="1533" y="661"/>
                  <a:pt x="1537" y="657"/>
                  <a:pt x="1537" y="652"/>
                </a:cubicBezTo>
                <a:close/>
                <a:moveTo>
                  <a:pt x="1563" y="652"/>
                </a:moveTo>
                <a:cubicBezTo>
                  <a:pt x="1563" y="648"/>
                  <a:pt x="1559" y="644"/>
                  <a:pt x="1554" y="644"/>
                </a:cubicBezTo>
                <a:cubicBezTo>
                  <a:pt x="1549" y="644"/>
                  <a:pt x="1545" y="648"/>
                  <a:pt x="1545" y="652"/>
                </a:cubicBezTo>
                <a:cubicBezTo>
                  <a:pt x="1545" y="657"/>
                  <a:pt x="1549" y="661"/>
                  <a:pt x="1554" y="661"/>
                </a:cubicBezTo>
                <a:cubicBezTo>
                  <a:pt x="1559" y="661"/>
                  <a:pt x="1563" y="657"/>
                  <a:pt x="1563" y="652"/>
                </a:cubicBezTo>
                <a:close/>
                <a:moveTo>
                  <a:pt x="1588" y="652"/>
                </a:moveTo>
                <a:cubicBezTo>
                  <a:pt x="1588" y="648"/>
                  <a:pt x="1584" y="644"/>
                  <a:pt x="1580" y="644"/>
                </a:cubicBezTo>
                <a:cubicBezTo>
                  <a:pt x="1575" y="644"/>
                  <a:pt x="1571" y="648"/>
                  <a:pt x="1571" y="652"/>
                </a:cubicBezTo>
                <a:cubicBezTo>
                  <a:pt x="1571" y="657"/>
                  <a:pt x="1575" y="661"/>
                  <a:pt x="1580" y="661"/>
                </a:cubicBezTo>
                <a:cubicBezTo>
                  <a:pt x="1584" y="661"/>
                  <a:pt x="1588" y="657"/>
                  <a:pt x="1588" y="652"/>
                </a:cubicBezTo>
                <a:close/>
                <a:moveTo>
                  <a:pt x="1614" y="652"/>
                </a:moveTo>
                <a:cubicBezTo>
                  <a:pt x="1614" y="648"/>
                  <a:pt x="1610" y="644"/>
                  <a:pt x="1605" y="644"/>
                </a:cubicBezTo>
                <a:cubicBezTo>
                  <a:pt x="1601" y="644"/>
                  <a:pt x="1597" y="648"/>
                  <a:pt x="1597" y="652"/>
                </a:cubicBezTo>
                <a:cubicBezTo>
                  <a:pt x="1597" y="657"/>
                  <a:pt x="1601" y="661"/>
                  <a:pt x="1605" y="661"/>
                </a:cubicBezTo>
                <a:cubicBezTo>
                  <a:pt x="1610" y="661"/>
                  <a:pt x="1614" y="657"/>
                  <a:pt x="1614" y="652"/>
                </a:cubicBezTo>
                <a:close/>
                <a:moveTo>
                  <a:pt x="1640" y="652"/>
                </a:moveTo>
                <a:cubicBezTo>
                  <a:pt x="1640" y="648"/>
                  <a:pt x="1636" y="644"/>
                  <a:pt x="1631" y="644"/>
                </a:cubicBezTo>
                <a:cubicBezTo>
                  <a:pt x="1626" y="644"/>
                  <a:pt x="1623" y="648"/>
                  <a:pt x="1623" y="652"/>
                </a:cubicBezTo>
                <a:cubicBezTo>
                  <a:pt x="1623" y="657"/>
                  <a:pt x="1626" y="661"/>
                  <a:pt x="1631" y="661"/>
                </a:cubicBezTo>
                <a:cubicBezTo>
                  <a:pt x="1636" y="661"/>
                  <a:pt x="1640" y="657"/>
                  <a:pt x="1640" y="652"/>
                </a:cubicBezTo>
                <a:close/>
                <a:moveTo>
                  <a:pt x="1666" y="652"/>
                </a:moveTo>
                <a:cubicBezTo>
                  <a:pt x="1666" y="648"/>
                  <a:pt x="1662" y="644"/>
                  <a:pt x="1657" y="644"/>
                </a:cubicBezTo>
                <a:cubicBezTo>
                  <a:pt x="1652" y="644"/>
                  <a:pt x="1648" y="648"/>
                  <a:pt x="1648" y="652"/>
                </a:cubicBezTo>
                <a:cubicBezTo>
                  <a:pt x="1648" y="657"/>
                  <a:pt x="1652" y="661"/>
                  <a:pt x="1657" y="661"/>
                </a:cubicBezTo>
                <a:cubicBezTo>
                  <a:pt x="1662" y="661"/>
                  <a:pt x="1666" y="657"/>
                  <a:pt x="1666" y="652"/>
                </a:cubicBezTo>
                <a:close/>
                <a:moveTo>
                  <a:pt x="1691" y="652"/>
                </a:moveTo>
                <a:cubicBezTo>
                  <a:pt x="1691" y="648"/>
                  <a:pt x="1687" y="644"/>
                  <a:pt x="1683" y="644"/>
                </a:cubicBezTo>
                <a:cubicBezTo>
                  <a:pt x="1678" y="644"/>
                  <a:pt x="1674" y="648"/>
                  <a:pt x="1674" y="652"/>
                </a:cubicBezTo>
                <a:cubicBezTo>
                  <a:pt x="1674" y="657"/>
                  <a:pt x="1678" y="661"/>
                  <a:pt x="1683" y="661"/>
                </a:cubicBezTo>
                <a:cubicBezTo>
                  <a:pt x="1687" y="661"/>
                  <a:pt x="1691" y="657"/>
                  <a:pt x="1691" y="652"/>
                </a:cubicBezTo>
                <a:close/>
                <a:moveTo>
                  <a:pt x="1717" y="652"/>
                </a:moveTo>
                <a:cubicBezTo>
                  <a:pt x="1717" y="648"/>
                  <a:pt x="1713" y="644"/>
                  <a:pt x="1708" y="644"/>
                </a:cubicBezTo>
                <a:cubicBezTo>
                  <a:pt x="1704" y="644"/>
                  <a:pt x="1700" y="648"/>
                  <a:pt x="1700" y="652"/>
                </a:cubicBezTo>
                <a:cubicBezTo>
                  <a:pt x="1700" y="657"/>
                  <a:pt x="1704" y="661"/>
                  <a:pt x="1708" y="661"/>
                </a:cubicBezTo>
                <a:cubicBezTo>
                  <a:pt x="1713" y="661"/>
                  <a:pt x="1717" y="657"/>
                  <a:pt x="1717" y="652"/>
                </a:cubicBezTo>
                <a:close/>
                <a:moveTo>
                  <a:pt x="1743" y="652"/>
                </a:moveTo>
                <a:cubicBezTo>
                  <a:pt x="1743" y="648"/>
                  <a:pt x="1739" y="644"/>
                  <a:pt x="1734" y="644"/>
                </a:cubicBezTo>
                <a:cubicBezTo>
                  <a:pt x="1730" y="644"/>
                  <a:pt x="1726" y="648"/>
                  <a:pt x="1726" y="652"/>
                </a:cubicBezTo>
                <a:cubicBezTo>
                  <a:pt x="1726" y="657"/>
                  <a:pt x="1730" y="661"/>
                  <a:pt x="1734" y="661"/>
                </a:cubicBezTo>
                <a:cubicBezTo>
                  <a:pt x="1739" y="661"/>
                  <a:pt x="1743" y="657"/>
                  <a:pt x="1743" y="652"/>
                </a:cubicBezTo>
                <a:close/>
                <a:moveTo>
                  <a:pt x="1769" y="652"/>
                </a:moveTo>
                <a:cubicBezTo>
                  <a:pt x="1769" y="648"/>
                  <a:pt x="1765" y="644"/>
                  <a:pt x="1760" y="644"/>
                </a:cubicBezTo>
                <a:cubicBezTo>
                  <a:pt x="1755" y="644"/>
                  <a:pt x="1751" y="648"/>
                  <a:pt x="1751" y="652"/>
                </a:cubicBezTo>
                <a:cubicBezTo>
                  <a:pt x="1751" y="657"/>
                  <a:pt x="1755" y="661"/>
                  <a:pt x="1760" y="661"/>
                </a:cubicBezTo>
                <a:cubicBezTo>
                  <a:pt x="1765" y="661"/>
                  <a:pt x="1769" y="657"/>
                  <a:pt x="1769" y="652"/>
                </a:cubicBezTo>
                <a:close/>
                <a:moveTo>
                  <a:pt x="1794" y="652"/>
                </a:moveTo>
                <a:cubicBezTo>
                  <a:pt x="1794" y="648"/>
                  <a:pt x="1791" y="644"/>
                  <a:pt x="1786" y="644"/>
                </a:cubicBezTo>
                <a:cubicBezTo>
                  <a:pt x="1781" y="644"/>
                  <a:pt x="1777" y="648"/>
                  <a:pt x="1777" y="652"/>
                </a:cubicBezTo>
                <a:cubicBezTo>
                  <a:pt x="1777" y="657"/>
                  <a:pt x="1781" y="661"/>
                  <a:pt x="1786" y="661"/>
                </a:cubicBezTo>
                <a:cubicBezTo>
                  <a:pt x="1791" y="661"/>
                  <a:pt x="1794" y="657"/>
                  <a:pt x="1794" y="652"/>
                </a:cubicBezTo>
                <a:close/>
                <a:moveTo>
                  <a:pt x="1820" y="652"/>
                </a:moveTo>
                <a:cubicBezTo>
                  <a:pt x="1820" y="648"/>
                  <a:pt x="1816" y="644"/>
                  <a:pt x="1812" y="644"/>
                </a:cubicBezTo>
                <a:cubicBezTo>
                  <a:pt x="1807" y="644"/>
                  <a:pt x="1803" y="648"/>
                  <a:pt x="1803" y="652"/>
                </a:cubicBezTo>
                <a:cubicBezTo>
                  <a:pt x="1803" y="657"/>
                  <a:pt x="1807" y="661"/>
                  <a:pt x="1812" y="661"/>
                </a:cubicBezTo>
                <a:cubicBezTo>
                  <a:pt x="1816" y="661"/>
                  <a:pt x="1820" y="657"/>
                  <a:pt x="1820" y="652"/>
                </a:cubicBezTo>
                <a:close/>
                <a:moveTo>
                  <a:pt x="1846" y="652"/>
                </a:moveTo>
                <a:cubicBezTo>
                  <a:pt x="1846" y="648"/>
                  <a:pt x="1842" y="644"/>
                  <a:pt x="1837" y="644"/>
                </a:cubicBezTo>
                <a:cubicBezTo>
                  <a:pt x="1833" y="644"/>
                  <a:pt x="1829" y="648"/>
                  <a:pt x="1829" y="652"/>
                </a:cubicBezTo>
                <a:cubicBezTo>
                  <a:pt x="1829" y="657"/>
                  <a:pt x="1833" y="661"/>
                  <a:pt x="1837" y="661"/>
                </a:cubicBezTo>
                <a:cubicBezTo>
                  <a:pt x="1842" y="661"/>
                  <a:pt x="1846" y="657"/>
                  <a:pt x="1846" y="652"/>
                </a:cubicBezTo>
                <a:close/>
                <a:moveTo>
                  <a:pt x="1872" y="652"/>
                </a:moveTo>
                <a:cubicBezTo>
                  <a:pt x="1872" y="648"/>
                  <a:pt x="1868" y="644"/>
                  <a:pt x="1863" y="644"/>
                </a:cubicBezTo>
                <a:cubicBezTo>
                  <a:pt x="1858" y="644"/>
                  <a:pt x="1854" y="648"/>
                  <a:pt x="1854" y="652"/>
                </a:cubicBezTo>
                <a:cubicBezTo>
                  <a:pt x="1854" y="657"/>
                  <a:pt x="1858" y="661"/>
                  <a:pt x="1863" y="661"/>
                </a:cubicBezTo>
                <a:cubicBezTo>
                  <a:pt x="1868" y="661"/>
                  <a:pt x="1872" y="657"/>
                  <a:pt x="1872" y="652"/>
                </a:cubicBezTo>
                <a:close/>
                <a:moveTo>
                  <a:pt x="1897" y="652"/>
                </a:moveTo>
                <a:cubicBezTo>
                  <a:pt x="1897" y="648"/>
                  <a:pt x="1894" y="644"/>
                  <a:pt x="1889" y="644"/>
                </a:cubicBezTo>
                <a:cubicBezTo>
                  <a:pt x="1884" y="644"/>
                  <a:pt x="1880" y="648"/>
                  <a:pt x="1880" y="652"/>
                </a:cubicBezTo>
                <a:cubicBezTo>
                  <a:pt x="1880" y="657"/>
                  <a:pt x="1884" y="661"/>
                  <a:pt x="1889" y="661"/>
                </a:cubicBezTo>
                <a:cubicBezTo>
                  <a:pt x="1894" y="661"/>
                  <a:pt x="1897" y="657"/>
                  <a:pt x="1897" y="652"/>
                </a:cubicBezTo>
                <a:close/>
                <a:moveTo>
                  <a:pt x="1923" y="652"/>
                </a:moveTo>
                <a:cubicBezTo>
                  <a:pt x="1923" y="648"/>
                  <a:pt x="1919" y="644"/>
                  <a:pt x="1915" y="644"/>
                </a:cubicBezTo>
                <a:cubicBezTo>
                  <a:pt x="1910" y="644"/>
                  <a:pt x="1906" y="648"/>
                  <a:pt x="1906" y="652"/>
                </a:cubicBezTo>
                <a:cubicBezTo>
                  <a:pt x="1906" y="657"/>
                  <a:pt x="1910" y="661"/>
                  <a:pt x="1915" y="661"/>
                </a:cubicBezTo>
                <a:cubicBezTo>
                  <a:pt x="1919" y="661"/>
                  <a:pt x="1923" y="657"/>
                  <a:pt x="1923" y="652"/>
                </a:cubicBezTo>
                <a:close/>
                <a:moveTo>
                  <a:pt x="1949" y="652"/>
                </a:moveTo>
                <a:cubicBezTo>
                  <a:pt x="1949" y="648"/>
                  <a:pt x="1945" y="644"/>
                  <a:pt x="1940" y="644"/>
                </a:cubicBezTo>
                <a:cubicBezTo>
                  <a:pt x="1936" y="644"/>
                  <a:pt x="1932" y="648"/>
                  <a:pt x="1932" y="652"/>
                </a:cubicBezTo>
                <a:cubicBezTo>
                  <a:pt x="1932" y="657"/>
                  <a:pt x="1936" y="661"/>
                  <a:pt x="1940" y="661"/>
                </a:cubicBezTo>
                <a:cubicBezTo>
                  <a:pt x="1945" y="661"/>
                  <a:pt x="1949" y="657"/>
                  <a:pt x="1949" y="652"/>
                </a:cubicBezTo>
                <a:close/>
                <a:moveTo>
                  <a:pt x="1975" y="652"/>
                </a:moveTo>
                <a:cubicBezTo>
                  <a:pt x="1975" y="648"/>
                  <a:pt x="1971" y="644"/>
                  <a:pt x="1966" y="644"/>
                </a:cubicBezTo>
                <a:cubicBezTo>
                  <a:pt x="1961" y="644"/>
                  <a:pt x="1957" y="648"/>
                  <a:pt x="1957" y="652"/>
                </a:cubicBezTo>
                <a:cubicBezTo>
                  <a:pt x="1957" y="657"/>
                  <a:pt x="1961" y="661"/>
                  <a:pt x="1966" y="661"/>
                </a:cubicBezTo>
                <a:cubicBezTo>
                  <a:pt x="1971" y="661"/>
                  <a:pt x="1975" y="657"/>
                  <a:pt x="1975" y="652"/>
                </a:cubicBezTo>
                <a:close/>
                <a:moveTo>
                  <a:pt x="2000" y="652"/>
                </a:moveTo>
                <a:cubicBezTo>
                  <a:pt x="2000" y="648"/>
                  <a:pt x="1997" y="644"/>
                  <a:pt x="1992" y="644"/>
                </a:cubicBezTo>
                <a:cubicBezTo>
                  <a:pt x="1987" y="644"/>
                  <a:pt x="1983" y="648"/>
                  <a:pt x="1983" y="652"/>
                </a:cubicBezTo>
                <a:cubicBezTo>
                  <a:pt x="1983" y="657"/>
                  <a:pt x="1987" y="661"/>
                  <a:pt x="1992" y="661"/>
                </a:cubicBezTo>
                <a:cubicBezTo>
                  <a:pt x="1997" y="661"/>
                  <a:pt x="2000" y="657"/>
                  <a:pt x="2000" y="652"/>
                </a:cubicBezTo>
                <a:close/>
                <a:moveTo>
                  <a:pt x="2026" y="652"/>
                </a:moveTo>
                <a:cubicBezTo>
                  <a:pt x="2026" y="648"/>
                  <a:pt x="2022" y="644"/>
                  <a:pt x="2018" y="644"/>
                </a:cubicBezTo>
                <a:cubicBezTo>
                  <a:pt x="2013" y="644"/>
                  <a:pt x="2009" y="648"/>
                  <a:pt x="2009" y="652"/>
                </a:cubicBezTo>
                <a:cubicBezTo>
                  <a:pt x="2009" y="657"/>
                  <a:pt x="2013" y="661"/>
                  <a:pt x="2018" y="661"/>
                </a:cubicBezTo>
                <a:cubicBezTo>
                  <a:pt x="2022" y="661"/>
                  <a:pt x="2026" y="657"/>
                  <a:pt x="2026" y="652"/>
                </a:cubicBezTo>
                <a:close/>
                <a:moveTo>
                  <a:pt x="2052" y="652"/>
                </a:moveTo>
                <a:cubicBezTo>
                  <a:pt x="2052" y="648"/>
                  <a:pt x="2048" y="644"/>
                  <a:pt x="2043" y="644"/>
                </a:cubicBezTo>
                <a:cubicBezTo>
                  <a:pt x="2039" y="644"/>
                  <a:pt x="2035" y="648"/>
                  <a:pt x="2035" y="652"/>
                </a:cubicBezTo>
                <a:cubicBezTo>
                  <a:pt x="2035" y="657"/>
                  <a:pt x="2039" y="661"/>
                  <a:pt x="2043" y="661"/>
                </a:cubicBezTo>
                <a:cubicBezTo>
                  <a:pt x="2048" y="661"/>
                  <a:pt x="2052" y="657"/>
                  <a:pt x="2052" y="652"/>
                </a:cubicBezTo>
                <a:close/>
                <a:moveTo>
                  <a:pt x="2078" y="652"/>
                </a:moveTo>
                <a:cubicBezTo>
                  <a:pt x="2078" y="648"/>
                  <a:pt x="2074" y="644"/>
                  <a:pt x="2069" y="644"/>
                </a:cubicBezTo>
                <a:cubicBezTo>
                  <a:pt x="2064" y="644"/>
                  <a:pt x="2061" y="648"/>
                  <a:pt x="2061" y="652"/>
                </a:cubicBezTo>
                <a:cubicBezTo>
                  <a:pt x="2061" y="657"/>
                  <a:pt x="2064" y="661"/>
                  <a:pt x="2069" y="661"/>
                </a:cubicBezTo>
                <a:cubicBezTo>
                  <a:pt x="2074" y="661"/>
                  <a:pt x="2078" y="657"/>
                  <a:pt x="2078" y="652"/>
                </a:cubicBezTo>
                <a:close/>
                <a:moveTo>
                  <a:pt x="2103" y="652"/>
                </a:moveTo>
                <a:cubicBezTo>
                  <a:pt x="2103" y="648"/>
                  <a:pt x="2100" y="644"/>
                  <a:pt x="2095" y="644"/>
                </a:cubicBezTo>
                <a:cubicBezTo>
                  <a:pt x="2090" y="644"/>
                  <a:pt x="2086" y="648"/>
                  <a:pt x="2086" y="652"/>
                </a:cubicBezTo>
                <a:cubicBezTo>
                  <a:pt x="2086" y="657"/>
                  <a:pt x="2090" y="661"/>
                  <a:pt x="2095" y="661"/>
                </a:cubicBezTo>
                <a:cubicBezTo>
                  <a:pt x="2100" y="661"/>
                  <a:pt x="2103" y="657"/>
                  <a:pt x="2103" y="652"/>
                </a:cubicBezTo>
                <a:close/>
                <a:moveTo>
                  <a:pt x="2129" y="652"/>
                </a:moveTo>
                <a:cubicBezTo>
                  <a:pt x="2129" y="648"/>
                  <a:pt x="2125" y="644"/>
                  <a:pt x="2121" y="644"/>
                </a:cubicBezTo>
                <a:cubicBezTo>
                  <a:pt x="2116" y="644"/>
                  <a:pt x="2112" y="648"/>
                  <a:pt x="2112" y="652"/>
                </a:cubicBezTo>
                <a:cubicBezTo>
                  <a:pt x="2112" y="657"/>
                  <a:pt x="2116" y="661"/>
                  <a:pt x="2121" y="661"/>
                </a:cubicBezTo>
                <a:cubicBezTo>
                  <a:pt x="2125" y="661"/>
                  <a:pt x="2129" y="657"/>
                  <a:pt x="2129" y="652"/>
                </a:cubicBezTo>
                <a:close/>
                <a:moveTo>
                  <a:pt x="2155" y="652"/>
                </a:moveTo>
                <a:cubicBezTo>
                  <a:pt x="2155" y="648"/>
                  <a:pt x="2151" y="644"/>
                  <a:pt x="2146" y="644"/>
                </a:cubicBezTo>
                <a:cubicBezTo>
                  <a:pt x="2142" y="644"/>
                  <a:pt x="2138" y="648"/>
                  <a:pt x="2138" y="652"/>
                </a:cubicBezTo>
                <a:cubicBezTo>
                  <a:pt x="2138" y="657"/>
                  <a:pt x="2142" y="661"/>
                  <a:pt x="2146" y="661"/>
                </a:cubicBezTo>
                <a:cubicBezTo>
                  <a:pt x="2151" y="661"/>
                  <a:pt x="2155" y="657"/>
                  <a:pt x="2155" y="652"/>
                </a:cubicBezTo>
                <a:close/>
                <a:moveTo>
                  <a:pt x="2181" y="652"/>
                </a:moveTo>
                <a:cubicBezTo>
                  <a:pt x="2181" y="648"/>
                  <a:pt x="2177" y="644"/>
                  <a:pt x="2172" y="644"/>
                </a:cubicBezTo>
                <a:cubicBezTo>
                  <a:pt x="2167" y="644"/>
                  <a:pt x="2164" y="648"/>
                  <a:pt x="2164" y="652"/>
                </a:cubicBezTo>
                <a:cubicBezTo>
                  <a:pt x="2164" y="657"/>
                  <a:pt x="2167" y="661"/>
                  <a:pt x="2172" y="661"/>
                </a:cubicBezTo>
                <a:cubicBezTo>
                  <a:pt x="2177" y="661"/>
                  <a:pt x="2181" y="657"/>
                  <a:pt x="2181" y="652"/>
                </a:cubicBezTo>
                <a:close/>
                <a:moveTo>
                  <a:pt x="2207" y="652"/>
                </a:moveTo>
                <a:cubicBezTo>
                  <a:pt x="2207" y="648"/>
                  <a:pt x="2203" y="644"/>
                  <a:pt x="2198" y="644"/>
                </a:cubicBezTo>
                <a:cubicBezTo>
                  <a:pt x="2193" y="644"/>
                  <a:pt x="2189" y="648"/>
                  <a:pt x="2189" y="652"/>
                </a:cubicBezTo>
                <a:cubicBezTo>
                  <a:pt x="2189" y="657"/>
                  <a:pt x="2193" y="661"/>
                  <a:pt x="2198" y="661"/>
                </a:cubicBezTo>
                <a:cubicBezTo>
                  <a:pt x="2203" y="661"/>
                  <a:pt x="2207" y="657"/>
                  <a:pt x="2207" y="652"/>
                </a:cubicBezTo>
                <a:close/>
                <a:moveTo>
                  <a:pt x="2232" y="652"/>
                </a:moveTo>
                <a:cubicBezTo>
                  <a:pt x="2232" y="648"/>
                  <a:pt x="2228" y="644"/>
                  <a:pt x="2224" y="644"/>
                </a:cubicBezTo>
                <a:cubicBezTo>
                  <a:pt x="2219" y="644"/>
                  <a:pt x="2215" y="648"/>
                  <a:pt x="2215" y="652"/>
                </a:cubicBezTo>
                <a:cubicBezTo>
                  <a:pt x="2215" y="657"/>
                  <a:pt x="2219" y="661"/>
                  <a:pt x="2224" y="661"/>
                </a:cubicBezTo>
                <a:cubicBezTo>
                  <a:pt x="2228" y="661"/>
                  <a:pt x="2232" y="657"/>
                  <a:pt x="2232" y="652"/>
                </a:cubicBezTo>
                <a:close/>
                <a:moveTo>
                  <a:pt x="2258" y="652"/>
                </a:moveTo>
                <a:cubicBezTo>
                  <a:pt x="2258" y="648"/>
                  <a:pt x="2254" y="644"/>
                  <a:pt x="2249" y="644"/>
                </a:cubicBezTo>
                <a:cubicBezTo>
                  <a:pt x="2245" y="644"/>
                  <a:pt x="2241" y="648"/>
                  <a:pt x="2241" y="652"/>
                </a:cubicBezTo>
                <a:cubicBezTo>
                  <a:pt x="2241" y="657"/>
                  <a:pt x="2245" y="661"/>
                  <a:pt x="2249" y="661"/>
                </a:cubicBezTo>
                <a:cubicBezTo>
                  <a:pt x="2254" y="661"/>
                  <a:pt x="2258" y="657"/>
                  <a:pt x="2258" y="652"/>
                </a:cubicBezTo>
                <a:close/>
                <a:moveTo>
                  <a:pt x="2284" y="652"/>
                </a:moveTo>
                <a:cubicBezTo>
                  <a:pt x="2284" y="648"/>
                  <a:pt x="2280" y="644"/>
                  <a:pt x="2275" y="644"/>
                </a:cubicBezTo>
                <a:cubicBezTo>
                  <a:pt x="2270" y="644"/>
                  <a:pt x="2267" y="648"/>
                  <a:pt x="2267" y="652"/>
                </a:cubicBezTo>
                <a:cubicBezTo>
                  <a:pt x="2267" y="657"/>
                  <a:pt x="2270" y="661"/>
                  <a:pt x="2275" y="661"/>
                </a:cubicBezTo>
                <a:cubicBezTo>
                  <a:pt x="2280" y="661"/>
                  <a:pt x="2284" y="657"/>
                  <a:pt x="2284" y="652"/>
                </a:cubicBezTo>
                <a:close/>
                <a:moveTo>
                  <a:pt x="2310" y="652"/>
                </a:moveTo>
                <a:cubicBezTo>
                  <a:pt x="2310" y="648"/>
                  <a:pt x="2306" y="644"/>
                  <a:pt x="2301" y="644"/>
                </a:cubicBezTo>
                <a:cubicBezTo>
                  <a:pt x="2296" y="644"/>
                  <a:pt x="2292" y="648"/>
                  <a:pt x="2292" y="652"/>
                </a:cubicBezTo>
                <a:cubicBezTo>
                  <a:pt x="2292" y="657"/>
                  <a:pt x="2296" y="661"/>
                  <a:pt x="2301" y="661"/>
                </a:cubicBezTo>
                <a:cubicBezTo>
                  <a:pt x="2306" y="661"/>
                  <a:pt x="2310" y="657"/>
                  <a:pt x="2310" y="652"/>
                </a:cubicBezTo>
                <a:close/>
                <a:moveTo>
                  <a:pt x="2387" y="652"/>
                </a:moveTo>
                <a:cubicBezTo>
                  <a:pt x="2387" y="648"/>
                  <a:pt x="2383" y="644"/>
                  <a:pt x="2378" y="644"/>
                </a:cubicBezTo>
                <a:cubicBezTo>
                  <a:pt x="2373" y="644"/>
                  <a:pt x="2370" y="648"/>
                  <a:pt x="2370" y="652"/>
                </a:cubicBezTo>
                <a:cubicBezTo>
                  <a:pt x="2370" y="657"/>
                  <a:pt x="2373" y="661"/>
                  <a:pt x="2378" y="661"/>
                </a:cubicBezTo>
                <a:cubicBezTo>
                  <a:pt x="2383" y="661"/>
                  <a:pt x="2387" y="657"/>
                  <a:pt x="2387" y="652"/>
                </a:cubicBezTo>
                <a:close/>
                <a:moveTo>
                  <a:pt x="326" y="678"/>
                </a:moveTo>
                <a:cubicBezTo>
                  <a:pt x="326" y="673"/>
                  <a:pt x="322" y="669"/>
                  <a:pt x="318" y="669"/>
                </a:cubicBezTo>
                <a:cubicBezTo>
                  <a:pt x="313" y="669"/>
                  <a:pt x="309" y="673"/>
                  <a:pt x="309" y="678"/>
                </a:cubicBezTo>
                <a:cubicBezTo>
                  <a:pt x="309" y="683"/>
                  <a:pt x="313" y="687"/>
                  <a:pt x="318" y="687"/>
                </a:cubicBezTo>
                <a:cubicBezTo>
                  <a:pt x="322" y="687"/>
                  <a:pt x="326" y="683"/>
                  <a:pt x="326" y="678"/>
                </a:cubicBezTo>
                <a:close/>
                <a:moveTo>
                  <a:pt x="352" y="678"/>
                </a:moveTo>
                <a:cubicBezTo>
                  <a:pt x="352" y="673"/>
                  <a:pt x="348" y="669"/>
                  <a:pt x="343" y="669"/>
                </a:cubicBezTo>
                <a:cubicBezTo>
                  <a:pt x="339" y="669"/>
                  <a:pt x="335" y="673"/>
                  <a:pt x="335" y="678"/>
                </a:cubicBezTo>
                <a:cubicBezTo>
                  <a:pt x="335" y="683"/>
                  <a:pt x="339" y="687"/>
                  <a:pt x="343" y="687"/>
                </a:cubicBezTo>
                <a:cubicBezTo>
                  <a:pt x="348" y="687"/>
                  <a:pt x="352" y="683"/>
                  <a:pt x="352" y="678"/>
                </a:cubicBezTo>
                <a:close/>
                <a:moveTo>
                  <a:pt x="378" y="678"/>
                </a:moveTo>
                <a:cubicBezTo>
                  <a:pt x="378" y="673"/>
                  <a:pt x="374" y="669"/>
                  <a:pt x="369" y="669"/>
                </a:cubicBezTo>
                <a:cubicBezTo>
                  <a:pt x="364" y="669"/>
                  <a:pt x="360" y="673"/>
                  <a:pt x="360" y="678"/>
                </a:cubicBezTo>
                <a:cubicBezTo>
                  <a:pt x="360" y="683"/>
                  <a:pt x="364" y="687"/>
                  <a:pt x="369" y="687"/>
                </a:cubicBezTo>
                <a:cubicBezTo>
                  <a:pt x="374" y="687"/>
                  <a:pt x="378" y="683"/>
                  <a:pt x="378" y="678"/>
                </a:cubicBezTo>
                <a:close/>
                <a:moveTo>
                  <a:pt x="403" y="678"/>
                </a:moveTo>
                <a:cubicBezTo>
                  <a:pt x="403" y="673"/>
                  <a:pt x="400" y="669"/>
                  <a:pt x="395" y="669"/>
                </a:cubicBezTo>
                <a:cubicBezTo>
                  <a:pt x="390" y="669"/>
                  <a:pt x="386" y="673"/>
                  <a:pt x="386" y="678"/>
                </a:cubicBezTo>
                <a:cubicBezTo>
                  <a:pt x="386" y="683"/>
                  <a:pt x="390" y="687"/>
                  <a:pt x="395" y="687"/>
                </a:cubicBezTo>
                <a:cubicBezTo>
                  <a:pt x="400" y="687"/>
                  <a:pt x="403" y="683"/>
                  <a:pt x="403" y="678"/>
                </a:cubicBezTo>
                <a:close/>
                <a:moveTo>
                  <a:pt x="429" y="678"/>
                </a:moveTo>
                <a:cubicBezTo>
                  <a:pt x="429" y="673"/>
                  <a:pt x="425" y="669"/>
                  <a:pt x="421" y="669"/>
                </a:cubicBezTo>
                <a:cubicBezTo>
                  <a:pt x="416" y="669"/>
                  <a:pt x="412" y="673"/>
                  <a:pt x="412" y="678"/>
                </a:cubicBezTo>
                <a:cubicBezTo>
                  <a:pt x="412" y="683"/>
                  <a:pt x="416" y="687"/>
                  <a:pt x="421" y="687"/>
                </a:cubicBezTo>
                <a:cubicBezTo>
                  <a:pt x="425" y="687"/>
                  <a:pt x="429" y="683"/>
                  <a:pt x="429" y="678"/>
                </a:cubicBezTo>
                <a:close/>
                <a:moveTo>
                  <a:pt x="455" y="678"/>
                </a:moveTo>
                <a:cubicBezTo>
                  <a:pt x="455" y="673"/>
                  <a:pt x="451" y="669"/>
                  <a:pt x="446" y="669"/>
                </a:cubicBezTo>
                <a:cubicBezTo>
                  <a:pt x="442" y="669"/>
                  <a:pt x="438" y="673"/>
                  <a:pt x="438" y="678"/>
                </a:cubicBezTo>
                <a:cubicBezTo>
                  <a:pt x="438" y="683"/>
                  <a:pt x="442" y="687"/>
                  <a:pt x="446" y="687"/>
                </a:cubicBezTo>
                <a:cubicBezTo>
                  <a:pt x="451" y="687"/>
                  <a:pt x="455" y="683"/>
                  <a:pt x="455" y="678"/>
                </a:cubicBezTo>
                <a:close/>
                <a:moveTo>
                  <a:pt x="481" y="678"/>
                </a:moveTo>
                <a:cubicBezTo>
                  <a:pt x="481" y="673"/>
                  <a:pt x="477" y="669"/>
                  <a:pt x="472" y="669"/>
                </a:cubicBezTo>
                <a:cubicBezTo>
                  <a:pt x="467" y="669"/>
                  <a:pt x="463" y="673"/>
                  <a:pt x="463" y="678"/>
                </a:cubicBezTo>
                <a:cubicBezTo>
                  <a:pt x="463" y="683"/>
                  <a:pt x="467" y="687"/>
                  <a:pt x="472" y="687"/>
                </a:cubicBezTo>
                <a:cubicBezTo>
                  <a:pt x="477" y="687"/>
                  <a:pt x="481" y="683"/>
                  <a:pt x="481" y="678"/>
                </a:cubicBezTo>
                <a:close/>
                <a:moveTo>
                  <a:pt x="506" y="678"/>
                </a:moveTo>
                <a:cubicBezTo>
                  <a:pt x="506" y="673"/>
                  <a:pt x="503" y="669"/>
                  <a:pt x="498" y="669"/>
                </a:cubicBezTo>
                <a:cubicBezTo>
                  <a:pt x="493" y="669"/>
                  <a:pt x="489" y="673"/>
                  <a:pt x="489" y="678"/>
                </a:cubicBezTo>
                <a:cubicBezTo>
                  <a:pt x="489" y="683"/>
                  <a:pt x="493" y="687"/>
                  <a:pt x="498" y="687"/>
                </a:cubicBezTo>
                <a:cubicBezTo>
                  <a:pt x="503" y="687"/>
                  <a:pt x="506" y="683"/>
                  <a:pt x="506" y="678"/>
                </a:cubicBezTo>
                <a:close/>
                <a:moveTo>
                  <a:pt x="532" y="678"/>
                </a:moveTo>
                <a:cubicBezTo>
                  <a:pt x="532" y="673"/>
                  <a:pt x="528" y="669"/>
                  <a:pt x="524" y="669"/>
                </a:cubicBezTo>
                <a:cubicBezTo>
                  <a:pt x="519" y="669"/>
                  <a:pt x="515" y="673"/>
                  <a:pt x="515" y="678"/>
                </a:cubicBezTo>
                <a:cubicBezTo>
                  <a:pt x="515" y="683"/>
                  <a:pt x="519" y="687"/>
                  <a:pt x="524" y="687"/>
                </a:cubicBezTo>
                <a:cubicBezTo>
                  <a:pt x="528" y="687"/>
                  <a:pt x="532" y="683"/>
                  <a:pt x="532" y="678"/>
                </a:cubicBezTo>
                <a:close/>
                <a:moveTo>
                  <a:pt x="558" y="678"/>
                </a:moveTo>
                <a:cubicBezTo>
                  <a:pt x="558" y="673"/>
                  <a:pt x="554" y="669"/>
                  <a:pt x="549" y="669"/>
                </a:cubicBezTo>
                <a:cubicBezTo>
                  <a:pt x="545" y="669"/>
                  <a:pt x="541" y="673"/>
                  <a:pt x="541" y="678"/>
                </a:cubicBezTo>
                <a:cubicBezTo>
                  <a:pt x="541" y="683"/>
                  <a:pt x="545" y="687"/>
                  <a:pt x="549" y="687"/>
                </a:cubicBezTo>
                <a:cubicBezTo>
                  <a:pt x="554" y="687"/>
                  <a:pt x="558" y="683"/>
                  <a:pt x="558" y="678"/>
                </a:cubicBezTo>
                <a:close/>
                <a:moveTo>
                  <a:pt x="584" y="678"/>
                </a:moveTo>
                <a:cubicBezTo>
                  <a:pt x="584" y="673"/>
                  <a:pt x="580" y="669"/>
                  <a:pt x="575" y="669"/>
                </a:cubicBezTo>
                <a:cubicBezTo>
                  <a:pt x="570" y="669"/>
                  <a:pt x="567" y="673"/>
                  <a:pt x="567" y="678"/>
                </a:cubicBezTo>
                <a:cubicBezTo>
                  <a:pt x="567" y="683"/>
                  <a:pt x="570" y="687"/>
                  <a:pt x="575" y="687"/>
                </a:cubicBezTo>
                <a:cubicBezTo>
                  <a:pt x="580" y="687"/>
                  <a:pt x="584" y="683"/>
                  <a:pt x="584" y="678"/>
                </a:cubicBezTo>
                <a:close/>
                <a:moveTo>
                  <a:pt x="609" y="678"/>
                </a:moveTo>
                <a:cubicBezTo>
                  <a:pt x="609" y="673"/>
                  <a:pt x="606" y="669"/>
                  <a:pt x="601" y="669"/>
                </a:cubicBezTo>
                <a:cubicBezTo>
                  <a:pt x="596" y="669"/>
                  <a:pt x="592" y="673"/>
                  <a:pt x="592" y="678"/>
                </a:cubicBezTo>
                <a:cubicBezTo>
                  <a:pt x="592" y="683"/>
                  <a:pt x="596" y="687"/>
                  <a:pt x="601" y="687"/>
                </a:cubicBezTo>
                <a:cubicBezTo>
                  <a:pt x="606" y="687"/>
                  <a:pt x="609" y="683"/>
                  <a:pt x="609" y="678"/>
                </a:cubicBezTo>
                <a:close/>
                <a:moveTo>
                  <a:pt x="635" y="678"/>
                </a:moveTo>
                <a:cubicBezTo>
                  <a:pt x="635" y="673"/>
                  <a:pt x="631" y="669"/>
                  <a:pt x="627" y="669"/>
                </a:cubicBezTo>
                <a:cubicBezTo>
                  <a:pt x="622" y="669"/>
                  <a:pt x="618" y="673"/>
                  <a:pt x="618" y="678"/>
                </a:cubicBezTo>
                <a:cubicBezTo>
                  <a:pt x="618" y="683"/>
                  <a:pt x="622" y="687"/>
                  <a:pt x="627" y="687"/>
                </a:cubicBezTo>
                <a:cubicBezTo>
                  <a:pt x="631" y="687"/>
                  <a:pt x="635" y="683"/>
                  <a:pt x="635" y="678"/>
                </a:cubicBezTo>
                <a:close/>
                <a:moveTo>
                  <a:pt x="661" y="678"/>
                </a:moveTo>
                <a:cubicBezTo>
                  <a:pt x="661" y="673"/>
                  <a:pt x="657" y="669"/>
                  <a:pt x="652" y="669"/>
                </a:cubicBezTo>
                <a:cubicBezTo>
                  <a:pt x="648" y="669"/>
                  <a:pt x="644" y="673"/>
                  <a:pt x="644" y="678"/>
                </a:cubicBezTo>
                <a:cubicBezTo>
                  <a:pt x="644" y="683"/>
                  <a:pt x="648" y="687"/>
                  <a:pt x="652" y="687"/>
                </a:cubicBezTo>
                <a:cubicBezTo>
                  <a:pt x="657" y="687"/>
                  <a:pt x="661" y="683"/>
                  <a:pt x="661" y="678"/>
                </a:cubicBezTo>
                <a:close/>
                <a:moveTo>
                  <a:pt x="687" y="678"/>
                </a:moveTo>
                <a:cubicBezTo>
                  <a:pt x="687" y="673"/>
                  <a:pt x="683" y="669"/>
                  <a:pt x="678" y="669"/>
                </a:cubicBezTo>
                <a:cubicBezTo>
                  <a:pt x="673" y="669"/>
                  <a:pt x="670" y="673"/>
                  <a:pt x="670" y="678"/>
                </a:cubicBezTo>
                <a:cubicBezTo>
                  <a:pt x="670" y="683"/>
                  <a:pt x="673" y="687"/>
                  <a:pt x="678" y="687"/>
                </a:cubicBezTo>
                <a:cubicBezTo>
                  <a:pt x="683" y="687"/>
                  <a:pt x="687" y="683"/>
                  <a:pt x="687" y="678"/>
                </a:cubicBezTo>
                <a:close/>
                <a:moveTo>
                  <a:pt x="712" y="678"/>
                </a:moveTo>
                <a:cubicBezTo>
                  <a:pt x="712" y="673"/>
                  <a:pt x="709" y="669"/>
                  <a:pt x="704" y="669"/>
                </a:cubicBezTo>
                <a:cubicBezTo>
                  <a:pt x="699" y="669"/>
                  <a:pt x="695" y="673"/>
                  <a:pt x="695" y="678"/>
                </a:cubicBezTo>
                <a:cubicBezTo>
                  <a:pt x="695" y="683"/>
                  <a:pt x="699" y="687"/>
                  <a:pt x="704" y="687"/>
                </a:cubicBezTo>
                <a:cubicBezTo>
                  <a:pt x="709" y="687"/>
                  <a:pt x="712" y="683"/>
                  <a:pt x="712" y="678"/>
                </a:cubicBezTo>
                <a:close/>
                <a:moveTo>
                  <a:pt x="738" y="678"/>
                </a:moveTo>
                <a:cubicBezTo>
                  <a:pt x="738" y="673"/>
                  <a:pt x="734" y="669"/>
                  <a:pt x="730" y="669"/>
                </a:cubicBezTo>
                <a:cubicBezTo>
                  <a:pt x="725" y="669"/>
                  <a:pt x="721" y="673"/>
                  <a:pt x="721" y="678"/>
                </a:cubicBezTo>
                <a:cubicBezTo>
                  <a:pt x="721" y="683"/>
                  <a:pt x="725" y="687"/>
                  <a:pt x="730" y="687"/>
                </a:cubicBezTo>
                <a:cubicBezTo>
                  <a:pt x="734" y="687"/>
                  <a:pt x="738" y="683"/>
                  <a:pt x="738" y="678"/>
                </a:cubicBezTo>
                <a:close/>
                <a:moveTo>
                  <a:pt x="764" y="678"/>
                </a:moveTo>
                <a:cubicBezTo>
                  <a:pt x="764" y="673"/>
                  <a:pt x="760" y="669"/>
                  <a:pt x="755" y="669"/>
                </a:cubicBezTo>
                <a:cubicBezTo>
                  <a:pt x="751" y="669"/>
                  <a:pt x="747" y="673"/>
                  <a:pt x="747" y="678"/>
                </a:cubicBezTo>
                <a:cubicBezTo>
                  <a:pt x="747" y="683"/>
                  <a:pt x="751" y="687"/>
                  <a:pt x="755" y="687"/>
                </a:cubicBezTo>
                <a:cubicBezTo>
                  <a:pt x="760" y="687"/>
                  <a:pt x="764" y="683"/>
                  <a:pt x="764" y="678"/>
                </a:cubicBezTo>
                <a:close/>
                <a:moveTo>
                  <a:pt x="1279" y="678"/>
                </a:moveTo>
                <a:cubicBezTo>
                  <a:pt x="1279" y="673"/>
                  <a:pt x="1275" y="669"/>
                  <a:pt x="1271" y="669"/>
                </a:cubicBezTo>
                <a:cubicBezTo>
                  <a:pt x="1266" y="669"/>
                  <a:pt x="1262" y="673"/>
                  <a:pt x="1262" y="678"/>
                </a:cubicBezTo>
                <a:cubicBezTo>
                  <a:pt x="1262" y="683"/>
                  <a:pt x="1266" y="687"/>
                  <a:pt x="1271" y="687"/>
                </a:cubicBezTo>
                <a:cubicBezTo>
                  <a:pt x="1275" y="687"/>
                  <a:pt x="1279" y="683"/>
                  <a:pt x="1279" y="678"/>
                </a:cubicBezTo>
                <a:close/>
                <a:moveTo>
                  <a:pt x="1305" y="678"/>
                </a:moveTo>
                <a:cubicBezTo>
                  <a:pt x="1305" y="673"/>
                  <a:pt x="1301" y="669"/>
                  <a:pt x="1296" y="669"/>
                </a:cubicBezTo>
                <a:cubicBezTo>
                  <a:pt x="1292" y="669"/>
                  <a:pt x="1288" y="673"/>
                  <a:pt x="1288" y="678"/>
                </a:cubicBezTo>
                <a:cubicBezTo>
                  <a:pt x="1288" y="683"/>
                  <a:pt x="1292" y="687"/>
                  <a:pt x="1296" y="687"/>
                </a:cubicBezTo>
                <a:cubicBezTo>
                  <a:pt x="1301" y="687"/>
                  <a:pt x="1305" y="683"/>
                  <a:pt x="1305" y="678"/>
                </a:cubicBezTo>
                <a:close/>
                <a:moveTo>
                  <a:pt x="1331" y="678"/>
                </a:moveTo>
                <a:cubicBezTo>
                  <a:pt x="1331" y="673"/>
                  <a:pt x="1327" y="669"/>
                  <a:pt x="1322" y="669"/>
                </a:cubicBezTo>
                <a:cubicBezTo>
                  <a:pt x="1317" y="669"/>
                  <a:pt x="1314" y="673"/>
                  <a:pt x="1314" y="678"/>
                </a:cubicBezTo>
                <a:cubicBezTo>
                  <a:pt x="1314" y="683"/>
                  <a:pt x="1317" y="687"/>
                  <a:pt x="1322" y="687"/>
                </a:cubicBezTo>
                <a:cubicBezTo>
                  <a:pt x="1327" y="687"/>
                  <a:pt x="1331" y="683"/>
                  <a:pt x="1331" y="678"/>
                </a:cubicBezTo>
                <a:close/>
                <a:moveTo>
                  <a:pt x="1356" y="678"/>
                </a:moveTo>
                <a:cubicBezTo>
                  <a:pt x="1356" y="673"/>
                  <a:pt x="1353" y="669"/>
                  <a:pt x="1348" y="669"/>
                </a:cubicBezTo>
                <a:cubicBezTo>
                  <a:pt x="1343" y="669"/>
                  <a:pt x="1339" y="673"/>
                  <a:pt x="1339" y="678"/>
                </a:cubicBezTo>
                <a:cubicBezTo>
                  <a:pt x="1339" y="683"/>
                  <a:pt x="1343" y="687"/>
                  <a:pt x="1348" y="687"/>
                </a:cubicBezTo>
                <a:cubicBezTo>
                  <a:pt x="1353" y="687"/>
                  <a:pt x="1356" y="683"/>
                  <a:pt x="1356" y="678"/>
                </a:cubicBezTo>
                <a:close/>
                <a:moveTo>
                  <a:pt x="1408" y="678"/>
                </a:moveTo>
                <a:cubicBezTo>
                  <a:pt x="1408" y="673"/>
                  <a:pt x="1404" y="669"/>
                  <a:pt x="1399" y="669"/>
                </a:cubicBezTo>
                <a:cubicBezTo>
                  <a:pt x="1395" y="669"/>
                  <a:pt x="1391" y="673"/>
                  <a:pt x="1391" y="678"/>
                </a:cubicBezTo>
                <a:cubicBezTo>
                  <a:pt x="1391" y="683"/>
                  <a:pt x="1395" y="687"/>
                  <a:pt x="1399" y="687"/>
                </a:cubicBezTo>
                <a:cubicBezTo>
                  <a:pt x="1404" y="687"/>
                  <a:pt x="1408" y="683"/>
                  <a:pt x="1408" y="678"/>
                </a:cubicBezTo>
                <a:close/>
                <a:moveTo>
                  <a:pt x="1434" y="678"/>
                </a:moveTo>
                <a:cubicBezTo>
                  <a:pt x="1434" y="673"/>
                  <a:pt x="1430" y="669"/>
                  <a:pt x="1425" y="669"/>
                </a:cubicBezTo>
                <a:cubicBezTo>
                  <a:pt x="1420" y="669"/>
                  <a:pt x="1417" y="673"/>
                  <a:pt x="1417" y="678"/>
                </a:cubicBezTo>
                <a:cubicBezTo>
                  <a:pt x="1417" y="683"/>
                  <a:pt x="1420" y="687"/>
                  <a:pt x="1425" y="687"/>
                </a:cubicBezTo>
                <a:cubicBezTo>
                  <a:pt x="1430" y="687"/>
                  <a:pt x="1434" y="683"/>
                  <a:pt x="1434" y="678"/>
                </a:cubicBezTo>
                <a:close/>
                <a:moveTo>
                  <a:pt x="1459" y="678"/>
                </a:moveTo>
                <a:cubicBezTo>
                  <a:pt x="1459" y="673"/>
                  <a:pt x="1456" y="669"/>
                  <a:pt x="1451" y="669"/>
                </a:cubicBezTo>
                <a:cubicBezTo>
                  <a:pt x="1446" y="669"/>
                  <a:pt x="1442" y="673"/>
                  <a:pt x="1442" y="678"/>
                </a:cubicBezTo>
                <a:cubicBezTo>
                  <a:pt x="1442" y="683"/>
                  <a:pt x="1446" y="687"/>
                  <a:pt x="1451" y="687"/>
                </a:cubicBezTo>
                <a:cubicBezTo>
                  <a:pt x="1456" y="687"/>
                  <a:pt x="1459" y="683"/>
                  <a:pt x="1459" y="678"/>
                </a:cubicBezTo>
                <a:close/>
                <a:moveTo>
                  <a:pt x="1485" y="678"/>
                </a:moveTo>
                <a:cubicBezTo>
                  <a:pt x="1485" y="673"/>
                  <a:pt x="1481" y="669"/>
                  <a:pt x="1477" y="669"/>
                </a:cubicBezTo>
                <a:cubicBezTo>
                  <a:pt x="1472" y="669"/>
                  <a:pt x="1468" y="673"/>
                  <a:pt x="1468" y="678"/>
                </a:cubicBezTo>
                <a:cubicBezTo>
                  <a:pt x="1468" y="683"/>
                  <a:pt x="1472" y="687"/>
                  <a:pt x="1477" y="687"/>
                </a:cubicBezTo>
                <a:cubicBezTo>
                  <a:pt x="1481" y="687"/>
                  <a:pt x="1485" y="683"/>
                  <a:pt x="1485" y="678"/>
                </a:cubicBezTo>
                <a:close/>
                <a:moveTo>
                  <a:pt x="1511" y="678"/>
                </a:moveTo>
                <a:cubicBezTo>
                  <a:pt x="1511" y="673"/>
                  <a:pt x="1507" y="669"/>
                  <a:pt x="1502" y="669"/>
                </a:cubicBezTo>
                <a:cubicBezTo>
                  <a:pt x="1498" y="669"/>
                  <a:pt x="1494" y="673"/>
                  <a:pt x="1494" y="678"/>
                </a:cubicBezTo>
                <a:cubicBezTo>
                  <a:pt x="1494" y="683"/>
                  <a:pt x="1498" y="687"/>
                  <a:pt x="1502" y="687"/>
                </a:cubicBezTo>
                <a:cubicBezTo>
                  <a:pt x="1507" y="687"/>
                  <a:pt x="1511" y="683"/>
                  <a:pt x="1511" y="678"/>
                </a:cubicBezTo>
                <a:close/>
                <a:moveTo>
                  <a:pt x="1537" y="678"/>
                </a:moveTo>
                <a:cubicBezTo>
                  <a:pt x="1537" y="673"/>
                  <a:pt x="1533" y="669"/>
                  <a:pt x="1528" y="669"/>
                </a:cubicBezTo>
                <a:cubicBezTo>
                  <a:pt x="1523" y="669"/>
                  <a:pt x="1520" y="673"/>
                  <a:pt x="1520" y="678"/>
                </a:cubicBezTo>
                <a:cubicBezTo>
                  <a:pt x="1520" y="683"/>
                  <a:pt x="1523" y="687"/>
                  <a:pt x="1528" y="687"/>
                </a:cubicBezTo>
                <a:cubicBezTo>
                  <a:pt x="1533" y="687"/>
                  <a:pt x="1537" y="683"/>
                  <a:pt x="1537" y="678"/>
                </a:cubicBezTo>
                <a:close/>
                <a:moveTo>
                  <a:pt x="1563" y="678"/>
                </a:moveTo>
                <a:cubicBezTo>
                  <a:pt x="1563" y="673"/>
                  <a:pt x="1559" y="669"/>
                  <a:pt x="1554" y="669"/>
                </a:cubicBezTo>
                <a:cubicBezTo>
                  <a:pt x="1549" y="669"/>
                  <a:pt x="1545" y="673"/>
                  <a:pt x="1545" y="678"/>
                </a:cubicBezTo>
                <a:cubicBezTo>
                  <a:pt x="1545" y="683"/>
                  <a:pt x="1549" y="687"/>
                  <a:pt x="1554" y="687"/>
                </a:cubicBezTo>
                <a:cubicBezTo>
                  <a:pt x="1559" y="687"/>
                  <a:pt x="1563" y="683"/>
                  <a:pt x="1563" y="678"/>
                </a:cubicBezTo>
                <a:close/>
                <a:moveTo>
                  <a:pt x="1588" y="678"/>
                </a:moveTo>
                <a:cubicBezTo>
                  <a:pt x="1588" y="673"/>
                  <a:pt x="1584" y="669"/>
                  <a:pt x="1580" y="669"/>
                </a:cubicBezTo>
                <a:cubicBezTo>
                  <a:pt x="1575" y="669"/>
                  <a:pt x="1571" y="673"/>
                  <a:pt x="1571" y="678"/>
                </a:cubicBezTo>
                <a:cubicBezTo>
                  <a:pt x="1571" y="683"/>
                  <a:pt x="1575" y="687"/>
                  <a:pt x="1580" y="687"/>
                </a:cubicBezTo>
                <a:cubicBezTo>
                  <a:pt x="1584" y="687"/>
                  <a:pt x="1588" y="683"/>
                  <a:pt x="1588" y="678"/>
                </a:cubicBezTo>
                <a:close/>
                <a:moveTo>
                  <a:pt x="1614" y="678"/>
                </a:moveTo>
                <a:cubicBezTo>
                  <a:pt x="1614" y="673"/>
                  <a:pt x="1610" y="669"/>
                  <a:pt x="1605" y="669"/>
                </a:cubicBezTo>
                <a:cubicBezTo>
                  <a:pt x="1601" y="669"/>
                  <a:pt x="1597" y="673"/>
                  <a:pt x="1597" y="678"/>
                </a:cubicBezTo>
                <a:cubicBezTo>
                  <a:pt x="1597" y="683"/>
                  <a:pt x="1601" y="687"/>
                  <a:pt x="1605" y="687"/>
                </a:cubicBezTo>
                <a:cubicBezTo>
                  <a:pt x="1610" y="687"/>
                  <a:pt x="1614" y="683"/>
                  <a:pt x="1614" y="678"/>
                </a:cubicBezTo>
                <a:close/>
                <a:moveTo>
                  <a:pt x="1640" y="678"/>
                </a:moveTo>
                <a:cubicBezTo>
                  <a:pt x="1640" y="673"/>
                  <a:pt x="1636" y="669"/>
                  <a:pt x="1631" y="669"/>
                </a:cubicBezTo>
                <a:cubicBezTo>
                  <a:pt x="1626" y="669"/>
                  <a:pt x="1623" y="673"/>
                  <a:pt x="1623" y="678"/>
                </a:cubicBezTo>
                <a:cubicBezTo>
                  <a:pt x="1623" y="683"/>
                  <a:pt x="1626" y="687"/>
                  <a:pt x="1631" y="687"/>
                </a:cubicBezTo>
                <a:cubicBezTo>
                  <a:pt x="1636" y="687"/>
                  <a:pt x="1640" y="683"/>
                  <a:pt x="1640" y="678"/>
                </a:cubicBezTo>
                <a:close/>
                <a:moveTo>
                  <a:pt x="1666" y="678"/>
                </a:moveTo>
                <a:cubicBezTo>
                  <a:pt x="1666" y="673"/>
                  <a:pt x="1662" y="669"/>
                  <a:pt x="1657" y="669"/>
                </a:cubicBezTo>
                <a:cubicBezTo>
                  <a:pt x="1652" y="669"/>
                  <a:pt x="1648" y="673"/>
                  <a:pt x="1648" y="678"/>
                </a:cubicBezTo>
                <a:cubicBezTo>
                  <a:pt x="1648" y="683"/>
                  <a:pt x="1652" y="687"/>
                  <a:pt x="1657" y="687"/>
                </a:cubicBezTo>
                <a:cubicBezTo>
                  <a:pt x="1662" y="687"/>
                  <a:pt x="1666" y="683"/>
                  <a:pt x="1666" y="678"/>
                </a:cubicBezTo>
                <a:close/>
                <a:moveTo>
                  <a:pt x="1691" y="678"/>
                </a:moveTo>
                <a:cubicBezTo>
                  <a:pt x="1691" y="673"/>
                  <a:pt x="1687" y="669"/>
                  <a:pt x="1683" y="669"/>
                </a:cubicBezTo>
                <a:cubicBezTo>
                  <a:pt x="1678" y="669"/>
                  <a:pt x="1674" y="673"/>
                  <a:pt x="1674" y="678"/>
                </a:cubicBezTo>
                <a:cubicBezTo>
                  <a:pt x="1674" y="683"/>
                  <a:pt x="1678" y="687"/>
                  <a:pt x="1683" y="687"/>
                </a:cubicBezTo>
                <a:cubicBezTo>
                  <a:pt x="1687" y="687"/>
                  <a:pt x="1691" y="683"/>
                  <a:pt x="1691" y="678"/>
                </a:cubicBezTo>
                <a:close/>
                <a:moveTo>
                  <a:pt x="1717" y="678"/>
                </a:moveTo>
                <a:cubicBezTo>
                  <a:pt x="1717" y="673"/>
                  <a:pt x="1713" y="669"/>
                  <a:pt x="1708" y="669"/>
                </a:cubicBezTo>
                <a:cubicBezTo>
                  <a:pt x="1704" y="669"/>
                  <a:pt x="1700" y="673"/>
                  <a:pt x="1700" y="678"/>
                </a:cubicBezTo>
                <a:cubicBezTo>
                  <a:pt x="1700" y="683"/>
                  <a:pt x="1704" y="687"/>
                  <a:pt x="1708" y="687"/>
                </a:cubicBezTo>
                <a:cubicBezTo>
                  <a:pt x="1713" y="687"/>
                  <a:pt x="1717" y="683"/>
                  <a:pt x="1717" y="678"/>
                </a:cubicBezTo>
                <a:close/>
                <a:moveTo>
                  <a:pt x="1743" y="678"/>
                </a:moveTo>
                <a:cubicBezTo>
                  <a:pt x="1743" y="673"/>
                  <a:pt x="1739" y="669"/>
                  <a:pt x="1734" y="669"/>
                </a:cubicBezTo>
                <a:cubicBezTo>
                  <a:pt x="1730" y="669"/>
                  <a:pt x="1726" y="673"/>
                  <a:pt x="1726" y="678"/>
                </a:cubicBezTo>
                <a:cubicBezTo>
                  <a:pt x="1726" y="683"/>
                  <a:pt x="1730" y="687"/>
                  <a:pt x="1734" y="687"/>
                </a:cubicBezTo>
                <a:cubicBezTo>
                  <a:pt x="1739" y="687"/>
                  <a:pt x="1743" y="683"/>
                  <a:pt x="1743" y="678"/>
                </a:cubicBezTo>
                <a:close/>
                <a:moveTo>
                  <a:pt x="1769" y="678"/>
                </a:moveTo>
                <a:cubicBezTo>
                  <a:pt x="1769" y="673"/>
                  <a:pt x="1765" y="669"/>
                  <a:pt x="1760" y="669"/>
                </a:cubicBezTo>
                <a:cubicBezTo>
                  <a:pt x="1755" y="669"/>
                  <a:pt x="1751" y="673"/>
                  <a:pt x="1751" y="678"/>
                </a:cubicBezTo>
                <a:cubicBezTo>
                  <a:pt x="1751" y="683"/>
                  <a:pt x="1755" y="687"/>
                  <a:pt x="1760" y="687"/>
                </a:cubicBezTo>
                <a:cubicBezTo>
                  <a:pt x="1765" y="687"/>
                  <a:pt x="1769" y="683"/>
                  <a:pt x="1769" y="678"/>
                </a:cubicBezTo>
                <a:close/>
                <a:moveTo>
                  <a:pt x="1794" y="678"/>
                </a:moveTo>
                <a:cubicBezTo>
                  <a:pt x="1794" y="673"/>
                  <a:pt x="1791" y="669"/>
                  <a:pt x="1786" y="669"/>
                </a:cubicBezTo>
                <a:cubicBezTo>
                  <a:pt x="1781" y="669"/>
                  <a:pt x="1777" y="673"/>
                  <a:pt x="1777" y="678"/>
                </a:cubicBezTo>
                <a:cubicBezTo>
                  <a:pt x="1777" y="683"/>
                  <a:pt x="1781" y="687"/>
                  <a:pt x="1786" y="687"/>
                </a:cubicBezTo>
                <a:cubicBezTo>
                  <a:pt x="1791" y="687"/>
                  <a:pt x="1794" y="683"/>
                  <a:pt x="1794" y="678"/>
                </a:cubicBezTo>
                <a:close/>
                <a:moveTo>
                  <a:pt x="1820" y="678"/>
                </a:moveTo>
                <a:cubicBezTo>
                  <a:pt x="1820" y="673"/>
                  <a:pt x="1816" y="669"/>
                  <a:pt x="1812" y="669"/>
                </a:cubicBezTo>
                <a:cubicBezTo>
                  <a:pt x="1807" y="669"/>
                  <a:pt x="1803" y="673"/>
                  <a:pt x="1803" y="678"/>
                </a:cubicBezTo>
                <a:cubicBezTo>
                  <a:pt x="1803" y="683"/>
                  <a:pt x="1807" y="687"/>
                  <a:pt x="1812" y="687"/>
                </a:cubicBezTo>
                <a:cubicBezTo>
                  <a:pt x="1816" y="687"/>
                  <a:pt x="1820" y="683"/>
                  <a:pt x="1820" y="678"/>
                </a:cubicBezTo>
                <a:close/>
                <a:moveTo>
                  <a:pt x="1846" y="678"/>
                </a:moveTo>
                <a:cubicBezTo>
                  <a:pt x="1846" y="673"/>
                  <a:pt x="1842" y="669"/>
                  <a:pt x="1837" y="669"/>
                </a:cubicBezTo>
                <a:cubicBezTo>
                  <a:pt x="1833" y="669"/>
                  <a:pt x="1829" y="673"/>
                  <a:pt x="1829" y="678"/>
                </a:cubicBezTo>
                <a:cubicBezTo>
                  <a:pt x="1829" y="683"/>
                  <a:pt x="1833" y="687"/>
                  <a:pt x="1837" y="687"/>
                </a:cubicBezTo>
                <a:cubicBezTo>
                  <a:pt x="1842" y="687"/>
                  <a:pt x="1846" y="683"/>
                  <a:pt x="1846" y="678"/>
                </a:cubicBezTo>
                <a:close/>
                <a:moveTo>
                  <a:pt x="1872" y="678"/>
                </a:moveTo>
                <a:cubicBezTo>
                  <a:pt x="1872" y="673"/>
                  <a:pt x="1868" y="669"/>
                  <a:pt x="1863" y="669"/>
                </a:cubicBezTo>
                <a:cubicBezTo>
                  <a:pt x="1858" y="669"/>
                  <a:pt x="1854" y="673"/>
                  <a:pt x="1854" y="678"/>
                </a:cubicBezTo>
                <a:cubicBezTo>
                  <a:pt x="1854" y="683"/>
                  <a:pt x="1858" y="687"/>
                  <a:pt x="1863" y="687"/>
                </a:cubicBezTo>
                <a:cubicBezTo>
                  <a:pt x="1868" y="687"/>
                  <a:pt x="1872" y="683"/>
                  <a:pt x="1872" y="678"/>
                </a:cubicBezTo>
                <a:close/>
                <a:moveTo>
                  <a:pt x="1897" y="678"/>
                </a:moveTo>
                <a:cubicBezTo>
                  <a:pt x="1897" y="673"/>
                  <a:pt x="1894" y="669"/>
                  <a:pt x="1889" y="669"/>
                </a:cubicBezTo>
                <a:cubicBezTo>
                  <a:pt x="1884" y="669"/>
                  <a:pt x="1880" y="673"/>
                  <a:pt x="1880" y="678"/>
                </a:cubicBezTo>
                <a:cubicBezTo>
                  <a:pt x="1880" y="683"/>
                  <a:pt x="1884" y="687"/>
                  <a:pt x="1889" y="687"/>
                </a:cubicBezTo>
                <a:cubicBezTo>
                  <a:pt x="1894" y="687"/>
                  <a:pt x="1897" y="683"/>
                  <a:pt x="1897" y="678"/>
                </a:cubicBezTo>
                <a:close/>
                <a:moveTo>
                  <a:pt x="1923" y="678"/>
                </a:moveTo>
                <a:cubicBezTo>
                  <a:pt x="1923" y="673"/>
                  <a:pt x="1919" y="669"/>
                  <a:pt x="1915" y="669"/>
                </a:cubicBezTo>
                <a:cubicBezTo>
                  <a:pt x="1910" y="669"/>
                  <a:pt x="1906" y="673"/>
                  <a:pt x="1906" y="678"/>
                </a:cubicBezTo>
                <a:cubicBezTo>
                  <a:pt x="1906" y="683"/>
                  <a:pt x="1910" y="687"/>
                  <a:pt x="1915" y="687"/>
                </a:cubicBezTo>
                <a:cubicBezTo>
                  <a:pt x="1919" y="687"/>
                  <a:pt x="1923" y="683"/>
                  <a:pt x="1923" y="678"/>
                </a:cubicBezTo>
                <a:close/>
                <a:moveTo>
                  <a:pt x="1949" y="678"/>
                </a:moveTo>
                <a:cubicBezTo>
                  <a:pt x="1949" y="673"/>
                  <a:pt x="1945" y="669"/>
                  <a:pt x="1940" y="669"/>
                </a:cubicBezTo>
                <a:cubicBezTo>
                  <a:pt x="1936" y="669"/>
                  <a:pt x="1932" y="673"/>
                  <a:pt x="1932" y="678"/>
                </a:cubicBezTo>
                <a:cubicBezTo>
                  <a:pt x="1932" y="683"/>
                  <a:pt x="1936" y="687"/>
                  <a:pt x="1940" y="687"/>
                </a:cubicBezTo>
                <a:cubicBezTo>
                  <a:pt x="1945" y="687"/>
                  <a:pt x="1949" y="683"/>
                  <a:pt x="1949" y="678"/>
                </a:cubicBezTo>
                <a:close/>
                <a:moveTo>
                  <a:pt x="1975" y="678"/>
                </a:moveTo>
                <a:cubicBezTo>
                  <a:pt x="1975" y="673"/>
                  <a:pt x="1971" y="669"/>
                  <a:pt x="1966" y="669"/>
                </a:cubicBezTo>
                <a:cubicBezTo>
                  <a:pt x="1961" y="669"/>
                  <a:pt x="1957" y="673"/>
                  <a:pt x="1957" y="678"/>
                </a:cubicBezTo>
                <a:cubicBezTo>
                  <a:pt x="1957" y="683"/>
                  <a:pt x="1961" y="687"/>
                  <a:pt x="1966" y="687"/>
                </a:cubicBezTo>
                <a:cubicBezTo>
                  <a:pt x="1971" y="687"/>
                  <a:pt x="1975" y="683"/>
                  <a:pt x="1975" y="678"/>
                </a:cubicBezTo>
                <a:close/>
                <a:moveTo>
                  <a:pt x="2000" y="678"/>
                </a:moveTo>
                <a:cubicBezTo>
                  <a:pt x="2000" y="673"/>
                  <a:pt x="1997" y="669"/>
                  <a:pt x="1992" y="669"/>
                </a:cubicBezTo>
                <a:cubicBezTo>
                  <a:pt x="1987" y="669"/>
                  <a:pt x="1983" y="673"/>
                  <a:pt x="1983" y="678"/>
                </a:cubicBezTo>
                <a:cubicBezTo>
                  <a:pt x="1983" y="683"/>
                  <a:pt x="1987" y="687"/>
                  <a:pt x="1992" y="687"/>
                </a:cubicBezTo>
                <a:cubicBezTo>
                  <a:pt x="1997" y="687"/>
                  <a:pt x="2000" y="683"/>
                  <a:pt x="2000" y="678"/>
                </a:cubicBezTo>
                <a:close/>
                <a:moveTo>
                  <a:pt x="2026" y="678"/>
                </a:moveTo>
                <a:cubicBezTo>
                  <a:pt x="2026" y="673"/>
                  <a:pt x="2022" y="669"/>
                  <a:pt x="2018" y="669"/>
                </a:cubicBezTo>
                <a:cubicBezTo>
                  <a:pt x="2013" y="669"/>
                  <a:pt x="2009" y="673"/>
                  <a:pt x="2009" y="678"/>
                </a:cubicBezTo>
                <a:cubicBezTo>
                  <a:pt x="2009" y="683"/>
                  <a:pt x="2013" y="687"/>
                  <a:pt x="2018" y="687"/>
                </a:cubicBezTo>
                <a:cubicBezTo>
                  <a:pt x="2022" y="687"/>
                  <a:pt x="2026" y="683"/>
                  <a:pt x="2026" y="678"/>
                </a:cubicBezTo>
                <a:close/>
                <a:moveTo>
                  <a:pt x="2052" y="678"/>
                </a:moveTo>
                <a:cubicBezTo>
                  <a:pt x="2052" y="673"/>
                  <a:pt x="2048" y="669"/>
                  <a:pt x="2043" y="669"/>
                </a:cubicBezTo>
                <a:cubicBezTo>
                  <a:pt x="2039" y="669"/>
                  <a:pt x="2035" y="673"/>
                  <a:pt x="2035" y="678"/>
                </a:cubicBezTo>
                <a:cubicBezTo>
                  <a:pt x="2035" y="683"/>
                  <a:pt x="2039" y="687"/>
                  <a:pt x="2043" y="687"/>
                </a:cubicBezTo>
                <a:cubicBezTo>
                  <a:pt x="2048" y="687"/>
                  <a:pt x="2052" y="683"/>
                  <a:pt x="2052" y="678"/>
                </a:cubicBezTo>
                <a:close/>
                <a:moveTo>
                  <a:pt x="2078" y="678"/>
                </a:moveTo>
                <a:cubicBezTo>
                  <a:pt x="2078" y="673"/>
                  <a:pt x="2074" y="669"/>
                  <a:pt x="2069" y="669"/>
                </a:cubicBezTo>
                <a:cubicBezTo>
                  <a:pt x="2064" y="669"/>
                  <a:pt x="2061" y="673"/>
                  <a:pt x="2061" y="678"/>
                </a:cubicBezTo>
                <a:cubicBezTo>
                  <a:pt x="2061" y="683"/>
                  <a:pt x="2064" y="687"/>
                  <a:pt x="2069" y="687"/>
                </a:cubicBezTo>
                <a:cubicBezTo>
                  <a:pt x="2074" y="687"/>
                  <a:pt x="2078" y="683"/>
                  <a:pt x="2078" y="678"/>
                </a:cubicBezTo>
                <a:close/>
                <a:moveTo>
                  <a:pt x="2103" y="678"/>
                </a:moveTo>
                <a:cubicBezTo>
                  <a:pt x="2103" y="673"/>
                  <a:pt x="2100" y="669"/>
                  <a:pt x="2095" y="669"/>
                </a:cubicBezTo>
                <a:cubicBezTo>
                  <a:pt x="2090" y="669"/>
                  <a:pt x="2086" y="673"/>
                  <a:pt x="2086" y="678"/>
                </a:cubicBezTo>
                <a:cubicBezTo>
                  <a:pt x="2086" y="683"/>
                  <a:pt x="2090" y="687"/>
                  <a:pt x="2095" y="687"/>
                </a:cubicBezTo>
                <a:cubicBezTo>
                  <a:pt x="2100" y="687"/>
                  <a:pt x="2103" y="683"/>
                  <a:pt x="2103" y="678"/>
                </a:cubicBezTo>
                <a:close/>
                <a:moveTo>
                  <a:pt x="2129" y="678"/>
                </a:moveTo>
                <a:cubicBezTo>
                  <a:pt x="2129" y="673"/>
                  <a:pt x="2125" y="669"/>
                  <a:pt x="2121" y="669"/>
                </a:cubicBezTo>
                <a:cubicBezTo>
                  <a:pt x="2116" y="669"/>
                  <a:pt x="2112" y="673"/>
                  <a:pt x="2112" y="678"/>
                </a:cubicBezTo>
                <a:cubicBezTo>
                  <a:pt x="2112" y="683"/>
                  <a:pt x="2116" y="687"/>
                  <a:pt x="2121" y="687"/>
                </a:cubicBezTo>
                <a:cubicBezTo>
                  <a:pt x="2125" y="687"/>
                  <a:pt x="2129" y="683"/>
                  <a:pt x="2129" y="678"/>
                </a:cubicBezTo>
                <a:close/>
                <a:moveTo>
                  <a:pt x="2155" y="678"/>
                </a:moveTo>
                <a:cubicBezTo>
                  <a:pt x="2155" y="673"/>
                  <a:pt x="2151" y="669"/>
                  <a:pt x="2146" y="669"/>
                </a:cubicBezTo>
                <a:cubicBezTo>
                  <a:pt x="2142" y="669"/>
                  <a:pt x="2138" y="673"/>
                  <a:pt x="2138" y="678"/>
                </a:cubicBezTo>
                <a:cubicBezTo>
                  <a:pt x="2138" y="683"/>
                  <a:pt x="2142" y="687"/>
                  <a:pt x="2146" y="687"/>
                </a:cubicBezTo>
                <a:cubicBezTo>
                  <a:pt x="2151" y="687"/>
                  <a:pt x="2155" y="683"/>
                  <a:pt x="2155" y="678"/>
                </a:cubicBezTo>
                <a:close/>
                <a:moveTo>
                  <a:pt x="2181" y="678"/>
                </a:moveTo>
                <a:cubicBezTo>
                  <a:pt x="2181" y="673"/>
                  <a:pt x="2177" y="669"/>
                  <a:pt x="2172" y="669"/>
                </a:cubicBezTo>
                <a:cubicBezTo>
                  <a:pt x="2167" y="669"/>
                  <a:pt x="2164" y="673"/>
                  <a:pt x="2164" y="678"/>
                </a:cubicBezTo>
                <a:cubicBezTo>
                  <a:pt x="2164" y="683"/>
                  <a:pt x="2167" y="687"/>
                  <a:pt x="2172" y="687"/>
                </a:cubicBezTo>
                <a:cubicBezTo>
                  <a:pt x="2177" y="687"/>
                  <a:pt x="2181" y="683"/>
                  <a:pt x="2181" y="678"/>
                </a:cubicBezTo>
                <a:close/>
                <a:moveTo>
                  <a:pt x="2207" y="678"/>
                </a:moveTo>
                <a:cubicBezTo>
                  <a:pt x="2207" y="673"/>
                  <a:pt x="2203" y="669"/>
                  <a:pt x="2198" y="669"/>
                </a:cubicBezTo>
                <a:cubicBezTo>
                  <a:pt x="2193" y="669"/>
                  <a:pt x="2189" y="673"/>
                  <a:pt x="2189" y="678"/>
                </a:cubicBezTo>
                <a:cubicBezTo>
                  <a:pt x="2189" y="683"/>
                  <a:pt x="2193" y="687"/>
                  <a:pt x="2198" y="687"/>
                </a:cubicBezTo>
                <a:cubicBezTo>
                  <a:pt x="2203" y="687"/>
                  <a:pt x="2207" y="683"/>
                  <a:pt x="2207" y="678"/>
                </a:cubicBezTo>
                <a:close/>
                <a:moveTo>
                  <a:pt x="2232" y="678"/>
                </a:moveTo>
                <a:cubicBezTo>
                  <a:pt x="2232" y="673"/>
                  <a:pt x="2228" y="669"/>
                  <a:pt x="2224" y="669"/>
                </a:cubicBezTo>
                <a:cubicBezTo>
                  <a:pt x="2219" y="669"/>
                  <a:pt x="2215" y="673"/>
                  <a:pt x="2215" y="678"/>
                </a:cubicBezTo>
                <a:cubicBezTo>
                  <a:pt x="2215" y="683"/>
                  <a:pt x="2219" y="687"/>
                  <a:pt x="2224" y="687"/>
                </a:cubicBezTo>
                <a:cubicBezTo>
                  <a:pt x="2228" y="687"/>
                  <a:pt x="2232" y="683"/>
                  <a:pt x="2232" y="678"/>
                </a:cubicBezTo>
                <a:close/>
                <a:moveTo>
                  <a:pt x="2258" y="678"/>
                </a:moveTo>
                <a:cubicBezTo>
                  <a:pt x="2258" y="673"/>
                  <a:pt x="2254" y="669"/>
                  <a:pt x="2249" y="669"/>
                </a:cubicBezTo>
                <a:cubicBezTo>
                  <a:pt x="2245" y="669"/>
                  <a:pt x="2241" y="673"/>
                  <a:pt x="2241" y="678"/>
                </a:cubicBezTo>
                <a:cubicBezTo>
                  <a:pt x="2241" y="683"/>
                  <a:pt x="2245" y="687"/>
                  <a:pt x="2249" y="687"/>
                </a:cubicBezTo>
                <a:cubicBezTo>
                  <a:pt x="2254" y="687"/>
                  <a:pt x="2258" y="683"/>
                  <a:pt x="2258" y="678"/>
                </a:cubicBezTo>
                <a:close/>
                <a:moveTo>
                  <a:pt x="2284" y="678"/>
                </a:moveTo>
                <a:cubicBezTo>
                  <a:pt x="2284" y="673"/>
                  <a:pt x="2280" y="669"/>
                  <a:pt x="2275" y="669"/>
                </a:cubicBezTo>
                <a:cubicBezTo>
                  <a:pt x="2270" y="669"/>
                  <a:pt x="2267" y="673"/>
                  <a:pt x="2267" y="678"/>
                </a:cubicBezTo>
                <a:cubicBezTo>
                  <a:pt x="2267" y="683"/>
                  <a:pt x="2270" y="687"/>
                  <a:pt x="2275" y="687"/>
                </a:cubicBezTo>
                <a:cubicBezTo>
                  <a:pt x="2280" y="687"/>
                  <a:pt x="2284" y="683"/>
                  <a:pt x="2284" y="678"/>
                </a:cubicBezTo>
                <a:close/>
                <a:moveTo>
                  <a:pt x="2310" y="678"/>
                </a:moveTo>
                <a:cubicBezTo>
                  <a:pt x="2310" y="673"/>
                  <a:pt x="2306" y="669"/>
                  <a:pt x="2301" y="669"/>
                </a:cubicBezTo>
                <a:cubicBezTo>
                  <a:pt x="2296" y="669"/>
                  <a:pt x="2292" y="673"/>
                  <a:pt x="2292" y="678"/>
                </a:cubicBezTo>
                <a:cubicBezTo>
                  <a:pt x="2292" y="683"/>
                  <a:pt x="2296" y="687"/>
                  <a:pt x="2301" y="687"/>
                </a:cubicBezTo>
                <a:cubicBezTo>
                  <a:pt x="2306" y="687"/>
                  <a:pt x="2310" y="683"/>
                  <a:pt x="2310" y="678"/>
                </a:cubicBezTo>
                <a:close/>
                <a:moveTo>
                  <a:pt x="326" y="704"/>
                </a:moveTo>
                <a:cubicBezTo>
                  <a:pt x="326" y="699"/>
                  <a:pt x="322" y="695"/>
                  <a:pt x="318" y="695"/>
                </a:cubicBezTo>
                <a:cubicBezTo>
                  <a:pt x="313" y="695"/>
                  <a:pt x="309" y="699"/>
                  <a:pt x="309" y="704"/>
                </a:cubicBezTo>
                <a:cubicBezTo>
                  <a:pt x="309" y="709"/>
                  <a:pt x="313" y="712"/>
                  <a:pt x="318" y="712"/>
                </a:cubicBezTo>
                <a:cubicBezTo>
                  <a:pt x="322" y="712"/>
                  <a:pt x="326" y="709"/>
                  <a:pt x="326" y="704"/>
                </a:cubicBezTo>
                <a:close/>
                <a:moveTo>
                  <a:pt x="352" y="704"/>
                </a:moveTo>
                <a:cubicBezTo>
                  <a:pt x="352" y="699"/>
                  <a:pt x="348" y="695"/>
                  <a:pt x="343" y="695"/>
                </a:cubicBezTo>
                <a:cubicBezTo>
                  <a:pt x="339" y="695"/>
                  <a:pt x="335" y="699"/>
                  <a:pt x="335" y="704"/>
                </a:cubicBezTo>
                <a:cubicBezTo>
                  <a:pt x="335" y="709"/>
                  <a:pt x="339" y="712"/>
                  <a:pt x="343" y="712"/>
                </a:cubicBezTo>
                <a:cubicBezTo>
                  <a:pt x="348" y="712"/>
                  <a:pt x="352" y="709"/>
                  <a:pt x="352" y="704"/>
                </a:cubicBezTo>
                <a:close/>
                <a:moveTo>
                  <a:pt x="378" y="704"/>
                </a:moveTo>
                <a:cubicBezTo>
                  <a:pt x="378" y="699"/>
                  <a:pt x="374" y="695"/>
                  <a:pt x="369" y="695"/>
                </a:cubicBezTo>
                <a:cubicBezTo>
                  <a:pt x="364" y="695"/>
                  <a:pt x="360" y="699"/>
                  <a:pt x="360" y="704"/>
                </a:cubicBezTo>
                <a:cubicBezTo>
                  <a:pt x="360" y="709"/>
                  <a:pt x="364" y="712"/>
                  <a:pt x="369" y="712"/>
                </a:cubicBezTo>
                <a:cubicBezTo>
                  <a:pt x="374" y="712"/>
                  <a:pt x="378" y="709"/>
                  <a:pt x="378" y="704"/>
                </a:cubicBezTo>
                <a:close/>
                <a:moveTo>
                  <a:pt x="403" y="704"/>
                </a:moveTo>
                <a:cubicBezTo>
                  <a:pt x="403" y="699"/>
                  <a:pt x="400" y="695"/>
                  <a:pt x="395" y="695"/>
                </a:cubicBezTo>
                <a:cubicBezTo>
                  <a:pt x="390" y="695"/>
                  <a:pt x="386" y="699"/>
                  <a:pt x="386" y="704"/>
                </a:cubicBezTo>
                <a:cubicBezTo>
                  <a:pt x="386" y="709"/>
                  <a:pt x="390" y="712"/>
                  <a:pt x="395" y="712"/>
                </a:cubicBezTo>
                <a:cubicBezTo>
                  <a:pt x="400" y="712"/>
                  <a:pt x="403" y="709"/>
                  <a:pt x="403" y="704"/>
                </a:cubicBezTo>
                <a:close/>
                <a:moveTo>
                  <a:pt x="429" y="704"/>
                </a:moveTo>
                <a:cubicBezTo>
                  <a:pt x="429" y="699"/>
                  <a:pt x="425" y="695"/>
                  <a:pt x="421" y="695"/>
                </a:cubicBezTo>
                <a:cubicBezTo>
                  <a:pt x="416" y="695"/>
                  <a:pt x="412" y="699"/>
                  <a:pt x="412" y="704"/>
                </a:cubicBezTo>
                <a:cubicBezTo>
                  <a:pt x="412" y="709"/>
                  <a:pt x="416" y="712"/>
                  <a:pt x="421" y="712"/>
                </a:cubicBezTo>
                <a:cubicBezTo>
                  <a:pt x="425" y="712"/>
                  <a:pt x="429" y="709"/>
                  <a:pt x="429" y="704"/>
                </a:cubicBezTo>
                <a:close/>
                <a:moveTo>
                  <a:pt x="455" y="704"/>
                </a:moveTo>
                <a:cubicBezTo>
                  <a:pt x="455" y="699"/>
                  <a:pt x="451" y="695"/>
                  <a:pt x="446" y="695"/>
                </a:cubicBezTo>
                <a:cubicBezTo>
                  <a:pt x="442" y="695"/>
                  <a:pt x="438" y="699"/>
                  <a:pt x="438" y="704"/>
                </a:cubicBezTo>
                <a:cubicBezTo>
                  <a:pt x="438" y="709"/>
                  <a:pt x="442" y="712"/>
                  <a:pt x="446" y="712"/>
                </a:cubicBezTo>
                <a:cubicBezTo>
                  <a:pt x="451" y="712"/>
                  <a:pt x="455" y="709"/>
                  <a:pt x="455" y="704"/>
                </a:cubicBezTo>
                <a:close/>
                <a:moveTo>
                  <a:pt x="481" y="704"/>
                </a:moveTo>
                <a:cubicBezTo>
                  <a:pt x="481" y="699"/>
                  <a:pt x="477" y="695"/>
                  <a:pt x="472" y="695"/>
                </a:cubicBezTo>
                <a:cubicBezTo>
                  <a:pt x="467" y="695"/>
                  <a:pt x="463" y="699"/>
                  <a:pt x="463" y="704"/>
                </a:cubicBezTo>
                <a:cubicBezTo>
                  <a:pt x="463" y="709"/>
                  <a:pt x="467" y="712"/>
                  <a:pt x="472" y="712"/>
                </a:cubicBezTo>
                <a:cubicBezTo>
                  <a:pt x="477" y="712"/>
                  <a:pt x="481" y="709"/>
                  <a:pt x="481" y="704"/>
                </a:cubicBezTo>
                <a:close/>
                <a:moveTo>
                  <a:pt x="506" y="704"/>
                </a:moveTo>
                <a:cubicBezTo>
                  <a:pt x="506" y="699"/>
                  <a:pt x="503" y="695"/>
                  <a:pt x="498" y="695"/>
                </a:cubicBezTo>
                <a:cubicBezTo>
                  <a:pt x="493" y="695"/>
                  <a:pt x="489" y="699"/>
                  <a:pt x="489" y="704"/>
                </a:cubicBezTo>
                <a:cubicBezTo>
                  <a:pt x="489" y="709"/>
                  <a:pt x="493" y="712"/>
                  <a:pt x="498" y="712"/>
                </a:cubicBezTo>
                <a:cubicBezTo>
                  <a:pt x="503" y="712"/>
                  <a:pt x="506" y="709"/>
                  <a:pt x="506" y="704"/>
                </a:cubicBezTo>
                <a:close/>
                <a:moveTo>
                  <a:pt x="532" y="704"/>
                </a:moveTo>
                <a:cubicBezTo>
                  <a:pt x="532" y="699"/>
                  <a:pt x="528" y="695"/>
                  <a:pt x="524" y="695"/>
                </a:cubicBezTo>
                <a:cubicBezTo>
                  <a:pt x="519" y="695"/>
                  <a:pt x="515" y="699"/>
                  <a:pt x="515" y="704"/>
                </a:cubicBezTo>
                <a:cubicBezTo>
                  <a:pt x="515" y="709"/>
                  <a:pt x="519" y="712"/>
                  <a:pt x="524" y="712"/>
                </a:cubicBezTo>
                <a:cubicBezTo>
                  <a:pt x="528" y="712"/>
                  <a:pt x="532" y="709"/>
                  <a:pt x="532" y="704"/>
                </a:cubicBezTo>
                <a:close/>
                <a:moveTo>
                  <a:pt x="558" y="704"/>
                </a:moveTo>
                <a:cubicBezTo>
                  <a:pt x="558" y="699"/>
                  <a:pt x="554" y="695"/>
                  <a:pt x="549" y="695"/>
                </a:cubicBezTo>
                <a:cubicBezTo>
                  <a:pt x="545" y="695"/>
                  <a:pt x="541" y="699"/>
                  <a:pt x="541" y="704"/>
                </a:cubicBezTo>
                <a:cubicBezTo>
                  <a:pt x="541" y="709"/>
                  <a:pt x="545" y="712"/>
                  <a:pt x="549" y="712"/>
                </a:cubicBezTo>
                <a:cubicBezTo>
                  <a:pt x="554" y="712"/>
                  <a:pt x="558" y="709"/>
                  <a:pt x="558" y="704"/>
                </a:cubicBezTo>
                <a:close/>
                <a:moveTo>
                  <a:pt x="584" y="704"/>
                </a:moveTo>
                <a:cubicBezTo>
                  <a:pt x="584" y="699"/>
                  <a:pt x="580" y="695"/>
                  <a:pt x="575" y="695"/>
                </a:cubicBezTo>
                <a:cubicBezTo>
                  <a:pt x="570" y="695"/>
                  <a:pt x="567" y="699"/>
                  <a:pt x="567" y="704"/>
                </a:cubicBezTo>
                <a:cubicBezTo>
                  <a:pt x="567" y="709"/>
                  <a:pt x="570" y="712"/>
                  <a:pt x="575" y="712"/>
                </a:cubicBezTo>
                <a:cubicBezTo>
                  <a:pt x="580" y="712"/>
                  <a:pt x="584" y="709"/>
                  <a:pt x="584" y="704"/>
                </a:cubicBezTo>
                <a:close/>
                <a:moveTo>
                  <a:pt x="609" y="704"/>
                </a:moveTo>
                <a:cubicBezTo>
                  <a:pt x="609" y="699"/>
                  <a:pt x="606" y="695"/>
                  <a:pt x="601" y="695"/>
                </a:cubicBezTo>
                <a:cubicBezTo>
                  <a:pt x="596" y="695"/>
                  <a:pt x="592" y="699"/>
                  <a:pt x="592" y="704"/>
                </a:cubicBezTo>
                <a:cubicBezTo>
                  <a:pt x="592" y="709"/>
                  <a:pt x="596" y="712"/>
                  <a:pt x="601" y="712"/>
                </a:cubicBezTo>
                <a:cubicBezTo>
                  <a:pt x="606" y="712"/>
                  <a:pt x="609" y="709"/>
                  <a:pt x="609" y="704"/>
                </a:cubicBezTo>
                <a:close/>
                <a:moveTo>
                  <a:pt x="635" y="704"/>
                </a:moveTo>
                <a:cubicBezTo>
                  <a:pt x="635" y="699"/>
                  <a:pt x="631" y="695"/>
                  <a:pt x="627" y="695"/>
                </a:cubicBezTo>
                <a:cubicBezTo>
                  <a:pt x="622" y="695"/>
                  <a:pt x="618" y="699"/>
                  <a:pt x="618" y="704"/>
                </a:cubicBezTo>
                <a:cubicBezTo>
                  <a:pt x="618" y="709"/>
                  <a:pt x="622" y="712"/>
                  <a:pt x="627" y="712"/>
                </a:cubicBezTo>
                <a:cubicBezTo>
                  <a:pt x="631" y="712"/>
                  <a:pt x="635" y="709"/>
                  <a:pt x="635" y="704"/>
                </a:cubicBezTo>
                <a:close/>
                <a:moveTo>
                  <a:pt x="661" y="704"/>
                </a:moveTo>
                <a:cubicBezTo>
                  <a:pt x="661" y="699"/>
                  <a:pt x="657" y="695"/>
                  <a:pt x="652" y="695"/>
                </a:cubicBezTo>
                <a:cubicBezTo>
                  <a:pt x="648" y="695"/>
                  <a:pt x="644" y="699"/>
                  <a:pt x="644" y="704"/>
                </a:cubicBezTo>
                <a:cubicBezTo>
                  <a:pt x="644" y="709"/>
                  <a:pt x="648" y="712"/>
                  <a:pt x="652" y="712"/>
                </a:cubicBezTo>
                <a:cubicBezTo>
                  <a:pt x="657" y="712"/>
                  <a:pt x="661" y="709"/>
                  <a:pt x="661" y="704"/>
                </a:cubicBezTo>
                <a:close/>
                <a:moveTo>
                  <a:pt x="687" y="704"/>
                </a:moveTo>
                <a:cubicBezTo>
                  <a:pt x="687" y="699"/>
                  <a:pt x="683" y="695"/>
                  <a:pt x="678" y="695"/>
                </a:cubicBezTo>
                <a:cubicBezTo>
                  <a:pt x="673" y="695"/>
                  <a:pt x="670" y="699"/>
                  <a:pt x="670" y="704"/>
                </a:cubicBezTo>
                <a:cubicBezTo>
                  <a:pt x="670" y="709"/>
                  <a:pt x="673" y="712"/>
                  <a:pt x="678" y="712"/>
                </a:cubicBezTo>
                <a:cubicBezTo>
                  <a:pt x="683" y="712"/>
                  <a:pt x="687" y="709"/>
                  <a:pt x="687" y="704"/>
                </a:cubicBezTo>
                <a:close/>
                <a:moveTo>
                  <a:pt x="712" y="704"/>
                </a:moveTo>
                <a:cubicBezTo>
                  <a:pt x="712" y="699"/>
                  <a:pt x="709" y="695"/>
                  <a:pt x="704" y="695"/>
                </a:cubicBezTo>
                <a:cubicBezTo>
                  <a:pt x="699" y="695"/>
                  <a:pt x="695" y="699"/>
                  <a:pt x="695" y="704"/>
                </a:cubicBezTo>
                <a:cubicBezTo>
                  <a:pt x="695" y="709"/>
                  <a:pt x="699" y="712"/>
                  <a:pt x="704" y="712"/>
                </a:cubicBezTo>
                <a:cubicBezTo>
                  <a:pt x="709" y="712"/>
                  <a:pt x="712" y="709"/>
                  <a:pt x="712" y="704"/>
                </a:cubicBezTo>
                <a:close/>
                <a:moveTo>
                  <a:pt x="1202" y="704"/>
                </a:moveTo>
                <a:cubicBezTo>
                  <a:pt x="1202" y="699"/>
                  <a:pt x="1198" y="695"/>
                  <a:pt x="1193" y="695"/>
                </a:cubicBezTo>
                <a:cubicBezTo>
                  <a:pt x="1189" y="695"/>
                  <a:pt x="1185" y="699"/>
                  <a:pt x="1185" y="704"/>
                </a:cubicBezTo>
                <a:cubicBezTo>
                  <a:pt x="1185" y="709"/>
                  <a:pt x="1189" y="712"/>
                  <a:pt x="1193" y="712"/>
                </a:cubicBezTo>
                <a:cubicBezTo>
                  <a:pt x="1198" y="712"/>
                  <a:pt x="1202" y="709"/>
                  <a:pt x="1202" y="704"/>
                </a:cubicBezTo>
                <a:close/>
                <a:moveTo>
                  <a:pt x="1228" y="704"/>
                </a:moveTo>
                <a:cubicBezTo>
                  <a:pt x="1228" y="699"/>
                  <a:pt x="1224" y="695"/>
                  <a:pt x="1219" y="695"/>
                </a:cubicBezTo>
                <a:cubicBezTo>
                  <a:pt x="1214" y="695"/>
                  <a:pt x="1210" y="699"/>
                  <a:pt x="1210" y="704"/>
                </a:cubicBezTo>
                <a:cubicBezTo>
                  <a:pt x="1210" y="709"/>
                  <a:pt x="1214" y="712"/>
                  <a:pt x="1219" y="712"/>
                </a:cubicBezTo>
                <a:cubicBezTo>
                  <a:pt x="1224" y="712"/>
                  <a:pt x="1228" y="709"/>
                  <a:pt x="1228" y="704"/>
                </a:cubicBezTo>
                <a:close/>
                <a:moveTo>
                  <a:pt x="1253" y="704"/>
                </a:moveTo>
                <a:cubicBezTo>
                  <a:pt x="1253" y="699"/>
                  <a:pt x="1250" y="695"/>
                  <a:pt x="1245" y="695"/>
                </a:cubicBezTo>
                <a:cubicBezTo>
                  <a:pt x="1240" y="695"/>
                  <a:pt x="1236" y="699"/>
                  <a:pt x="1236" y="704"/>
                </a:cubicBezTo>
                <a:cubicBezTo>
                  <a:pt x="1236" y="709"/>
                  <a:pt x="1240" y="712"/>
                  <a:pt x="1245" y="712"/>
                </a:cubicBezTo>
                <a:cubicBezTo>
                  <a:pt x="1250" y="712"/>
                  <a:pt x="1253" y="709"/>
                  <a:pt x="1253" y="704"/>
                </a:cubicBezTo>
                <a:close/>
                <a:moveTo>
                  <a:pt x="1279" y="704"/>
                </a:moveTo>
                <a:cubicBezTo>
                  <a:pt x="1279" y="699"/>
                  <a:pt x="1275" y="695"/>
                  <a:pt x="1271" y="695"/>
                </a:cubicBezTo>
                <a:cubicBezTo>
                  <a:pt x="1266" y="695"/>
                  <a:pt x="1262" y="699"/>
                  <a:pt x="1262" y="704"/>
                </a:cubicBezTo>
                <a:cubicBezTo>
                  <a:pt x="1262" y="709"/>
                  <a:pt x="1266" y="712"/>
                  <a:pt x="1271" y="712"/>
                </a:cubicBezTo>
                <a:cubicBezTo>
                  <a:pt x="1275" y="712"/>
                  <a:pt x="1279" y="709"/>
                  <a:pt x="1279" y="704"/>
                </a:cubicBezTo>
                <a:close/>
                <a:moveTo>
                  <a:pt x="1382" y="704"/>
                </a:moveTo>
                <a:cubicBezTo>
                  <a:pt x="1382" y="699"/>
                  <a:pt x="1378" y="695"/>
                  <a:pt x="1374" y="695"/>
                </a:cubicBezTo>
                <a:cubicBezTo>
                  <a:pt x="1369" y="695"/>
                  <a:pt x="1365" y="699"/>
                  <a:pt x="1365" y="704"/>
                </a:cubicBezTo>
                <a:cubicBezTo>
                  <a:pt x="1365" y="709"/>
                  <a:pt x="1369" y="712"/>
                  <a:pt x="1374" y="712"/>
                </a:cubicBezTo>
                <a:cubicBezTo>
                  <a:pt x="1378" y="712"/>
                  <a:pt x="1382" y="709"/>
                  <a:pt x="1382" y="704"/>
                </a:cubicBezTo>
                <a:close/>
                <a:moveTo>
                  <a:pt x="1434" y="704"/>
                </a:moveTo>
                <a:cubicBezTo>
                  <a:pt x="1434" y="699"/>
                  <a:pt x="1430" y="695"/>
                  <a:pt x="1425" y="695"/>
                </a:cubicBezTo>
                <a:cubicBezTo>
                  <a:pt x="1420" y="695"/>
                  <a:pt x="1417" y="699"/>
                  <a:pt x="1417" y="704"/>
                </a:cubicBezTo>
                <a:cubicBezTo>
                  <a:pt x="1417" y="709"/>
                  <a:pt x="1420" y="712"/>
                  <a:pt x="1425" y="712"/>
                </a:cubicBezTo>
                <a:cubicBezTo>
                  <a:pt x="1430" y="712"/>
                  <a:pt x="1434" y="709"/>
                  <a:pt x="1434" y="704"/>
                </a:cubicBezTo>
                <a:close/>
                <a:moveTo>
                  <a:pt x="1459" y="704"/>
                </a:moveTo>
                <a:cubicBezTo>
                  <a:pt x="1459" y="699"/>
                  <a:pt x="1456" y="695"/>
                  <a:pt x="1451" y="695"/>
                </a:cubicBezTo>
                <a:cubicBezTo>
                  <a:pt x="1446" y="695"/>
                  <a:pt x="1442" y="699"/>
                  <a:pt x="1442" y="704"/>
                </a:cubicBezTo>
                <a:cubicBezTo>
                  <a:pt x="1442" y="709"/>
                  <a:pt x="1446" y="712"/>
                  <a:pt x="1451" y="712"/>
                </a:cubicBezTo>
                <a:cubicBezTo>
                  <a:pt x="1456" y="712"/>
                  <a:pt x="1459" y="709"/>
                  <a:pt x="1459" y="704"/>
                </a:cubicBezTo>
                <a:close/>
                <a:moveTo>
                  <a:pt x="1485" y="704"/>
                </a:moveTo>
                <a:cubicBezTo>
                  <a:pt x="1485" y="699"/>
                  <a:pt x="1481" y="695"/>
                  <a:pt x="1477" y="695"/>
                </a:cubicBezTo>
                <a:cubicBezTo>
                  <a:pt x="1472" y="695"/>
                  <a:pt x="1468" y="699"/>
                  <a:pt x="1468" y="704"/>
                </a:cubicBezTo>
                <a:cubicBezTo>
                  <a:pt x="1468" y="709"/>
                  <a:pt x="1472" y="712"/>
                  <a:pt x="1477" y="712"/>
                </a:cubicBezTo>
                <a:cubicBezTo>
                  <a:pt x="1481" y="712"/>
                  <a:pt x="1485" y="709"/>
                  <a:pt x="1485" y="704"/>
                </a:cubicBezTo>
                <a:close/>
                <a:moveTo>
                  <a:pt x="1511" y="704"/>
                </a:moveTo>
                <a:cubicBezTo>
                  <a:pt x="1511" y="699"/>
                  <a:pt x="1507" y="695"/>
                  <a:pt x="1502" y="695"/>
                </a:cubicBezTo>
                <a:cubicBezTo>
                  <a:pt x="1498" y="695"/>
                  <a:pt x="1494" y="699"/>
                  <a:pt x="1494" y="704"/>
                </a:cubicBezTo>
                <a:cubicBezTo>
                  <a:pt x="1494" y="709"/>
                  <a:pt x="1498" y="712"/>
                  <a:pt x="1502" y="712"/>
                </a:cubicBezTo>
                <a:cubicBezTo>
                  <a:pt x="1507" y="712"/>
                  <a:pt x="1511" y="709"/>
                  <a:pt x="1511" y="704"/>
                </a:cubicBezTo>
                <a:close/>
                <a:moveTo>
                  <a:pt x="1537" y="704"/>
                </a:moveTo>
                <a:cubicBezTo>
                  <a:pt x="1537" y="699"/>
                  <a:pt x="1533" y="695"/>
                  <a:pt x="1528" y="695"/>
                </a:cubicBezTo>
                <a:cubicBezTo>
                  <a:pt x="1523" y="695"/>
                  <a:pt x="1520" y="699"/>
                  <a:pt x="1520" y="704"/>
                </a:cubicBezTo>
                <a:cubicBezTo>
                  <a:pt x="1520" y="709"/>
                  <a:pt x="1523" y="712"/>
                  <a:pt x="1528" y="712"/>
                </a:cubicBezTo>
                <a:cubicBezTo>
                  <a:pt x="1533" y="712"/>
                  <a:pt x="1537" y="709"/>
                  <a:pt x="1537" y="704"/>
                </a:cubicBezTo>
                <a:close/>
                <a:moveTo>
                  <a:pt x="1563" y="704"/>
                </a:moveTo>
                <a:cubicBezTo>
                  <a:pt x="1563" y="699"/>
                  <a:pt x="1559" y="695"/>
                  <a:pt x="1554" y="695"/>
                </a:cubicBezTo>
                <a:cubicBezTo>
                  <a:pt x="1549" y="695"/>
                  <a:pt x="1545" y="699"/>
                  <a:pt x="1545" y="704"/>
                </a:cubicBezTo>
                <a:cubicBezTo>
                  <a:pt x="1545" y="709"/>
                  <a:pt x="1549" y="712"/>
                  <a:pt x="1554" y="712"/>
                </a:cubicBezTo>
                <a:cubicBezTo>
                  <a:pt x="1559" y="712"/>
                  <a:pt x="1563" y="709"/>
                  <a:pt x="1563" y="704"/>
                </a:cubicBezTo>
                <a:close/>
                <a:moveTo>
                  <a:pt x="1588" y="704"/>
                </a:moveTo>
                <a:cubicBezTo>
                  <a:pt x="1588" y="699"/>
                  <a:pt x="1584" y="695"/>
                  <a:pt x="1580" y="695"/>
                </a:cubicBezTo>
                <a:cubicBezTo>
                  <a:pt x="1575" y="695"/>
                  <a:pt x="1571" y="699"/>
                  <a:pt x="1571" y="704"/>
                </a:cubicBezTo>
                <a:cubicBezTo>
                  <a:pt x="1571" y="709"/>
                  <a:pt x="1575" y="712"/>
                  <a:pt x="1580" y="712"/>
                </a:cubicBezTo>
                <a:cubicBezTo>
                  <a:pt x="1584" y="712"/>
                  <a:pt x="1588" y="709"/>
                  <a:pt x="1588" y="704"/>
                </a:cubicBezTo>
                <a:close/>
                <a:moveTo>
                  <a:pt x="1614" y="704"/>
                </a:moveTo>
                <a:cubicBezTo>
                  <a:pt x="1614" y="699"/>
                  <a:pt x="1610" y="695"/>
                  <a:pt x="1605" y="695"/>
                </a:cubicBezTo>
                <a:cubicBezTo>
                  <a:pt x="1601" y="695"/>
                  <a:pt x="1597" y="699"/>
                  <a:pt x="1597" y="704"/>
                </a:cubicBezTo>
                <a:cubicBezTo>
                  <a:pt x="1597" y="709"/>
                  <a:pt x="1601" y="712"/>
                  <a:pt x="1605" y="712"/>
                </a:cubicBezTo>
                <a:cubicBezTo>
                  <a:pt x="1610" y="712"/>
                  <a:pt x="1614" y="709"/>
                  <a:pt x="1614" y="704"/>
                </a:cubicBezTo>
                <a:close/>
                <a:moveTo>
                  <a:pt x="1640" y="704"/>
                </a:moveTo>
                <a:cubicBezTo>
                  <a:pt x="1640" y="699"/>
                  <a:pt x="1636" y="695"/>
                  <a:pt x="1631" y="695"/>
                </a:cubicBezTo>
                <a:cubicBezTo>
                  <a:pt x="1626" y="695"/>
                  <a:pt x="1623" y="699"/>
                  <a:pt x="1623" y="704"/>
                </a:cubicBezTo>
                <a:cubicBezTo>
                  <a:pt x="1623" y="709"/>
                  <a:pt x="1626" y="712"/>
                  <a:pt x="1631" y="712"/>
                </a:cubicBezTo>
                <a:cubicBezTo>
                  <a:pt x="1636" y="712"/>
                  <a:pt x="1640" y="709"/>
                  <a:pt x="1640" y="704"/>
                </a:cubicBezTo>
                <a:close/>
                <a:moveTo>
                  <a:pt x="1666" y="704"/>
                </a:moveTo>
                <a:cubicBezTo>
                  <a:pt x="1666" y="699"/>
                  <a:pt x="1662" y="695"/>
                  <a:pt x="1657" y="695"/>
                </a:cubicBezTo>
                <a:cubicBezTo>
                  <a:pt x="1652" y="695"/>
                  <a:pt x="1648" y="699"/>
                  <a:pt x="1648" y="704"/>
                </a:cubicBezTo>
                <a:cubicBezTo>
                  <a:pt x="1648" y="709"/>
                  <a:pt x="1652" y="712"/>
                  <a:pt x="1657" y="712"/>
                </a:cubicBezTo>
                <a:cubicBezTo>
                  <a:pt x="1662" y="712"/>
                  <a:pt x="1666" y="709"/>
                  <a:pt x="1666" y="704"/>
                </a:cubicBezTo>
                <a:close/>
                <a:moveTo>
                  <a:pt x="1691" y="704"/>
                </a:moveTo>
                <a:cubicBezTo>
                  <a:pt x="1691" y="699"/>
                  <a:pt x="1687" y="695"/>
                  <a:pt x="1683" y="695"/>
                </a:cubicBezTo>
                <a:cubicBezTo>
                  <a:pt x="1678" y="695"/>
                  <a:pt x="1674" y="699"/>
                  <a:pt x="1674" y="704"/>
                </a:cubicBezTo>
                <a:cubicBezTo>
                  <a:pt x="1674" y="709"/>
                  <a:pt x="1678" y="712"/>
                  <a:pt x="1683" y="712"/>
                </a:cubicBezTo>
                <a:cubicBezTo>
                  <a:pt x="1687" y="712"/>
                  <a:pt x="1691" y="709"/>
                  <a:pt x="1691" y="704"/>
                </a:cubicBezTo>
                <a:close/>
                <a:moveTo>
                  <a:pt x="1717" y="704"/>
                </a:moveTo>
                <a:cubicBezTo>
                  <a:pt x="1717" y="699"/>
                  <a:pt x="1713" y="695"/>
                  <a:pt x="1708" y="695"/>
                </a:cubicBezTo>
                <a:cubicBezTo>
                  <a:pt x="1704" y="695"/>
                  <a:pt x="1700" y="699"/>
                  <a:pt x="1700" y="704"/>
                </a:cubicBezTo>
                <a:cubicBezTo>
                  <a:pt x="1700" y="709"/>
                  <a:pt x="1704" y="712"/>
                  <a:pt x="1708" y="712"/>
                </a:cubicBezTo>
                <a:cubicBezTo>
                  <a:pt x="1713" y="712"/>
                  <a:pt x="1717" y="709"/>
                  <a:pt x="1717" y="704"/>
                </a:cubicBezTo>
                <a:close/>
                <a:moveTo>
                  <a:pt x="1743" y="704"/>
                </a:moveTo>
                <a:cubicBezTo>
                  <a:pt x="1743" y="699"/>
                  <a:pt x="1739" y="695"/>
                  <a:pt x="1734" y="695"/>
                </a:cubicBezTo>
                <a:cubicBezTo>
                  <a:pt x="1730" y="695"/>
                  <a:pt x="1726" y="699"/>
                  <a:pt x="1726" y="704"/>
                </a:cubicBezTo>
                <a:cubicBezTo>
                  <a:pt x="1726" y="709"/>
                  <a:pt x="1730" y="712"/>
                  <a:pt x="1734" y="712"/>
                </a:cubicBezTo>
                <a:cubicBezTo>
                  <a:pt x="1739" y="712"/>
                  <a:pt x="1743" y="709"/>
                  <a:pt x="1743" y="704"/>
                </a:cubicBezTo>
                <a:close/>
                <a:moveTo>
                  <a:pt x="1769" y="704"/>
                </a:moveTo>
                <a:cubicBezTo>
                  <a:pt x="1769" y="699"/>
                  <a:pt x="1765" y="695"/>
                  <a:pt x="1760" y="695"/>
                </a:cubicBezTo>
                <a:cubicBezTo>
                  <a:pt x="1755" y="695"/>
                  <a:pt x="1751" y="699"/>
                  <a:pt x="1751" y="704"/>
                </a:cubicBezTo>
                <a:cubicBezTo>
                  <a:pt x="1751" y="709"/>
                  <a:pt x="1755" y="712"/>
                  <a:pt x="1760" y="712"/>
                </a:cubicBezTo>
                <a:cubicBezTo>
                  <a:pt x="1765" y="712"/>
                  <a:pt x="1769" y="709"/>
                  <a:pt x="1769" y="704"/>
                </a:cubicBezTo>
                <a:close/>
                <a:moveTo>
                  <a:pt x="1794" y="704"/>
                </a:moveTo>
                <a:cubicBezTo>
                  <a:pt x="1794" y="699"/>
                  <a:pt x="1791" y="695"/>
                  <a:pt x="1786" y="695"/>
                </a:cubicBezTo>
                <a:cubicBezTo>
                  <a:pt x="1781" y="695"/>
                  <a:pt x="1777" y="699"/>
                  <a:pt x="1777" y="704"/>
                </a:cubicBezTo>
                <a:cubicBezTo>
                  <a:pt x="1777" y="709"/>
                  <a:pt x="1781" y="712"/>
                  <a:pt x="1786" y="712"/>
                </a:cubicBezTo>
                <a:cubicBezTo>
                  <a:pt x="1791" y="712"/>
                  <a:pt x="1794" y="709"/>
                  <a:pt x="1794" y="704"/>
                </a:cubicBezTo>
                <a:close/>
                <a:moveTo>
                  <a:pt x="1820" y="704"/>
                </a:moveTo>
                <a:cubicBezTo>
                  <a:pt x="1820" y="699"/>
                  <a:pt x="1816" y="695"/>
                  <a:pt x="1812" y="695"/>
                </a:cubicBezTo>
                <a:cubicBezTo>
                  <a:pt x="1807" y="695"/>
                  <a:pt x="1803" y="699"/>
                  <a:pt x="1803" y="704"/>
                </a:cubicBezTo>
                <a:cubicBezTo>
                  <a:pt x="1803" y="709"/>
                  <a:pt x="1807" y="712"/>
                  <a:pt x="1812" y="712"/>
                </a:cubicBezTo>
                <a:cubicBezTo>
                  <a:pt x="1816" y="712"/>
                  <a:pt x="1820" y="709"/>
                  <a:pt x="1820" y="704"/>
                </a:cubicBezTo>
                <a:close/>
                <a:moveTo>
                  <a:pt x="1846" y="704"/>
                </a:moveTo>
                <a:cubicBezTo>
                  <a:pt x="1846" y="699"/>
                  <a:pt x="1842" y="695"/>
                  <a:pt x="1837" y="695"/>
                </a:cubicBezTo>
                <a:cubicBezTo>
                  <a:pt x="1833" y="695"/>
                  <a:pt x="1829" y="699"/>
                  <a:pt x="1829" y="704"/>
                </a:cubicBezTo>
                <a:cubicBezTo>
                  <a:pt x="1829" y="709"/>
                  <a:pt x="1833" y="712"/>
                  <a:pt x="1837" y="712"/>
                </a:cubicBezTo>
                <a:cubicBezTo>
                  <a:pt x="1842" y="712"/>
                  <a:pt x="1846" y="709"/>
                  <a:pt x="1846" y="704"/>
                </a:cubicBezTo>
                <a:close/>
                <a:moveTo>
                  <a:pt x="1872" y="704"/>
                </a:moveTo>
                <a:cubicBezTo>
                  <a:pt x="1872" y="699"/>
                  <a:pt x="1868" y="695"/>
                  <a:pt x="1863" y="695"/>
                </a:cubicBezTo>
                <a:cubicBezTo>
                  <a:pt x="1858" y="695"/>
                  <a:pt x="1854" y="699"/>
                  <a:pt x="1854" y="704"/>
                </a:cubicBezTo>
                <a:cubicBezTo>
                  <a:pt x="1854" y="709"/>
                  <a:pt x="1858" y="712"/>
                  <a:pt x="1863" y="712"/>
                </a:cubicBezTo>
                <a:cubicBezTo>
                  <a:pt x="1868" y="712"/>
                  <a:pt x="1872" y="709"/>
                  <a:pt x="1872" y="704"/>
                </a:cubicBezTo>
                <a:close/>
                <a:moveTo>
                  <a:pt x="1897" y="704"/>
                </a:moveTo>
                <a:cubicBezTo>
                  <a:pt x="1897" y="699"/>
                  <a:pt x="1894" y="695"/>
                  <a:pt x="1889" y="695"/>
                </a:cubicBezTo>
                <a:cubicBezTo>
                  <a:pt x="1884" y="695"/>
                  <a:pt x="1880" y="699"/>
                  <a:pt x="1880" y="704"/>
                </a:cubicBezTo>
                <a:cubicBezTo>
                  <a:pt x="1880" y="709"/>
                  <a:pt x="1884" y="712"/>
                  <a:pt x="1889" y="712"/>
                </a:cubicBezTo>
                <a:cubicBezTo>
                  <a:pt x="1894" y="712"/>
                  <a:pt x="1897" y="709"/>
                  <a:pt x="1897" y="704"/>
                </a:cubicBezTo>
                <a:close/>
                <a:moveTo>
                  <a:pt x="1923" y="704"/>
                </a:moveTo>
                <a:cubicBezTo>
                  <a:pt x="1923" y="699"/>
                  <a:pt x="1919" y="695"/>
                  <a:pt x="1915" y="695"/>
                </a:cubicBezTo>
                <a:cubicBezTo>
                  <a:pt x="1910" y="695"/>
                  <a:pt x="1906" y="699"/>
                  <a:pt x="1906" y="704"/>
                </a:cubicBezTo>
                <a:cubicBezTo>
                  <a:pt x="1906" y="709"/>
                  <a:pt x="1910" y="712"/>
                  <a:pt x="1915" y="712"/>
                </a:cubicBezTo>
                <a:cubicBezTo>
                  <a:pt x="1919" y="712"/>
                  <a:pt x="1923" y="709"/>
                  <a:pt x="1923" y="704"/>
                </a:cubicBezTo>
                <a:close/>
                <a:moveTo>
                  <a:pt x="1949" y="704"/>
                </a:moveTo>
                <a:cubicBezTo>
                  <a:pt x="1949" y="699"/>
                  <a:pt x="1945" y="695"/>
                  <a:pt x="1940" y="695"/>
                </a:cubicBezTo>
                <a:cubicBezTo>
                  <a:pt x="1936" y="695"/>
                  <a:pt x="1932" y="699"/>
                  <a:pt x="1932" y="704"/>
                </a:cubicBezTo>
                <a:cubicBezTo>
                  <a:pt x="1932" y="709"/>
                  <a:pt x="1936" y="712"/>
                  <a:pt x="1940" y="712"/>
                </a:cubicBezTo>
                <a:cubicBezTo>
                  <a:pt x="1945" y="712"/>
                  <a:pt x="1949" y="709"/>
                  <a:pt x="1949" y="704"/>
                </a:cubicBezTo>
                <a:close/>
                <a:moveTo>
                  <a:pt x="1975" y="704"/>
                </a:moveTo>
                <a:cubicBezTo>
                  <a:pt x="1975" y="699"/>
                  <a:pt x="1971" y="695"/>
                  <a:pt x="1966" y="695"/>
                </a:cubicBezTo>
                <a:cubicBezTo>
                  <a:pt x="1961" y="695"/>
                  <a:pt x="1957" y="699"/>
                  <a:pt x="1957" y="704"/>
                </a:cubicBezTo>
                <a:cubicBezTo>
                  <a:pt x="1957" y="709"/>
                  <a:pt x="1961" y="712"/>
                  <a:pt x="1966" y="712"/>
                </a:cubicBezTo>
                <a:cubicBezTo>
                  <a:pt x="1971" y="712"/>
                  <a:pt x="1975" y="709"/>
                  <a:pt x="1975" y="704"/>
                </a:cubicBezTo>
                <a:close/>
                <a:moveTo>
                  <a:pt x="2000" y="704"/>
                </a:moveTo>
                <a:cubicBezTo>
                  <a:pt x="2000" y="699"/>
                  <a:pt x="1997" y="695"/>
                  <a:pt x="1992" y="695"/>
                </a:cubicBezTo>
                <a:cubicBezTo>
                  <a:pt x="1987" y="695"/>
                  <a:pt x="1983" y="699"/>
                  <a:pt x="1983" y="704"/>
                </a:cubicBezTo>
                <a:cubicBezTo>
                  <a:pt x="1983" y="709"/>
                  <a:pt x="1987" y="712"/>
                  <a:pt x="1992" y="712"/>
                </a:cubicBezTo>
                <a:cubicBezTo>
                  <a:pt x="1997" y="712"/>
                  <a:pt x="2000" y="709"/>
                  <a:pt x="2000" y="704"/>
                </a:cubicBezTo>
                <a:close/>
                <a:moveTo>
                  <a:pt x="2026" y="704"/>
                </a:moveTo>
                <a:cubicBezTo>
                  <a:pt x="2026" y="699"/>
                  <a:pt x="2022" y="695"/>
                  <a:pt x="2018" y="695"/>
                </a:cubicBezTo>
                <a:cubicBezTo>
                  <a:pt x="2013" y="695"/>
                  <a:pt x="2009" y="699"/>
                  <a:pt x="2009" y="704"/>
                </a:cubicBezTo>
                <a:cubicBezTo>
                  <a:pt x="2009" y="709"/>
                  <a:pt x="2013" y="712"/>
                  <a:pt x="2018" y="712"/>
                </a:cubicBezTo>
                <a:cubicBezTo>
                  <a:pt x="2022" y="712"/>
                  <a:pt x="2026" y="709"/>
                  <a:pt x="2026" y="704"/>
                </a:cubicBezTo>
                <a:close/>
                <a:moveTo>
                  <a:pt x="2052" y="704"/>
                </a:moveTo>
                <a:cubicBezTo>
                  <a:pt x="2052" y="699"/>
                  <a:pt x="2048" y="695"/>
                  <a:pt x="2043" y="695"/>
                </a:cubicBezTo>
                <a:cubicBezTo>
                  <a:pt x="2039" y="695"/>
                  <a:pt x="2035" y="699"/>
                  <a:pt x="2035" y="704"/>
                </a:cubicBezTo>
                <a:cubicBezTo>
                  <a:pt x="2035" y="709"/>
                  <a:pt x="2039" y="712"/>
                  <a:pt x="2043" y="712"/>
                </a:cubicBezTo>
                <a:cubicBezTo>
                  <a:pt x="2048" y="712"/>
                  <a:pt x="2052" y="709"/>
                  <a:pt x="2052" y="704"/>
                </a:cubicBezTo>
                <a:close/>
                <a:moveTo>
                  <a:pt x="2078" y="704"/>
                </a:moveTo>
                <a:cubicBezTo>
                  <a:pt x="2078" y="699"/>
                  <a:pt x="2074" y="695"/>
                  <a:pt x="2069" y="695"/>
                </a:cubicBezTo>
                <a:cubicBezTo>
                  <a:pt x="2064" y="695"/>
                  <a:pt x="2061" y="699"/>
                  <a:pt x="2061" y="704"/>
                </a:cubicBezTo>
                <a:cubicBezTo>
                  <a:pt x="2061" y="709"/>
                  <a:pt x="2064" y="712"/>
                  <a:pt x="2069" y="712"/>
                </a:cubicBezTo>
                <a:cubicBezTo>
                  <a:pt x="2074" y="712"/>
                  <a:pt x="2078" y="709"/>
                  <a:pt x="2078" y="704"/>
                </a:cubicBezTo>
                <a:close/>
                <a:moveTo>
                  <a:pt x="2103" y="704"/>
                </a:moveTo>
                <a:cubicBezTo>
                  <a:pt x="2103" y="699"/>
                  <a:pt x="2100" y="695"/>
                  <a:pt x="2095" y="695"/>
                </a:cubicBezTo>
                <a:cubicBezTo>
                  <a:pt x="2090" y="695"/>
                  <a:pt x="2086" y="699"/>
                  <a:pt x="2086" y="704"/>
                </a:cubicBezTo>
                <a:cubicBezTo>
                  <a:pt x="2086" y="709"/>
                  <a:pt x="2090" y="712"/>
                  <a:pt x="2095" y="712"/>
                </a:cubicBezTo>
                <a:cubicBezTo>
                  <a:pt x="2100" y="712"/>
                  <a:pt x="2103" y="709"/>
                  <a:pt x="2103" y="704"/>
                </a:cubicBezTo>
                <a:close/>
                <a:moveTo>
                  <a:pt x="2129" y="704"/>
                </a:moveTo>
                <a:cubicBezTo>
                  <a:pt x="2129" y="699"/>
                  <a:pt x="2125" y="695"/>
                  <a:pt x="2121" y="695"/>
                </a:cubicBezTo>
                <a:cubicBezTo>
                  <a:pt x="2116" y="695"/>
                  <a:pt x="2112" y="699"/>
                  <a:pt x="2112" y="704"/>
                </a:cubicBezTo>
                <a:cubicBezTo>
                  <a:pt x="2112" y="709"/>
                  <a:pt x="2116" y="712"/>
                  <a:pt x="2121" y="712"/>
                </a:cubicBezTo>
                <a:cubicBezTo>
                  <a:pt x="2125" y="712"/>
                  <a:pt x="2129" y="709"/>
                  <a:pt x="2129" y="704"/>
                </a:cubicBezTo>
                <a:close/>
                <a:moveTo>
                  <a:pt x="2155" y="704"/>
                </a:moveTo>
                <a:cubicBezTo>
                  <a:pt x="2155" y="699"/>
                  <a:pt x="2151" y="695"/>
                  <a:pt x="2146" y="695"/>
                </a:cubicBezTo>
                <a:cubicBezTo>
                  <a:pt x="2142" y="695"/>
                  <a:pt x="2138" y="699"/>
                  <a:pt x="2138" y="704"/>
                </a:cubicBezTo>
                <a:cubicBezTo>
                  <a:pt x="2138" y="709"/>
                  <a:pt x="2142" y="712"/>
                  <a:pt x="2146" y="712"/>
                </a:cubicBezTo>
                <a:cubicBezTo>
                  <a:pt x="2151" y="712"/>
                  <a:pt x="2155" y="709"/>
                  <a:pt x="2155" y="704"/>
                </a:cubicBezTo>
                <a:close/>
                <a:moveTo>
                  <a:pt x="2181" y="704"/>
                </a:moveTo>
                <a:cubicBezTo>
                  <a:pt x="2181" y="699"/>
                  <a:pt x="2177" y="695"/>
                  <a:pt x="2172" y="695"/>
                </a:cubicBezTo>
                <a:cubicBezTo>
                  <a:pt x="2167" y="695"/>
                  <a:pt x="2164" y="699"/>
                  <a:pt x="2164" y="704"/>
                </a:cubicBezTo>
                <a:cubicBezTo>
                  <a:pt x="2164" y="709"/>
                  <a:pt x="2167" y="712"/>
                  <a:pt x="2172" y="712"/>
                </a:cubicBezTo>
                <a:cubicBezTo>
                  <a:pt x="2177" y="712"/>
                  <a:pt x="2181" y="709"/>
                  <a:pt x="2181" y="704"/>
                </a:cubicBezTo>
                <a:close/>
                <a:moveTo>
                  <a:pt x="2207" y="704"/>
                </a:moveTo>
                <a:cubicBezTo>
                  <a:pt x="2207" y="699"/>
                  <a:pt x="2203" y="695"/>
                  <a:pt x="2198" y="695"/>
                </a:cubicBezTo>
                <a:cubicBezTo>
                  <a:pt x="2193" y="695"/>
                  <a:pt x="2189" y="699"/>
                  <a:pt x="2189" y="704"/>
                </a:cubicBezTo>
                <a:cubicBezTo>
                  <a:pt x="2189" y="709"/>
                  <a:pt x="2193" y="712"/>
                  <a:pt x="2198" y="712"/>
                </a:cubicBezTo>
                <a:cubicBezTo>
                  <a:pt x="2203" y="712"/>
                  <a:pt x="2207" y="709"/>
                  <a:pt x="2207" y="704"/>
                </a:cubicBezTo>
                <a:close/>
                <a:moveTo>
                  <a:pt x="2232" y="704"/>
                </a:moveTo>
                <a:cubicBezTo>
                  <a:pt x="2232" y="699"/>
                  <a:pt x="2228" y="695"/>
                  <a:pt x="2224" y="695"/>
                </a:cubicBezTo>
                <a:cubicBezTo>
                  <a:pt x="2219" y="695"/>
                  <a:pt x="2215" y="699"/>
                  <a:pt x="2215" y="704"/>
                </a:cubicBezTo>
                <a:cubicBezTo>
                  <a:pt x="2215" y="709"/>
                  <a:pt x="2219" y="712"/>
                  <a:pt x="2224" y="712"/>
                </a:cubicBezTo>
                <a:cubicBezTo>
                  <a:pt x="2228" y="712"/>
                  <a:pt x="2232" y="709"/>
                  <a:pt x="2232" y="704"/>
                </a:cubicBezTo>
                <a:close/>
                <a:moveTo>
                  <a:pt x="2258" y="704"/>
                </a:moveTo>
                <a:cubicBezTo>
                  <a:pt x="2258" y="699"/>
                  <a:pt x="2254" y="695"/>
                  <a:pt x="2249" y="695"/>
                </a:cubicBezTo>
                <a:cubicBezTo>
                  <a:pt x="2245" y="695"/>
                  <a:pt x="2241" y="699"/>
                  <a:pt x="2241" y="704"/>
                </a:cubicBezTo>
                <a:cubicBezTo>
                  <a:pt x="2241" y="709"/>
                  <a:pt x="2245" y="712"/>
                  <a:pt x="2249" y="712"/>
                </a:cubicBezTo>
                <a:cubicBezTo>
                  <a:pt x="2254" y="712"/>
                  <a:pt x="2258" y="709"/>
                  <a:pt x="2258" y="704"/>
                </a:cubicBezTo>
                <a:close/>
                <a:moveTo>
                  <a:pt x="2335" y="704"/>
                </a:moveTo>
                <a:cubicBezTo>
                  <a:pt x="2335" y="699"/>
                  <a:pt x="2331" y="695"/>
                  <a:pt x="2327" y="695"/>
                </a:cubicBezTo>
                <a:cubicBezTo>
                  <a:pt x="2322" y="695"/>
                  <a:pt x="2318" y="699"/>
                  <a:pt x="2318" y="704"/>
                </a:cubicBezTo>
                <a:cubicBezTo>
                  <a:pt x="2318" y="709"/>
                  <a:pt x="2322" y="712"/>
                  <a:pt x="2327" y="712"/>
                </a:cubicBezTo>
                <a:cubicBezTo>
                  <a:pt x="2331" y="712"/>
                  <a:pt x="2335" y="709"/>
                  <a:pt x="2335" y="704"/>
                </a:cubicBezTo>
                <a:close/>
                <a:moveTo>
                  <a:pt x="2361" y="704"/>
                </a:moveTo>
                <a:cubicBezTo>
                  <a:pt x="2361" y="699"/>
                  <a:pt x="2357" y="695"/>
                  <a:pt x="2352" y="695"/>
                </a:cubicBezTo>
                <a:cubicBezTo>
                  <a:pt x="2348" y="695"/>
                  <a:pt x="2344" y="699"/>
                  <a:pt x="2344" y="704"/>
                </a:cubicBezTo>
                <a:cubicBezTo>
                  <a:pt x="2344" y="709"/>
                  <a:pt x="2348" y="712"/>
                  <a:pt x="2352" y="712"/>
                </a:cubicBezTo>
                <a:cubicBezTo>
                  <a:pt x="2357" y="712"/>
                  <a:pt x="2361" y="709"/>
                  <a:pt x="2361" y="704"/>
                </a:cubicBezTo>
                <a:close/>
                <a:moveTo>
                  <a:pt x="326" y="730"/>
                </a:moveTo>
                <a:cubicBezTo>
                  <a:pt x="326" y="725"/>
                  <a:pt x="322" y="721"/>
                  <a:pt x="318" y="721"/>
                </a:cubicBezTo>
                <a:cubicBezTo>
                  <a:pt x="313" y="721"/>
                  <a:pt x="309" y="725"/>
                  <a:pt x="309" y="730"/>
                </a:cubicBezTo>
                <a:cubicBezTo>
                  <a:pt x="309" y="734"/>
                  <a:pt x="313" y="738"/>
                  <a:pt x="318" y="738"/>
                </a:cubicBezTo>
                <a:cubicBezTo>
                  <a:pt x="322" y="738"/>
                  <a:pt x="326" y="734"/>
                  <a:pt x="326" y="730"/>
                </a:cubicBezTo>
                <a:close/>
                <a:moveTo>
                  <a:pt x="352" y="730"/>
                </a:moveTo>
                <a:cubicBezTo>
                  <a:pt x="352" y="725"/>
                  <a:pt x="348" y="721"/>
                  <a:pt x="343" y="721"/>
                </a:cubicBezTo>
                <a:cubicBezTo>
                  <a:pt x="339" y="721"/>
                  <a:pt x="335" y="725"/>
                  <a:pt x="335" y="730"/>
                </a:cubicBezTo>
                <a:cubicBezTo>
                  <a:pt x="335" y="734"/>
                  <a:pt x="339" y="738"/>
                  <a:pt x="343" y="738"/>
                </a:cubicBezTo>
                <a:cubicBezTo>
                  <a:pt x="348" y="738"/>
                  <a:pt x="352" y="734"/>
                  <a:pt x="352" y="730"/>
                </a:cubicBezTo>
                <a:close/>
                <a:moveTo>
                  <a:pt x="378" y="730"/>
                </a:moveTo>
                <a:cubicBezTo>
                  <a:pt x="378" y="725"/>
                  <a:pt x="374" y="721"/>
                  <a:pt x="369" y="721"/>
                </a:cubicBezTo>
                <a:cubicBezTo>
                  <a:pt x="364" y="721"/>
                  <a:pt x="360" y="725"/>
                  <a:pt x="360" y="730"/>
                </a:cubicBezTo>
                <a:cubicBezTo>
                  <a:pt x="360" y="734"/>
                  <a:pt x="364" y="738"/>
                  <a:pt x="369" y="738"/>
                </a:cubicBezTo>
                <a:cubicBezTo>
                  <a:pt x="374" y="738"/>
                  <a:pt x="378" y="734"/>
                  <a:pt x="378" y="730"/>
                </a:cubicBezTo>
                <a:close/>
                <a:moveTo>
                  <a:pt x="403" y="730"/>
                </a:moveTo>
                <a:cubicBezTo>
                  <a:pt x="403" y="725"/>
                  <a:pt x="400" y="721"/>
                  <a:pt x="395" y="721"/>
                </a:cubicBezTo>
                <a:cubicBezTo>
                  <a:pt x="390" y="721"/>
                  <a:pt x="386" y="725"/>
                  <a:pt x="386" y="730"/>
                </a:cubicBezTo>
                <a:cubicBezTo>
                  <a:pt x="386" y="734"/>
                  <a:pt x="390" y="738"/>
                  <a:pt x="395" y="738"/>
                </a:cubicBezTo>
                <a:cubicBezTo>
                  <a:pt x="400" y="738"/>
                  <a:pt x="403" y="734"/>
                  <a:pt x="403" y="730"/>
                </a:cubicBezTo>
                <a:close/>
                <a:moveTo>
                  <a:pt x="429" y="730"/>
                </a:moveTo>
                <a:cubicBezTo>
                  <a:pt x="429" y="725"/>
                  <a:pt x="425" y="721"/>
                  <a:pt x="421" y="721"/>
                </a:cubicBezTo>
                <a:cubicBezTo>
                  <a:pt x="416" y="721"/>
                  <a:pt x="412" y="725"/>
                  <a:pt x="412" y="730"/>
                </a:cubicBezTo>
                <a:cubicBezTo>
                  <a:pt x="412" y="734"/>
                  <a:pt x="416" y="738"/>
                  <a:pt x="421" y="738"/>
                </a:cubicBezTo>
                <a:cubicBezTo>
                  <a:pt x="425" y="738"/>
                  <a:pt x="429" y="734"/>
                  <a:pt x="429" y="730"/>
                </a:cubicBezTo>
                <a:close/>
                <a:moveTo>
                  <a:pt x="455" y="730"/>
                </a:moveTo>
                <a:cubicBezTo>
                  <a:pt x="455" y="725"/>
                  <a:pt x="451" y="721"/>
                  <a:pt x="446" y="721"/>
                </a:cubicBezTo>
                <a:cubicBezTo>
                  <a:pt x="442" y="721"/>
                  <a:pt x="438" y="725"/>
                  <a:pt x="438" y="730"/>
                </a:cubicBezTo>
                <a:cubicBezTo>
                  <a:pt x="438" y="734"/>
                  <a:pt x="442" y="738"/>
                  <a:pt x="446" y="738"/>
                </a:cubicBezTo>
                <a:cubicBezTo>
                  <a:pt x="451" y="738"/>
                  <a:pt x="455" y="734"/>
                  <a:pt x="455" y="730"/>
                </a:cubicBezTo>
                <a:close/>
                <a:moveTo>
                  <a:pt x="481" y="730"/>
                </a:moveTo>
                <a:cubicBezTo>
                  <a:pt x="481" y="725"/>
                  <a:pt x="477" y="721"/>
                  <a:pt x="472" y="721"/>
                </a:cubicBezTo>
                <a:cubicBezTo>
                  <a:pt x="467" y="721"/>
                  <a:pt x="463" y="725"/>
                  <a:pt x="463" y="730"/>
                </a:cubicBezTo>
                <a:cubicBezTo>
                  <a:pt x="463" y="734"/>
                  <a:pt x="467" y="738"/>
                  <a:pt x="472" y="738"/>
                </a:cubicBezTo>
                <a:cubicBezTo>
                  <a:pt x="477" y="738"/>
                  <a:pt x="481" y="734"/>
                  <a:pt x="481" y="730"/>
                </a:cubicBezTo>
                <a:close/>
                <a:moveTo>
                  <a:pt x="506" y="730"/>
                </a:moveTo>
                <a:cubicBezTo>
                  <a:pt x="506" y="725"/>
                  <a:pt x="503" y="721"/>
                  <a:pt x="498" y="721"/>
                </a:cubicBezTo>
                <a:cubicBezTo>
                  <a:pt x="493" y="721"/>
                  <a:pt x="489" y="725"/>
                  <a:pt x="489" y="730"/>
                </a:cubicBezTo>
                <a:cubicBezTo>
                  <a:pt x="489" y="734"/>
                  <a:pt x="493" y="738"/>
                  <a:pt x="498" y="738"/>
                </a:cubicBezTo>
                <a:cubicBezTo>
                  <a:pt x="503" y="738"/>
                  <a:pt x="506" y="734"/>
                  <a:pt x="506" y="730"/>
                </a:cubicBezTo>
                <a:close/>
                <a:moveTo>
                  <a:pt x="532" y="730"/>
                </a:moveTo>
                <a:cubicBezTo>
                  <a:pt x="532" y="725"/>
                  <a:pt x="528" y="721"/>
                  <a:pt x="524" y="721"/>
                </a:cubicBezTo>
                <a:cubicBezTo>
                  <a:pt x="519" y="721"/>
                  <a:pt x="515" y="725"/>
                  <a:pt x="515" y="730"/>
                </a:cubicBezTo>
                <a:cubicBezTo>
                  <a:pt x="515" y="734"/>
                  <a:pt x="519" y="738"/>
                  <a:pt x="524" y="738"/>
                </a:cubicBezTo>
                <a:cubicBezTo>
                  <a:pt x="528" y="738"/>
                  <a:pt x="532" y="734"/>
                  <a:pt x="532" y="730"/>
                </a:cubicBezTo>
                <a:close/>
                <a:moveTo>
                  <a:pt x="558" y="730"/>
                </a:moveTo>
                <a:cubicBezTo>
                  <a:pt x="558" y="725"/>
                  <a:pt x="554" y="721"/>
                  <a:pt x="549" y="721"/>
                </a:cubicBezTo>
                <a:cubicBezTo>
                  <a:pt x="545" y="721"/>
                  <a:pt x="541" y="725"/>
                  <a:pt x="541" y="730"/>
                </a:cubicBezTo>
                <a:cubicBezTo>
                  <a:pt x="541" y="734"/>
                  <a:pt x="545" y="738"/>
                  <a:pt x="549" y="738"/>
                </a:cubicBezTo>
                <a:cubicBezTo>
                  <a:pt x="554" y="738"/>
                  <a:pt x="558" y="734"/>
                  <a:pt x="558" y="730"/>
                </a:cubicBezTo>
                <a:close/>
                <a:moveTo>
                  <a:pt x="584" y="730"/>
                </a:moveTo>
                <a:cubicBezTo>
                  <a:pt x="584" y="725"/>
                  <a:pt x="580" y="721"/>
                  <a:pt x="575" y="721"/>
                </a:cubicBezTo>
                <a:cubicBezTo>
                  <a:pt x="570" y="721"/>
                  <a:pt x="567" y="725"/>
                  <a:pt x="567" y="730"/>
                </a:cubicBezTo>
                <a:cubicBezTo>
                  <a:pt x="567" y="734"/>
                  <a:pt x="570" y="738"/>
                  <a:pt x="575" y="738"/>
                </a:cubicBezTo>
                <a:cubicBezTo>
                  <a:pt x="580" y="738"/>
                  <a:pt x="584" y="734"/>
                  <a:pt x="584" y="730"/>
                </a:cubicBezTo>
                <a:close/>
                <a:moveTo>
                  <a:pt x="609" y="730"/>
                </a:moveTo>
                <a:cubicBezTo>
                  <a:pt x="609" y="725"/>
                  <a:pt x="606" y="721"/>
                  <a:pt x="601" y="721"/>
                </a:cubicBezTo>
                <a:cubicBezTo>
                  <a:pt x="596" y="721"/>
                  <a:pt x="592" y="725"/>
                  <a:pt x="592" y="730"/>
                </a:cubicBezTo>
                <a:cubicBezTo>
                  <a:pt x="592" y="734"/>
                  <a:pt x="596" y="738"/>
                  <a:pt x="601" y="738"/>
                </a:cubicBezTo>
                <a:cubicBezTo>
                  <a:pt x="606" y="738"/>
                  <a:pt x="609" y="734"/>
                  <a:pt x="609" y="730"/>
                </a:cubicBezTo>
                <a:close/>
                <a:moveTo>
                  <a:pt x="635" y="730"/>
                </a:moveTo>
                <a:cubicBezTo>
                  <a:pt x="635" y="725"/>
                  <a:pt x="631" y="721"/>
                  <a:pt x="627" y="721"/>
                </a:cubicBezTo>
                <a:cubicBezTo>
                  <a:pt x="622" y="721"/>
                  <a:pt x="618" y="725"/>
                  <a:pt x="618" y="730"/>
                </a:cubicBezTo>
                <a:cubicBezTo>
                  <a:pt x="618" y="734"/>
                  <a:pt x="622" y="738"/>
                  <a:pt x="627" y="738"/>
                </a:cubicBezTo>
                <a:cubicBezTo>
                  <a:pt x="631" y="738"/>
                  <a:pt x="635" y="734"/>
                  <a:pt x="635" y="730"/>
                </a:cubicBezTo>
                <a:close/>
                <a:moveTo>
                  <a:pt x="661" y="730"/>
                </a:moveTo>
                <a:cubicBezTo>
                  <a:pt x="661" y="725"/>
                  <a:pt x="657" y="721"/>
                  <a:pt x="652" y="721"/>
                </a:cubicBezTo>
                <a:cubicBezTo>
                  <a:pt x="648" y="721"/>
                  <a:pt x="644" y="725"/>
                  <a:pt x="644" y="730"/>
                </a:cubicBezTo>
                <a:cubicBezTo>
                  <a:pt x="644" y="734"/>
                  <a:pt x="648" y="738"/>
                  <a:pt x="652" y="738"/>
                </a:cubicBezTo>
                <a:cubicBezTo>
                  <a:pt x="657" y="738"/>
                  <a:pt x="661" y="734"/>
                  <a:pt x="661" y="730"/>
                </a:cubicBezTo>
                <a:close/>
                <a:moveTo>
                  <a:pt x="687" y="730"/>
                </a:moveTo>
                <a:cubicBezTo>
                  <a:pt x="687" y="725"/>
                  <a:pt x="683" y="721"/>
                  <a:pt x="678" y="721"/>
                </a:cubicBezTo>
                <a:cubicBezTo>
                  <a:pt x="673" y="721"/>
                  <a:pt x="670" y="725"/>
                  <a:pt x="670" y="730"/>
                </a:cubicBezTo>
                <a:cubicBezTo>
                  <a:pt x="670" y="734"/>
                  <a:pt x="673" y="738"/>
                  <a:pt x="678" y="738"/>
                </a:cubicBezTo>
                <a:cubicBezTo>
                  <a:pt x="683" y="738"/>
                  <a:pt x="687" y="734"/>
                  <a:pt x="687" y="730"/>
                </a:cubicBezTo>
                <a:close/>
                <a:moveTo>
                  <a:pt x="1202" y="730"/>
                </a:moveTo>
                <a:cubicBezTo>
                  <a:pt x="1202" y="725"/>
                  <a:pt x="1198" y="721"/>
                  <a:pt x="1193" y="721"/>
                </a:cubicBezTo>
                <a:cubicBezTo>
                  <a:pt x="1189" y="721"/>
                  <a:pt x="1185" y="725"/>
                  <a:pt x="1185" y="730"/>
                </a:cubicBezTo>
                <a:cubicBezTo>
                  <a:pt x="1185" y="734"/>
                  <a:pt x="1189" y="738"/>
                  <a:pt x="1193" y="738"/>
                </a:cubicBezTo>
                <a:cubicBezTo>
                  <a:pt x="1198" y="738"/>
                  <a:pt x="1202" y="734"/>
                  <a:pt x="1202" y="730"/>
                </a:cubicBezTo>
                <a:close/>
                <a:moveTo>
                  <a:pt x="1228" y="730"/>
                </a:moveTo>
                <a:cubicBezTo>
                  <a:pt x="1228" y="725"/>
                  <a:pt x="1224" y="721"/>
                  <a:pt x="1219" y="721"/>
                </a:cubicBezTo>
                <a:cubicBezTo>
                  <a:pt x="1214" y="721"/>
                  <a:pt x="1210" y="725"/>
                  <a:pt x="1210" y="730"/>
                </a:cubicBezTo>
                <a:cubicBezTo>
                  <a:pt x="1210" y="734"/>
                  <a:pt x="1214" y="738"/>
                  <a:pt x="1219" y="738"/>
                </a:cubicBezTo>
                <a:cubicBezTo>
                  <a:pt x="1224" y="738"/>
                  <a:pt x="1228" y="734"/>
                  <a:pt x="1228" y="730"/>
                </a:cubicBezTo>
                <a:close/>
                <a:moveTo>
                  <a:pt x="1253" y="730"/>
                </a:moveTo>
                <a:cubicBezTo>
                  <a:pt x="1253" y="725"/>
                  <a:pt x="1250" y="721"/>
                  <a:pt x="1245" y="721"/>
                </a:cubicBezTo>
                <a:cubicBezTo>
                  <a:pt x="1240" y="721"/>
                  <a:pt x="1236" y="725"/>
                  <a:pt x="1236" y="730"/>
                </a:cubicBezTo>
                <a:cubicBezTo>
                  <a:pt x="1236" y="734"/>
                  <a:pt x="1240" y="738"/>
                  <a:pt x="1245" y="738"/>
                </a:cubicBezTo>
                <a:cubicBezTo>
                  <a:pt x="1250" y="738"/>
                  <a:pt x="1253" y="734"/>
                  <a:pt x="1253" y="730"/>
                </a:cubicBezTo>
                <a:close/>
                <a:moveTo>
                  <a:pt x="1408" y="730"/>
                </a:moveTo>
                <a:cubicBezTo>
                  <a:pt x="1408" y="725"/>
                  <a:pt x="1404" y="721"/>
                  <a:pt x="1399" y="721"/>
                </a:cubicBezTo>
                <a:cubicBezTo>
                  <a:pt x="1395" y="721"/>
                  <a:pt x="1391" y="725"/>
                  <a:pt x="1391" y="730"/>
                </a:cubicBezTo>
                <a:cubicBezTo>
                  <a:pt x="1391" y="734"/>
                  <a:pt x="1395" y="738"/>
                  <a:pt x="1399" y="738"/>
                </a:cubicBezTo>
                <a:cubicBezTo>
                  <a:pt x="1404" y="738"/>
                  <a:pt x="1408" y="734"/>
                  <a:pt x="1408" y="730"/>
                </a:cubicBezTo>
                <a:close/>
                <a:moveTo>
                  <a:pt x="1459" y="730"/>
                </a:moveTo>
                <a:cubicBezTo>
                  <a:pt x="1459" y="725"/>
                  <a:pt x="1456" y="721"/>
                  <a:pt x="1451" y="721"/>
                </a:cubicBezTo>
                <a:cubicBezTo>
                  <a:pt x="1446" y="721"/>
                  <a:pt x="1442" y="725"/>
                  <a:pt x="1442" y="730"/>
                </a:cubicBezTo>
                <a:cubicBezTo>
                  <a:pt x="1442" y="734"/>
                  <a:pt x="1446" y="738"/>
                  <a:pt x="1451" y="738"/>
                </a:cubicBezTo>
                <a:cubicBezTo>
                  <a:pt x="1456" y="738"/>
                  <a:pt x="1459" y="734"/>
                  <a:pt x="1459" y="730"/>
                </a:cubicBezTo>
                <a:close/>
                <a:moveTo>
                  <a:pt x="1511" y="730"/>
                </a:moveTo>
                <a:cubicBezTo>
                  <a:pt x="1511" y="725"/>
                  <a:pt x="1507" y="721"/>
                  <a:pt x="1502" y="721"/>
                </a:cubicBezTo>
                <a:cubicBezTo>
                  <a:pt x="1498" y="721"/>
                  <a:pt x="1494" y="725"/>
                  <a:pt x="1494" y="730"/>
                </a:cubicBezTo>
                <a:cubicBezTo>
                  <a:pt x="1494" y="734"/>
                  <a:pt x="1498" y="738"/>
                  <a:pt x="1502" y="738"/>
                </a:cubicBezTo>
                <a:cubicBezTo>
                  <a:pt x="1507" y="738"/>
                  <a:pt x="1511" y="734"/>
                  <a:pt x="1511" y="730"/>
                </a:cubicBezTo>
                <a:close/>
                <a:moveTo>
                  <a:pt x="1537" y="730"/>
                </a:moveTo>
                <a:cubicBezTo>
                  <a:pt x="1537" y="725"/>
                  <a:pt x="1533" y="721"/>
                  <a:pt x="1528" y="721"/>
                </a:cubicBezTo>
                <a:cubicBezTo>
                  <a:pt x="1523" y="721"/>
                  <a:pt x="1520" y="725"/>
                  <a:pt x="1520" y="730"/>
                </a:cubicBezTo>
                <a:cubicBezTo>
                  <a:pt x="1520" y="734"/>
                  <a:pt x="1523" y="738"/>
                  <a:pt x="1528" y="738"/>
                </a:cubicBezTo>
                <a:cubicBezTo>
                  <a:pt x="1533" y="738"/>
                  <a:pt x="1537" y="734"/>
                  <a:pt x="1537" y="730"/>
                </a:cubicBezTo>
                <a:close/>
                <a:moveTo>
                  <a:pt x="1563" y="730"/>
                </a:moveTo>
                <a:cubicBezTo>
                  <a:pt x="1563" y="725"/>
                  <a:pt x="1559" y="721"/>
                  <a:pt x="1554" y="721"/>
                </a:cubicBezTo>
                <a:cubicBezTo>
                  <a:pt x="1549" y="721"/>
                  <a:pt x="1545" y="725"/>
                  <a:pt x="1545" y="730"/>
                </a:cubicBezTo>
                <a:cubicBezTo>
                  <a:pt x="1545" y="734"/>
                  <a:pt x="1549" y="738"/>
                  <a:pt x="1554" y="738"/>
                </a:cubicBezTo>
                <a:cubicBezTo>
                  <a:pt x="1559" y="738"/>
                  <a:pt x="1563" y="734"/>
                  <a:pt x="1563" y="730"/>
                </a:cubicBezTo>
                <a:close/>
                <a:moveTo>
                  <a:pt x="1588" y="730"/>
                </a:moveTo>
                <a:cubicBezTo>
                  <a:pt x="1588" y="725"/>
                  <a:pt x="1584" y="721"/>
                  <a:pt x="1580" y="721"/>
                </a:cubicBezTo>
                <a:cubicBezTo>
                  <a:pt x="1575" y="721"/>
                  <a:pt x="1571" y="725"/>
                  <a:pt x="1571" y="730"/>
                </a:cubicBezTo>
                <a:cubicBezTo>
                  <a:pt x="1571" y="734"/>
                  <a:pt x="1575" y="738"/>
                  <a:pt x="1580" y="738"/>
                </a:cubicBezTo>
                <a:cubicBezTo>
                  <a:pt x="1584" y="738"/>
                  <a:pt x="1588" y="734"/>
                  <a:pt x="1588" y="730"/>
                </a:cubicBezTo>
                <a:close/>
                <a:moveTo>
                  <a:pt x="1614" y="730"/>
                </a:moveTo>
                <a:cubicBezTo>
                  <a:pt x="1614" y="725"/>
                  <a:pt x="1610" y="721"/>
                  <a:pt x="1605" y="721"/>
                </a:cubicBezTo>
                <a:cubicBezTo>
                  <a:pt x="1601" y="721"/>
                  <a:pt x="1597" y="725"/>
                  <a:pt x="1597" y="730"/>
                </a:cubicBezTo>
                <a:cubicBezTo>
                  <a:pt x="1597" y="734"/>
                  <a:pt x="1601" y="738"/>
                  <a:pt x="1605" y="738"/>
                </a:cubicBezTo>
                <a:cubicBezTo>
                  <a:pt x="1610" y="738"/>
                  <a:pt x="1614" y="734"/>
                  <a:pt x="1614" y="730"/>
                </a:cubicBezTo>
                <a:close/>
                <a:moveTo>
                  <a:pt x="1640" y="730"/>
                </a:moveTo>
                <a:cubicBezTo>
                  <a:pt x="1640" y="725"/>
                  <a:pt x="1636" y="721"/>
                  <a:pt x="1631" y="721"/>
                </a:cubicBezTo>
                <a:cubicBezTo>
                  <a:pt x="1626" y="721"/>
                  <a:pt x="1623" y="725"/>
                  <a:pt x="1623" y="730"/>
                </a:cubicBezTo>
                <a:cubicBezTo>
                  <a:pt x="1623" y="734"/>
                  <a:pt x="1626" y="738"/>
                  <a:pt x="1631" y="738"/>
                </a:cubicBezTo>
                <a:cubicBezTo>
                  <a:pt x="1636" y="738"/>
                  <a:pt x="1640" y="734"/>
                  <a:pt x="1640" y="730"/>
                </a:cubicBezTo>
                <a:close/>
                <a:moveTo>
                  <a:pt x="1666" y="730"/>
                </a:moveTo>
                <a:cubicBezTo>
                  <a:pt x="1666" y="725"/>
                  <a:pt x="1662" y="721"/>
                  <a:pt x="1657" y="721"/>
                </a:cubicBezTo>
                <a:cubicBezTo>
                  <a:pt x="1652" y="721"/>
                  <a:pt x="1648" y="725"/>
                  <a:pt x="1648" y="730"/>
                </a:cubicBezTo>
                <a:cubicBezTo>
                  <a:pt x="1648" y="734"/>
                  <a:pt x="1652" y="738"/>
                  <a:pt x="1657" y="738"/>
                </a:cubicBezTo>
                <a:cubicBezTo>
                  <a:pt x="1662" y="738"/>
                  <a:pt x="1666" y="734"/>
                  <a:pt x="1666" y="730"/>
                </a:cubicBezTo>
                <a:close/>
                <a:moveTo>
                  <a:pt x="1691" y="730"/>
                </a:moveTo>
                <a:cubicBezTo>
                  <a:pt x="1691" y="725"/>
                  <a:pt x="1687" y="721"/>
                  <a:pt x="1683" y="721"/>
                </a:cubicBezTo>
                <a:cubicBezTo>
                  <a:pt x="1678" y="721"/>
                  <a:pt x="1674" y="725"/>
                  <a:pt x="1674" y="730"/>
                </a:cubicBezTo>
                <a:cubicBezTo>
                  <a:pt x="1674" y="734"/>
                  <a:pt x="1678" y="738"/>
                  <a:pt x="1683" y="738"/>
                </a:cubicBezTo>
                <a:cubicBezTo>
                  <a:pt x="1687" y="738"/>
                  <a:pt x="1691" y="734"/>
                  <a:pt x="1691" y="730"/>
                </a:cubicBezTo>
                <a:close/>
                <a:moveTo>
                  <a:pt x="1717" y="730"/>
                </a:moveTo>
                <a:cubicBezTo>
                  <a:pt x="1717" y="725"/>
                  <a:pt x="1713" y="721"/>
                  <a:pt x="1708" y="721"/>
                </a:cubicBezTo>
                <a:cubicBezTo>
                  <a:pt x="1704" y="721"/>
                  <a:pt x="1700" y="725"/>
                  <a:pt x="1700" y="730"/>
                </a:cubicBezTo>
                <a:cubicBezTo>
                  <a:pt x="1700" y="734"/>
                  <a:pt x="1704" y="738"/>
                  <a:pt x="1708" y="738"/>
                </a:cubicBezTo>
                <a:cubicBezTo>
                  <a:pt x="1713" y="738"/>
                  <a:pt x="1717" y="734"/>
                  <a:pt x="1717" y="730"/>
                </a:cubicBezTo>
                <a:close/>
                <a:moveTo>
                  <a:pt x="1743" y="730"/>
                </a:moveTo>
                <a:cubicBezTo>
                  <a:pt x="1743" y="725"/>
                  <a:pt x="1739" y="721"/>
                  <a:pt x="1734" y="721"/>
                </a:cubicBezTo>
                <a:cubicBezTo>
                  <a:pt x="1730" y="721"/>
                  <a:pt x="1726" y="725"/>
                  <a:pt x="1726" y="730"/>
                </a:cubicBezTo>
                <a:cubicBezTo>
                  <a:pt x="1726" y="734"/>
                  <a:pt x="1730" y="738"/>
                  <a:pt x="1734" y="738"/>
                </a:cubicBezTo>
                <a:cubicBezTo>
                  <a:pt x="1739" y="738"/>
                  <a:pt x="1743" y="734"/>
                  <a:pt x="1743" y="730"/>
                </a:cubicBezTo>
                <a:close/>
                <a:moveTo>
                  <a:pt x="1769" y="730"/>
                </a:moveTo>
                <a:cubicBezTo>
                  <a:pt x="1769" y="725"/>
                  <a:pt x="1765" y="721"/>
                  <a:pt x="1760" y="721"/>
                </a:cubicBezTo>
                <a:cubicBezTo>
                  <a:pt x="1755" y="721"/>
                  <a:pt x="1751" y="725"/>
                  <a:pt x="1751" y="730"/>
                </a:cubicBezTo>
                <a:cubicBezTo>
                  <a:pt x="1751" y="734"/>
                  <a:pt x="1755" y="738"/>
                  <a:pt x="1760" y="738"/>
                </a:cubicBezTo>
                <a:cubicBezTo>
                  <a:pt x="1765" y="738"/>
                  <a:pt x="1769" y="734"/>
                  <a:pt x="1769" y="730"/>
                </a:cubicBezTo>
                <a:close/>
                <a:moveTo>
                  <a:pt x="1794" y="730"/>
                </a:moveTo>
                <a:cubicBezTo>
                  <a:pt x="1794" y="725"/>
                  <a:pt x="1791" y="721"/>
                  <a:pt x="1786" y="721"/>
                </a:cubicBezTo>
                <a:cubicBezTo>
                  <a:pt x="1781" y="721"/>
                  <a:pt x="1777" y="725"/>
                  <a:pt x="1777" y="730"/>
                </a:cubicBezTo>
                <a:cubicBezTo>
                  <a:pt x="1777" y="734"/>
                  <a:pt x="1781" y="738"/>
                  <a:pt x="1786" y="738"/>
                </a:cubicBezTo>
                <a:cubicBezTo>
                  <a:pt x="1791" y="738"/>
                  <a:pt x="1794" y="734"/>
                  <a:pt x="1794" y="730"/>
                </a:cubicBezTo>
                <a:close/>
                <a:moveTo>
                  <a:pt x="1820" y="730"/>
                </a:moveTo>
                <a:cubicBezTo>
                  <a:pt x="1820" y="725"/>
                  <a:pt x="1816" y="721"/>
                  <a:pt x="1812" y="721"/>
                </a:cubicBezTo>
                <a:cubicBezTo>
                  <a:pt x="1807" y="721"/>
                  <a:pt x="1803" y="725"/>
                  <a:pt x="1803" y="730"/>
                </a:cubicBezTo>
                <a:cubicBezTo>
                  <a:pt x="1803" y="734"/>
                  <a:pt x="1807" y="738"/>
                  <a:pt x="1812" y="738"/>
                </a:cubicBezTo>
                <a:cubicBezTo>
                  <a:pt x="1816" y="738"/>
                  <a:pt x="1820" y="734"/>
                  <a:pt x="1820" y="730"/>
                </a:cubicBezTo>
                <a:close/>
                <a:moveTo>
                  <a:pt x="1846" y="730"/>
                </a:moveTo>
                <a:cubicBezTo>
                  <a:pt x="1846" y="725"/>
                  <a:pt x="1842" y="721"/>
                  <a:pt x="1837" y="721"/>
                </a:cubicBezTo>
                <a:cubicBezTo>
                  <a:pt x="1833" y="721"/>
                  <a:pt x="1829" y="725"/>
                  <a:pt x="1829" y="730"/>
                </a:cubicBezTo>
                <a:cubicBezTo>
                  <a:pt x="1829" y="734"/>
                  <a:pt x="1833" y="738"/>
                  <a:pt x="1837" y="738"/>
                </a:cubicBezTo>
                <a:cubicBezTo>
                  <a:pt x="1842" y="738"/>
                  <a:pt x="1846" y="734"/>
                  <a:pt x="1846" y="730"/>
                </a:cubicBezTo>
                <a:close/>
                <a:moveTo>
                  <a:pt x="1872" y="730"/>
                </a:moveTo>
                <a:cubicBezTo>
                  <a:pt x="1872" y="725"/>
                  <a:pt x="1868" y="721"/>
                  <a:pt x="1863" y="721"/>
                </a:cubicBezTo>
                <a:cubicBezTo>
                  <a:pt x="1858" y="721"/>
                  <a:pt x="1854" y="725"/>
                  <a:pt x="1854" y="730"/>
                </a:cubicBezTo>
                <a:cubicBezTo>
                  <a:pt x="1854" y="734"/>
                  <a:pt x="1858" y="738"/>
                  <a:pt x="1863" y="738"/>
                </a:cubicBezTo>
                <a:cubicBezTo>
                  <a:pt x="1868" y="738"/>
                  <a:pt x="1872" y="734"/>
                  <a:pt x="1872" y="730"/>
                </a:cubicBezTo>
                <a:close/>
                <a:moveTo>
                  <a:pt x="1897" y="730"/>
                </a:moveTo>
                <a:cubicBezTo>
                  <a:pt x="1897" y="725"/>
                  <a:pt x="1894" y="721"/>
                  <a:pt x="1889" y="721"/>
                </a:cubicBezTo>
                <a:cubicBezTo>
                  <a:pt x="1884" y="721"/>
                  <a:pt x="1880" y="725"/>
                  <a:pt x="1880" y="730"/>
                </a:cubicBezTo>
                <a:cubicBezTo>
                  <a:pt x="1880" y="734"/>
                  <a:pt x="1884" y="738"/>
                  <a:pt x="1889" y="738"/>
                </a:cubicBezTo>
                <a:cubicBezTo>
                  <a:pt x="1894" y="738"/>
                  <a:pt x="1897" y="734"/>
                  <a:pt x="1897" y="730"/>
                </a:cubicBezTo>
                <a:close/>
                <a:moveTo>
                  <a:pt x="1923" y="730"/>
                </a:moveTo>
                <a:cubicBezTo>
                  <a:pt x="1923" y="725"/>
                  <a:pt x="1919" y="721"/>
                  <a:pt x="1915" y="721"/>
                </a:cubicBezTo>
                <a:cubicBezTo>
                  <a:pt x="1910" y="721"/>
                  <a:pt x="1906" y="725"/>
                  <a:pt x="1906" y="730"/>
                </a:cubicBezTo>
                <a:cubicBezTo>
                  <a:pt x="1906" y="734"/>
                  <a:pt x="1910" y="738"/>
                  <a:pt x="1915" y="738"/>
                </a:cubicBezTo>
                <a:cubicBezTo>
                  <a:pt x="1919" y="738"/>
                  <a:pt x="1923" y="734"/>
                  <a:pt x="1923" y="730"/>
                </a:cubicBezTo>
                <a:close/>
                <a:moveTo>
                  <a:pt x="1949" y="730"/>
                </a:moveTo>
                <a:cubicBezTo>
                  <a:pt x="1949" y="725"/>
                  <a:pt x="1945" y="721"/>
                  <a:pt x="1940" y="721"/>
                </a:cubicBezTo>
                <a:cubicBezTo>
                  <a:pt x="1936" y="721"/>
                  <a:pt x="1932" y="725"/>
                  <a:pt x="1932" y="730"/>
                </a:cubicBezTo>
                <a:cubicBezTo>
                  <a:pt x="1932" y="734"/>
                  <a:pt x="1936" y="738"/>
                  <a:pt x="1940" y="738"/>
                </a:cubicBezTo>
                <a:cubicBezTo>
                  <a:pt x="1945" y="738"/>
                  <a:pt x="1949" y="734"/>
                  <a:pt x="1949" y="730"/>
                </a:cubicBezTo>
                <a:close/>
                <a:moveTo>
                  <a:pt x="1975" y="730"/>
                </a:moveTo>
                <a:cubicBezTo>
                  <a:pt x="1975" y="725"/>
                  <a:pt x="1971" y="721"/>
                  <a:pt x="1966" y="721"/>
                </a:cubicBezTo>
                <a:cubicBezTo>
                  <a:pt x="1961" y="721"/>
                  <a:pt x="1957" y="725"/>
                  <a:pt x="1957" y="730"/>
                </a:cubicBezTo>
                <a:cubicBezTo>
                  <a:pt x="1957" y="734"/>
                  <a:pt x="1961" y="738"/>
                  <a:pt x="1966" y="738"/>
                </a:cubicBezTo>
                <a:cubicBezTo>
                  <a:pt x="1971" y="738"/>
                  <a:pt x="1975" y="734"/>
                  <a:pt x="1975" y="730"/>
                </a:cubicBezTo>
                <a:close/>
                <a:moveTo>
                  <a:pt x="2000" y="730"/>
                </a:moveTo>
                <a:cubicBezTo>
                  <a:pt x="2000" y="725"/>
                  <a:pt x="1997" y="721"/>
                  <a:pt x="1992" y="721"/>
                </a:cubicBezTo>
                <a:cubicBezTo>
                  <a:pt x="1987" y="721"/>
                  <a:pt x="1983" y="725"/>
                  <a:pt x="1983" y="730"/>
                </a:cubicBezTo>
                <a:cubicBezTo>
                  <a:pt x="1983" y="734"/>
                  <a:pt x="1987" y="738"/>
                  <a:pt x="1992" y="738"/>
                </a:cubicBezTo>
                <a:cubicBezTo>
                  <a:pt x="1997" y="738"/>
                  <a:pt x="2000" y="734"/>
                  <a:pt x="2000" y="730"/>
                </a:cubicBezTo>
                <a:close/>
                <a:moveTo>
                  <a:pt x="2026" y="730"/>
                </a:moveTo>
                <a:cubicBezTo>
                  <a:pt x="2026" y="725"/>
                  <a:pt x="2022" y="721"/>
                  <a:pt x="2018" y="721"/>
                </a:cubicBezTo>
                <a:cubicBezTo>
                  <a:pt x="2013" y="721"/>
                  <a:pt x="2009" y="725"/>
                  <a:pt x="2009" y="730"/>
                </a:cubicBezTo>
                <a:cubicBezTo>
                  <a:pt x="2009" y="734"/>
                  <a:pt x="2013" y="738"/>
                  <a:pt x="2018" y="738"/>
                </a:cubicBezTo>
                <a:cubicBezTo>
                  <a:pt x="2022" y="738"/>
                  <a:pt x="2026" y="734"/>
                  <a:pt x="2026" y="730"/>
                </a:cubicBezTo>
                <a:close/>
                <a:moveTo>
                  <a:pt x="2052" y="730"/>
                </a:moveTo>
                <a:cubicBezTo>
                  <a:pt x="2052" y="725"/>
                  <a:pt x="2048" y="721"/>
                  <a:pt x="2043" y="721"/>
                </a:cubicBezTo>
                <a:cubicBezTo>
                  <a:pt x="2039" y="721"/>
                  <a:pt x="2035" y="725"/>
                  <a:pt x="2035" y="730"/>
                </a:cubicBezTo>
                <a:cubicBezTo>
                  <a:pt x="2035" y="734"/>
                  <a:pt x="2039" y="738"/>
                  <a:pt x="2043" y="738"/>
                </a:cubicBezTo>
                <a:cubicBezTo>
                  <a:pt x="2048" y="738"/>
                  <a:pt x="2052" y="734"/>
                  <a:pt x="2052" y="730"/>
                </a:cubicBezTo>
                <a:close/>
                <a:moveTo>
                  <a:pt x="2078" y="730"/>
                </a:moveTo>
                <a:cubicBezTo>
                  <a:pt x="2078" y="725"/>
                  <a:pt x="2074" y="721"/>
                  <a:pt x="2069" y="721"/>
                </a:cubicBezTo>
                <a:cubicBezTo>
                  <a:pt x="2064" y="721"/>
                  <a:pt x="2061" y="725"/>
                  <a:pt x="2061" y="730"/>
                </a:cubicBezTo>
                <a:cubicBezTo>
                  <a:pt x="2061" y="734"/>
                  <a:pt x="2064" y="738"/>
                  <a:pt x="2069" y="738"/>
                </a:cubicBezTo>
                <a:cubicBezTo>
                  <a:pt x="2074" y="738"/>
                  <a:pt x="2078" y="734"/>
                  <a:pt x="2078" y="730"/>
                </a:cubicBezTo>
                <a:close/>
                <a:moveTo>
                  <a:pt x="2103" y="730"/>
                </a:moveTo>
                <a:cubicBezTo>
                  <a:pt x="2103" y="725"/>
                  <a:pt x="2100" y="721"/>
                  <a:pt x="2095" y="721"/>
                </a:cubicBezTo>
                <a:cubicBezTo>
                  <a:pt x="2090" y="721"/>
                  <a:pt x="2086" y="725"/>
                  <a:pt x="2086" y="730"/>
                </a:cubicBezTo>
                <a:cubicBezTo>
                  <a:pt x="2086" y="734"/>
                  <a:pt x="2090" y="738"/>
                  <a:pt x="2095" y="738"/>
                </a:cubicBezTo>
                <a:cubicBezTo>
                  <a:pt x="2100" y="738"/>
                  <a:pt x="2103" y="734"/>
                  <a:pt x="2103" y="730"/>
                </a:cubicBezTo>
                <a:close/>
                <a:moveTo>
                  <a:pt x="2129" y="730"/>
                </a:moveTo>
                <a:cubicBezTo>
                  <a:pt x="2129" y="725"/>
                  <a:pt x="2125" y="721"/>
                  <a:pt x="2121" y="721"/>
                </a:cubicBezTo>
                <a:cubicBezTo>
                  <a:pt x="2116" y="721"/>
                  <a:pt x="2112" y="725"/>
                  <a:pt x="2112" y="730"/>
                </a:cubicBezTo>
                <a:cubicBezTo>
                  <a:pt x="2112" y="734"/>
                  <a:pt x="2116" y="738"/>
                  <a:pt x="2121" y="738"/>
                </a:cubicBezTo>
                <a:cubicBezTo>
                  <a:pt x="2125" y="738"/>
                  <a:pt x="2129" y="734"/>
                  <a:pt x="2129" y="730"/>
                </a:cubicBezTo>
                <a:close/>
                <a:moveTo>
                  <a:pt x="2155" y="730"/>
                </a:moveTo>
                <a:cubicBezTo>
                  <a:pt x="2155" y="725"/>
                  <a:pt x="2151" y="721"/>
                  <a:pt x="2146" y="721"/>
                </a:cubicBezTo>
                <a:cubicBezTo>
                  <a:pt x="2142" y="721"/>
                  <a:pt x="2138" y="725"/>
                  <a:pt x="2138" y="730"/>
                </a:cubicBezTo>
                <a:cubicBezTo>
                  <a:pt x="2138" y="734"/>
                  <a:pt x="2142" y="738"/>
                  <a:pt x="2146" y="738"/>
                </a:cubicBezTo>
                <a:cubicBezTo>
                  <a:pt x="2151" y="738"/>
                  <a:pt x="2155" y="734"/>
                  <a:pt x="2155" y="730"/>
                </a:cubicBezTo>
                <a:close/>
                <a:moveTo>
                  <a:pt x="2181" y="730"/>
                </a:moveTo>
                <a:cubicBezTo>
                  <a:pt x="2181" y="725"/>
                  <a:pt x="2177" y="721"/>
                  <a:pt x="2172" y="721"/>
                </a:cubicBezTo>
                <a:cubicBezTo>
                  <a:pt x="2167" y="721"/>
                  <a:pt x="2164" y="725"/>
                  <a:pt x="2164" y="730"/>
                </a:cubicBezTo>
                <a:cubicBezTo>
                  <a:pt x="2164" y="734"/>
                  <a:pt x="2167" y="738"/>
                  <a:pt x="2172" y="738"/>
                </a:cubicBezTo>
                <a:cubicBezTo>
                  <a:pt x="2177" y="738"/>
                  <a:pt x="2181" y="734"/>
                  <a:pt x="2181" y="730"/>
                </a:cubicBezTo>
                <a:close/>
                <a:moveTo>
                  <a:pt x="2232" y="730"/>
                </a:moveTo>
                <a:cubicBezTo>
                  <a:pt x="2232" y="725"/>
                  <a:pt x="2228" y="721"/>
                  <a:pt x="2224" y="721"/>
                </a:cubicBezTo>
                <a:cubicBezTo>
                  <a:pt x="2219" y="721"/>
                  <a:pt x="2215" y="725"/>
                  <a:pt x="2215" y="730"/>
                </a:cubicBezTo>
                <a:cubicBezTo>
                  <a:pt x="2215" y="734"/>
                  <a:pt x="2219" y="738"/>
                  <a:pt x="2224" y="738"/>
                </a:cubicBezTo>
                <a:cubicBezTo>
                  <a:pt x="2228" y="738"/>
                  <a:pt x="2232" y="734"/>
                  <a:pt x="2232" y="730"/>
                </a:cubicBezTo>
                <a:close/>
                <a:moveTo>
                  <a:pt x="2335" y="730"/>
                </a:moveTo>
                <a:cubicBezTo>
                  <a:pt x="2335" y="725"/>
                  <a:pt x="2331" y="721"/>
                  <a:pt x="2327" y="721"/>
                </a:cubicBezTo>
                <a:cubicBezTo>
                  <a:pt x="2322" y="721"/>
                  <a:pt x="2318" y="725"/>
                  <a:pt x="2318" y="730"/>
                </a:cubicBezTo>
                <a:cubicBezTo>
                  <a:pt x="2318" y="734"/>
                  <a:pt x="2322" y="738"/>
                  <a:pt x="2327" y="738"/>
                </a:cubicBezTo>
                <a:cubicBezTo>
                  <a:pt x="2331" y="738"/>
                  <a:pt x="2335" y="734"/>
                  <a:pt x="2335" y="730"/>
                </a:cubicBezTo>
                <a:close/>
                <a:moveTo>
                  <a:pt x="2361" y="730"/>
                </a:moveTo>
                <a:cubicBezTo>
                  <a:pt x="2361" y="725"/>
                  <a:pt x="2357" y="721"/>
                  <a:pt x="2352" y="721"/>
                </a:cubicBezTo>
                <a:cubicBezTo>
                  <a:pt x="2348" y="721"/>
                  <a:pt x="2344" y="725"/>
                  <a:pt x="2344" y="730"/>
                </a:cubicBezTo>
                <a:cubicBezTo>
                  <a:pt x="2344" y="734"/>
                  <a:pt x="2348" y="738"/>
                  <a:pt x="2352" y="738"/>
                </a:cubicBezTo>
                <a:cubicBezTo>
                  <a:pt x="2357" y="738"/>
                  <a:pt x="2361" y="734"/>
                  <a:pt x="2361" y="730"/>
                </a:cubicBezTo>
                <a:close/>
                <a:moveTo>
                  <a:pt x="326" y="755"/>
                </a:moveTo>
                <a:cubicBezTo>
                  <a:pt x="326" y="751"/>
                  <a:pt x="322" y="747"/>
                  <a:pt x="318" y="747"/>
                </a:cubicBezTo>
                <a:cubicBezTo>
                  <a:pt x="313" y="747"/>
                  <a:pt x="309" y="751"/>
                  <a:pt x="309" y="755"/>
                </a:cubicBezTo>
                <a:cubicBezTo>
                  <a:pt x="309" y="760"/>
                  <a:pt x="313" y="764"/>
                  <a:pt x="318" y="764"/>
                </a:cubicBezTo>
                <a:cubicBezTo>
                  <a:pt x="322" y="764"/>
                  <a:pt x="326" y="760"/>
                  <a:pt x="326" y="755"/>
                </a:cubicBezTo>
                <a:close/>
                <a:moveTo>
                  <a:pt x="352" y="755"/>
                </a:moveTo>
                <a:cubicBezTo>
                  <a:pt x="352" y="751"/>
                  <a:pt x="348" y="747"/>
                  <a:pt x="343" y="747"/>
                </a:cubicBezTo>
                <a:cubicBezTo>
                  <a:pt x="339" y="747"/>
                  <a:pt x="335" y="751"/>
                  <a:pt x="335" y="755"/>
                </a:cubicBezTo>
                <a:cubicBezTo>
                  <a:pt x="335" y="760"/>
                  <a:pt x="339" y="764"/>
                  <a:pt x="343" y="764"/>
                </a:cubicBezTo>
                <a:cubicBezTo>
                  <a:pt x="348" y="764"/>
                  <a:pt x="352" y="760"/>
                  <a:pt x="352" y="755"/>
                </a:cubicBezTo>
                <a:close/>
                <a:moveTo>
                  <a:pt x="378" y="755"/>
                </a:moveTo>
                <a:cubicBezTo>
                  <a:pt x="378" y="751"/>
                  <a:pt x="374" y="747"/>
                  <a:pt x="369" y="747"/>
                </a:cubicBezTo>
                <a:cubicBezTo>
                  <a:pt x="364" y="747"/>
                  <a:pt x="360" y="751"/>
                  <a:pt x="360" y="755"/>
                </a:cubicBezTo>
                <a:cubicBezTo>
                  <a:pt x="360" y="760"/>
                  <a:pt x="364" y="764"/>
                  <a:pt x="369" y="764"/>
                </a:cubicBezTo>
                <a:cubicBezTo>
                  <a:pt x="374" y="764"/>
                  <a:pt x="378" y="760"/>
                  <a:pt x="378" y="755"/>
                </a:cubicBezTo>
                <a:close/>
                <a:moveTo>
                  <a:pt x="403" y="755"/>
                </a:moveTo>
                <a:cubicBezTo>
                  <a:pt x="403" y="751"/>
                  <a:pt x="400" y="747"/>
                  <a:pt x="395" y="747"/>
                </a:cubicBezTo>
                <a:cubicBezTo>
                  <a:pt x="390" y="747"/>
                  <a:pt x="386" y="751"/>
                  <a:pt x="386" y="755"/>
                </a:cubicBezTo>
                <a:cubicBezTo>
                  <a:pt x="386" y="760"/>
                  <a:pt x="390" y="764"/>
                  <a:pt x="395" y="764"/>
                </a:cubicBezTo>
                <a:cubicBezTo>
                  <a:pt x="400" y="764"/>
                  <a:pt x="403" y="760"/>
                  <a:pt x="403" y="755"/>
                </a:cubicBezTo>
                <a:close/>
                <a:moveTo>
                  <a:pt x="429" y="755"/>
                </a:moveTo>
                <a:cubicBezTo>
                  <a:pt x="429" y="751"/>
                  <a:pt x="425" y="747"/>
                  <a:pt x="421" y="747"/>
                </a:cubicBezTo>
                <a:cubicBezTo>
                  <a:pt x="416" y="747"/>
                  <a:pt x="412" y="751"/>
                  <a:pt x="412" y="755"/>
                </a:cubicBezTo>
                <a:cubicBezTo>
                  <a:pt x="412" y="760"/>
                  <a:pt x="416" y="764"/>
                  <a:pt x="421" y="764"/>
                </a:cubicBezTo>
                <a:cubicBezTo>
                  <a:pt x="425" y="764"/>
                  <a:pt x="429" y="760"/>
                  <a:pt x="429" y="755"/>
                </a:cubicBezTo>
                <a:close/>
                <a:moveTo>
                  <a:pt x="455" y="755"/>
                </a:moveTo>
                <a:cubicBezTo>
                  <a:pt x="455" y="751"/>
                  <a:pt x="451" y="747"/>
                  <a:pt x="446" y="747"/>
                </a:cubicBezTo>
                <a:cubicBezTo>
                  <a:pt x="442" y="747"/>
                  <a:pt x="438" y="751"/>
                  <a:pt x="438" y="755"/>
                </a:cubicBezTo>
                <a:cubicBezTo>
                  <a:pt x="438" y="760"/>
                  <a:pt x="442" y="764"/>
                  <a:pt x="446" y="764"/>
                </a:cubicBezTo>
                <a:cubicBezTo>
                  <a:pt x="451" y="764"/>
                  <a:pt x="455" y="760"/>
                  <a:pt x="455" y="755"/>
                </a:cubicBezTo>
                <a:close/>
                <a:moveTo>
                  <a:pt x="481" y="755"/>
                </a:moveTo>
                <a:cubicBezTo>
                  <a:pt x="481" y="751"/>
                  <a:pt x="477" y="747"/>
                  <a:pt x="472" y="747"/>
                </a:cubicBezTo>
                <a:cubicBezTo>
                  <a:pt x="467" y="747"/>
                  <a:pt x="463" y="751"/>
                  <a:pt x="463" y="755"/>
                </a:cubicBezTo>
                <a:cubicBezTo>
                  <a:pt x="463" y="760"/>
                  <a:pt x="467" y="764"/>
                  <a:pt x="472" y="764"/>
                </a:cubicBezTo>
                <a:cubicBezTo>
                  <a:pt x="477" y="764"/>
                  <a:pt x="481" y="760"/>
                  <a:pt x="481" y="755"/>
                </a:cubicBezTo>
                <a:close/>
                <a:moveTo>
                  <a:pt x="506" y="755"/>
                </a:moveTo>
                <a:cubicBezTo>
                  <a:pt x="506" y="751"/>
                  <a:pt x="503" y="747"/>
                  <a:pt x="498" y="747"/>
                </a:cubicBezTo>
                <a:cubicBezTo>
                  <a:pt x="493" y="747"/>
                  <a:pt x="489" y="751"/>
                  <a:pt x="489" y="755"/>
                </a:cubicBezTo>
                <a:cubicBezTo>
                  <a:pt x="489" y="760"/>
                  <a:pt x="493" y="764"/>
                  <a:pt x="498" y="764"/>
                </a:cubicBezTo>
                <a:cubicBezTo>
                  <a:pt x="503" y="764"/>
                  <a:pt x="506" y="760"/>
                  <a:pt x="506" y="755"/>
                </a:cubicBezTo>
                <a:close/>
                <a:moveTo>
                  <a:pt x="532" y="755"/>
                </a:moveTo>
                <a:cubicBezTo>
                  <a:pt x="532" y="751"/>
                  <a:pt x="528" y="747"/>
                  <a:pt x="524" y="747"/>
                </a:cubicBezTo>
                <a:cubicBezTo>
                  <a:pt x="519" y="747"/>
                  <a:pt x="515" y="751"/>
                  <a:pt x="515" y="755"/>
                </a:cubicBezTo>
                <a:cubicBezTo>
                  <a:pt x="515" y="760"/>
                  <a:pt x="519" y="764"/>
                  <a:pt x="524" y="764"/>
                </a:cubicBezTo>
                <a:cubicBezTo>
                  <a:pt x="528" y="764"/>
                  <a:pt x="532" y="760"/>
                  <a:pt x="532" y="755"/>
                </a:cubicBezTo>
                <a:close/>
                <a:moveTo>
                  <a:pt x="558" y="755"/>
                </a:moveTo>
                <a:cubicBezTo>
                  <a:pt x="558" y="751"/>
                  <a:pt x="554" y="747"/>
                  <a:pt x="549" y="747"/>
                </a:cubicBezTo>
                <a:cubicBezTo>
                  <a:pt x="545" y="747"/>
                  <a:pt x="541" y="751"/>
                  <a:pt x="541" y="755"/>
                </a:cubicBezTo>
                <a:cubicBezTo>
                  <a:pt x="541" y="760"/>
                  <a:pt x="545" y="764"/>
                  <a:pt x="549" y="764"/>
                </a:cubicBezTo>
                <a:cubicBezTo>
                  <a:pt x="554" y="764"/>
                  <a:pt x="558" y="760"/>
                  <a:pt x="558" y="755"/>
                </a:cubicBezTo>
                <a:close/>
                <a:moveTo>
                  <a:pt x="584" y="755"/>
                </a:moveTo>
                <a:cubicBezTo>
                  <a:pt x="584" y="751"/>
                  <a:pt x="580" y="747"/>
                  <a:pt x="575" y="747"/>
                </a:cubicBezTo>
                <a:cubicBezTo>
                  <a:pt x="570" y="747"/>
                  <a:pt x="567" y="751"/>
                  <a:pt x="567" y="755"/>
                </a:cubicBezTo>
                <a:cubicBezTo>
                  <a:pt x="567" y="760"/>
                  <a:pt x="570" y="764"/>
                  <a:pt x="575" y="764"/>
                </a:cubicBezTo>
                <a:cubicBezTo>
                  <a:pt x="580" y="764"/>
                  <a:pt x="584" y="760"/>
                  <a:pt x="584" y="755"/>
                </a:cubicBezTo>
                <a:close/>
                <a:moveTo>
                  <a:pt x="609" y="755"/>
                </a:moveTo>
                <a:cubicBezTo>
                  <a:pt x="609" y="751"/>
                  <a:pt x="606" y="747"/>
                  <a:pt x="601" y="747"/>
                </a:cubicBezTo>
                <a:cubicBezTo>
                  <a:pt x="596" y="747"/>
                  <a:pt x="592" y="751"/>
                  <a:pt x="592" y="755"/>
                </a:cubicBezTo>
                <a:cubicBezTo>
                  <a:pt x="592" y="760"/>
                  <a:pt x="596" y="764"/>
                  <a:pt x="601" y="764"/>
                </a:cubicBezTo>
                <a:cubicBezTo>
                  <a:pt x="606" y="764"/>
                  <a:pt x="609" y="760"/>
                  <a:pt x="609" y="755"/>
                </a:cubicBezTo>
                <a:close/>
                <a:moveTo>
                  <a:pt x="635" y="755"/>
                </a:moveTo>
                <a:cubicBezTo>
                  <a:pt x="635" y="751"/>
                  <a:pt x="631" y="747"/>
                  <a:pt x="627" y="747"/>
                </a:cubicBezTo>
                <a:cubicBezTo>
                  <a:pt x="622" y="747"/>
                  <a:pt x="618" y="751"/>
                  <a:pt x="618" y="755"/>
                </a:cubicBezTo>
                <a:cubicBezTo>
                  <a:pt x="618" y="760"/>
                  <a:pt x="622" y="764"/>
                  <a:pt x="627" y="764"/>
                </a:cubicBezTo>
                <a:cubicBezTo>
                  <a:pt x="631" y="764"/>
                  <a:pt x="635" y="760"/>
                  <a:pt x="635" y="755"/>
                </a:cubicBezTo>
                <a:close/>
                <a:moveTo>
                  <a:pt x="661" y="755"/>
                </a:moveTo>
                <a:cubicBezTo>
                  <a:pt x="661" y="751"/>
                  <a:pt x="657" y="747"/>
                  <a:pt x="652" y="747"/>
                </a:cubicBezTo>
                <a:cubicBezTo>
                  <a:pt x="648" y="747"/>
                  <a:pt x="644" y="751"/>
                  <a:pt x="644" y="755"/>
                </a:cubicBezTo>
                <a:cubicBezTo>
                  <a:pt x="644" y="760"/>
                  <a:pt x="648" y="764"/>
                  <a:pt x="652" y="764"/>
                </a:cubicBezTo>
                <a:cubicBezTo>
                  <a:pt x="657" y="764"/>
                  <a:pt x="661" y="760"/>
                  <a:pt x="661" y="755"/>
                </a:cubicBezTo>
                <a:close/>
                <a:moveTo>
                  <a:pt x="687" y="755"/>
                </a:moveTo>
                <a:cubicBezTo>
                  <a:pt x="687" y="751"/>
                  <a:pt x="683" y="747"/>
                  <a:pt x="678" y="747"/>
                </a:cubicBezTo>
                <a:cubicBezTo>
                  <a:pt x="673" y="747"/>
                  <a:pt x="670" y="751"/>
                  <a:pt x="670" y="755"/>
                </a:cubicBezTo>
                <a:cubicBezTo>
                  <a:pt x="670" y="760"/>
                  <a:pt x="673" y="764"/>
                  <a:pt x="678" y="764"/>
                </a:cubicBezTo>
                <a:cubicBezTo>
                  <a:pt x="683" y="764"/>
                  <a:pt x="687" y="760"/>
                  <a:pt x="687" y="755"/>
                </a:cubicBezTo>
                <a:close/>
                <a:moveTo>
                  <a:pt x="1202" y="755"/>
                </a:moveTo>
                <a:cubicBezTo>
                  <a:pt x="1202" y="751"/>
                  <a:pt x="1198" y="747"/>
                  <a:pt x="1193" y="747"/>
                </a:cubicBezTo>
                <a:cubicBezTo>
                  <a:pt x="1189" y="747"/>
                  <a:pt x="1185" y="751"/>
                  <a:pt x="1185" y="755"/>
                </a:cubicBezTo>
                <a:cubicBezTo>
                  <a:pt x="1185" y="760"/>
                  <a:pt x="1189" y="764"/>
                  <a:pt x="1193" y="764"/>
                </a:cubicBezTo>
                <a:cubicBezTo>
                  <a:pt x="1198" y="764"/>
                  <a:pt x="1202" y="760"/>
                  <a:pt x="1202" y="755"/>
                </a:cubicBezTo>
                <a:close/>
                <a:moveTo>
                  <a:pt x="1228" y="755"/>
                </a:moveTo>
                <a:cubicBezTo>
                  <a:pt x="1228" y="751"/>
                  <a:pt x="1224" y="747"/>
                  <a:pt x="1219" y="747"/>
                </a:cubicBezTo>
                <a:cubicBezTo>
                  <a:pt x="1214" y="747"/>
                  <a:pt x="1210" y="751"/>
                  <a:pt x="1210" y="755"/>
                </a:cubicBezTo>
                <a:cubicBezTo>
                  <a:pt x="1210" y="760"/>
                  <a:pt x="1214" y="764"/>
                  <a:pt x="1219" y="764"/>
                </a:cubicBezTo>
                <a:cubicBezTo>
                  <a:pt x="1224" y="764"/>
                  <a:pt x="1228" y="760"/>
                  <a:pt x="1228" y="755"/>
                </a:cubicBezTo>
                <a:close/>
                <a:moveTo>
                  <a:pt x="1253" y="755"/>
                </a:moveTo>
                <a:cubicBezTo>
                  <a:pt x="1253" y="751"/>
                  <a:pt x="1250" y="747"/>
                  <a:pt x="1245" y="747"/>
                </a:cubicBezTo>
                <a:cubicBezTo>
                  <a:pt x="1240" y="747"/>
                  <a:pt x="1236" y="751"/>
                  <a:pt x="1236" y="755"/>
                </a:cubicBezTo>
                <a:cubicBezTo>
                  <a:pt x="1236" y="760"/>
                  <a:pt x="1240" y="764"/>
                  <a:pt x="1245" y="764"/>
                </a:cubicBezTo>
                <a:cubicBezTo>
                  <a:pt x="1250" y="764"/>
                  <a:pt x="1253" y="760"/>
                  <a:pt x="1253" y="755"/>
                </a:cubicBezTo>
                <a:close/>
                <a:moveTo>
                  <a:pt x="1459" y="755"/>
                </a:moveTo>
                <a:cubicBezTo>
                  <a:pt x="1459" y="751"/>
                  <a:pt x="1456" y="747"/>
                  <a:pt x="1451" y="747"/>
                </a:cubicBezTo>
                <a:cubicBezTo>
                  <a:pt x="1446" y="747"/>
                  <a:pt x="1442" y="751"/>
                  <a:pt x="1442" y="755"/>
                </a:cubicBezTo>
                <a:cubicBezTo>
                  <a:pt x="1442" y="760"/>
                  <a:pt x="1446" y="764"/>
                  <a:pt x="1451" y="764"/>
                </a:cubicBezTo>
                <a:cubicBezTo>
                  <a:pt x="1456" y="764"/>
                  <a:pt x="1459" y="760"/>
                  <a:pt x="1459" y="755"/>
                </a:cubicBezTo>
                <a:close/>
                <a:moveTo>
                  <a:pt x="1511" y="755"/>
                </a:moveTo>
                <a:cubicBezTo>
                  <a:pt x="1511" y="751"/>
                  <a:pt x="1507" y="747"/>
                  <a:pt x="1502" y="747"/>
                </a:cubicBezTo>
                <a:cubicBezTo>
                  <a:pt x="1498" y="747"/>
                  <a:pt x="1494" y="751"/>
                  <a:pt x="1494" y="755"/>
                </a:cubicBezTo>
                <a:cubicBezTo>
                  <a:pt x="1494" y="760"/>
                  <a:pt x="1498" y="764"/>
                  <a:pt x="1502" y="764"/>
                </a:cubicBezTo>
                <a:cubicBezTo>
                  <a:pt x="1507" y="764"/>
                  <a:pt x="1511" y="760"/>
                  <a:pt x="1511" y="755"/>
                </a:cubicBezTo>
                <a:close/>
                <a:moveTo>
                  <a:pt x="1537" y="755"/>
                </a:moveTo>
                <a:cubicBezTo>
                  <a:pt x="1537" y="751"/>
                  <a:pt x="1533" y="747"/>
                  <a:pt x="1528" y="747"/>
                </a:cubicBezTo>
                <a:cubicBezTo>
                  <a:pt x="1523" y="747"/>
                  <a:pt x="1520" y="751"/>
                  <a:pt x="1520" y="755"/>
                </a:cubicBezTo>
                <a:cubicBezTo>
                  <a:pt x="1520" y="760"/>
                  <a:pt x="1523" y="764"/>
                  <a:pt x="1528" y="764"/>
                </a:cubicBezTo>
                <a:cubicBezTo>
                  <a:pt x="1533" y="764"/>
                  <a:pt x="1537" y="760"/>
                  <a:pt x="1537" y="755"/>
                </a:cubicBezTo>
                <a:close/>
                <a:moveTo>
                  <a:pt x="1563" y="755"/>
                </a:moveTo>
                <a:cubicBezTo>
                  <a:pt x="1563" y="751"/>
                  <a:pt x="1559" y="747"/>
                  <a:pt x="1554" y="747"/>
                </a:cubicBezTo>
                <a:cubicBezTo>
                  <a:pt x="1549" y="747"/>
                  <a:pt x="1545" y="751"/>
                  <a:pt x="1545" y="755"/>
                </a:cubicBezTo>
                <a:cubicBezTo>
                  <a:pt x="1545" y="760"/>
                  <a:pt x="1549" y="764"/>
                  <a:pt x="1554" y="764"/>
                </a:cubicBezTo>
                <a:cubicBezTo>
                  <a:pt x="1559" y="764"/>
                  <a:pt x="1563" y="760"/>
                  <a:pt x="1563" y="755"/>
                </a:cubicBezTo>
                <a:close/>
                <a:moveTo>
                  <a:pt x="1588" y="755"/>
                </a:moveTo>
                <a:cubicBezTo>
                  <a:pt x="1588" y="751"/>
                  <a:pt x="1584" y="747"/>
                  <a:pt x="1580" y="747"/>
                </a:cubicBezTo>
                <a:cubicBezTo>
                  <a:pt x="1575" y="747"/>
                  <a:pt x="1571" y="751"/>
                  <a:pt x="1571" y="755"/>
                </a:cubicBezTo>
                <a:cubicBezTo>
                  <a:pt x="1571" y="760"/>
                  <a:pt x="1575" y="764"/>
                  <a:pt x="1580" y="764"/>
                </a:cubicBezTo>
                <a:cubicBezTo>
                  <a:pt x="1584" y="764"/>
                  <a:pt x="1588" y="760"/>
                  <a:pt x="1588" y="755"/>
                </a:cubicBezTo>
                <a:close/>
                <a:moveTo>
                  <a:pt x="1614" y="755"/>
                </a:moveTo>
                <a:cubicBezTo>
                  <a:pt x="1614" y="751"/>
                  <a:pt x="1610" y="747"/>
                  <a:pt x="1605" y="747"/>
                </a:cubicBezTo>
                <a:cubicBezTo>
                  <a:pt x="1601" y="747"/>
                  <a:pt x="1597" y="751"/>
                  <a:pt x="1597" y="755"/>
                </a:cubicBezTo>
                <a:cubicBezTo>
                  <a:pt x="1597" y="760"/>
                  <a:pt x="1601" y="764"/>
                  <a:pt x="1605" y="764"/>
                </a:cubicBezTo>
                <a:cubicBezTo>
                  <a:pt x="1610" y="764"/>
                  <a:pt x="1614" y="760"/>
                  <a:pt x="1614" y="755"/>
                </a:cubicBezTo>
                <a:close/>
                <a:moveTo>
                  <a:pt x="1640" y="755"/>
                </a:moveTo>
                <a:cubicBezTo>
                  <a:pt x="1640" y="751"/>
                  <a:pt x="1636" y="747"/>
                  <a:pt x="1631" y="747"/>
                </a:cubicBezTo>
                <a:cubicBezTo>
                  <a:pt x="1626" y="747"/>
                  <a:pt x="1623" y="751"/>
                  <a:pt x="1623" y="755"/>
                </a:cubicBezTo>
                <a:cubicBezTo>
                  <a:pt x="1623" y="760"/>
                  <a:pt x="1626" y="764"/>
                  <a:pt x="1631" y="764"/>
                </a:cubicBezTo>
                <a:cubicBezTo>
                  <a:pt x="1636" y="764"/>
                  <a:pt x="1640" y="760"/>
                  <a:pt x="1640" y="755"/>
                </a:cubicBezTo>
                <a:close/>
                <a:moveTo>
                  <a:pt x="1666" y="755"/>
                </a:moveTo>
                <a:cubicBezTo>
                  <a:pt x="1666" y="751"/>
                  <a:pt x="1662" y="747"/>
                  <a:pt x="1657" y="747"/>
                </a:cubicBezTo>
                <a:cubicBezTo>
                  <a:pt x="1652" y="747"/>
                  <a:pt x="1648" y="751"/>
                  <a:pt x="1648" y="755"/>
                </a:cubicBezTo>
                <a:cubicBezTo>
                  <a:pt x="1648" y="760"/>
                  <a:pt x="1652" y="764"/>
                  <a:pt x="1657" y="764"/>
                </a:cubicBezTo>
                <a:cubicBezTo>
                  <a:pt x="1662" y="764"/>
                  <a:pt x="1666" y="760"/>
                  <a:pt x="1666" y="755"/>
                </a:cubicBezTo>
                <a:close/>
                <a:moveTo>
                  <a:pt x="1691" y="755"/>
                </a:moveTo>
                <a:cubicBezTo>
                  <a:pt x="1691" y="751"/>
                  <a:pt x="1687" y="747"/>
                  <a:pt x="1683" y="747"/>
                </a:cubicBezTo>
                <a:cubicBezTo>
                  <a:pt x="1678" y="747"/>
                  <a:pt x="1674" y="751"/>
                  <a:pt x="1674" y="755"/>
                </a:cubicBezTo>
                <a:cubicBezTo>
                  <a:pt x="1674" y="760"/>
                  <a:pt x="1678" y="764"/>
                  <a:pt x="1683" y="764"/>
                </a:cubicBezTo>
                <a:cubicBezTo>
                  <a:pt x="1687" y="764"/>
                  <a:pt x="1691" y="760"/>
                  <a:pt x="1691" y="755"/>
                </a:cubicBezTo>
                <a:close/>
                <a:moveTo>
                  <a:pt x="1717" y="755"/>
                </a:moveTo>
                <a:cubicBezTo>
                  <a:pt x="1717" y="751"/>
                  <a:pt x="1713" y="747"/>
                  <a:pt x="1708" y="747"/>
                </a:cubicBezTo>
                <a:cubicBezTo>
                  <a:pt x="1704" y="747"/>
                  <a:pt x="1700" y="751"/>
                  <a:pt x="1700" y="755"/>
                </a:cubicBezTo>
                <a:cubicBezTo>
                  <a:pt x="1700" y="760"/>
                  <a:pt x="1704" y="764"/>
                  <a:pt x="1708" y="764"/>
                </a:cubicBezTo>
                <a:cubicBezTo>
                  <a:pt x="1713" y="764"/>
                  <a:pt x="1717" y="760"/>
                  <a:pt x="1717" y="755"/>
                </a:cubicBezTo>
                <a:close/>
                <a:moveTo>
                  <a:pt x="1743" y="755"/>
                </a:moveTo>
                <a:cubicBezTo>
                  <a:pt x="1743" y="751"/>
                  <a:pt x="1739" y="747"/>
                  <a:pt x="1734" y="747"/>
                </a:cubicBezTo>
                <a:cubicBezTo>
                  <a:pt x="1730" y="747"/>
                  <a:pt x="1726" y="751"/>
                  <a:pt x="1726" y="755"/>
                </a:cubicBezTo>
                <a:cubicBezTo>
                  <a:pt x="1726" y="760"/>
                  <a:pt x="1730" y="764"/>
                  <a:pt x="1734" y="764"/>
                </a:cubicBezTo>
                <a:cubicBezTo>
                  <a:pt x="1739" y="764"/>
                  <a:pt x="1743" y="760"/>
                  <a:pt x="1743" y="755"/>
                </a:cubicBezTo>
                <a:close/>
                <a:moveTo>
                  <a:pt x="1769" y="755"/>
                </a:moveTo>
                <a:cubicBezTo>
                  <a:pt x="1769" y="751"/>
                  <a:pt x="1765" y="747"/>
                  <a:pt x="1760" y="747"/>
                </a:cubicBezTo>
                <a:cubicBezTo>
                  <a:pt x="1755" y="747"/>
                  <a:pt x="1751" y="751"/>
                  <a:pt x="1751" y="755"/>
                </a:cubicBezTo>
                <a:cubicBezTo>
                  <a:pt x="1751" y="760"/>
                  <a:pt x="1755" y="764"/>
                  <a:pt x="1760" y="764"/>
                </a:cubicBezTo>
                <a:cubicBezTo>
                  <a:pt x="1765" y="764"/>
                  <a:pt x="1769" y="760"/>
                  <a:pt x="1769" y="755"/>
                </a:cubicBezTo>
                <a:close/>
                <a:moveTo>
                  <a:pt x="1794" y="755"/>
                </a:moveTo>
                <a:cubicBezTo>
                  <a:pt x="1794" y="751"/>
                  <a:pt x="1791" y="747"/>
                  <a:pt x="1786" y="747"/>
                </a:cubicBezTo>
                <a:cubicBezTo>
                  <a:pt x="1781" y="747"/>
                  <a:pt x="1777" y="751"/>
                  <a:pt x="1777" y="755"/>
                </a:cubicBezTo>
                <a:cubicBezTo>
                  <a:pt x="1777" y="760"/>
                  <a:pt x="1781" y="764"/>
                  <a:pt x="1786" y="764"/>
                </a:cubicBezTo>
                <a:cubicBezTo>
                  <a:pt x="1791" y="764"/>
                  <a:pt x="1794" y="760"/>
                  <a:pt x="1794" y="755"/>
                </a:cubicBezTo>
                <a:close/>
                <a:moveTo>
                  <a:pt x="1820" y="755"/>
                </a:moveTo>
                <a:cubicBezTo>
                  <a:pt x="1820" y="751"/>
                  <a:pt x="1816" y="747"/>
                  <a:pt x="1812" y="747"/>
                </a:cubicBezTo>
                <a:cubicBezTo>
                  <a:pt x="1807" y="747"/>
                  <a:pt x="1803" y="751"/>
                  <a:pt x="1803" y="755"/>
                </a:cubicBezTo>
                <a:cubicBezTo>
                  <a:pt x="1803" y="760"/>
                  <a:pt x="1807" y="764"/>
                  <a:pt x="1812" y="764"/>
                </a:cubicBezTo>
                <a:cubicBezTo>
                  <a:pt x="1816" y="764"/>
                  <a:pt x="1820" y="760"/>
                  <a:pt x="1820" y="755"/>
                </a:cubicBezTo>
                <a:close/>
                <a:moveTo>
                  <a:pt x="1846" y="755"/>
                </a:moveTo>
                <a:cubicBezTo>
                  <a:pt x="1846" y="751"/>
                  <a:pt x="1842" y="747"/>
                  <a:pt x="1837" y="747"/>
                </a:cubicBezTo>
                <a:cubicBezTo>
                  <a:pt x="1833" y="747"/>
                  <a:pt x="1829" y="751"/>
                  <a:pt x="1829" y="755"/>
                </a:cubicBezTo>
                <a:cubicBezTo>
                  <a:pt x="1829" y="760"/>
                  <a:pt x="1833" y="764"/>
                  <a:pt x="1837" y="764"/>
                </a:cubicBezTo>
                <a:cubicBezTo>
                  <a:pt x="1842" y="764"/>
                  <a:pt x="1846" y="760"/>
                  <a:pt x="1846" y="755"/>
                </a:cubicBezTo>
                <a:close/>
                <a:moveTo>
                  <a:pt x="1872" y="755"/>
                </a:moveTo>
                <a:cubicBezTo>
                  <a:pt x="1872" y="751"/>
                  <a:pt x="1868" y="747"/>
                  <a:pt x="1863" y="747"/>
                </a:cubicBezTo>
                <a:cubicBezTo>
                  <a:pt x="1858" y="747"/>
                  <a:pt x="1854" y="751"/>
                  <a:pt x="1854" y="755"/>
                </a:cubicBezTo>
                <a:cubicBezTo>
                  <a:pt x="1854" y="760"/>
                  <a:pt x="1858" y="764"/>
                  <a:pt x="1863" y="764"/>
                </a:cubicBezTo>
                <a:cubicBezTo>
                  <a:pt x="1868" y="764"/>
                  <a:pt x="1872" y="760"/>
                  <a:pt x="1872" y="755"/>
                </a:cubicBezTo>
                <a:close/>
                <a:moveTo>
                  <a:pt x="1897" y="755"/>
                </a:moveTo>
                <a:cubicBezTo>
                  <a:pt x="1897" y="751"/>
                  <a:pt x="1894" y="747"/>
                  <a:pt x="1889" y="747"/>
                </a:cubicBezTo>
                <a:cubicBezTo>
                  <a:pt x="1884" y="747"/>
                  <a:pt x="1880" y="751"/>
                  <a:pt x="1880" y="755"/>
                </a:cubicBezTo>
                <a:cubicBezTo>
                  <a:pt x="1880" y="760"/>
                  <a:pt x="1884" y="764"/>
                  <a:pt x="1889" y="764"/>
                </a:cubicBezTo>
                <a:cubicBezTo>
                  <a:pt x="1894" y="764"/>
                  <a:pt x="1897" y="760"/>
                  <a:pt x="1897" y="755"/>
                </a:cubicBezTo>
                <a:close/>
                <a:moveTo>
                  <a:pt x="1923" y="755"/>
                </a:moveTo>
                <a:cubicBezTo>
                  <a:pt x="1923" y="751"/>
                  <a:pt x="1919" y="747"/>
                  <a:pt x="1915" y="747"/>
                </a:cubicBezTo>
                <a:cubicBezTo>
                  <a:pt x="1910" y="747"/>
                  <a:pt x="1906" y="751"/>
                  <a:pt x="1906" y="755"/>
                </a:cubicBezTo>
                <a:cubicBezTo>
                  <a:pt x="1906" y="760"/>
                  <a:pt x="1910" y="764"/>
                  <a:pt x="1915" y="764"/>
                </a:cubicBezTo>
                <a:cubicBezTo>
                  <a:pt x="1919" y="764"/>
                  <a:pt x="1923" y="760"/>
                  <a:pt x="1923" y="755"/>
                </a:cubicBezTo>
                <a:close/>
                <a:moveTo>
                  <a:pt x="1949" y="755"/>
                </a:moveTo>
                <a:cubicBezTo>
                  <a:pt x="1949" y="751"/>
                  <a:pt x="1945" y="747"/>
                  <a:pt x="1940" y="747"/>
                </a:cubicBezTo>
                <a:cubicBezTo>
                  <a:pt x="1936" y="747"/>
                  <a:pt x="1932" y="751"/>
                  <a:pt x="1932" y="755"/>
                </a:cubicBezTo>
                <a:cubicBezTo>
                  <a:pt x="1932" y="760"/>
                  <a:pt x="1936" y="764"/>
                  <a:pt x="1940" y="764"/>
                </a:cubicBezTo>
                <a:cubicBezTo>
                  <a:pt x="1945" y="764"/>
                  <a:pt x="1949" y="760"/>
                  <a:pt x="1949" y="755"/>
                </a:cubicBezTo>
                <a:close/>
                <a:moveTo>
                  <a:pt x="1975" y="755"/>
                </a:moveTo>
                <a:cubicBezTo>
                  <a:pt x="1975" y="751"/>
                  <a:pt x="1971" y="747"/>
                  <a:pt x="1966" y="747"/>
                </a:cubicBezTo>
                <a:cubicBezTo>
                  <a:pt x="1961" y="747"/>
                  <a:pt x="1957" y="751"/>
                  <a:pt x="1957" y="755"/>
                </a:cubicBezTo>
                <a:cubicBezTo>
                  <a:pt x="1957" y="760"/>
                  <a:pt x="1961" y="764"/>
                  <a:pt x="1966" y="764"/>
                </a:cubicBezTo>
                <a:cubicBezTo>
                  <a:pt x="1971" y="764"/>
                  <a:pt x="1975" y="760"/>
                  <a:pt x="1975" y="755"/>
                </a:cubicBezTo>
                <a:close/>
                <a:moveTo>
                  <a:pt x="2000" y="755"/>
                </a:moveTo>
                <a:cubicBezTo>
                  <a:pt x="2000" y="751"/>
                  <a:pt x="1997" y="747"/>
                  <a:pt x="1992" y="747"/>
                </a:cubicBezTo>
                <a:cubicBezTo>
                  <a:pt x="1987" y="747"/>
                  <a:pt x="1983" y="751"/>
                  <a:pt x="1983" y="755"/>
                </a:cubicBezTo>
                <a:cubicBezTo>
                  <a:pt x="1983" y="760"/>
                  <a:pt x="1987" y="764"/>
                  <a:pt x="1992" y="764"/>
                </a:cubicBezTo>
                <a:cubicBezTo>
                  <a:pt x="1997" y="764"/>
                  <a:pt x="2000" y="760"/>
                  <a:pt x="2000" y="755"/>
                </a:cubicBezTo>
                <a:close/>
                <a:moveTo>
                  <a:pt x="2026" y="755"/>
                </a:moveTo>
                <a:cubicBezTo>
                  <a:pt x="2026" y="751"/>
                  <a:pt x="2022" y="747"/>
                  <a:pt x="2018" y="747"/>
                </a:cubicBezTo>
                <a:cubicBezTo>
                  <a:pt x="2013" y="747"/>
                  <a:pt x="2009" y="751"/>
                  <a:pt x="2009" y="755"/>
                </a:cubicBezTo>
                <a:cubicBezTo>
                  <a:pt x="2009" y="760"/>
                  <a:pt x="2013" y="764"/>
                  <a:pt x="2018" y="764"/>
                </a:cubicBezTo>
                <a:cubicBezTo>
                  <a:pt x="2022" y="764"/>
                  <a:pt x="2026" y="760"/>
                  <a:pt x="2026" y="755"/>
                </a:cubicBezTo>
                <a:close/>
                <a:moveTo>
                  <a:pt x="2052" y="755"/>
                </a:moveTo>
                <a:cubicBezTo>
                  <a:pt x="2052" y="751"/>
                  <a:pt x="2048" y="747"/>
                  <a:pt x="2043" y="747"/>
                </a:cubicBezTo>
                <a:cubicBezTo>
                  <a:pt x="2039" y="747"/>
                  <a:pt x="2035" y="751"/>
                  <a:pt x="2035" y="755"/>
                </a:cubicBezTo>
                <a:cubicBezTo>
                  <a:pt x="2035" y="760"/>
                  <a:pt x="2039" y="764"/>
                  <a:pt x="2043" y="764"/>
                </a:cubicBezTo>
                <a:cubicBezTo>
                  <a:pt x="2048" y="764"/>
                  <a:pt x="2052" y="760"/>
                  <a:pt x="2052" y="755"/>
                </a:cubicBezTo>
                <a:close/>
                <a:moveTo>
                  <a:pt x="2078" y="755"/>
                </a:moveTo>
                <a:cubicBezTo>
                  <a:pt x="2078" y="751"/>
                  <a:pt x="2074" y="747"/>
                  <a:pt x="2069" y="747"/>
                </a:cubicBezTo>
                <a:cubicBezTo>
                  <a:pt x="2064" y="747"/>
                  <a:pt x="2061" y="751"/>
                  <a:pt x="2061" y="755"/>
                </a:cubicBezTo>
                <a:cubicBezTo>
                  <a:pt x="2061" y="760"/>
                  <a:pt x="2064" y="764"/>
                  <a:pt x="2069" y="764"/>
                </a:cubicBezTo>
                <a:cubicBezTo>
                  <a:pt x="2074" y="764"/>
                  <a:pt x="2078" y="760"/>
                  <a:pt x="2078" y="755"/>
                </a:cubicBezTo>
                <a:close/>
                <a:moveTo>
                  <a:pt x="2103" y="755"/>
                </a:moveTo>
                <a:cubicBezTo>
                  <a:pt x="2103" y="751"/>
                  <a:pt x="2100" y="747"/>
                  <a:pt x="2095" y="747"/>
                </a:cubicBezTo>
                <a:cubicBezTo>
                  <a:pt x="2090" y="747"/>
                  <a:pt x="2086" y="751"/>
                  <a:pt x="2086" y="755"/>
                </a:cubicBezTo>
                <a:cubicBezTo>
                  <a:pt x="2086" y="760"/>
                  <a:pt x="2090" y="764"/>
                  <a:pt x="2095" y="764"/>
                </a:cubicBezTo>
                <a:cubicBezTo>
                  <a:pt x="2100" y="764"/>
                  <a:pt x="2103" y="760"/>
                  <a:pt x="2103" y="755"/>
                </a:cubicBezTo>
                <a:close/>
                <a:moveTo>
                  <a:pt x="2129" y="755"/>
                </a:moveTo>
                <a:cubicBezTo>
                  <a:pt x="2129" y="751"/>
                  <a:pt x="2125" y="747"/>
                  <a:pt x="2121" y="747"/>
                </a:cubicBezTo>
                <a:cubicBezTo>
                  <a:pt x="2116" y="747"/>
                  <a:pt x="2112" y="751"/>
                  <a:pt x="2112" y="755"/>
                </a:cubicBezTo>
                <a:cubicBezTo>
                  <a:pt x="2112" y="760"/>
                  <a:pt x="2116" y="764"/>
                  <a:pt x="2121" y="764"/>
                </a:cubicBezTo>
                <a:cubicBezTo>
                  <a:pt x="2125" y="764"/>
                  <a:pt x="2129" y="760"/>
                  <a:pt x="2129" y="755"/>
                </a:cubicBezTo>
                <a:close/>
                <a:moveTo>
                  <a:pt x="2155" y="755"/>
                </a:moveTo>
                <a:cubicBezTo>
                  <a:pt x="2155" y="751"/>
                  <a:pt x="2151" y="747"/>
                  <a:pt x="2146" y="747"/>
                </a:cubicBezTo>
                <a:cubicBezTo>
                  <a:pt x="2142" y="747"/>
                  <a:pt x="2138" y="751"/>
                  <a:pt x="2138" y="755"/>
                </a:cubicBezTo>
                <a:cubicBezTo>
                  <a:pt x="2138" y="760"/>
                  <a:pt x="2142" y="764"/>
                  <a:pt x="2146" y="764"/>
                </a:cubicBezTo>
                <a:cubicBezTo>
                  <a:pt x="2151" y="764"/>
                  <a:pt x="2155" y="760"/>
                  <a:pt x="2155" y="755"/>
                </a:cubicBezTo>
                <a:close/>
                <a:moveTo>
                  <a:pt x="2258" y="755"/>
                </a:moveTo>
                <a:cubicBezTo>
                  <a:pt x="2258" y="751"/>
                  <a:pt x="2254" y="747"/>
                  <a:pt x="2249" y="747"/>
                </a:cubicBezTo>
                <a:cubicBezTo>
                  <a:pt x="2245" y="747"/>
                  <a:pt x="2241" y="751"/>
                  <a:pt x="2241" y="755"/>
                </a:cubicBezTo>
                <a:cubicBezTo>
                  <a:pt x="2241" y="760"/>
                  <a:pt x="2245" y="764"/>
                  <a:pt x="2249" y="764"/>
                </a:cubicBezTo>
                <a:cubicBezTo>
                  <a:pt x="2254" y="764"/>
                  <a:pt x="2258" y="760"/>
                  <a:pt x="2258" y="755"/>
                </a:cubicBezTo>
                <a:close/>
                <a:moveTo>
                  <a:pt x="2335" y="755"/>
                </a:moveTo>
                <a:cubicBezTo>
                  <a:pt x="2335" y="751"/>
                  <a:pt x="2331" y="747"/>
                  <a:pt x="2327" y="747"/>
                </a:cubicBezTo>
                <a:cubicBezTo>
                  <a:pt x="2322" y="747"/>
                  <a:pt x="2318" y="751"/>
                  <a:pt x="2318" y="755"/>
                </a:cubicBezTo>
                <a:cubicBezTo>
                  <a:pt x="2318" y="760"/>
                  <a:pt x="2322" y="764"/>
                  <a:pt x="2327" y="764"/>
                </a:cubicBezTo>
                <a:cubicBezTo>
                  <a:pt x="2331" y="764"/>
                  <a:pt x="2335" y="760"/>
                  <a:pt x="2335" y="755"/>
                </a:cubicBezTo>
                <a:close/>
                <a:moveTo>
                  <a:pt x="2361" y="755"/>
                </a:moveTo>
                <a:cubicBezTo>
                  <a:pt x="2361" y="751"/>
                  <a:pt x="2357" y="747"/>
                  <a:pt x="2352" y="747"/>
                </a:cubicBezTo>
                <a:cubicBezTo>
                  <a:pt x="2348" y="747"/>
                  <a:pt x="2344" y="751"/>
                  <a:pt x="2344" y="755"/>
                </a:cubicBezTo>
                <a:cubicBezTo>
                  <a:pt x="2344" y="760"/>
                  <a:pt x="2348" y="764"/>
                  <a:pt x="2352" y="764"/>
                </a:cubicBezTo>
                <a:cubicBezTo>
                  <a:pt x="2357" y="764"/>
                  <a:pt x="2361" y="760"/>
                  <a:pt x="2361" y="755"/>
                </a:cubicBezTo>
                <a:close/>
                <a:moveTo>
                  <a:pt x="352" y="781"/>
                </a:moveTo>
                <a:cubicBezTo>
                  <a:pt x="352" y="776"/>
                  <a:pt x="348" y="772"/>
                  <a:pt x="343" y="772"/>
                </a:cubicBezTo>
                <a:cubicBezTo>
                  <a:pt x="339" y="772"/>
                  <a:pt x="335" y="776"/>
                  <a:pt x="335" y="781"/>
                </a:cubicBezTo>
                <a:cubicBezTo>
                  <a:pt x="335" y="786"/>
                  <a:pt x="339" y="790"/>
                  <a:pt x="343" y="790"/>
                </a:cubicBezTo>
                <a:cubicBezTo>
                  <a:pt x="348" y="790"/>
                  <a:pt x="352" y="786"/>
                  <a:pt x="352" y="781"/>
                </a:cubicBezTo>
                <a:close/>
                <a:moveTo>
                  <a:pt x="378" y="781"/>
                </a:moveTo>
                <a:cubicBezTo>
                  <a:pt x="378" y="776"/>
                  <a:pt x="374" y="772"/>
                  <a:pt x="369" y="772"/>
                </a:cubicBezTo>
                <a:cubicBezTo>
                  <a:pt x="364" y="772"/>
                  <a:pt x="360" y="776"/>
                  <a:pt x="360" y="781"/>
                </a:cubicBezTo>
                <a:cubicBezTo>
                  <a:pt x="360" y="786"/>
                  <a:pt x="364" y="790"/>
                  <a:pt x="369" y="790"/>
                </a:cubicBezTo>
                <a:cubicBezTo>
                  <a:pt x="374" y="790"/>
                  <a:pt x="378" y="786"/>
                  <a:pt x="378" y="781"/>
                </a:cubicBezTo>
                <a:close/>
                <a:moveTo>
                  <a:pt x="403" y="781"/>
                </a:moveTo>
                <a:cubicBezTo>
                  <a:pt x="403" y="776"/>
                  <a:pt x="400" y="772"/>
                  <a:pt x="395" y="772"/>
                </a:cubicBezTo>
                <a:cubicBezTo>
                  <a:pt x="390" y="772"/>
                  <a:pt x="386" y="776"/>
                  <a:pt x="386" y="781"/>
                </a:cubicBezTo>
                <a:cubicBezTo>
                  <a:pt x="386" y="786"/>
                  <a:pt x="390" y="790"/>
                  <a:pt x="395" y="790"/>
                </a:cubicBezTo>
                <a:cubicBezTo>
                  <a:pt x="400" y="790"/>
                  <a:pt x="403" y="786"/>
                  <a:pt x="403" y="781"/>
                </a:cubicBezTo>
                <a:close/>
                <a:moveTo>
                  <a:pt x="429" y="781"/>
                </a:moveTo>
                <a:cubicBezTo>
                  <a:pt x="429" y="776"/>
                  <a:pt x="425" y="772"/>
                  <a:pt x="421" y="772"/>
                </a:cubicBezTo>
                <a:cubicBezTo>
                  <a:pt x="416" y="772"/>
                  <a:pt x="412" y="776"/>
                  <a:pt x="412" y="781"/>
                </a:cubicBezTo>
                <a:cubicBezTo>
                  <a:pt x="412" y="786"/>
                  <a:pt x="416" y="790"/>
                  <a:pt x="421" y="790"/>
                </a:cubicBezTo>
                <a:cubicBezTo>
                  <a:pt x="425" y="790"/>
                  <a:pt x="429" y="786"/>
                  <a:pt x="429" y="781"/>
                </a:cubicBezTo>
                <a:close/>
                <a:moveTo>
                  <a:pt x="455" y="781"/>
                </a:moveTo>
                <a:cubicBezTo>
                  <a:pt x="455" y="776"/>
                  <a:pt x="451" y="772"/>
                  <a:pt x="446" y="772"/>
                </a:cubicBezTo>
                <a:cubicBezTo>
                  <a:pt x="442" y="772"/>
                  <a:pt x="438" y="776"/>
                  <a:pt x="438" y="781"/>
                </a:cubicBezTo>
                <a:cubicBezTo>
                  <a:pt x="438" y="786"/>
                  <a:pt x="442" y="790"/>
                  <a:pt x="446" y="790"/>
                </a:cubicBezTo>
                <a:cubicBezTo>
                  <a:pt x="451" y="790"/>
                  <a:pt x="455" y="786"/>
                  <a:pt x="455" y="781"/>
                </a:cubicBezTo>
                <a:close/>
                <a:moveTo>
                  <a:pt x="481" y="781"/>
                </a:moveTo>
                <a:cubicBezTo>
                  <a:pt x="481" y="776"/>
                  <a:pt x="477" y="772"/>
                  <a:pt x="472" y="772"/>
                </a:cubicBezTo>
                <a:cubicBezTo>
                  <a:pt x="467" y="772"/>
                  <a:pt x="463" y="776"/>
                  <a:pt x="463" y="781"/>
                </a:cubicBezTo>
                <a:cubicBezTo>
                  <a:pt x="463" y="786"/>
                  <a:pt x="467" y="790"/>
                  <a:pt x="472" y="790"/>
                </a:cubicBezTo>
                <a:cubicBezTo>
                  <a:pt x="477" y="790"/>
                  <a:pt x="481" y="786"/>
                  <a:pt x="481" y="781"/>
                </a:cubicBezTo>
                <a:close/>
                <a:moveTo>
                  <a:pt x="506" y="781"/>
                </a:moveTo>
                <a:cubicBezTo>
                  <a:pt x="506" y="776"/>
                  <a:pt x="503" y="772"/>
                  <a:pt x="498" y="772"/>
                </a:cubicBezTo>
                <a:cubicBezTo>
                  <a:pt x="493" y="772"/>
                  <a:pt x="489" y="776"/>
                  <a:pt x="489" y="781"/>
                </a:cubicBezTo>
                <a:cubicBezTo>
                  <a:pt x="489" y="786"/>
                  <a:pt x="493" y="790"/>
                  <a:pt x="498" y="790"/>
                </a:cubicBezTo>
                <a:cubicBezTo>
                  <a:pt x="503" y="790"/>
                  <a:pt x="506" y="786"/>
                  <a:pt x="506" y="781"/>
                </a:cubicBezTo>
                <a:close/>
                <a:moveTo>
                  <a:pt x="532" y="781"/>
                </a:moveTo>
                <a:cubicBezTo>
                  <a:pt x="532" y="776"/>
                  <a:pt x="528" y="772"/>
                  <a:pt x="524" y="772"/>
                </a:cubicBezTo>
                <a:cubicBezTo>
                  <a:pt x="519" y="772"/>
                  <a:pt x="515" y="776"/>
                  <a:pt x="515" y="781"/>
                </a:cubicBezTo>
                <a:cubicBezTo>
                  <a:pt x="515" y="786"/>
                  <a:pt x="519" y="790"/>
                  <a:pt x="524" y="790"/>
                </a:cubicBezTo>
                <a:cubicBezTo>
                  <a:pt x="528" y="790"/>
                  <a:pt x="532" y="786"/>
                  <a:pt x="532" y="781"/>
                </a:cubicBezTo>
                <a:close/>
                <a:moveTo>
                  <a:pt x="558" y="781"/>
                </a:moveTo>
                <a:cubicBezTo>
                  <a:pt x="558" y="776"/>
                  <a:pt x="554" y="772"/>
                  <a:pt x="549" y="772"/>
                </a:cubicBezTo>
                <a:cubicBezTo>
                  <a:pt x="545" y="772"/>
                  <a:pt x="541" y="776"/>
                  <a:pt x="541" y="781"/>
                </a:cubicBezTo>
                <a:cubicBezTo>
                  <a:pt x="541" y="786"/>
                  <a:pt x="545" y="790"/>
                  <a:pt x="549" y="790"/>
                </a:cubicBezTo>
                <a:cubicBezTo>
                  <a:pt x="554" y="790"/>
                  <a:pt x="558" y="786"/>
                  <a:pt x="558" y="781"/>
                </a:cubicBezTo>
                <a:close/>
                <a:moveTo>
                  <a:pt x="584" y="781"/>
                </a:moveTo>
                <a:cubicBezTo>
                  <a:pt x="584" y="776"/>
                  <a:pt x="580" y="772"/>
                  <a:pt x="575" y="772"/>
                </a:cubicBezTo>
                <a:cubicBezTo>
                  <a:pt x="570" y="772"/>
                  <a:pt x="567" y="776"/>
                  <a:pt x="567" y="781"/>
                </a:cubicBezTo>
                <a:cubicBezTo>
                  <a:pt x="567" y="786"/>
                  <a:pt x="570" y="790"/>
                  <a:pt x="575" y="790"/>
                </a:cubicBezTo>
                <a:cubicBezTo>
                  <a:pt x="580" y="790"/>
                  <a:pt x="584" y="786"/>
                  <a:pt x="584" y="781"/>
                </a:cubicBezTo>
                <a:close/>
                <a:moveTo>
                  <a:pt x="609" y="781"/>
                </a:moveTo>
                <a:cubicBezTo>
                  <a:pt x="609" y="776"/>
                  <a:pt x="606" y="772"/>
                  <a:pt x="601" y="772"/>
                </a:cubicBezTo>
                <a:cubicBezTo>
                  <a:pt x="596" y="772"/>
                  <a:pt x="592" y="776"/>
                  <a:pt x="592" y="781"/>
                </a:cubicBezTo>
                <a:cubicBezTo>
                  <a:pt x="592" y="786"/>
                  <a:pt x="596" y="790"/>
                  <a:pt x="601" y="790"/>
                </a:cubicBezTo>
                <a:cubicBezTo>
                  <a:pt x="606" y="790"/>
                  <a:pt x="609" y="786"/>
                  <a:pt x="609" y="781"/>
                </a:cubicBezTo>
                <a:close/>
                <a:moveTo>
                  <a:pt x="635" y="781"/>
                </a:moveTo>
                <a:cubicBezTo>
                  <a:pt x="635" y="776"/>
                  <a:pt x="631" y="772"/>
                  <a:pt x="627" y="772"/>
                </a:cubicBezTo>
                <a:cubicBezTo>
                  <a:pt x="622" y="772"/>
                  <a:pt x="618" y="776"/>
                  <a:pt x="618" y="781"/>
                </a:cubicBezTo>
                <a:cubicBezTo>
                  <a:pt x="618" y="786"/>
                  <a:pt x="622" y="790"/>
                  <a:pt x="627" y="790"/>
                </a:cubicBezTo>
                <a:cubicBezTo>
                  <a:pt x="631" y="790"/>
                  <a:pt x="635" y="786"/>
                  <a:pt x="635" y="781"/>
                </a:cubicBezTo>
                <a:close/>
                <a:moveTo>
                  <a:pt x="661" y="781"/>
                </a:moveTo>
                <a:cubicBezTo>
                  <a:pt x="661" y="776"/>
                  <a:pt x="657" y="772"/>
                  <a:pt x="652" y="772"/>
                </a:cubicBezTo>
                <a:cubicBezTo>
                  <a:pt x="648" y="772"/>
                  <a:pt x="644" y="776"/>
                  <a:pt x="644" y="781"/>
                </a:cubicBezTo>
                <a:cubicBezTo>
                  <a:pt x="644" y="786"/>
                  <a:pt x="648" y="790"/>
                  <a:pt x="652" y="790"/>
                </a:cubicBezTo>
                <a:cubicBezTo>
                  <a:pt x="657" y="790"/>
                  <a:pt x="661" y="786"/>
                  <a:pt x="661" y="781"/>
                </a:cubicBezTo>
                <a:close/>
                <a:moveTo>
                  <a:pt x="1228" y="781"/>
                </a:moveTo>
                <a:cubicBezTo>
                  <a:pt x="1228" y="776"/>
                  <a:pt x="1224" y="772"/>
                  <a:pt x="1219" y="772"/>
                </a:cubicBezTo>
                <a:cubicBezTo>
                  <a:pt x="1214" y="772"/>
                  <a:pt x="1210" y="776"/>
                  <a:pt x="1210" y="781"/>
                </a:cubicBezTo>
                <a:cubicBezTo>
                  <a:pt x="1210" y="786"/>
                  <a:pt x="1214" y="790"/>
                  <a:pt x="1219" y="790"/>
                </a:cubicBezTo>
                <a:cubicBezTo>
                  <a:pt x="1224" y="790"/>
                  <a:pt x="1228" y="786"/>
                  <a:pt x="1228" y="781"/>
                </a:cubicBezTo>
                <a:close/>
                <a:moveTo>
                  <a:pt x="1253" y="781"/>
                </a:moveTo>
                <a:cubicBezTo>
                  <a:pt x="1253" y="776"/>
                  <a:pt x="1250" y="772"/>
                  <a:pt x="1245" y="772"/>
                </a:cubicBezTo>
                <a:cubicBezTo>
                  <a:pt x="1240" y="772"/>
                  <a:pt x="1236" y="776"/>
                  <a:pt x="1236" y="781"/>
                </a:cubicBezTo>
                <a:cubicBezTo>
                  <a:pt x="1236" y="786"/>
                  <a:pt x="1240" y="790"/>
                  <a:pt x="1245" y="790"/>
                </a:cubicBezTo>
                <a:cubicBezTo>
                  <a:pt x="1250" y="790"/>
                  <a:pt x="1253" y="786"/>
                  <a:pt x="1253" y="781"/>
                </a:cubicBezTo>
                <a:close/>
                <a:moveTo>
                  <a:pt x="1279" y="781"/>
                </a:moveTo>
                <a:cubicBezTo>
                  <a:pt x="1279" y="776"/>
                  <a:pt x="1275" y="772"/>
                  <a:pt x="1271" y="772"/>
                </a:cubicBezTo>
                <a:cubicBezTo>
                  <a:pt x="1266" y="772"/>
                  <a:pt x="1262" y="776"/>
                  <a:pt x="1262" y="781"/>
                </a:cubicBezTo>
                <a:cubicBezTo>
                  <a:pt x="1262" y="786"/>
                  <a:pt x="1266" y="790"/>
                  <a:pt x="1271" y="790"/>
                </a:cubicBezTo>
                <a:cubicBezTo>
                  <a:pt x="1275" y="790"/>
                  <a:pt x="1279" y="786"/>
                  <a:pt x="1279" y="781"/>
                </a:cubicBezTo>
                <a:close/>
                <a:moveTo>
                  <a:pt x="1305" y="781"/>
                </a:moveTo>
                <a:cubicBezTo>
                  <a:pt x="1305" y="776"/>
                  <a:pt x="1301" y="772"/>
                  <a:pt x="1296" y="772"/>
                </a:cubicBezTo>
                <a:cubicBezTo>
                  <a:pt x="1292" y="772"/>
                  <a:pt x="1288" y="776"/>
                  <a:pt x="1288" y="781"/>
                </a:cubicBezTo>
                <a:cubicBezTo>
                  <a:pt x="1288" y="786"/>
                  <a:pt x="1292" y="790"/>
                  <a:pt x="1296" y="790"/>
                </a:cubicBezTo>
                <a:cubicBezTo>
                  <a:pt x="1301" y="790"/>
                  <a:pt x="1305" y="786"/>
                  <a:pt x="1305" y="781"/>
                </a:cubicBezTo>
                <a:close/>
                <a:moveTo>
                  <a:pt x="1331" y="781"/>
                </a:moveTo>
                <a:cubicBezTo>
                  <a:pt x="1331" y="776"/>
                  <a:pt x="1327" y="772"/>
                  <a:pt x="1322" y="772"/>
                </a:cubicBezTo>
                <a:cubicBezTo>
                  <a:pt x="1317" y="772"/>
                  <a:pt x="1314" y="776"/>
                  <a:pt x="1314" y="781"/>
                </a:cubicBezTo>
                <a:cubicBezTo>
                  <a:pt x="1314" y="786"/>
                  <a:pt x="1317" y="790"/>
                  <a:pt x="1322" y="790"/>
                </a:cubicBezTo>
                <a:cubicBezTo>
                  <a:pt x="1327" y="790"/>
                  <a:pt x="1331" y="786"/>
                  <a:pt x="1331" y="781"/>
                </a:cubicBezTo>
                <a:close/>
                <a:moveTo>
                  <a:pt x="1356" y="781"/>
                </a:moveTo>
                <a:cubicBezTo>
                  <a:pt x="1356" y="776"/>
                  <a:pt x="1353" y="772"/>
                  <a:pt x="1348" y="772"/>
                </a:cubicBezTo>
                <a:cubicBezTo>
                  <a:pt x="1343" y="772"/>
                  <a:pt x="1339" y="776"/>
                  <a:pt x="1339" y="781"/>
                </a:cubicBezTo>
                <a:cubicBezTo>
                  <a:pt x="1339" y="786"/>
                  <a:pt x="1343" y="790"/>
                  <a:pt x="1348" y="790"/>
                </a:cubicBezTo>
                <a:cubicBezTo>
                  <a:pt x="1353" y="790"/>
                  <a:pt x="1356" y="786"/>
                  <a:pt x="1356" y="781"/>
                </a:cubicBezTo>
                <a:close/>
                <a:moveTo>
                  <a:pt x="1563" y="781"/>
                </a:moveTo>
                <a:cubicBezTo>
                  <a:pt x="1563" y="776"/>
                  <a:pt x="1559" y="772"/>
                  <a:pt x="1554" y="772"/>
                </a:cubicBezTo>
                <a:cubicBezTo>
                  <a:pt x="1549" y="772"/>
                  <a:pt x="1545" y="776"/>
                  <a:pt x="1545" y="781"/>
                </a:cubicBezTo>
                <a:cubicBezTo>
                  <a:pt x="1545" y="786"/>
                  <a:pt x="1549" y="790"/>
                  <a:pt x="1554" y="790"/>
                </a:cubicBezTo>
                <a:cubicBezTo>
                  <a:pt x="1559" y="790"/>
                  <a:pt x="1563" y="786"/>
                  <a:pt x="1563" y="781"/>
                </a:cubicBezTo>
                <a:close/>
                <a:moveTo>
                  <a:pt x="1588" y="781"/>
                </a:moveTo>
                <a:cubicBezTo>
                  <a:pt x="1588" y="776"/>
                  <a:pt x="1584" y="772"/>
                  <a:pt x="1580" y="772"/>
                </a:cubicBezTo>
                <a:cubicBezTo>
                  <a:pt x="1575" y="772"/>
                  <a:pt x="1571" y="776"/>
                  <a:pt x="1571" y="781"/>
                </a:cubicBezTo>
                <a:cubicBezTo>
                  <a:pt x="1571" y="786"/>
                  <a:pt x="1575" y="790"/>
                  <a:pt x="1580" y="790"/>
                </a:cubicBezTo>
                <a:cubicBezTo>
                  <a:pt x="1584" y="790"/>
                  <a:pt x="1588" y="786"/>
                  <a:pt x="1588" y="781"/>
                </a:cubicBezTo>
                <a:close/>
                <a:moveTo>
                  <a:pt x="1614" y="781"/>
                </a:moveTo>
                <a:cubicBezTo>
                  <a:pt x="1614" y="776"/>
                  <a:pt x="1610" y="772"/>
                  <a:pt x="1605" y="772"/>
                </a:cubicBezTo>
                <a:cubicBezTo>
                  <a:pt x="1601" y="772"/>
                  <a:pt x="1597" y="776"/>
                  <a:pt x="1597" y="781"/>
                </a:cubicBezTo>
                <a:cubicBezTo>
                  <a:pt x="1597" y="786"/>
                  <a:pt x="1601" y="790"/>
                  <a:pt x="1605" y="790"/>
                </a:cubicBezTo>
                <a:cubicBezTo>
                  <a:pt x="1610" y="790"/>
                  <a:pt x="1614" y="786"/>
                  <a:pt x="1614" y="781"/>
                </a:cubicBezTo>
                <a:close/>
                <a:moveTo>
                  <a:pt x="1640" y="781"/>
                </a:moveTo>
                <a:cubicBezTo>
                  <a:pt x="1640" y="776"/>
                  <a:pt x="1636" y="772"/>
                  <a:pt x="1631" y="772"/>
                </a:cubicBezTo>
                <a:cubicBezTo>
                  <a:pt x="1626" y="772"/>
                  <a:pt x="1623" y="776"/>
                  <a:pt x="1623" y="781"/>
                </a:cubicBezTo>
                <a:cubicBezTo>
                  <a:pt x="1623" y="786"/>
                  <a:pt x="1626" y="790"/>
                  <a:pt x="1631" y="790"/>
                </a:cubicBezTo>
                <a:cubicBezTo>
                  <a:pt x="1636" y="790"/>
                  <a:pt x="1640" y="786"/>
                  <a:pt x="1640" y="781"/>
                </a:cubicBezTo>
                <a:close/>
                <a:moveTo>
                  <a:pt x="1666" y="781"/>
                </a:moveTo>
                <a:cubicBezTo>
                  <a:pt x="1666" y="776"/>
                  <a:pt x="1662" y="772"/>
                  <a:pt x="1657" y="772"/>
                </a:cubicBezTo>
                <a:cubicBezTo>
                  <a:pt x="1652" y="772"/>
                  <a:pt x="1648" y="776"/>
                  <a:pt x="1648" y="781"/>
                </a:cubicBezTo>
                <a:cubicBezTo>
                  <a:pt x="1648" y="786"/>
                  <a:pt x="1652" y="790"/>
                  <a:pt x="1657" y="790"/>
                </a:cubicBezTo>
                <a:cubicBezTo>
                  <a:pt x="1662" y="790"/>
                  <a:pt x="1666" y="786"/>
                  <a:pt x="1666" y="781"/>
                </a:cubicBezTo>
                <a:close/>
                <a:moveTo>
                  <a:pt x="1691" y="781"/>
                </a:moveTo>
                <a:cubicBezTo>
                  <a:pt x="1691" y="776"/>
                  <a:pt x="1687" y="772"/>
                  <a:pt x="1683" y="772"/>
                </a:cubicBezTo>
                <a:cubicBezTo>
                  <a:pt x="1678" y="772"/>
                  <a:pt x="1674" y="776"/>
                  <a:pt x="1674" y="781"/>
                </a:cubicBezTo>
                <a:cubicBezTo>
                  <a:pt x="1674" y="786"/>
                  <a:pt x="1678" y="790"/>
                  <a:pt x="1683" y="790"/>
                </a:cubicBezTo>
                <a:cubicBezTo>
                  <a:pt x="1687" y="790"/>
                  <a:pt x="1691" y="786"/>
                  <a:pt x="1691" y="781"/>
                </a:cubicBezTo>
                <a:close/>
                <a:moveTo>
                  <a:pt x="1717" y="781"/>
                </a:moveTo>
                <a:cubicBezTo>
                  <a:pt x="1717" y="776"/>
                  <a:pt x="1713" y="772"/>
                  <a:pt x="1708" y="772"/>
                </a:cubicBezTo>
                <a:cubicBezTo>
                  <a:pt x="1704" y="772"/>
                  <a:pt x="1700" y="776"/>
                  <a:pt x="1700" y="781"/>
                </a:cubicBezTo>
                <a:cubicBezTo>
                  <a:pt x="1700" y="786"/>
                  <a:pt x="1704" y="790"/>
                  <a:pt x="1708" y="790"/>
                </a:cubicBezTo>
                <a:cubicBezTo>
                  <a:pt x="1713" y="790"/>
                  <a:pt x="1717" y="786"/>
                  <a:pt x="1717" y="781"/>
                </a:cubicBezTo>
                <a:close/>
                <a:moveTo>
                  <a:pt x="1743" y="781"/>
                </a:moveTo>
                <a:cubicBezTo>
                  <a:pt x="1743" y="776"/>
                  <a:pt x="1739" y="772"/>
                  <a:pt x="1734" y="772"/>
                </a:cubicBezTo>
                <a:cubicBezTo>
                  <a:pt x="1730" y="772"/>
                  <a:pt x="1726" y="776"/>
                  <a:pt x="1726" y="781"/>
                </a:cubicBezTo>
                <a:cubicBezTo>
                  <a:pt x="1726" y="786"/>
                  <a:pt x="1730" y="790"/>
                  <a:pt x="1734" y="790"/>
                </a:cubicBezTo>
                <a:cubicBezTo>
                  <a:pt x="1739" y="790"/>
                  <a:pt x="1743" y="786"/>
                  <a:pt x="1743" y="781"/>
                </a:cubicBezTo>
                <a:close/>
                <a:moveTo>
                  <a:pt x="1769" y="781"/>
                </a:moveTo>
                <a:cubicBezTo>
                  <a:pt x="1769" y="776"/>
                  <a:pt x="1765" y="772"/>
                  <a:pt x="1760" y="772"/>
                </a:cubicBezTo>
                <a:cubicBezTo>
                  <a:pt x="1755" y="772"/>
                  <a:pt x="1751" y="776"/>
                  <a:pt x="1751" y="781"/>
                </a:cubicBezTo>
                <a:cubicBezTo>
                  <a:pt x="1751" y="786"/>
                  <a:pt x="1755" y="790"/>
                  <a:pt x="1760" y="790"/>
                </a:cubicBezTo>
                <a:cubicBezTo>
                  <a:pt x="1765" y="790"/>
                  <a:pt x="1769" y="786"/>
                  <a:pt x="1769" y="781"/>
                </a:cubicBezTo>
                <a:close/>
                <a:moveTo>
                  <a:pt x="1794" y="781"/>
                </a:moveTo>
                <a:cubicBezTo>
                  <a:pt x="1794" y="776"/>
                  <a:pt x="1791" y="772"/>
                  <a:pt x="1786" y="772"/>
                </a:cubicBezTo>
                <a:cubicBezTo>
                  <a:pt x="1781" y="772"/>
                  <a:pt x="1777" y="776"/>
                  <a:pt x="1777" y="781"/>
                </a:cubicBezTo>
                <a:cubicBezTo>
                  <a:pt x="1777" y="786"/>
                  <a:pt x="1781" y="790"/>
                  <a:pt x="1786" y="790"/>
                </a:cubicBezTo>
                <a:cubicBezTo>
                  <a:pt x="1791" y="790"/>
                  <a:pt x="1794" y="786"/>
                  <a:pt x="1794" y="781"/>
                </a:cubicBezTo>
                <a:close/>
                <a:moveTo>
                  <a:pt x="1820" y="781"/>
                </a:moveTo>
                <a:cubicBezTo>
                  <a:pt x="1820" y="776"/>
                  <a:pt x="1816" y="772"/>
                  <a:pt x="1812" y="772"/>
                </a:cubicBezTo>
                <a:cubicBezTo>
                  <a:pt x="1807" y="772"/>
                  <a:pt x="1803" y="776"/>
                  <a:pt x="1803" y="781"/>
                </a:cubicBezTo>
                <a:cubicBezTo>
                  <a:pt x="1803" y="786"/>
                  <a:pt x="1807" y="790"/>
                  <a:pt x="1812" y="790"/>
                </a:cubicBezTo>
                <a:cubicBezTo>
                  <a:pt x="1816" y="790"/>
                  <a:pt x="1820" y="786"/>
                  <a:pt x="1820" y="781"/>
                </a:cubicBezTo>
                <a:close/>
                <a:moveTo>
                  <a:pt x="1846" y="781"/>
                </a:moveTo>
                <a:cubicBezTo>
                  <a:pt x="1846" y="776"/>
                  <a:pt x="1842" y="772"/>
                  <a:pt x="1837" y="772"/>
                </a:cubicBezTo>
                <a:cubicBezTo>
                  <a:pt x="1833" y="772"/>
                  <a:pt x="1829" y="776"/>
                  <a:pt x="1829" y="781"/>
                </a:cubicBezTo>
                <a:cubicBezTo>
                  <a:pt x="1829" y="786"/>
                  <a:pt x="1833" y="790"/>
                  <a:pt x="1837" y="790"/>
                </a:cubicBezTo>
                <a:cubicBezTo>
                  <a:pt x="1842" y="790"/>
                  <a:pt x="1846" y="786"/>
                  <a:pt x="1846" y="781"/>
                </a:cubicBezTo>
                <a:close/>
                <a:moveTo>
                  <a:pt x="1872" y="781"/>
                </a:moveTo>
                <a:cubicBezTo>
                  <a:pt x="1872" y="776"/>
                  <a:pt x="1868" y="772"/>
                  <a:pt x="1863" y="772"/>
                </a:cubicBezTo>
                <a:cubicBezTo>
                  <a:pt x="1858" y="772"/>
                  <a:pt x="1854" y="776"/>
                  <a:pt x="1854" y="781"/>
                </a:cubicBezTo>
                <a:cubicBezTo>
                  <a:pt x="1854" y="786"/>
                  <a:pt x="1858" y="790"/>
                  <a:pt x="1863" y="790"/>
                </a:cubicBezTo>
                <a:cubicBezTo>
                  <a:pt x="1868" y="790"/>
                  <a:pt x="1872" y="786"/>
                  <a:pt x="1872" y="781"/>
                </a:cubicBezTo>
                <a:close/>
                <a:moveTo>
                  <a:pt x="1897" y="781"/>
                </a:moveTo>
                <a:cubicBezTo>
                  <a:pt x="1897" y="776"/>
                  <a:pt x="1894" y="772"/>
                  <a:pt x="1889" y="772"/>
                </a:cubicBezTo>
                <a:cubicBezTo>
                  <a:pt x="1884" y="772"/>
                  <a:pt x="1880" y="776"/>
                  <a:pt x="1880" y="781"/>
                </a:cubicBezTo>
                <a:cubicBezTo>
                  <a:pt x="1880" y="786"/>
                  <a:pt x="1884" y="790"/>
                  <a:pt x="1889" y="790"/>
                </a:cubicBezTo>
                <a:cubicBezTo>
                  <a:pt x="1894" y="790"/>
                  <a:pt x="1897" y="786"/>
                  <a:pt x="1897" y="781"/>
                </a:cubicBezTo>
                <a:close/>
                <a:moveTo>
                  <a:pt x="1923" y="781"/>
                </a:moveTo>
                <a:cubicBezTo>
                  <a:pt x="1923" y="776"/>
                  <a:pt x="1919" y="772"/>
                  <a:pt x="1915" y="772"/>
                </a:cubicBezTo>
                <a:cubicBezTo>
                  <a:pt x="1910" y="772"/>
                  <a:pt x="1906" y="776"/>
                  <a:pt x="1906" y="781"/>
                </a:cubicBezTo>
                <a:cubicBezTo>
                  <a:pt x="1906" y="786"/>
                  <a:pt x="1910" y="790"/>
                  <a:pt x="1915" y="790"/>
                </a:cubicBezTo>
                <a:cubicBezTo>
                  <a:pt x="1919" y="790"/>
                  <a:pt x="1923" y="786"/>
                  <a:pt x="1923" y="781"/>
                </a:cubicBezTo>
                <a:close/>
                <a:moveTo>
                  <a:pt x="1949" y="781"/>
                </a:moveTo>
                <a:cubicBezTo>
                  <a:pt x="1949" y="776"/>
                  <a:pt x="1945" y="772"/>
                  <a:pt x="1940" y="772"/>
                </a:cubicBezTo>
                <a:cubicBezTo>
                  <a:pt x="1936" y="772"/>
                  <a:pt x="1932" y="776"/>
                  <a:pt x="1932" y="781"/>
                </a:cubicBezTo>
                <a:cubicBezTo>
                  <a:pt x="1932" y="786"/>
                  <a:pt x="1936" y="790"/>
                  <a:pt x="1940" y="790"/>
                </a:cubicBezTo>
                <a:cubicBezTo>
                  <a:pt x="1945" y="790"/>
                  <a:pt x="1949" y="786"/>
                  <a:pt x="1949" y="781"/>
                </a:cubicBezTo>
                <a:close/>
                <a:moveTo>
                  <a:pt x="1975" y="781"/>
                </a:moveTo>
                <a:cubicBezTo>
                  <a:pt x="1975" y="776"/>
                  <a:pt x="1971" y="772"/>
                  <a:pt x="1966" y="772"/>
                </a:cubicBezTo>
                <a:cubicBezTo>
                  <a:pt x="1961" y="772"/>
                  <a:pt x="1957" y="776"/>
                  <a:pt x="1957" y="781"/>
                </a:cubicBezTo>
                <a:cubicBezTo>
                  <a:pt x="1957" y="786"/>
                  <a:pt x="1961" y="790"/>
                  <a:pt x="1966" y="790"/>
                </a:cubicBezTo>
                <a:cubicBezTo>
                  <a:pt x="1971" y="790"/>
                  <a:pt x="1975" y="786"/>
                  <a:pt x="1975" y="781"/>
                </a:cubicBezTo>
                <a:close/>
                <a:moveTo>
                  <a:pt x="2000" y="781"/>
                </a:moveTo>
                <a:cubicBezTo>
                  <a:pt x="2000" y="776"/>
                  <a:pt x="1997" y="772"/>
                  <a:pt x="1992" y="772"/>
                </a:cubicBezTo>
                <a:cubicBezTo>
                  <a:pt x="1987" y="772"/>
                  <a:pt x="1983" y="776"/>
                  <a:pt x="1983" y="781"/>
                </a:cubicBezTo>
                <a:cubicBezTo>
                  <a:pt x="1983" y="786"/>
                  <a:pt x="1987" y="790"/>
                  <a:pt x="1992" y="790"/>
                </a:cubicBezTo>
                <a:cubicBezTo>
                  <a:pt x="1997" y="790"/>
                  <a:pt x="2000" y="786"/>
                  <a:pt x="2000" y="781"/>
                </a:cubicBezTo>
                <a:close/>
                <a:moveTo>
                  <a:pt x="2026" y="781"/>
                </a:moveTo>
                <a:cubicBezTo>
                  <a:pt x="2026" y="776"/>
                  <a:pt x="2022" y="772"/>
                  <a:pt x="2018" y="772"/>
                </a:cubicBezTo>
                <a:cubicBezTo>
                  <a:pt x="2013" y="772"/>
                  <a:pt x="2009" y="776"/>
                  <a:pt x="2009" y="781"/>
                </a:cubicBezTo>
                <a:cubicBezTo>
                  <a:pt x="2009" y="786"/>
                  <a:pt x="2013" y="790"/>
                  <a:pt x="2018" y="790"/>
                </a:cubicBezTo>
                <a:cubicBezTo>
                  <a:pt x="2022" y="790"/>
                  <a:pt x="2026" y="786"/>
                  <a:pt x="2026" y="781"/>
                </a:cubicBezTo>
                <a:close/>
                <a:moveTo>
                  <a:pt x="2052" y="781"/>
                </a:moveTo>
                <a:cubicBezTo>
                  <a:pt x="2052" y="776"/>
                  <a:pt x="2048" y="772"/>
                  <a:pt x="2043" y="772"/>
                </a:cubicBezTo>
                <a:cubicBezTo>
                  <a:pt x="2039" y="772"/>
                  <a:pt x="2035" y="776"/>
                  <a:pt x="2035" y="781"/>
                </a:cubicBezTo>
                <a:cubicBezTo>
                  <a:pt x="2035" y="786"/>
                  <a:pt x="2039" y="790"/>
                  <a:pt x="2043" y="790"/>
                </a:cubicBezTo>
                <a:cubicBezTo>
                  <a:pt x="2048" y="790"/>
                  <a:pt x="2052" y="786"/>
                  <a:pt x="2052" y="781"/>
                </a:cubicBezTo>
                <a:close/>
                <a:moveTo>
                  <a:pt x="2078" y="781"/>
                </a:moveTo>
                <a:cubicBezTo>
                  <a:pt x="2078" y="776"/>
                  <a:pt x="2074" y="772"/>
                  <a:pt x="2069" y="772"/>
                </a:cubicBezTo>
                <a:cubicBezTo>
                  <a:pt x="2064" y="772"/>
                  <a:pt x="2061" y="776"/>
                  <a:pt x="2061" y="781"/>
                </a:cubicBezTo>
                <a:cubicBezTo>
                  <a:pt x="2061" y="786"/>
                  <a:pt x="2064" y="790"/>
                  <a:pt x="2069" y="790"/>
                </a:cubicBezTo>
                <a:cubicBezTo>
                  <a:pt x="2074" y="790"/>
                  <a:pt x="2078" y="786"/>
                  <a:pt x="2078" y="781"/>
                </a:cubicBezTo>
                <a:close/>
                <a:moveTo>
                  <a:pt x="2103" y="781"/>
                </a:moveTo>
                <a:cubicBezTo>
                  <a:pt x="2103" y="776"/>
                  <a:pt x="2100" y="772"/>
                  <a:pt x="2095" y="772"/>
                </a:cubicBezTo>
                <a:cubicBezTo>
                  <a:pt x="2090" y="772"/>
                  <a:pt x="2086" y="776"/>
                  <a:pt x="2086" y="781"/>
                </a:cubicBezTo>
                <a:cubicBezTo>
                  <a:pt x="2086" y="786"/>
                  <a:pt x="2090" y="790"/>
                  <a:pt x="2095" y="790"/>
                </a:cubicBezTo>
                <a:cubicBezTo>
                  <a:pt x="2100" y="790"/>
                  <a:pt x="2103" y="786"/>
                  <a:pt x="2103" y="781"/>
                </a:cubicBezTo>
                <a:close/>
                <a:moveTo>
                  <a:pt x="2129" y="781"/>
                </a:moveTo>
                <a:cubicBezTo>
                  <a:pt x="2129" y="776"/>
                  <a:pt x="2125" y="772"/>
                  <a:pt x="2121" y="772"/>
                </a:cubicBezTo>
                <a:cubicBezTo>
                  <a:pt x="2116" y="772"/>
                  <a:pt x="2112" y="776"/>
                  <a:pt x="2112" y="781"/>
                </a:cubicBezTo>
                <a:cubicBezTo>
                  <a:pt x="2112" y="786"/>
                  <a:pt x="2116" y="790"/>
                  <a:pt x="2121" y="790"/>
                </a:cubicBezTo>
                <a:cubicBezTo>
                  <a:pt x="2125" y="790"/>
                  <a:pt x="2129" y="786"/>
                  <a:pt x="2129" y="781"/>
                </a:cubicBezTo>
                <a:close/>
                <a:moveTo>
                  <a:pt x="2155" y="781"/>
                </a:moveTo>
                <a:cubicBezTo>
                  <a:pt x="2155" y="776"/>
                  <a:pt x="2151" y="772"/>
                  <a:pt x="2146" y="772"/>
                </a:cubicBezTo>
                <a:cubicBezTo>
                  <a:pt x="2142" y="772"/>
                  <a:pt x="2138" y="776"/>
                  <a:pt x="2138" y="781"/>
                </a:cubicBezTo>
                <a:cubicBezTo>
                  <a:pt x="2138" y="786"/>
                  <a:pt x="2142" y="790"/>
                  <a:pt x="2146" y="790"/>
                </a:cubicBezTo>
                <a:cubicBezTo>
                  <a:pt x="2151" y="790"/>
                  <a:pt x="2155" y="786"/>
                  <a:pt x="2155" y="781"/>
                </a:cubicBezTo>
                <a:close/>
                <a:moveTo>
                  <a:pt x="2181" y="781"/>
                </a:moveTo>
                <a:cubicBezTo>
                  <a:pt x="2181" y="776"/>
                  <a:pt x="2177" y="772"/>
                  <a:pt x="2172" y="772"/>
                </a:cubicBezTo>
                <a:cubicBezTo>
                  <a:pt x="2167" y="772"/>
                  <a:pt x="2164" y="776"/>
                  <a:pt x="2164" y="781"/>
                </a:cubicBezTo>
                <a:cubicBezTo>
                  <a:pt x="2164" y="786"/>
                  <a:pt x="2167" y="790"/>
                  <a:pt x="2172" y="790"/>
                </a:cubicBezTo>
                <a:cubicBezTo>
                  <a:pt x="2177" y="790"/>
                  <a:pt x="2181" y="786"/>
                  <a:pt x="2181" y="781"/>
                </a:cubicBezTo>
                <a:close/>
                <a:moveTo>
                  <a:pt x="2284" y="781"/>
                </a:moveTo>
                <a:cubicBezTo>
                  <a:pt x="2284" y="776"/>
                  <a:pt x="2280" y="772"/>
                  <a:pt x="2275" y="772"/>
                </a:cubicBezTo>
                <a:cubicBezTo>
                  <a:pt x="2270" y="772"/>
                  <a:pt x="2267" y="776"/>
                  <a:pt x="2267" y="781"/>
                </a:cubicBezTo>
                <a:cubicBezTo>
                  <a:pt x="2267" y="786"/>
                  <a:pt x="2270" y="790"/>
                  <a:pt x="2275" y="790"/>
                </a:cubicBezTo>
                <a:cubicBezTo>
                  <a:pt x="2280" y="790"/>
                  <a:pt x="2284" y="786"/>
                  <a:pt x="2284" y="781"/>
                </a:cubicBezTo>
                <a:close/>
                <a:moveTo>
                  <a:pt x="2310" y="781"/>
                </a:moveTo>
                <a:cubicBezTo>
                  <a:pt x="2310" y="776"/>
                  <a:pt x="2306" y="772"/>
                  <a:pt x="2301" y="772"/>
                </a:cubicBezTo>
                <a:cubicBezTo>
                  <a:pt x="2296" y="772"/>
                  <a:pt x="2292" y="776"/>
                  <a:pt x="2292" y="781"/>
                </a:cubicBezTo>
                <a:cubicBezTo>
                  <a:pt x="2292" y="786"/>
                  <a:pt x="2296" y="790"/>
                  <a:pt x="2301" y="790"/>
                </a:cubicBezTo>
                <a:cubicBezTo>
                  <a:pt x="2306" y="790"/>
                  <a:pt x="2310" y="786"/>
                  <a:pt x="2310" y="781"/>
                </a:cubicBezTo>
                <a:close/>
                <a:moveTo>
                  <a:pt x="2335" y="781"/>
                </a:moveTo>
                <a:cubicBezTo>
                  <a:pt x="2335" y="776"/>
                  <a:pt x="2331" y="772"/>
                  <a:pt x="2327" y="772"/>
                </a:cubicBezTo>
                <a:cubicBezTo>
                  <a:pt x="2322" y="772"/>
                  <a:pt x="2318" y="776"/>
                  <a:pt x="2318" y="781"/>
                </a:cubicBezTo>
                <a:cubicBezTo>
                  <a:pt x="2318" y="786"/>
                  <a:pt x="2322" y="790"/>
                  <a:pt x="2327" y="790"/>
                </a:cubicBezTo>
                <a:cubicBezTo>
                  <a:pt x="2331" y="790"/>
                  <a:pt x="2335" y="786"/>
                  <a:pt x="2335" y="781"/>
                </a:cubicBezTo>
                <a:close/>
                <a:moveTo>
                  <a:pt x="378" y="807"/>
                </a:moveTo>
                <a:cubicBezTo>
                  <a:pt x="378" y="802"/>
                  <a:pt x="374" y="798"/>
                  <a:pt x="369" y="798"/>
                </a:cubicBezTo>
                <a:cubicBezTo>
                  <a:pt x="364" y="798"/>
                  <a:pt x="360" y="802"/>
                  <a:pt x="360" y="807"/>
                </a:cubicBezTo>
                <a:cubicBezTo>
                  <a:pt x="360" y="812"/>
                  <a:pt x="364" y="815"/>
                  <a:pt x="369" y="815"/>
                </a:cubicBezTo>
                <a:cubicBezTo>
                  <a:pt x="374" y="815"/>
                  <a:pt x="378" y="812"/>
                  <a:pt x="378" y="807"/>
                </a:cubicBezTo>
                <a:close/>
                <a:moveTo>
                  <a:pt x="403" y="807"/>
                </a:moveTo>
                <a:cubicBezTo>
                  <a:pt x="403" y="802"/>
                  <a:pt x="400" y="798"/>
                  <a:pt x="395" y="798"/>
                </a:cubicBezTo>
                <a:cubicBezTo>
                  <a:pt x="390" y="798"/>
                  <a:pt x="386" y="802"/>
                  <a:pt x="386" y="807"/>
                </a:cubicBezTo>
                <a:cubicBezTo>
                  <a:pt x="386" y="812"/>
                  <a:pt x="390" y="815"/>
                  <a:pt x="395" y="815"/>
                </a:cubicBezTo>
                <a:cubicBezTo>
                  <a:pt x="400" y="815"/>
                  <a:pt x="403" y="812"/>
                  <a:pt x="403" y="807"/>
                </a:cubicBezTo>
                <a:close/>
                <a:moveTo>
                  <a:pt x="429" y="807"/>
                </a:moveTo>
                <a:cubicBezTo>
                  <a:pt x="429" y="802"/>
                  <a:pt x="425" y="798"/>
                  <a:pt x="421" y="798"/>
                </a:cubicBezTo>
                <a:cubicBezTo>
                  <a:pt x="416" y="798"/>
                  <a:pt x="412" y="802"/>
                  <a:pt x="412" y="807"/>
                </a:cubicBezTo>
                <a:cubicBezTo>
                  <a:pt x="412" y="812"/>
                  <a:pt x="416" y="815"/>
                  <a:pt x="421" y="815"/>
                </a:cubicBezTo>
                <a:cubicBezTo>
                  <a:pt x="425" y="815"/>
                  <a:pt x="429" y="812"/>
                  <a:pt x="429" y="807"/>
                </a:cubicBezTo>
                <a:close/>
                <a:moveTo>
                  <a:pt x="455" y="807"/>
                </a:moveTo>
                <a:cubicBezTo>
                  <a:pt x="455" y="802"/>
                  <a:pt x="451" y="798"/>
                  <a:pt x="446" y="798"/>
                </a:cubicBezTo>
                <a:cubicBezTo>
                  <a:pt x="442" y="798"/>
                  <a:pt x="438" y="802"/>
                  <a:pt x="438" y="807"/>
                </a:cubicBezTo>
                <a:cubicBezTo>
                  <a:pt x="438" y="812"/>
                  <a:pt x="442" y="815"/>
                  <a:pt x="446" y="815"/>
                </a:cubicBezTo>
                <a:cubicBezTo>
                  <a:pt x="451" y="815"/>
                  <a:pt x="455" y="812"/>
                  <a:pt x="455" y="807"/>
                </a:cubicBezTo>
                <a:close/>
                <a:moveTo>
                  <a:pt x="481" y="807"/>
                </a:moveTo>
                <a:cubicBezTo>
                  <a:pt x="481" y="802"/>
                  <a:pt x="477" y="798"/>
                  <a:pt x="472" y="798"/>
                </a:cubicBezTo>
                <a:cubicBezTo>
                  <a:pt x="467" y="798"/>
                  <a:pt x="463" y="802"/>
                  <a:pt x="463" y="807"/>
                </a:cubicBezTo>
                <a:cubicBezTo>
                  <a:pt x="463" y="812"/>
                  <a:pt x="467" y="815"/>
                  <a:pt x="472" y="815"/>
                </a:cubicBezTo>
                <a:cubicBezTo>
                  <a:pt x="477" y="815"/>
                  <a:pt x="481" y="812"/>
                  <a:pt x="481" y="807"/>
                </a:cubicBezTo>
                <a:close/>
                <a:moveTo>
                  <a:pt x="506" y="807"/>
                </a:moveTo>
                <a:cubicBezTo>
                  <a:pt x="506" y="802"/>
                  <a:pt x="503" y="798"/>
                  <a:pt x="498" y="798"/>
                </a:cubicBezTo>
                <a:cubicBezTo>
                  <a:pt x="493" y="798"/>
                  <a:pt x="489" y="802"/>
                  <a:pt x="489" y="807"/>
                </a:cubicBezTo>
                <a:cubicBezTo>
                  <a:pt x="489" y="812"/>
                  <a:pt x="493" y="815"/>
                  <a:pt x="498" y="815"/>
                </a:cubicBezTo>
                <a:cubicBezTo>
                  <a:pt x="503" y="815"/>
                  <a:pt x="506" y="812"/>
                  <a:pt x="506" y="807"/>
                </a:cubicBezTo>
                <a:close/>
                <a:moveTo>
                  <a:pt x="532" y="807"/>
                </a:moveTo>
                <a:cubicBezTo>
                  <a:pt x="532" y="802"/>
                  <a:pt x="528" y="798"/>
                  <a:pt x="524" y="798"/>
                </a:cubicBezTo>
                <a:cubicBezTo>
                  <a:pt x="519" y="798"/>
                  <a:pt x="515" y="802"/>
                  <a:pt x="515" y="807"/>
                </a:cubicBezTo>
                <a:cubicBezTo>
                  <a:pt x="515" y="812"/>
                  <a:pt x="519" y="815"/>
                  <a:pt x="524" y="815"/>
                </a:cubicBezTo>
                <a:cubicBezTo>
                  <a:pt x="528" y="815"/>
                  <a:pt x="532" y="812"/>
                  <a:pt x="532" y="807"/>
                </a:cubicBezTo>
                <a:close/>
                <a:moveTo>
                  <a:pt x="558" y="807"/>
                </a:moveTo>
                <a:cubicBezTo>
                  <a:pt x="558" y="802"/>
                  <a:pt x="554" y="798"/>
                  <a:pt x="549" y="798"/>
                </a:cubicBezTo>
                <a:cubicBezTo>
                  <a:pt x="545" y="798"/>
                  <a:pt x="541" y="802"/>
                  <a:pt x="541" y="807"/>
                </a:cubicBezTo>
                <a:cubicBezTo>
                  <a:pt x="541" y="812"/>
                  <a:pt x="545" y="815"/>
                  <a:pt x="549" y="815"/>
                </a:cubicBezTo>
                <a:cubicBezTo>
                  <a:pt x="554" y="815"/>
                  <a:pt x="558" y="812"/>
                  <a:pt x="558" y="807"/>
                </a:cubicBezTo>
                <a:close/>
                <a:moveTo>
                  <a:pt x="584" y="807"/>
                </a:moveTo>
                <a:cubicBezTo>
                  <a:pt x="584" y="802"/>
                  <a:pt x="580" y="798"/>
                  <a:pt x="575" y="798"/>
                </a:cubicBezTo>
                <a:cubicBezTo>
                  <a:pt x="570" y="798"/>
                  <a:pt x="567" y="802"/>
                  <a:pt x="567" y="807"/>
                </a:cubicBezTo>
                <a:cubicBezTo>
                  <a:pt x="567" y="812"/>
                  <a:pt x="570" y="815"/>
                  <a:pt x="575" y="815"/>
                </a:cubicBezTo>
                <a:cubicBezTo>
                  <a:pt x="580" y="815"/>
                  <a:pt x="584" y="812"/>
                  <a:pt x="584" y="807"/>
                </a:cubicBezTo>
                <a:close/>
                <a:moveTo>
                  <a:pt x="609" y="807"/>
                </a:moveTo>
                <a:cubicBezTo>
                  <a:pt x="609" y="802"/>
                  <a:pt x="606" y="798"/>
                  <a:pt x="601" y="798"/>
                </a:cubicBezTo>
                <a:cubicBezTo>
                  <a:pt x="596" y="798"/>
                  <a:pt x="592" y="802"/>
                  <a:pt x="592" y="807"/>
                </a:cubicBezTo>
                <a:cubicBezTo>
                  <a:pt x="592" y="812"/>
                  <a:pt x="596" y="815"/>
                  <a:pt x="601" y="815"/>
                </a:cubicBezTo>
                <a:cubicBezTo>
                  <a:pt x="606" y="815"/>
                  <a:pt x="609" y="812"/>
                  <a:pt x="609" y="807"/>
                </a:cubicBezTo>
                <a:close/>
                <a:moveTo>
                  <a:pt x="635" y="807"/>
                </a:moveTo>
                <a:cubicBezTo>
                  <a:pt x="635" y="802"/>
                  <a:pt x="631" y="798"/>
                  <a:pt x="627" y="798"/>
                </a:cubicBezTo>
                <a:cubicBezTo>
                  <a:pt x="622" y="798"/>
                  <a:pt x="618" y="802"/>
                  <a:pt x="618" y="807"/>
                </a:cubicBezTo>
                <a:cubicBezTo>
                  <a:pt x="618" y="812"/>
                  <a:pt x="622" y="815"/>
                  <a:pt x="627" y="815"/>
                </a:cubicBezTo>
                <a:cubicBezTo>
                  <a:pt x="631" y="815"/>
                  <a:pt x="635" y="812"/>
                  <a:pt x="635" y="807"/>
                </a:cubicBezTo>
                <a:close/>
                <a:moveTo>
                  <a:pt x="1202" y="807"/>
                </a:moveTo>
                <a:cubicBezTo>
                  <a:pt x="1202" y="802"/>
                  <a:pt x="1198" y="798"/>
                  <a:pt x="1193" y="798"/>
                </a:cubicBezTo>
                <a:cubicBezTo>
                  <a:pt x="1189" y="798"/>
                  <a:pt x="1185" y="802"/>
                  <a:pt x="1185" y="807"/>
                </a:cubicBezTo>
                <a:cubicBezTo>
                  <a:pt x="1185" y="812"/>
                  <a:pt x="1189" y="815"/>
                  <a:pt x="1193" y="815"/>
                </a:cubicBezTo>
                <a:cubicBezTo>
                  <a:pt x="1198" y="815"/>
                  <a:pt x="1202" y="812"/>
                  <a:pt x="1202" y="807"/>
                </a:cubicBezTo>
                <a:close/>
                <a:moveTo>
                  <a:pt x="1228" y="807"/>
                </a:moveTo>
                <a:cubicBezTo>
                  <a:pt x="1228" y="802"/>
                  <a:pt x="1224" y="798"/>
                  <a:pt x="1219" y="798"/>
                </a:cubicBezTo>
                <a:cubicBezTo>
                  <a:pt x="1214" y="798"/>
                  <a:pt x="1210" y="802"/>
                  <a:pt x="1210" y="807"/>
                </a:cubicBezTo>
                <a:cubicBezTo>
                  <a:pt x="1210" y="812"/>
                  <a:pt x="1214" y="815"/>
                  <a:pt x="1219" y="815"/>
                </a:cubicBezTo>
                <a:cubicBezTo>
                  <a:pt x="1224" y="815"/>
                  <a:pt x="1228" y="812"/>
                  <a:pt x="1228" y="807"/>
                </a:cubicBezTo>
                <a:close/>
                <a:moveTo>
                  <a:pt x="1253" y="807"/>
                </a:moveTo>
                <a:cubicBezTo>
                  <a:pt x="1253" y="802"/>
                  <a:pt x="1250" y="798"/>
                  <a:pt x="1245" y="798"/>
                </a:cubicBezTo>
                <a:cubicBezTo>
                  <a:pt x="1240" y="798"/>
                  <a:pt x="1236" y="802"/>
                  <a:pt x="1236" y="807"/>
                </a:cubicBezTo>
                <a:cubicBezTo>
                  <a:pt x="1236" y="812"/>
                  <a:pt x="1240" y="815"/>
                  <a:pt x="1245" y="815"/>
                </a:cubicBezTo>
                <a:cubicBezTo>
                  <a:pt x="1250" y="815"/>
                  <a:pt x="1253" y="812"/>
                  <a:pt x="1253" y="807"/>
                </a:cubicBezTo>
                <a:close/>
                <a:moveTo>
                  <a:pt x="1279" y="807"/>
                </a:moveTo>
                <a:cubicBezTo>
                  <a:pt x="1279" y="802"/>
                  <a:pt x="1275" y="798"/>
                  <a:pt x="1271" y="798"/>
                </a:cubicBezTo>
                <a:cubicBezTo>
                  <a:pt x="1266" y="798"/>
                  <a:pt x="1262" y="802"/>
                  <a:pt x="1262" y="807"/>
                </a:cubicBezTo>
                <a:cubicBezTo>
                  <a:pt x="1262" y="812"/>
                  <a:pt x="1266" y="815"/>
                  <a:pt x="1271" y="815"/>
                </a:cubicBezTo>
                <a:cubicBezTo>
                  <a:pt x="1275" y="815"/>
                  <a:pt x="1279" y="812"/>
                  <a:pt x="1279" y="807"/>
                </a:cubicBezTo>
                <a:close/>
                <a:moveTo>
                  <a:pt x="1305" y="807"/>
                </a:moveTo>
                <a:cubicBezTo>
                  <a:pt x="1305" y="802"/>
                  <a:pt x="1301" y="798"/>
                  <a:pt x="1296" y="798"/>
                </a:cubicBezTo>
                <a:cubicBezTo>
                  <a:pt x="1292" y="798"/>
                  <a:pt x="1288" y="802"/>
                  <a:pt x="1288" y="807"/>
                </a:cubicBezTo>
                <a:cubicBezTo>
                  <a:pt x="1288" y="812"/>
                  <a:pt x="1292" y="815"/>
                  <a:pt x="1296" y="815"/>
                </a:cubicBezTo>
                <a:cubicBezTo>
                  <a:pt x="1301" y="815"/>
                  <a:pt x="1305" y="812"/>
                  <a:pt x="1305" y="807"/>
                </a:cubicBezTo>
                <a:close/>
                <a:moveTo>
                  <a:pt x="1331" y="807"/>
                </a:moveTo>
                <a:cubicBezTo>
                  <a:pt x="1331" y="802"/>
                  <a:pt x="1327" y="798"/>
                  <a:pt x="1322" y="798"/>
                </a:cubicBezTo>
                <a:cubicBezTo>
                  <a:pt x="1317" y="798"/>
                  <a:pt x="1314" y="802"/>
                  <a:pt x="1314" y="807"/>
                </a:cubicBezTo>
                <a:cubicBezTo>
                  <a:pt x="1314" y="812"/>
                  <a:pt x="1317" y="815"/>
                  <a:pt x="1322" y="815"/>
                </a:cubicBezTo>
                <a:cubicBezTo>
                  <a:pt x="1327" y="815"/>
                  <a:pt x="1331" y="812"/>
                  <a:pt x="1331" y="807"/>
                </a:cubicBezTo>
                <a:close/>
                <a:moveTo>
                  <a:pt x="1356" y="807"/>
                </a:moveTo>
                <a:cubicBezTo>
                  <a:pt x="1356" y="802"/>
                  <a:pt x="1353" y="798"/>
                  <a:pt x="1348" y="798"/>
                </a:cubicBezTo>
                <a:cubicBezTo>
                  <a:pt x="1343" y="798"/>
                  <a:pt x="1339" y="802"/>
                  <a:pt x="1339" y="807"/>
                </a:cubicBezTo>
                <a:cubicBezTo>
                  <a:pt x="1339" y="812"/>
                  <a:pt x="1343" y="815"/>
                  <a:pt x="1348" y="815"/>
                </a:cubicBezTo>
                <a:cubicBezTo>
                  <a:pt x="1353" y="815"/>
                  <a:pt x="1356" y="812"/>
                  <a:pt x="1356" y="807"/>
                </a:cubicBezTo>
                <a:close/>
                <a:moveTo>
                  <a:pt x="1434" y="807"/>
                </a:moveTo>
                <a:cubicBezTo>
                  <a:pt x="1434" y="802"/>
                  <a:pt x="1430" y="798"/>
                  <a:pt x="1425" y="798"/>
                </a:cubicBezTo>
                <a:cubicBezTo>
                  <a:pt x="1420" y="798"/>
                  <a:pt x="1417" y="802"/>
                  <a:pt x="1417" y="807"/>
                </a:cubicBezTo>
                <a:cubicBezTo>
                  <a:pt x="1417" y="812"/>
                  <a:pt x="1420" y="815"/>
                  <a:pt x="1425" y="815"/>
                </a:cubicBezTo>
                <a:cubicBezTo>
                  <a:pt x="1430" y="815"/>
                  <a:pt x="1434" y="812"/>
                  <a:pt x="1434" y="807"/>
                </a:cubicBezTo>
                <a:close/>
                <a:moveTo>
                  <a:pt x="1459" y="807"/>
                </a:moveTo>
                <a:cubicBezTo>
                  <a:pt x="1459" y="802"/>
                  <a:pt x="1456" y="798"/>
                  <a:pt x="1451" y="798"/>
                </a:cubicBezTo>
                <a:cubicBezTo>
                  <a:pt x="1446" y="798"/>
                  <a:pt x="1442" y="802"/>
                  <a:pt x="1442" y="807"/>
                </a:cubicBezTo>
                <a:cubicBezTo>
                  <a:pt x="1442" y="812"/>
                  <a:pt x="1446" y="815"/>
                  <a:pt x="1451" y="815"/>
                </a:cubicBezTo>
                <a:cubicBezTo>
                  <a:pt x="1456" y="815"/>
                  <a:pt x="1459" y="812"/>
                  <a:pt x="1459" y="807"/>
                </a:cubicBezTo>
                <a:close/>
                <a:moveTo>
                  <a:pt x="1485" y="807"/>
                </a:moveTo>
                <a:cubicBezTo>
                  <a:pt x="1485" y="802"/>
                  <a:pt x="1481" y="798"/>
                  <a:pt x="1477" y="798"/>
                </a:cubicBezTo>
                <a:cubicBezTo>
                  <a:pt x="1472" y="798"/>
                  <a:pt x="1468" y="802"/>
                  <a:pt x="1468" y="807"/>
                </a:cubicBezTo>
                <a:cubicBezTo>
                  <a:pt x="1468" y="812"/>
                  <a:pt x="1472" y="815"/>
                  <a:pt x="1477" y="815"/>
                </a:cubicBezTo>
                <a:cubicBezTo>
                  <a:pt x="1481" y="815"/>
                  <a:pt x="1485" y="812"/>
                  <a:pt x="1485" y="807"/>
                </a:cubicBezTo>
                <a:close/>
                <a:moveTo>
                  <a:pt x="1511" y="807"/>
                </a:moveTo>
                <a:cubicBezTo>
                  <a:pt x="1511" y="802"/>
                  <a:pt x="1507" y="798"/>
                  <a:pt x="1502" y="798"/>
                </a:cubicBezTo>
                <a:cubicBezTo>
                  <a:pt x="1498" y="798"/>
                  <a:pt x="1494" y="802"/>
                  <a:pt x="1494" y="807"/>
                </a:cubicBezTo>
                <a:cubicBezTo>
                  <a:pt x="1494" y="812"/>
                  <a:pt x="1498" y="815"/>
                  <a:pt x="1502" y="815"/>
                </a:cubicBezTo>
                <a:cubicBezTo>
                  <a:pt x="1507" y="815"/>
                  <a:pt x="1511" y="812"/>
                  <a:pt x="1511" y="807"/>
                </a:cubicBezTo>
                <a:close/>
                <a:moveTo>
                  <a:pt x="1537" y="807"/>
                </a:moveTo>
                <a:cubicBezTo>
                  <a:pt x="1537" y="802"/>
                  <a:pt x="1533" y="798"/>
                  <a:pt x="1528" y="798"/>
                </a:cubicBezTo>
                <a:cubicBezTo>
                  <a:pt x="1523" y="798"/>
                  <a:pt x="1520" y="802"/>
                  <a:pt x="1520" y="807"/>
                </a:cubicBezTo>
                <a:cubicBezTo>
                  <a:pt x="1520" y="812"/>
                  <a:pt x="1523" y="815"/>
                  <a:pt x="1528" y="815"/>
                </a:cubicBezTo>
                <a:cubicBezTo>
                  <a:pt x="1533" y="815"/>
                  <a:pt x="1537" y="812"/>
                  <a:pt x="1537" y="807"/>
                </a:cubicBezTo>
                <a:close/>
                <a:moveTo>
                  <a:pt x="1563" y="807"/>
                </a:moveTo>
                <a:cubicBezTo>
                  <a:pt x="1563" y="802"/>
                  <a:pt x="1559" y="798"/>
                  <a:pt x="1554" y="798"/>
                </a:cubicBezTo>
                <a:cubicBezTo>
                  <a:pt x="1549" y="798"/>
                  <a:pt x="1545" y="802"/>
                  <a:pt x="1545" y="807"/>
                </a:cubicBezTo>
                <a:cubicBezTo>
                  <a:pt x="1545" y="812"/>
                  <a:pt x="1549" y="815"/>
                  <a:pt x="1554" y="815"/>
                </a:cubicBezTo>
                <a:cubicBezTo>
                  <a:pt x="1559" y="815"/>
                  <a:pt x="1563" y="812"/>
                  <a:pt x="1563" y="807"/>
                </a:cubicBezTo>
                <a:close/>
                <a:moveTo>
                  <a:pt x="1588" y="807"/>
                </a:moveTo>
                <a:cubicBezTo>
                  <a:pt x="1588" y="802"/>
                  <a:pt x="1584" y="798"/>
                  <a:pt x="1580" y="798"/>
                </a:cubicBezTo>
                <a:cubicBezTo>
                  <a:pt x="1575" y="798"/>
                  <a:pt x="1571" y="802"/>
                  <a:pt x="1571" y="807"/>
                </a:cubicBezTo>
                <a:cubicBezTo>
                  <a:pt x="1571" y="812"/>
                  <a:pt x="1575" y="815"/>
                  <a:pt x="1580" y="815"/>
                </a:cubicBezTo>
                <a:cubicBezTo>
                  <a:pt x="1584" y="815"/>
                  <a:pt x="1588" y="812"/>
                  <a:pt x="1588" y="807"/>
                </a:cubicBezTo>
                <a:close/>
                <a:moveTo>
                  <a:pt x="1614" y="807"/>
                </a:moveTo>
                <a:cubicBezTo>
                  <a:pt x="1614" y="802"/>
                  <a:pt x="1610" y="798"/>
                  <a:pt x="1605" y="798"/>
                </a:cubicBezTo>
                <a:cubicBezTo>
                  <a:pt x="1601" y="798"/>
                  <a:pt x="1597" y="802"/>
                  <a:pt x="1597" y="807"/>
                </a:cubicBezTo>
                <a:cubicBezTo>
                  <a:pt x="1597" y="812"/>
                  <a:pt x="1601" y="815"/>
                  <a:pt x="1605" y="815"/>
                </a:cubicBezTo>
                <a:cubicBezTo>
                  <a:pt x="1610" y="815"/>
                  <a:pt x="1614" y="812"/>
                  <a:pt x="1614" y="807"/>
                </a:cubicBezTo>
                <a:close/>
                <a:moveTo>
                  <a:pt x="1640" y="807"/>
                </a:moveTo>
                <a:cubicBezTo>
                  <a:pt x="1640" y="802"/>
                  <a:pt x="1636" y="798"/>
                  <a:pt x="1631" y="798"/>
                </a:cubicBezTo>
                <a:cubicBezTo>
                  <a:pt x="1626" y="798"/>
                  <a:pt x="1623" y="802"/>
                  <a:pt x="1623" y="807"/>
                </a:cubicBezTo>
                <a:cubicBezTo>
                  <a:pt x="1623" y="812"/>
                  <a:pt x="1626" y="815"/>
                  <a:pt x="1631" y="815"/>
                </a:cubicBezTo>
                <a:cubicBezTo>
                  <a:pt x="1636" y="815"/>
                  <a:pt x="1640" y="812"/>
                  <a:pt x="1640" y="807"/>
                </a:cubicBezTo>
                <a:close/>
                <a:moveTo>
                  <a:pt x="1666" y="807"/>
                </a:moveTo>
                <a:cubicBezTo>
                  <a:pt x="1666" y="802"/>
                  <a:pt x="1662" y="798"/>
                  <a:pt x="1657" y="798"/>
                </a:cubicBezTo>
                <a:cubicBezTo>
                  <a:pt x="1652" y="798"/>
                  <a:pt x="1648" y="802"/>
                  <a:pt x="1648" y="807"/>
                </a:cubicBezTo>
                <a:cubicBezTo>
                  <a:pt x="1648" y="812"/>
                  <a:pt x="1652" y="815"/>
                  <a:pt x="1657" y="815"/>
                </a:cubicBezTo>
                <a:cubicBezTo>
                  <a:pt x="1662" y="815"/>
                  <a:pt x="1666" y="812"/>
                  <a:pt x="1666" y="807"/>
                </a:cubicBezTo>
                <a:close/>
                <a:moveTo>
                  <a:pt x="1691" y="807"/>
                </a:moveTo>
                <a:cubicBezTo>
                  <a:pt x="1691" y="802"/>
                  <a:pt x="1687" y="798"/>
                  <a:pt x="1683" y="798"/>
                </a:cubicBezTo>
                <a:cubicBezTo>
                  <a:pt x="1678" y="798"/>
                  <a:pt x="1674" y="802"/>
                  <a:pt x="1674" y="807"/>
                </a:cubicBezTo>
                <a:cubicBezTo>
                  <a:pt x="1674" y="812"/>
                  <a:pt x="1678" y="815"/>
                  <a:pt x="1683" y="815"/>
                </a:cubicBezTo>
                <a:cubicBezTo>
                  <a:pt x="1687" y="815"/>
                  <a:pt x="1691" y="812"/>
                  <a:pt x="1691" y="807"/>
                </a:cubicBezTo>
                <a:close/>
                <a:moveTo>
                  <a:pt x="1717" y="807"/>
                </a:moveTo>
                <a:cubicBezTo>
                  <a:pt x="1717" y="802"/>
                  <a:pt x="1713" y="798"/>
                  <a:pt x="1708" y="798"/>
                </a:cubicBezTo>
                <a:cubicBezTo>
                  <a:pt x="1704" y="798"/>
                  <a:pt x="1700" y="802"/>
                  <a:pt x="1700" y="807"/>
                </a:cubicBezTo>
                <a:cubicBezTo>
                  <a:pt x="1700" y="812"/>
                  <a:pt x="1704" y="815"/>
                  <a:pt x="1708" y="815"/>
                </a:cubicBezTo>
                <a:cubicBezTo>
                  <a:pt x="1713" y="815"/>
                  <a:pt x="1717" y="812"/>
                  <a:pt x="1717" y="807"/>
                </a:cubicBezTo>
                <a:close/>
                <a:moveTo>
                  <a:pt x="1743" y="807"/>
                </a:moveTo>
                <a:cubicBezTo>
                  <a:pt x="1743" y="802"/>
                  <a:pt x="1739" y="798"/>
                  <a:pt x="1734" y="798"/>
                </a:cubicBezTo>
                <a:cubicBezTo>
                  <a:pt x="1730" y="798"/>
                  <a:pt x="1726" y="802"/>
                  <a:pt x="1726" y="807"/>
                </a:cubicBezTo>
                <a:cubicBezTo>
                  <a:pt x="1726" y="812"/>
                  <a:pt x="1730" y="815"/>
                  <a:pt x="1734" y="815"/>
                </a:cubicBezTo>
                <a:cubicBezTo>
                  <a:pt x="1739" y="815"/>
                  <a:pt x="1743" y="812"/>
                  <a:pt x="1743" y="807"/>
                </a:cubicBezTo>
                <a:close/>
                <a:moveTo>
                  <a:pt x="1769" y="807"/>
                </a:moveTo>
                <a:cubicBezTo>
                  <a:pt x="1769" y="802"/>
                  <a:pt x="1765" y="798"/>
                  <a:pt x="1760" y="798"/>
                </a:cubicBezTo>
                <a:cubicBezTo>
                  <a:pt x="1755" y="798"/>
                  <a:pt x="1751" y="802"/>
                  <a:pt x="1751" y="807"/>
                </a:cubicBezTo>
                <a:cubicBezTo>
                  <a:pt x="1751" y="812"/>
                  <a:pt x="1755" y="815"/>
                  <a:pt x="1760" y="815"/>
                </a:cubicBezTo>
                <a:cubicBezTo>
                  <a:pt x="1765" y="815"/>
                  <a:pt x="1769" y="812"/>
                  <a:pt x="1769" y="807"/>
                </a:cubicBezTo>
                <a:close/>
                <a:moveTo>
                  <a:pt x="1794" y="807"/>
                </a:moveTo>
                <a:cubicBezTo>
                  <a:pt x="1794" y="802"/>
                  <a:pt x="1791" y="798"/>
                  <a:pt x="1786" y="798"/>
                </a:cubicBezTo>
                <a:cubicBezTo>
                  <a:pt x="1781" y="798"/>
                  <a:pt x="1777" y="802"/>
                  <a:pt x="1777" y="807"/>
                </a:cubicBezTo>
                <a:cubicBezTo>
                  <a:pt x="1777" y="812"/>
                  <a:pt x="1781" y="815"/>
                  <a:pt x="1786" y="815"/>
                </a:cubicBezTo>
                <a:cubicBezTo>
                  <a:pt x="1791" y="815"/>
                  <a:pt x="1794" y="812"/>
                  <a:pt x="1794" y="807"/>
                </a:cubicBezTo>
                <a:close/>
                <a:moveTo>
                  <a:pt x="1820" y="807"/>
                </a:moveTo>
                <a:cubicBezTo>
                  <a:pt x="1820" y="802"/>
                  <a:pt x="1816" y="798"/>
                  <a:pt x="1812" y="798"/>
                </a:cubicBezTo>
                <a:cubicBezTo>
                  <a:pt x="1807" y="798"/>
                  <a:pt x="1803" y="802"/>
                  <a:pt x="1803" y="807"/>
                </a:cubicBezTo>
                <a:cubicBezTo>
                  <a:pt x="1803" y="812"/>
                  <a:pt x="1807" y="815"/>
                  <a:pt x="1812" y="815"/>
                </a:cubicBezTo>
                <a:cubicBezTo>
                  <a:pt x="1816" y="815"/>
                  <a:pt x="1820" y="812"/>
                  <a:pt x="1820" y="807"/>
                </a:cubicBezTo>
                <a:close/>
                <a:moveTo>
                  <a:pt x="1846" y="807"/>
                </a:moveTo>
                <a:cubicBezTo>
                  <a:pt x="1846" y="802"/>
                  <a:pt x="1842" y="798"/>
                  <a:pt x="1837" y="798"/>
                </a:cubicBezTo>
                <a:cubicBezTo>
                  <a:pt x="1833" y="798"/>
                  <a:pt x="1829" y="802"/>
                  <a:pt x="1829" y="807"/>
                </a:cubicBezTo>
                <a:cubicBezTo>
                  <a:pt x="1829" y="812"/>
                  <a:pt x="1833" y="815"/>
                  <a:pt x="1837" y="815"/>
                </a:cubicBezTo>
                <a:cubicBezTo>
                  <a:pt x="1842" y="815"/>
                  <a:pt x="1846" y="812"/>
                  <a:pt x="1846" y="807"/>
                </a:cubicBezTo>
                <a:close/>
                <a:moveTo>
                  <a:pt x="1872" y="807"/>
                </a:moveTo>
                <a:cubicBezTo>
                  <a:pt x="1872" y="802"/>
                  <a:pt x="1868" y="798"/>
                  <a:pt x="1863" y="798"/>
                </a:cubicBezTo>
                <a:cubicBezTo>
                  <a:pt x="1858" y="798"/>
                  <a:pt x="1854" y="802"/>
                  <a:pt x="1854" y="807"/>
                </a:cubicBezTo>
                <a:cubicBezTo>
                  <a:pt x="1854" y="812"/>
                  <a:pt x="1858" y="815"/>
                  <a:pt x="1863" y="815"/>
                </a:cubicBezTo>
                <a:cubicBezTo>
                  <a:pt x="1868" y="815"/>
                  <a:pt x="1872" y="812"/>
                  <a:pt x="1872" y="807"/>
                </a:cubicBezTo>
                <a:close/>
                <a:moveTo>
                  <a:pt x="1897" y="807"/>
                </a:moveTo>
                <a:cubicBezTo>
                  <a:pt x="1897" y="802"/>
                  <a:pt x="1894" y="798"/>
                  <a:pt x="1889" y="798"/>
                </a:cubicBezTo>
                <a:cubicBezTo>
                  <a:pt x="1884" y="798"/>
                  <a:pt x="1880" y="802"/>
                  <a:pt x="1880" y="807"/>
                </a:cubicBezTo>
                <a:cubicBezTo>
                  <a:pt x="1880" y="812"/>
                  <a:pt x="1884" y="815"/>
                  <a:pt x="1889" y="815"/>
                </a:cubicBezTo>
                <a:cubicBezTo>
                  <a:pt x="1894" y="815"/>
                  <a:pt x="1897" y="812"/>
                  <a:pt x="1897" y="807"/>
                </a:cubicBezTo>
                <a:close/>
                <a:moveTo>
                  <a:pt x="1923" y="807"/>
                </a:moveTo>
                <a:cubicBezTo>
                  <a:pt x="1923" y="802"/>
                  <a:pt x="1919" y="798"/>
                  <a:pt x="1915" y="798"/>
                </a:cubicBezTo>
                <a:cubicBezTo>
                  <a:pt x="1910" y="798"/>
                  <a:pt x="1906" y="802"/>
                  <a:pt x="1906" y="807"/>
                </a:cubicBezTo>
                <a:cubicBezTo>
                  <a:pt x="1906" y="812"/>
                  <a:pt x="1910" y="815"/>
                  <a:pt x="1915" y="815"/>
                </a:cubicBezTo>
                <a:cubicBezTo>
                  <a:pt x="1919" y="815"/>
                  <a:pt x="1923" y="812"/>
                  <a:pt x="1923" y="807"/>
                </a:cubicBezTo>
                <a:close/>
                <a:moveTo>
                  <a:pt x="1949" y="807"/>
                </a:moveTo>
                <a:cubicBezTo>
                  <a:pt x="1949" y="802"/>
                  <a:pt x="1945" y="798"/>
                  <a:pt x="1940" y="798"/>
                </a:cubicBezTo>
                <a:cubicBezTo>
                  <a:pt x="1936" y="798"/>
                  <a:pt x="1932" y="802"/>
                  <a:pt x="1932" y="807"/>
                </a:cubicBezTo>
                <a:cubicBezTo>
                  <a:pt x="1932" y="812"/>
                  <a:pt x="1936" y="815"/>
                  <a:pt x="1940" y="815"/>
                </a:cubicBezTo>
                <a:cubicBezTo>
                  <a:pt x="1945" y="815"/>
                  <a:pt x="1949" y="812"/>
                  <a:pt x="1949" y="807"/>
                </a:cubicBezTo>
                <a:close/>
                <a:moveTo>
                  <a:pt x="1975" y="807"/>
                </a:moveTo>
                <a:cubicBezTo>
                  <a:pt x="1975" y="802"/>
                  <a:pt x="1971" y="798"/>
                  <a:pt x="1966" y="798"/>
                </a:cubicBezTo>
                <a:cubicBezTo>
                  <a:pt x="1961" y="798"/>
                  <a:pt x="1957" y="802"/>
                  <a:pt x="1957" y="807"/>
                </a:cubicBezTo>
                <a:cubicBezTo>
                  <a:pt x="1957" y="812"/>
                  <a:pt x="1961" y="815"/>
                  <a:pt x="1966" y="815"/>
                </a:cubicBezTo>
                <a:cubicBezTo>
                  <a:pt x="1971" y="815"/>
                  <a:pt x="1975" y="812"/>
                  <a:pt x="1975" y="807"/>
                </a:cubicBezTo>
                <a:close/>
                <a:moveTo>
                  <a:pt x="2000" y="807"/>
                </a:moveTo>
                <a:cubicBezTo>
                  <a:pt x="2000" y="802"/>
                  <a:pt x="1997" y="798"/>
                  <a:pt x="1992" y="798"/>
                </a:cubicBezTo>
                <a:cubicBezTo>
                  <a:pt x="1987" y="798"/>
                  <a:pt x="1983" y="802"/>
                  <a:pt x="1983" y="807"/>
                </a:cubicBezTo>
                <a:cubicBezTo>
                  <a:pt x="1983" y="812"/>
                  <a:pt x="1987" y="815"/>
                  <a:pt x="1992" y="815"/>
                </a:cubicBezTo>
                <a:cubicBezTo>
                  <a:pt x="1997" y="815"/>
                  <a:pt x="2000" y="812"/>
                  <a:pt x="2000" y="807"/>
                </a:cubicBezTo>
                <a:close/>
                <a:moveTo>
                  <a:pt x="2026" y="807"/>
                </a:moveTo>
                <a:cubicBezTo>
                  <a:pt x="2026" y="802"/>
                  <a:pt x="2022" y="798"/>
                  <a:pt x="2018" y="798"/>
                </a:cubicBezTo>
                <a:cubicBezTo>
                  <a:pt x="2013" y="798"/>
                  <a:pt x="2009" y="802"/>
                  <a:pt x="2009" y="807"/>
                </a:cubicBezTo>
                <a:cubicBezTo>
                  <a:pt x="2009" y="812"/>
                  <a:pt x="2013" y="815"/>
                  <a:pt x="2018" y="815"/>
                </a:cubicBezTo>
                <a:cubicBezTo>
                  <a:pt x="2022" y="815"/>
                  <a:pt x="2026" y="812"/>
                  <a:pt x="2026" y="807"/>
                </a:cubicBezTo>
                <a:close/>
                <a:moveTo>
                  <a:pt x="2052" y="807"/>
                </a:moveTo>
                <a:cubicBezTo>
                  <a:pt x="2052" y="802"/>
                  <a:pt x="2048" y="798"/>
                  <a:pt x="2043" y="798"/>
                </a:cubicBezTo>
                <a:cubicBezTo>
                  <a:pt x="2039" y="798"/>
                  <a:pt x="2035" y="802"/>
                  <a:pt x="2035" y="807"/>
                </a:cubicBezTo>
                <a:cubicBezTo>
                  <a:pt x="2035" y="812"/>
                  <a:pt x="2039" y="815"/>
                  <a:pt x="2043" y="815"/>
                </a:cubicBezTo>
                <a:cubicBezTo>
                  <a:pt x="2048" y="815"/>
                  <a:pt x="2052" y="812"/>
                  <a:pt x="2052" y="807"/>
                </a:cubicBezTo>
                <a:close/>
                <a:moveTo>
                  <a:pt x="2078" y="807"/>
                </a:moveTo>
                <a:cubicBezTo>
                  <a:pt x="2078" y="802"/>
                  <a:pt x="2074" y="798"/>
                  <a:pt x="2069" y="798"/>
                </a:cubicBezTo>
                <a:cubicBezTo>
                  <a:pt x="2064" y="798"/>
                  <a:pt x="2061" y="802"/>
                  <a:pt x="2061" y="807"/>
                </a:cubicBezTo>
                <a:cubicBezTo>
                  <a:pt x="2061" y="812"/>
                  <a:pt x="2064" y="815"/>
                  <a:pt x="2069" y="815"/>
                </a:cubicBezTo>
                <a:cubicBezTo>
                  <a:pt x="2074" y="815"/>
                  <a:pt x="2078" y="812"/>
                  <a:pt x="2078" y="807"/>
                </a:cubicBezTo>
                <a:close/>
                <a:moveTo>
                  <a:pt x="2103" y="807"/>
                </a:moveTo>
                <a:cubicBezTo>
                  <a:pt x="2103" y="802"/>
                  <a:pt x="2100" y="798"/>
                  <a:pt x="2095" y="798"/>
                </a:cubicBezTo>
                <a:cubicBezTo>
                  <a:pt x="2090" y="798"/>
                  <a:pt x="2086" y="802"/>
                  <a:pt x="2086" y="807"/>
                </a:cubicBezTo>
                <a:cubicBezTo>
                  <a:pt x="2086" y="812"/>
                  <a:pt x="2090" y="815"/>
                  <a:pt x="2095" y="815"/>
                </a:cubicBezTo>
                <a:cubicBezTo>
                  <a:pt x="2100" y="815"/>
                  <a:pt x="2103" y="812"/>
                  <a:pt x="2103" y="807"/>
                </a:cubicBezTo>
                <a:close/>
                <a:moveTo>
                  <a:pt x="2129" y="807"/>
                </a:moveTo>
                <a:cubicBezTo>
                  <a:pt x="2129" y="802"/>
                  <a:pt x="2125" y="798"/>
                  <a:pt x="2121" y="798"/>
                </a:cubicBezTo>
                <a:cubicBezTo>
                  <a:pt x="2116" y="798"/>
                  <a:pt x="2112" y="802"/>
                  <a:pt x="2112" y="807"/>
                </a:cubicBezTo>
                <a:cubicBezTo>
                  <a:pt x="2112" y="812"/>
                  <a:pt x="2116" y="815"/>
                  <a:pt x="2121" y="815"/>
                </a:cubicBezTo>
                <a:cubicBezTo>
                  <a:pt x="2125" y="815"/>
                  <a:pt x="2129" y="812"/>
                  <a:pt x="2129" y="807"/>
                </a:cubicBezTo>
                <a:close/>
                <a:moveTo>
                  <a:pt x="2155" y="807"/>
                </a:moveTo>
                <a:cubicBezTo>
                  <a:pt x="2155" y="802"/>
                  <a:pt x="2151" y="798"/>
                  <a:pt x="2146" y="798"/>
                </a:cubicBezTo>
                <a:cubicBezTo>
                  <a:pt x="2142" y="798"/>
                  <a:pt x="2138" y="802"/>
                  <a:pt x="2138" y="807"/>
                </a:cubicBezTo>
                <a:cubicBezTo>
                  <a:pt x="2138" y="812"/>
                  <a:pt x="2142" y="815"/>
                  <a:pt x="2146" y="815"/>
                </a:cubicBezTo>
                <a:cubicBezTo>
                  <a:pt x="2151" y="815"/>
                  <a:pt x="2155" y="812"/>
                  <a:pt x="2155" y="807"/>
                </a:cubicBezTo>
                <a:close/>
                <a:moveTo>
                  <a:pt x="2181" y="807"/>
                </a:moveTo>
                <a:cubicBezTo>
                  <a:pt x="2181" y="802"/>
                  <a:pt x="2177" y="798"/>
                  <a:pt x="2172" y="798"/>
                </a:cubicBezTo>
                <a:cubicBezTo>
                  <a:pt x="2167" y="798"/>
                  <a:pt x="2164" y="802"/>
                  <a:pt x="2164" y="807"/>
                </a:cubicBezTo>
                <a:cubicBezTo>
                  <a:pt x="2164" y="812"/>
                  <a:pt x="2167" y="815"/>
                  <a:pt x="2172" y="815"/>
                </a:cubicBezTo>
                <a:cubicBezTo>
                  <a:pt x="2177" y="815"/>
                  <a:pt x="2181" y="812"/>
                  <a:pt x="2181" y="807"/>
                </a:cubicBezTo>
                <a:close/>
                <a:moveTo>
                  <a:pt x="429" y="833"/>
                </a:moveTo>
                <a:cubicBezTo>
                  <a:pt x="429" y="828"/>
                  <a:pt x="425" y="824"/>
                  <a:pt x="421" y="824"/>
                </a:cubicBezTo>
                <a:cubicBezTo>
                  <a:pt x="416" y="824"/>
                  <a:pt x="412" y="828"/>
                  <a:pt x="412" y="833"/>
                </a:cubicBezTo>
                <a:cubicBezTo>
                  <a:pt x="412" y="837"/>
                  <a:pt x="416" y="841"/>
                  <a:pt x="421" y="841"/>
                </a:cubicBezTo>
                <a:cubicBezTo>
                  <a:pt x="425" y="841"/>
                  <a:pt x="429" y="837"/>
                  <a:pt x="429" y="833"/>
                </a:cubicBezTo>
                <a:close/>
                <a:moveTo>
                  <a:pt x="455" y="833"/>
                </a:moveTo>
                <a:cubicBezTo>
                  <a:pt x="455" y="828"/>
                  <a:pt x="451" y="824"/>
                  <a:pt x="446" y="824"/>
                </a:cubicBezTo>
                <a:cubicBezTo>
                  <a:pt x="442" y="824"/>
                  <a:pt x="438" y="828"/>
                  <a:pt x="438" y="833"/>
                </a:cubicBezTo>
                <a:cubicBezTo>
                  <a:pt x="438" y="837"/>
                  <a:pt x="442" y="841"/>
                  <a:pt x="446" y="841"/>
                </a:cubicBezTo>
                <a:cubicBezTo>
                  <a:pt x="451" y="841"/>
                  <a:pt x="455" y="837"/>
                  <a:pt x="455" y="833"/>
                </a:cubicBezTo>
                <a:close/>
                <a:moveTo>
                  <a:pt x="481" y="833"/>
                </a:moveTo>
                <a:cubicBezTo>
                  <a:pt x="481" y="828"/>
                  <a:pt x="477" y="824"/>
                  <a:pt x="472" y="824"/>
                </a:cubicBezTo>
                <a:cubicBezTo>
                  <a:pt x="467" y="824"/>
                  <a:pt x="463" y="828"/>
                  <a:pt x="463" y="833"/>
                </a:cubicBezTo>
                <a:cubicBezTo>
                  <a:pt x="463" y="837"/>
                  <a:pt x="467" y="841"/>
                  <a:pt x="472" y="841"/>
                </a:cubicBezTo>
                <a:cubicBezTo>
                  <a:pt x="477" y="841"/>
                  <a:pt x="481" y="837"/>
                  <a:pt x="481" y="833"/>
                </a:cubicBezTo>
                <a:close/>
                <a:moveTo>
                  <a:pt x="506" y="833"/>
                </a:moveTo>
                <a:cubicBezTo>
                  <a:pt x="506" y="828"/>
                  <a:pt x="503" y="824"/>
                  <a:pt x="498" y="824"/>
                </a:cubicBezTo>
                <a:cubicBezTo>
                  <a:pt x="493" y="824"/>
                  <a:pt x="489" y="828"/>
                  <a:pt x="489" y="833"/>
                </a:cubicBezTo>
                <a:cubicBezTo>
                  <a:pt x="489" y="837"/>
                  <a:pt x="493" y="841"/>
                  <a:pt x="498" y="841"/>
                </a:cubicBezTo>
                <a:cubicBezTo>
                  <a:pt x="503" y="841"/>
                  <a:pt x="506" y="837"/>
                  <a:pt x="506" y="833"/>
                </a:cubicBezTo>
                <a:close/>
                <a:moveTo>
                  <a:pt x="532" y="833"/>
                </a:moveTo>
                <a:cubicBezTo>
                  <a:pt x="532" y="828"/>
                  <a:pt x="528" y="824"/>
                  <a:pt x="524" y="824"/>
                </a:cubicBezTo>
                <a:cubicBezTo>
                  <a:pt x="519" y="824"/>
                  <a:pt x="515" y="828"/>
                  <a:pt x="515" y="833"/>
                </a:cubicBezTo>
                <a:cubicBezTo>
                  <a:pt x="515" y="837"/>
                  <a:pt x="519" y="841"/>
                  <a:pt x="524" y="841"/>
                </a:cubicBezTo>
                <a:cubicBezTo>
                  <a:pt x="528" y="841"/>
                  <a:pt x="532" y="837"/>
                  <a:pt x="532" y="833"/>
                </a:cubicBezTo>
                <a:close/>
                <a:moveTo>
                  <a:pt x="635" y="833"/>
                </a:moveTo>
                <a:cubicBezTo>
                  <a:pt x="635" y="828"/>
                  <a:pt x="631" y="824"/>
                  <a:pt x="627" y="824"/>
                </a:cubicBezTo>
                <a:cubicBezTo>
                  <a:pt x="622" y="824"/>
                  <a:pt x="618" y="828"/>
                  <a:pt x="618" y="833"/>
                </a:cubicBezTo>
                <a:cubicBezTo>
                  <a:pt x="618" y="837"/>
                  <a:pt x="622" y="841"/>
                  <a:pt x="627" y="841"/>
                </a:cubicBezTo>
                <a:cubicBezTo>
                  <a:pt x="631" y="841"/>
                  <a:pt x="635" y="837"/>
                  <a:pt x="635" y="833"/>
                </a:cubicBezTo>
                <a:close/>
                <a:moveTo>
                  <a:pt x="1202" y="833"/>
                </a:moveTo>
                <a:cubicBezTo>
                  <a:pt x="1202" y="828"/>
                  <a:pt x="1198" y="824"/>
                  <a:pt x="1193" y="824"/>
                </a:cubicBezTo>
                <a:cubicBezTo>
                  <a:pt x="1189" y="824"/>
                  <a:pt x="1185" y="828"/>
                  <a:pt x="1185" y="833"/>
                </a:cubicBezTo>
                <a:cubicBezTo>
                  <a:pt x="1185" y="837"/>
                  <a:pt x="1189" y="841"/>
                  <a:pt x="1193" y="841"/>
                </a:cubicBezTo>
                <a:cubicBezTo>
                  <a:pt x="1198" y="841"/>
                  <a:pt x="1202" y="837"/>
                  <a:pt x="1202" y="833"/>
                </a:cubicBezTo>
                <a:close/>
                <a:moveTo>
                  <a:pt x="1228" y="833"/>
                </a:moveTo>
                <a:cubicBezTo>
                  <a:pt x="1228" y="828"/>
                  <a:pt x="1224" y="824"/>
                  <a:pt x="1219" y="824"/>
                </a:cubicBezTo>
                <a:cubicBezTo>
                  <a:pt x="1214" y="824"/>
                  <a:pt x="1210" y="828"/>
                  <a:pt x="1210" y="833"/>
                </a:cubicBezTo>
                <a:cubicBezTo>
                  <a:pt x="1210" y="837"/>
                  <a:pt x="1214" y="841"/>
                  <a:pt x="1219" y="841"/>
                </a:cubicBezTo>
                <a:cubicBezTo>
                  <a:pt x="1224" y="841"/>
                  <a:pt x="1228" y="837"/>
                  <a:pt x="1228" y="833"/>
                </a:cubicBezTo>
                <a:close/>
                <a:moveTo>
                  <a:pt x="1253" y="833"/>
                </a:moveTo>
                <a:cubicBezTo>
                  <a:pt x="1253" y="828"/>
                  <a:pt x="1250" y="824"/>
                  <a:pt x="1245" y="824"/>
                </a:cubicBezTo>
                <a:cubicBezTo>
                  <a:pt x="1240" y="824"/>
                  <a:pt x="1236" y="828"/>
                  <a:pt x="1236" y="833"/>
                </a:cubicBezTo>
                <a:cubicBezTo>
                  <a:pt x="1236" y="837"/>
                  <a:pt x="1240" y="841"/>
                  <a:pt x="1245" y="841"/>
                </a:cubicBezTo>
                <a:cubicBezTo>
                  <a:pt x="1250" y="841"/>
                  <a:pt x="1253" y="837"/>
                  <a:pt x="1253" y="833"/>
                </a:cubicBezTo>
                <a:close/>
                <a:moveTo>
                  <a:pt x="1279" y="833"/>
                </a:moveTo>
                <a:cubicBezTo>
                  <a:pt x="1279" y="828"/>
                  <a:pt x="1275" y="824"/>
                  <a:pt x="1271" y="824"/>
                </a:cubicBezTo>
                <a:cubicBezTo>
                  <a:pt x="1266" y="824"/>
                  <a:pt x="1262" y="828"/>
                  <a:pt x="1262" y="833"/>
                </a:cubicBezTo>
                <a:cubicBezTo>
                  <a:pt x="1262" y="837"/>
                  <a:pt x="1266" y="841"/>
                  <a:pt x="1271" y="841"/>
                </a:cubicBezTo>
                <a:cubicBezTo>
                  <a:pt x="1275" y="841"/>
                  <a:pt x="1279" y="837"/>
                  <a:pt x="1279" y="833"/>
                </a:cubicBezTo>
                <a:close/>
                <a:moveTo>
                  <a:pt x="1305" y="833"/>
                </a:moveTo>
                <a:cubicBezTo>
                  <a:pt x="1305" y="828"/>
                  <a:pt x="1301" y="824"/>
                  <a:pt x="1296" y="824"/>
                </a:cubicBezTo>
                <a:cubicBezTo>
                  <a:pt x="1292" y="824"/>
                  <a:pt x="1288" y="828"/>
                  <a:pt x="1288" y="833"/>
                </a:cubicBezTo>
                <a:cubicBezTo>
                  <a:pt x="1288" y="837"/>
                  <a:pt x="1292" y="841"/>
                  <a:pt x="1296" y="841"/>
                </a:cubicBezTo>
                <a:cubicBezTo>
                  <a:pt x="1301" y="841"/>
                  <a:pt x="1305" y="837"/>
                  <a:pt x="1305" y="833"/>
                </a:cubicBezTo>
                <a:close/>
                <a:moveTo>
                  <a:pt x="1331" y="833"/>
                </a:moveTo>
                <a:cubicBezTo>
                  <a:pt x="1331" y="828"/>
                  <a:pt x="1327" y="824"/>
                  <a:pt x="1322" y="824"/>
                </a:cubicBezTo>
                <a:cubicBezTo>
                  <a:pt x="1317" y="824"/>
                  <a:pt x="1314" y="828"/>
                  <a:pt x="1314" y="833"/>
                </a:cubicBezTo>
                <a:cubicBezTo>
                  <a:pt x="1314" y="837"/>
                  <a:pt x="1317" y="841"/>
                  <a:pt x="1322" y="841"/>
                </a:cubicBezTo>
                <a:cubicBezTo>
                  <a:pt x="1327" y="841"/>
                  <a:pt x="1331" y="837"/>
                  <a:pt x="1331" y="833"/>
                </a:cubicBezTo>
                <a:close/>
                <a:moveTo>
                  <a:pt x="1356" y="833"/>
                </a:moveTo>
                <a:cubicBezTo>
                  <a:pt x="1356" y="828"/>
                  <a:pt x="1353" y="824"/>
                  <a:pt x="1348" y="824"/>
                </a:cubicBezTo>
                <a:cubicBezTo>
                  <a:pt x="1343" y="824"/>
                  <a:pt x="1339" y="828"/>
                  <a:pt x="1339" y="833"/>
                </a:cubicBezTo>
                <a:cubicBezTo>
                  <a:pt x="1339" y="837"/>
                  <a:pt x="1343" y="841"/>
                  <a:pt x="1348" y="841"/>
                </a:cubicBezTo>
                <a:cubicBezTo>
                  <a:pt x="1353" y="841"/>
                  <a:pt x="1356" y="837"/>
                  <a:pt x="1356" y="833"/>
                </a:cubicBezTo>
                <a:close/>
                <a:moveTo>
                  <a:pt x="1382" y="833"/>
                </a:moveTo>
                <a:cubicBezTo>
                  <a:pt x="1382" y="828"/>
                  <a:pt x="1378" y="824"/>
                  <a:pt x="1374" y="824"/>
                </a:cubicBezTo>
                <a:cubicBezTo>
                  <a:pt x="1369" y="824"/>
                  <a:pt x="1365" y="828"/>
                  <a:pt x="1365" y="833"/>
                </a:cubicBezTo>
                <a:cubicBezTo>
                  <a:pt x="1365" y="837"/>
                  <a:pt x="1369" y="841"/>
                  <a:pt x="1374" y="841"/>
                </a:cubicBezTo>
                <a:cubicBezTo>
                  <a:pt x="1378" y="841"/>
                  <a:pt x="1382" y="837"/>
                  <a:pt x="1382" y="833"/>
                </a:cubicBezTo>
                <a:close/>
                <a:moveTo>
                  <a:pt x="1408" y="833"/>
                </a:moveTo>
                <a:cubicBezTo>
                  <a:pt x="1408" y="828"/>
                  <a:pt x="1404" y="824"/>
                  <a:pt x="1399" y="824"/>
                </a:cubicBezTo>
                <a:cubicBezTo>
                  <a:pt x="1395" y="824"/>
                  <a:pt x="1391" y="828"/>
                  <a:pt x="1391" y="833"/>
                </a:cubicBezTo>
                <a:cubicBezTo>
                  <a:pt x="1391" y="837"/>
                  <a:pt x="1395" y="841"/>
                  <a:pt x="1399" y="841"/>
                </a:cubicBezTo>
                <a:cubicBezTo>
                  <a:pt x="1404" y="841"/>
                  <a:pt x="1408" y="837"/>
                  <a:pt x="1408" y="833"/>
                </a:cubicBezTo>
                <a:close/>
                <a:moveTo>
                  <a:pt x="1434" y="833"/>
                </a:moveTo>
                <a:cubicBezTo>
                  <a:pt x="1434" y="828"/>
                  <a:pt x="1430" y="824"/>
                  <a:pt x="1425" y="824"/>
                </a:cubicBezTo>
                <a:cubicBezTo>
                  <a:pt x="1420" y="824"/>
                  <a:pt x="1417" y="828"/>
                  <a:pt x="1417" y="833"/>
                </a:cubicBezTo>
                <a:cubicBezTo>
                  <a:pt x="1417" y="837"/>
                  <a:pt x="1420" y="841"/>
                  <a:pt x="1425" y="841"/>
                </a:cubicBezTo>
                <a:cubicBezTo>
                  <a:pt x="1430" y="841"/>
                  <a:pt x="1434" y="837"/>
                  <a:pt x="1434" y="833"/>
                </a:cubicBezTo>
                <a:close/>
                <a:moveTo>
                  <a:pt x="1459" y="833"/>
                </a:moveTo>
                <a:cubicBezTo>
                  <a:pt x="1459" y="828"/>
                  <a:pt x="1456" y="824"/>
                  <a:pt x="1451" y="824"/>
                </a:cubicBezTo>
                <a:cubicBezTo>
                  <a:pt x="1446" y="824"/>
                  <a:pt x="1442" y="828"/>
                  <a:pt x="1442" y="833"/>
                </a:cubicBezTo>
                <a:cubicBezTo>
                  <a:pt x="1442" y="837"/>
                  <a:pt x="1446" y="841"/>
                  <a:pt x="1451" y="841"/>
                </a:cubicBezTo>
                <a:cubicBezTo>
                  <a:pt x="1456" y="841"/>
                  <a:pt x="1459" y="837"/>
                  <a:pt x="1459" y="833"/>
                </a:cubicBezTo>
                <a:close/>
                <a:moveTo>
                  <a:pt x="1485" y="833"/>
                </a:moveTo>
                <a:cubicBezTo>
                  <a:pt x="1485" y="828"/>
                  <a:pt x="1481" y="824"/>
                  <a:pt x="1477" y="824"/>
                </a:cubicBezTo>
                <a:cubicBezTo>
                  <a:pt x="1472" y="824"/>
                  <a:pt x="1468" y="828"/>
                  <a:pt x="1468" y="833"/>
                </a:cubicBezTo>
                <a:cubicBezTo>
                  <a:pt x="1468" y="837"/>
                  <a:pt x="1472" y="841"/>
                  <a:pt x="1477" y="841"/>
                </a:cubicBezTo>
                <a:cubicBezTo>
                  <a:pt x="1481" y="841"/>
                  <a:pt x="1485" y="837"/>
                  <a:pt x="1485" y="833"/>
                </a:cubicBezTo>
                <a:close/>
                <a:moveTo>
                  <a:pt x="1511" y="833"/>
                </a:moveTo>
                <a:cubicBezTo>
                  <a:pt x="1511" y="828"/>
                  <a:pt x="1507" y="824"/>
                  <a:pt x="1502" y="824"/>
                </a:cubicBezTo>
                <a:cubicBezTo>
                  <a:pt x="1498" y="824"/>
                  <a:pt x="1494" y="828"/>
                  <a:pt x="1494" y="833"/>
                </a:cubicBezTo>
                <a:cubicBezTo>
                  <a:pt x="1494" y="837"/>
                  <a:pt x="1498" y="841"/>
                  <a:pt x="1502" y="841"/>
                </a:cubicBezTo>
                <a:cubicBezTo>
                  <a:pt x="1507" y="841"/>
                  <a:pt x="1511" y="837"/>
                  <a:pt x="1511" y="833"/>
                </a:cubicBezTo>
                <a:close/>
                <a:moveTo>
                  <a:pt x="1563" y="833"/>
                </a:moveTo>
                <a:cubicBezTo>
                  <a:pt x="1563" y="828"/>
                  <a:pt x="1559" y="824"/>
                  <a:pt x="1554" y="824"/>
                </a:cubicBezTo>
                <a:cubicBezTo>
                  <a:pt x="1549" y="824"/>
                  <a:pt x="1545" y="828"/>
                  <a:pt x="1545" y="833"/>
                </a:cubicBezTo>
                <a:cubicBezTo>
                  <a:pt x="1545" y="837"/>
                  <a:pt x="1549" y="841"/>
                  <a:pt x="1554" y="841"/>
                </a:cubicBezTo>
                <a:cubicBezTo>
                  <a:pt x="1559" y="841"/>
                  <a:pt x="1563" y="837"/>
                  <a:pt x="1563" y="833"/>
                </a:cubicBezTo>
                <a:close/>
                <a:moveTo>
                  <a:pt x="1588" y="833"/>
                </a:moveTo>
                <a:cubicBezTo>
                  <a:pt x="1588" y="828"/>
                  <a:pt x="1584" y="824"/>
                  <a:pt x="1580" y="824"/>
                </a:cubicBezTo>
                <a:cubicBezTo>
                  <a:pt x="1575" y="824"/>
                  <a:pt x="1571" y="828"/>
                  <a:pt x="1571" y="833"/>
                </a:cubicBezTo>
                <a:cubicBezTo>
                  <a:pt x="1571" y="837"/>
                  <a:pt x="1575" y="841"/>
                  <a:pt x="1580" y="841"/>
                </a:cubicBezTo>
                <a:cubicBezTo>
                  <a:pt x="1584" y="841"/>
                  <a:pt x="1588" y="837"/>
                  <a:pt x="1588" y="833"/>
                </a:cubicBezTo>
                <a:close/>
                <a:moveTo>
                  <a:pt x="1614" y="833"/>
                </a:moveTo>
                <a:cubicBezTo>
                  <a:pt x="1614" y="828"/>
                  <a:pt x="1610" y="824"/>
                  <a:pt x="1605" y="824"/>
                </a:cubicBezTo>
                <a:cubicBezTo>
                  <a:pt x="1601" y="824"/>
                  <a:pt x="1597" y="828"/>
                  <a:pt x="1597" y="833"/>
                </a:cubicBezTo>
                <a:cubicBezTo>
                  <a:pt x="1597" y="837"/>
                  <a:pt x="1601" y="841"/>
                  <a:pt x="1605" y="841"/>
                </a:cubicBezTo>
                <a:cubicBezTo>
                  <a:pt x="1610" y="841"/>
                  <a:pt x="1614" y="837"/>
                  <a:pt x="1614" y="833"/>
                </a:cubicBezTo>
                <a:close/>
                <a:moveTo>
                  <a:pt x="1640" y="833"/>
                </a:moveTo>
                <a:cubicBezTo>
                  <a:pt x="1640" y="828"/>
                  <a:pt x="1636" y="824"/>
                  <a:pt x="1631" y="824"/>
                </a:cubicBezTo>
                <a:cubicBezTo>
                  <a:pt x="1626" y="824"/>
                  <a:pt x="1623" y="828"/>
                  <a:pt x="1623" y="833"/>
                </a:cubicBezTo>
                <a:cubicBezTo>
                  <a:pt x="1623" y="837"/>
                  <a:pt x="1626" y="841"/>
                  <a:pt x="1631" y="841"/>
                </a:cubicBezTo>
                <a:cubicBezTo>
                  <a:pt x="1636" y="841"/>
                  <a:pt x="1640" y="837"/>
                  <a:pt x="1640" y="833"/>
                </a:cubicBezTo>
                <a:close/>
                <a:moveTo>
                  <a:pt x="1691" y="833"/>
                </a:moveTo>
                <a:cubicBezTo>
                  <a:pt x="1691" y="828"/>
                  <a:pt x="1687" y="824"/>
                  <a:pt x="1683" y="824"/>
                </a:cubicBezTo>
                <a:cubicBezTo>
                  <a:pt x="1678" y="824"/>
                  <a:pt x="1674" y="828"/>
                  <a:pt x="1674" y="833"/>
                </a:cubicBezTo>
                <a:cubicBezTo>
                  <a:pt x="1674" y="837"/>
                  <a:pt x="1678" y="841"/>
                  <a:pt x="1683" y="841"/>
                </a:cubicBezTo>
                <a:cubicBezTo>
                  <a:pt x="1687" y="841"/>
                  <a:pt x="1691" y="837"/>
                  <a:pt x="1691" y="833"/>
                </a:cubicBezTo>
                <a:close/>
                <a:moveTo>
                  <a:pt x="1717" y="833"/>
                </a:moveTo>
                <a:cubicBezTo>
                  <a:pt x="1717" y="828"/>
                  <a:pt x="1713" y="824"/>
                  <a:pt x="1708" y="824"/>
                </a:cubicBezTo>
                <a:cubicBezTo>
                  <a:pt x="1704" y="824"/>
                  <a:pt x="1700" y="828"/>
                  <a:pt x="1700" y="833"/>
                </a:cubicBezTo>
                <a:cubicBezTo>
                  <a:pt x="1700" y="837"/>
                  <a:pt x="1704" y="841"/>
                  <a:pt x="1708" y="841"/>
                </a:cubicBezTo>
                <a:cubicBezTo>
                  <a:pt x="1713" y="841"/>
                  <a:pt x="1717" y="837"/>
                  <a:pt x="1717" y="833"/>
                </a:cubicBezTo>
                <a:close/>
                <a:moveTo>
                  <a:pt x="1743" y="833"/>
                </a:moveTo>
                <a:cubicBezTo>
                  <a:pt x="1743" y="828"/>
                  <a:pt x="1739" y="824"/>
                  <a:pt x="1734" y="824"/>
                </a:cubicBezTo>
                <a:cubicBezTo>
                  <a:pt x="1730" y="824"/>
                  <a:pt x="1726" y="828"/>
                  <a:pt x="1726" y="833"/>
                </a:cubicBezTo>
                <a:cubicBezTo>
                  <a:pt x="1726" y="837"/>
                  <a:pt x="1730" y="841"/>
                  <a:pt x="1734" y="841"/>
                </a:cubicBezTo>
                <a:cubicBezTo>
                  <a:pt x="1739" y="841"/>
                  <a:pt x="1743" y="837"/>
                  <a:pt x="1743" y="833"/>
                </a:cubicBezTo>
                <a:close/>
                <a:moveTo>
                  <a:pt x="1769" y="833"/>
                </a:moveTo>
                <a:cubicBezTo>
                  <a:pt x="1769" y="828"/>
                  <a:pt x="1765" y="824"/>
                  <a:pt x="1760" y="824"/>
                </a:cubicBezTo>
                <a:cubicBezTo>
                  <a:pt x="1755" y="824"/>
                  <a:pt x="1751" y="828"/>
                  <a:pt x="1751" y="833"/>
                </a:cubicBezTo>
                <a:cubicBezTo>
                  <a:pt x="1751" y="837"/>
                  <a:pt x="1755" y="841"/>
                  <a:pt x="1760" y="841"/>
                </a:cubicBezTo>
                <a:cubicBezTo>
                  <a:pt x="1765" y="841"/>
                  <a:pt x="1769" y="837"/>
                  <a:pt x="1769" y="833"/>
                </a:cubicBezTo>
                <a:close/>
                <a:moveTo>
                  <a:pt x="1794" y="833"/>
                </a:moveTo>
                <a:cubicBezTo>
                  <a:pt x="1794" y="828"/>
                  <a:pt x="1791" y="824"/>
                  <a:pt x="1786" y="824"/>
                </a:cubicBezTo>
                <a:cubicBezTo>
                  <a:pt x="1781" y="824"/>
                  <a:pt x="1777" y="828"/>
                  <a:pt x="1777" y="833"/>
                </a:cubicBezTo>
                <a:cubicBezTo>
                  <a:pt x="1777" y="837"/>
                  <a:pt x="1781" y="841"/>
                  <a:pt x="1786" y="841"/>
                </a:cubicBezTo>
                <a:cubicBezTo>
                  <a:pt x="1791" y="841"/>
                  <a:pt x="1794" y="837"/>
                  <a:pt x="1794" y="833"/>
                </a:cubicBezTo>
                <a:close/>
                <a:moveTo>
                  <a:pt x="1820" y="833"/>
                </a:moveTo>
                <a:cubicBezTo>
                  <a:pt x="1820" y="828"/>
                  <a:pt x="1816" y="824"/>
                  <a:pt x="1812" y="824"/>
                </a:cubicBezTo>
                <a:cubicBezTo>
                  <a:pt x="1807" y="824"/>
                  <a:pt x="1803" y="828"/>
                  <a:pt x="1803" y="833"/>
                </a:cubicBezTo>
                <a:cubicBezTo>
                  <a:pt x="1803" y="837"/>
                  <a:pt x="1807" y="841"/>
                  <a:pt x="1812" y="841"/>
                </a:cubicBezTo>
                <a:cubicBezTo>
                  <a:pt x="1816" y="841"/>
                  <a:pt x="1820" y="837"/>
                  <a:pt x="1820" y="833"/>
                </a:cubicBezTo>
                <a:close/>
                <a:moveTo>
                  <a:pt x="1846" y="833"/>
                </a:moveTo>
                <a:cubicBezTo>
                  <a:pt x="1846" y="828"/>
                  <a:pt x="1842" y="824"/>
                  <a:pt x="1837" y="824"/>
                </a:cubicBezTo>
                <a:cubicBezTo>
                  <a:pt x="1833" y="824"/>
                  <a:pt x="1829" y="828"/>
                  <a:pt x="1829" y="833"/>
                </a:cubicBezTo>
                <a:cubicBezTo>
                  <a:pt x="1829" y="837"/>
                  <a:pt x="1833" y="841"/>
                  <a:pt x="1837" y="841"/>
                </a:cubicBezTo>
                <a:cubicBezTo>
                  <a:pt x="1842" y="841"/>
                  <a:pt x="1846" y="837"/>
                  <a:pt x="1846" y="833"/>
                </a:cubicBezTo>
                <a:close/>
                <a:moveTo>
                  <a:pt x="1872" y="833"/>
                </a:moveTo>
                <a:cubicBezTo>
                  <a:pt x="1872" y="828"/>
                  <a:pt x="1868" y="824"/>
                  <a:pt x="1863" y="824"/>
                </a:cubicBezTo>
                <a:cubicBezTo>
                  <a:pt x="1858" y="824"/>
                  <a:pt x="1854" y="828"/>
                  <a:pt x="1854" y="833"/>
                </a:cubicBezTo>
                <a:cubicBezTo>
                  <a:pt x="1854" y="837"/>
                  <a:pt x="1858" y="841"/>
                  <a:pt x="1863" y="841"/>
                </a:cubicBezTo>
                <a:cubicBezTo>
                  <a:pt x="1868" y="841"/>
                  <a:pt x="1872" y="837"/>
                  <a:pt x="1872" y="833"/>
                </a:cubicBezTo>
                <a:close/>
                <a:moveTo>
                  <a:pt x="1897" y="833"/>
                </a:moveTo>
                <a:cubicBezTo>
                  <a:pt x="1897" y="828"/>
                  <a:pt x="1894" y="824"/>
                  <a:pt x="1889" y="824"/>
                </a:cubicBezTo>
                <a:cubicBezTo>
                  <a:pt x="1884" y="824"/>
                  <a:pt x="1880" y="828"/>
                  <a:pt x="1880" y="833"/>
                </a:cubicBezTo>
                <a:cubicBezTo>
                  <a:pt x="1880" y="837"/>
                  <a:pt x="1884" y="841"/>
                  <a:pt x="1889" y="841"/>
                </a:cubicBezTo>
                <a:cubicBezTo>
                  <a:pt x="1894" y="841"/>
                  <a:pt x="1897" y="837"/>
                  <a:pt x="1897" y="833"/>
                </a:cubicBezTo>
                <a:close/>
                <a:moveTo>
                  <a:pt x="1923" y="833"/>
                </a:moveTo>
                <a:cubicBezTo>
                  <a:pt x="1923" y="828"/>
                  <a:pt x="1919" y="824"/>
                  <a:pt x="1915" y="824"/>
                </a:cubicBezTo>
                <a:cubicBezTo>
                  <a:pt x="1910" y="824"/>
                  <a:pt x="1906" y="828"/>
                  <a:pt x="1906" y="833"/>
                </a:cubicBezTo>
                <a:cubicBezTo>
                  <a:pt x="1906" y="837"/>
                  <a:pt x="1910" y="841"/>
                  <a:pt x="1915" y="841"/>
                </a:cubicBezTo>
                <a:cubicBezTo>
                  <a:pt x="1919" y="841"/>
                  <a:pt x="1923" y="837"/>
                  <a:pt x="1923" y="833"/>
                </a:cubicBezTo>
                <a:close/>
                <a:moveTo>
                  <a:pt x="1949" y="833"/>
                </a:moveTo>
                <a:cubicBezTo>
                  <a:pt x="1949" y="828"/>
                  <a:pt x="1945" y="824"/>
                  <a:pt x="1940" y="824"/>
                </a:cubicBezTo>
                <a:cubicBezTo>
                  <a:pt x="1936" y="824"/>
                  <a:pt x="1932" y="828"/>
                  <a:pt x="1932" y="833"/>
                </a:cubicBezTo>
                <a:cubicBezTo>
                  <a:pt x="1932" y="837"/>
                  <a:pt x="1936" y="841"/>
                  <a:pt x="1940" y="841"/>
                </a:cubicBezTo>
                <a:cubicBezTo>
                  <a:pt x="1945" y="841"/>
                  <a:pt x="1949" y="837"/>
                  <a:pt x="1949" y="833"/>
                </a:cubicBezTo>
                <a:close/>
                <a:moveTo>
                  <a:pt x="1975" y="833"/>
                </a:moveTo>
                <a:cubicBezTo>
                  <a:pt x="1975" y="828"/>
                  <a:pt x="1971" y="824"/>
                  <a:pt x="1966" y="824"/>
                </a:cubicBezTo>
                <a:cubicBezTo>
                  <a:pt x="1961" y="824"/>
                  <a:pt x="1957" y="828"/>
                  <a:pt x="1957" y="833"/>
                </a:cubicBezTo>
                <a:cubicBezTo>
                  <a:pt x="1957" y="837"/>
                  <a:pt x="1961" y="841"/>
                  <a:pt x="1966" y="841"/>
                </a:cubicBezTo>
                <a:cubicBezTo>
                  <a:pt x="1971" y="841"/>
                  <a:pt x="1975" y="837"/>
                  <a:pt x="1975" y="833"/>
                </a:cubicBezTo>
                <a:close/>
                <a:moveTo>
                  <a:pt x="2000" y="833"/>
                </a:moveTo>
                <a:cubicBezTo>
                  <a:pt x="2000" y="828"/>
                  <a:pt x="1997" y="824"/>
                  <a:pt x="1992" y="824"/>
                </a:cubicBezTo>
                <a:cubicBezTo>
                  <a:pt x="1987" y="824"/>
                  <a:pt x="1983" y="828"/>
                  <a:pt x="1983" y="833"/>
                </a:cubicBezTo>
                <a:cubicBezTo>
                  <a:pt x="1983" y="837"/>
                  <a:pt x="1987" y="841"/>
                  <a:pt x="1992" y="841"/>
                </a:cubicBezTo>
                <a:cubicBezTo>
                  <a:pt x="1997" y="841"/>
                  <a:pt x="2000" y="837"/>
                  <a:pt x="2000" y="833"/>
                </a:cubicBezTo>
                <a:close/>
                <a:moveTo>
                  <a:pt x="2026" y="833"/>
                </a:moveTo>
                <a:cubicBezTo>
                  <a:pt x="2026" y="828"/>
                  <a:pt x="2022" y="824"/>
                  <a:pt x="2018" y="824"/>
                </a:cubicBezTo>
                <a:cubicBezTo>
                  <a:pt x="2013" y="824"/>
                  <a:pt x="2009" y="828"/>
                  <a:pt x="2009" y="833"/>
                </a:cubicBezTo>
                <a:cubicBezTo>
                  <a:pt x="2009" y="837"/>
                  <a:pt x="2013" y="841"/>
                  <a:pt x="2018" y="841"/>
                </a:cubicBezTo>
                <a:cubicBezTo>
                  <a:pt x="2022" y="841"/>
                  <a:pt x="2026" y="837"/>
                  <a:pt x="2026" y="833"/>
                </a:cubicBezTo>
                <a:close/>
                <a:moveTo>
                  <a:pt x="2052" y="833"/>
                </a:moveTo>
                <a:cubicBezTo>
                  <a:pt x="2052" y="828"/>
                  <a:pt x="2048" y="824"/>
                  <a:pt x="2043" y="824"/>
                </a:cubicBezTo>
                <a:cubicBezTo>
                  <a:pt x="2039" y="824"/>
                  <a:pt x="2035" y="828"/>
                  <a:pt x="2035" y="833"/>
                </a:cubicBezTo>
                <a:cubicBezTo>
                  <a:pt x="2035" y="837"/>
                  <a:pt x="2039" y="841"/>
                  <a:pt x="2043" y="841"/>
                </a:cubicBezTo>
                <a:cubicBezTo>
                  <a:pt x="2048" y="841"/>
                  <a:pt x="2052" y="837"/>
                  <a:pt x="2052" y="833"/>
                </a:cubicBezTo>
                <a:close/>
                <a:moveTo>
                  <a:pt x="2078" y="833"/>
                </a:moveTo>
                <a:cubicBezTo>
                  <a:pt x="2078" y="828"/>
                  <a:pt x="2074" y="824"/>
                  <a:pt x="2069" y="824"/>
                </a:cubicBezTo>
                <a:cubicBezTo>
                  <a:pt x="2064" y="824"/>
                  <a:pt x="2061" y="828"/>
                  <a:pt x="2061" y="833"/>
                </a:cubicBezTo>
                <a:cubicBezTo>
                  <a:pt x="2061" y="837"/>
                  <a:pt x="2064" y="841"/>
                  <a:pt x="2069" y="841"/>
                </a:cubicBezTo>
                <a:cubicBezTo>
                  <a:pt x="2074" y="841"/>
                  <a:pt x="2078" y="837"/>
                  <a:pt x="2078" y="833"/>
                </a:cubicBezTo>
                <a:close/>
                <a:moveTo>
                  <a:pt x="2103" y="833"/>
                </a:moveTo>
                <a:cubicBezTo>
                  <a:pt x="2103" y="828"/>
                  <a:pt x="2100" y="824"/>
                  <a:pt x="2095" y="824"/>
                </a:cubicBezTo>
                <a:cubicBezTo>
                  <a:pt x="2090" y="824"/>
                  <a:pt x="2086" y="828"/>
                  <a:pt x="2086" y="833"/>
                </a:cubicBezTo>
                <a:cubicBezTo>
                  <a:pt x="2086" y="837"/>
                  <a:pt x="2090" y="841"/>
                  <a:pt x="2095" y="841"/>
                </a:cubicBezTo>
                <a:cubicBezTo>
                  <a:pt x="2100" y="841"/>
                  <a:pt x="2103" y="837"/>
                  <a:pt x="2103" y="833"/>
                </a:cubicBezTo>
                <a:close/>
                <a:moveTo>
                  <a:pt x="2129" y="833"/>
                </a:moveTo>
                <a:cubicBezTo>
                  <a:pt x="2129" y="828"/>
                  <a:pt x="2125" y="824"/>
                  <a:pt x="2121" y="824"/>
                </a:cubicBezTo>
                <a:cubicBezTo>
                  <a:pt x="2116" y="824"/>
                  <a:pt x="2112" y="828"/>
                  <a:pt x="2112" y="833"/>
                </a:cubicBezTo>
                <a:cubicBezTo>
                  <a:pt x="2112" y="837"/>
                  <a:pt x="2116" y="841"/>
                  <a:pt x="2121" y="841"/>
                </a:cubicBezTo>
                <a:cubicBezTo>
                  <a:pt x="2125" y="841"/>
                  <a:pt x="2129" y="837"/>
                  <a:pt x="2129" y="833"/>
                </a:cubicBezTo>
                <a:close/>
                <a:moveTo>
                  <a:pt x="2155" y="833"/>
                </a:moveTo>
                <a:cubicBezTo>
                  <a:pt x="2155" y="828"/>
                  <a:pt x="2151" y="824"/>
                  <a:pt x="2146" y="824"/>
                </a:cubicBezTo>
                <a:cubicBezTo>
                  <a:pt x="2142" y="824"/>
                  <a:pt x="2138" y="828"/>
                  <a:pt x="2138" y="833"/>
                </a:cubicBezTo>
                <a:cubicBezTo>
                  <a:pt x="2138" y="837"/>
                  <a:pt x="2142" y="841"/>
                  <a:pt x="2146" y="841"/>
                </a:cubicBezTo>
                <a:cubicBezTo>
                  <a:pt x="2151" y="841"/>
                  <a:pt x="2155" y="837"/>
                  <a:pt x="2155" y="833"/>
                </a:cubicBezTo>
                <a:close/>
                <a:moveTo>
                  <a:pt x="2181" y="833"/>
                </a:moveTo>
                <a:cubicBezTo>
                  <a:pt x="2181" y="828"/>
                  <a:pt x="2177" y="824"/>
                  <a:pt x="2172" y="824"/>
                </a:cubicBezTo>
                <a:cubicBezTo>
                  <a:pt x="2167" y="824"/>
                  <a:pt x="2164" y="828"/>
                  <a:pt x="2164" y="833"/>
                </a:cubicBezTo>
                <a:cubicBezTo>
                  <a:pt x="2164" y="837"/>
                  <a:pt x="2167" y="841"/>
                  <a:pt x="2172" y="841"/>
                </a:cubicBezTo>
                <a:cubicBezTo>
                  <a:pt x="2177" y="841"/>
                  <a:pt x="2181" y="837"/>
                  <a:pt x="2181" y="833"/>
                </a:cubicBezTo>
                <a:close/>
                <a:moveTo>
                  <a:pt x="455" y="858"/>
                </a:moveTo>
                <a:cubicBezTo>
                  <a:pt x="455" y="854"/>
                  <a:pt x="451" y="850"/>
                  <a:pt x="446" y="850"/>
                </a:cubicBezTo>
                <a:cubicBezTo>
                  <a:pt x="442" y="850"/>
                  <a:pt x="438" y="854"/>
                  <a:pt x="438" y="858"/>
                </a:cubicBezTo>
                <a:cubicBezTo>
                  <a:pt x="438" y="863"/>
                  <a:pt x="442" y="867"/>
                  <a:pt x="446" y="867"/>
                </a:cubicBezTo>
                <a:cubicBezTo>
                  <a:pt x="451" y="867"/>
                  <a:pt x="455" y="863"/>
                  <a:pt x="455" y="858"/>
                </a:cubicBezTo>
                <a:close/>
                <a:moveTo>
                  <a:pt x="481" y="858"/>
                </a:moveTo>
                <a:cubicBezTo>
                  <a:pt x="481" y="854"/>
                  <a:pt x="477" y="850"/>
                  <a:pt x="472" y="850"/>
                </a:cubicBezTo>
                <a:cubicBezTo>
                  <a:pt x="467" y="850"/>
                  <a:pt x="463" y="854"/>
                  <a:pt x="463" y="858"/>
                </a:cubicBezTo>
                <a:cubicBezTo>
                  <a:pt x="463" y="863"/>
                  <a:pt x="467" y="867"/>
                  <a:pt x="472" y="867"/>
                </a:cubicBezTo>
                <a:cubicBezTo>
                  <a:pt x="477" y="867"/>
                  <a:pt x="481" y="863"/>
                  <a:pt x="481" y="858"/>
                </a:cubicBezTo>
                <a:close/>
                <a:moveTo>
                  <a:pt x="506" y="858"/>
                </a:moveTo>
                <a:cubicBezTo>
                  <a:pt x="506" y="854"/>
                  <a:pt x="503" y="850"/>
                  <a:pt x="498" y="850"/>
                </a:cubicBezTo>
                <a:cubicBezTo>
                  <a:pt x="493" y="850"/>
                  <a:pt x="489" y="854"/>
                  <a:pt x="489" y="858"/>
                </a:cubicBezTo>
                <a:cubicBezTo>
                  <a:pt x="489" y="863"/>
                  <a:pt x="493" y="867"/>
                  <a:pt x="498" y="867"/>
                </a:cubicBezTo>
                <a:cubicBezTo>
                  <a:pt x="503" y="867"/>
                  <a:pt x="506" y="863"/>
                  <a:pt x="506" y="858"/>
                </a:cubicBezTo>
                <a:close/>
                <a:moveTo>
                  <a:pt x="532" y="858"/>
                </a:moveTo>
                <a:cubicBezTo>
                  <a:pt x="532" y="854"/>
                  <a:pt x="528" y="850"/>
                  <a:pt x="524" y="850"/>
                </a:cubicBezTo>
                <a:cubicBezTo>
                  <a:pt x="519" y="850"/>
                  <a:pt x="515" y="854"/>
                  <a:pt x="515" y="858"/>
                </a:cubicBezTo>
                <a:cubicBezTo>
                  <a:pt x="515" y="863"/>
                  <a:pt x="519" y="867"/>
                  <a:pt x="524" y="867"/>
                </a:cubicBezTo>
                <a:cubicBezTo>
                  <a:pt x="528" y="867"/>
                  <a:pt x="532" y="863"/>
                  <a:pt x="532" y="858"/>
                </a:cubicBezTo>
                <a:close/>
                <a:moveTo>
                  <a:pt x="635" y="858"/>
                </a:moveTo>
                <a:cubicBezTo>
                  <a:pt x="635" y="854"/>
                  <a:pt x="631" y="850"/>
                  <a:pt x="627" y="850"/>
                </a:cubicBezTo>
                <a:cubicBezTo>
                  <a:pt x="622" y="850"/>
                  <a:pt x="618" y="854"/>
                  <a:pt x="618" y="858"/>
                </a:cubicBezTo>
                <a:cubicBezTo>
                  <a:pt x="618" y="863"/>
                  <a:pt x="622" y="867"/>
                  <a:pt x="627" y="867"/>
                </a:cubicBezTo>
                <a:cubicBezTo>
                  <a:pt x="631" y="867"/>
                  <a:pt x="635" y="863"/>
                  <a:pt x="635" y="858"/>
                </a:cubicBezTo>
                <a:close/>
                <a:moveTo>
                  <a:pt x="1176" y="858"/>
                </a:moveTo>
                <a:cubicBezTo>
                  <a:pt x="1176" y="854"/>
                  <a:pt x="1172" y="850"/>
                  <a:pt x="1168" y="850"/>
                </a:cubicBezTo>
                <a:cubicBezTo>
                  <a:pt x="1163" y="850"/>
                  <a:pt x="1159" y="854"/>
                  <a:pt x="1159" y="858"/>
                </a:cubicBezTo>
                <a:cubicBezTo>
                  <a:pt x="1159" y="863"/>
                  <a:pt x="1163" y="867"/>
                  <a:pt x="1168" y="867"/>
                </a:cubicBezTo>
                <a:cubicBezTo>
                  <a:pt x="1172" y="867"/>
                  <a:pt x="1176" y="863"/>
                  <a:pt x="1176" y="858"/>
                </a:cubicBezTo>
                <a:close/>
                <a:moveTo>
                  <a:pt x="1202" y="858"/>
                </a:moveTo>
                <a:cubicBezTo>
                  <a:pt x="1202" y="854"/>
                  <a:pt x="1198" y="850"/>
                  <a:pt x="1193" y="850"/>
                </a:cubicBezTo>
                <a:cubicBezTo>
                  <a:pt x="1189" y="850"/>
                  <a:pt x="1185" y="854"/>
                  <a:pt x="1185" y="858"/>
                </a:cubicBezTo>
                <a:cubicBezTo>
                  <a:pt x="1185" y="863"/>
                  <a:pt x="1189" y="867"/>
                  <a:pt x="1193" y="867"/>
                </a:cubicBezTo>
                <a:cubicBezTo>
                  <a:pt x="1198" y="867"/>
                  <a:pt x="1202" y="863"/>
                  <a:pt x="1202" y="858"/>
                </a:cubicBezTo>
                <a:close/>
                <a:moveTo>
                  <a:pt x="1228" y="858"/>
                </a:moveTo>
                <a:cubicBezTo>
                  <a:pt x="1228" y="854"/>
                  <a:pt x="1224" y="850"/>
                  <a:pt x="1219" y="850"/>
                </a:cubicBezTo>
                <a:cubicBezTo>
                  <a:pt x="1214" y="850"/>
                  <a:pt x="1210" y="854"/>
                  <a:pt x="1210" y="858"/>
                </a:cubicBezTo>
                <a:cubicBezTo>
                  <a:pt x="1210" y="863"/>
                  <a:pt x="1214" y="867"/>
                  <a:pt x="1219" y="867"/>
                </a:cubicBezTo>
                <a:cubicBezTo>
                  <a:pt x="1224" y="867"/>
                  <a:pt x="1228" y="863"/>
                  <a:pt x="1228" y="858"/>
                </a:cubicBezTo>
                <a:close/>
                <a:moveTo>
                  <a:pt x="1253" y="858"/>
                </a:moveTo>
                <a:cubicBezTo>
                  <a:pt x="1253" y="854"/>
                  <a:pt x="1250" y="850"/>
                  <a:pt x="1245" y="850"/>
                </a:cubicBezTo>
                <a:cubicBezTo>
                  <a:pt x="1240" y="850"/>
                  <a:pt x="1236" y="854"/>
                  <a:pt x="1236" y="858"/>
                </a:cubicBezTo>
                <a:cubicBezTo>
                  <a:pt x="1236" y="863"/>
                  <a:pt x="1240" y="867"/>
                  <a:pt x="1245" y="867"/>
                </a:cubicBezTo>
                <a:cubicBezTo>
                  <a:pt x="1250" y="867"/>
                  <a:pt x="1253" y="863"/>
                  <a:pt x="1253" y="858"/>
                </a:cubicBezTo>
                <a:close/>
                <a:moveTo>
                  <a:pt x="1279" y="858"/>
                </a:moveTo>
                <a:cubicBezTo>
                  <a:pt x="1279" y="854"/>
                  <a:pt x="1275" y="850"/>
                  <a:pt x="1271" y="850"/>
                </a:cubicBezTo>
                <a:cubicBezTo>
                  <a:pt x="1266" y="850"/>
                  <a:pt x="1262" y="854"/>
                  <a:pt x="1262" y="858"/>
                </a:cubicBezTo>
                <a:cubicBezTo>
                  <a:pt x="1262" y="863"/>
                  <a:pt x="1266" y="867"/>
                  <a:pt x="1271" y="867"/>
                </a:cubicBezTo>
                <a:cubicBezTo>
                  <a:pt x="1275" y="867"/>
                  <a:pt x="1279" y="863"/>
                  <a:pt x="1279" y="858"/>
                </a:cubicBezTo>
                <a:close/>
                <a:moveTo>
                  <a:pt x="1305" y="858"/>
                </a:moveTo>
                <a:cubicBezTo>
                  <a:pt x="1305" y="854"/>
                  <a:pt x="1301" y="850"/>
                  <a:pt x="1296" y="850"/>
                </a:cubicBezTo>
                <a:cubicBezTo>
                  <a:pt x="1292" y="850"/>
                  <a:pt x="1288" y="854"/>
                  <a:pt x="1288" y="858"/>
                </a:cubicBezTo>
                <a:cubicBezTo>
                  <a:pt x="1288" y="863"/>
                  <a:pt x="1292" y="867"/>
                  <a:pt x="1296" y="867"/>
                </a:cubicBezTo>
                <a:cubicBezTo>
                  <a:pt x="1301" y="867"/>
                  <a:pt x="1305" y="863"/>
                  <a:pt x="1305" y="858"/>
                </a:cubicBezTo>
                <a:close/>
                <a:moveTo>
                  <a:pt x="1331" y="858"/>
                </a:moveTo>
                <a:cubicBezTo>
                  <a:pt x="1331" y="854"/>
                  <a:pt x="1327" y="850"/>
                  <a:pt x="1322" y="850"/>
                </a:cubicBezTo>
                <a:cubicBezTo>
                  <a:pt x="1317" y="850"/>
                  <a:pt x="1314" y="854"/>
                  <a:pt x="1314" y="858"/>
                </a:cubicBezTo>
                <a:cubicBezTo>
                  <a:pt x="1314" y="863"/>
                  <a:pt x="1317" y="867"/>
                  <a:pt x="1322" y="867"/>
                </a:cubicBezTo>
                <a:cubicBezTo>
                  <a:pt x="1327" y="867"/>
                  <a:pt x="1331" y="863"/>
                  <a:pt x="1331" y="858"/>
                </a:cubicBezTo>
                <a:close/>
                <a:moveTo>
                  <a:pt x="1356" y="858"/>
                </a:moveTo>
                <a:cubicBezTo>
                  <a:pt x="1356" y="854"/>
                  <a:pt x="1353" y="850"/>
                  <a:pt x="1348" y="850"/>
                </a:cubicBezTo>
                <a:cubicBezTo>
                  <a:pt x="1343" y="850"/>
                  <a:pt x="1339" y="854"/>
                  <a:pt x="1339" y="858"/>
                </a:cubicBezTo>
                <a:cubicBezTo>
                  <a:pt x="1339" y="863"/>
                  <a:pt x="1343" y="867"/>
                  <a:pt x="1348" y="867"/>
                </a:cubicBezTo>
                <a:cubicBezTo>
                  <a:pt x="1353" y="867"/>
                  <a:pt x="1356" y="863"/>
                  <a:pt x="1356" y="858"/>
                </a:cubicBezTo>
                <a:close/>
                <a:moveTo>
                  <a:pt x="1382" y="858"/>
                </a:moveTo>
                <a:cubicBezTo>
                  <a:pt x="1382" y="854"/>
                  <a:pt x="1378" y="850"/>
                  <a:pt x="1374" y="850"/>
                </a:cubicBezTo>
                <a:cubicBezTo>
                  <a:pt x="1369" y="850"/>
                  <a:pt x="1365" y="854"/>
                  <a:pt x="1365" y="858"/>
                </a:cubicBezTo>
                <a:cubicBezTo>
                  <a:pt x="1365" y="863"/>
                  <a:pt x="1369" y="867"/>
                  <a:pt x="1374" y="867"/>
                </a:cubicBezTo>
                <a:cubicBezTo>
                  <a:pt x="1378" y="867"/>
                  <a:pt x="1382" y="863"/>
                  <a:pt x="1382" y="858"/>
                </a:cubicBezTo>
                <a:close/>
                <a:moveTo>
                  <a:pt x="1408" y="858"/>
                </a:moveTo>
                <a:cubicBezTo>
                  <a:pt x="1408" y="854"/>
                  <a:pt x="1404" y="850"/>
                  <a:pt x="1399" y="850"/>
                </a:cubicBezTo>
                <a:cubicBezTo>
                  <a:pt x="1395" y="850"/>
                  <a:pt x="1391" y="854"/>
                  <a:pt x="1391" y="858"/>
                </a:cubicBezTo>
                <a:cubicBezTo>
                  <a:pt x="1391" y="863"/>
                  <a:pt x="1395" y="867"/>
                  <a:pt x="1399" y="867"/>
                </a:cubicBezTo>
                <a:cubicBezTo>
                  <a:pt x="1404" y="867"/>
                  <a:pt x="1408" y="863"/>
                  <a:pt x="1408" y="858"/>
                </a:cubicBezTo>
                <a:close/>
                <a:moveTo>
                  <a:pt x="1434" y="858"/>
                </a:moveTo>
                <a:cubicBezTo>
                  <a:pt x="1434" y="854"/>
                  <a:pt x="1430" y="850"/>
                  <a:pt x="1425" y="850"/>
                </a:cubicBezTo>
                <a:cubicBezTo>
                  <a:pt x="1420" y="850"/>
                  <a:pt x="1417" y="854"/>
                  <a:pt x="1417" y="858"/>
                </a:cubicBezTo>
                <a:cubicBezTo>
                  <a:pt x="1417" y="863"/>
                  <a:pt x="1420" y="867"/>
                  <a:pt x="1425" y="867"/>
                </a:cubicBezTo>
                <a:cubicBezTo>
                  <a:pt x="1430" y="867"/>
                  <a:pt x="1434" y="863"/>
                  <a:pt x="1434" y="858"/>
                </a:cubicBezTo>
                <a:close/>
                <a:moveTo>
                  <a:pt x="1459" y="858"/>
                </a:moveTo>
                <a:cubicBezTo>
                  <a:pt x="1459" y="854"/>
                  <a:pt x="1456" y="850"/>
                  <a:pt x="1451" y="850"/>
                </a:cubicBezTo>
                <a:cubicBezTo>
                  <a:pt x="1446" y="850"/>
                  <a:pt x="1442" y="854"/>
                  <a:pt x="1442" y="858"/>
                </a:cubicBezTo>
                <a:cubicBezTo>
                  <a:pt x="1442" y="863"/>
                  <a:pt x="1446" y="867"/>
                  <a:pt x="1451" y="867"/>
                </a:cubicBezTo>
                <a:cubicBezTo>
                  <a:pt x="1456" y="867"/>
                  <a:pt x="1459" y="863"/>
                  <a:pt x="1459" y="858"/>
                </a:cubicBezTo>
                <a:close/>
                <a:moveTo>
                  <a:pt x="1485" y="858"/>
                </a:moveTo>
                <a:cubicBezTo>
                  <a:pt x="1485" y="854"/>
                  <a:pt x="1481" y="850"/>
                  <a:pt x="1477" y="850"/>
                </a:cubicBezTo>
                <a:cubicBezTo>
                  <a:pt x="1472" y="850"/>
                  <a:pt x="1468" y="854"/>
                  <a:pt x="1468" y="858"/>
                </a:cubicBezTo>
                <a:cubicBezTo>
                  <a:pt x="1468" y="863"/>
                  <a:pt x="1472" y="867"/>
                  <a:pt x="1477" y="867"/>
                </a:cubicBezTo>
                <a:cubicBezTo>
                  <a:pt x="1481" y="867"/>
                  <a:pt x="1485" y="863"/>
                  <a:pt x="1485" y="858"/>
                </a:cubicBezTo>
                <a:close/>
                <a:moveTo>
                  <a:pt x="1511" y="858"/>
                </a:moveTo>
                <a:cubicBezTo>
                  <a:pt x="1511" y="854"/>
                  <a:pt x="1507" y="850"/>
                  <a:pt x="1502" y="850"/>
                </a:cubicBezTo>
                <a:cubicBezTo>
                  <a:pt x="1498" y="850"/>
                  <a:pt x="1494" y="854"/>
                  <a:pt x="1494" y="858"/>
                </a:cubicBezTo>
                <a:cubicBezTo>
                  <a:pt x="1494" y="863"/>
                  <a:pt x="1498" y="867"/>
                  <a:pt x="1502" y="867"/>
                </a:cubicBezTo>
                <a:cubicBezTo>
                  <a:pt x="1507" y="867"/>
                  <a:pt x="1511" y="863"/>
                  <a:pt x="1511" y="858"/>
                </a:cubicBezTo>
                <a:close/>
                <a:moveTo>
                  <a:pt x="1588" y="858"/>
                </a:moveTo>
                <a:cubicBezTo>
                  <a:pt x="1588" y="854"/>
                  <a:pt x="1584" y="850"/>
                  <a:pt x="1580" y="850"/>
                </a:cubicBezTo>
                <a:cubicBezTo>
                  <a:pt x="1575" y="850"/>
                  <a:pt x="1571" y="854"/>
                  <a:pt x="1571" y="858"/>
                </a:cubicBezTo>
                <a:cubicBezTo>
                  <a:pt x="1571" y="863"/>
                  <a:pt x="1575" y="867"/>
                  <a:pt x="1580" y="867"/>
                </a:cubicBezTo>
                <a:cubicBezTo>
                  <a:pt x="1584" y="867"/>
                  <a:pt x="1588" y="863"/>
                  <a:pt x="1588" y="858"/>
                </a:cubicBezTo>
                <a:close/>
                <a:moveTo>
                  <a:pt x="1614" y="858"/>
                </a:moveTo>
                <a:cubicBezTo>
                  <a:pt x="1614" y="854"/>
                  <a:pt x="1610" y="850"/>
                  <a:pt x="1605" y="850"/>
                </a:cubicBezTo>
                <a:cubicBezTo>
                  <a:pt x="1601" y="850"/>
                  <a:pt x="1597" y="854"/>
                  <a:pt x="1597" y="858"/>
                </a:cubicBezTo>
                <a:cubicBezTo>
                  <a:pt x="1597" y="863"/>
                  <a:pt x="1601" y="867"/>
                  <a:pt x="1605" y="867"/>
                </a:cubicBezTo>
                <a:cubicBezTo>
                  <a:pt x="1610" y="867"/>
                  <a:pt x="1614" y="863"/>
                  <a:pt x="1614" y="858"/>
                </a:cubicBezTo>
                <a:close/>
                <a:moveTo>
                  <a:pt x="1640" y="858"/>
                </a:moveTo>
                <a:cubicBezTo>
                  <a:pt x="1640" y="854"/>
                  <a:pt x="1636" y="850"/>
                  <a:pt x="1631" y="850"/>
                </a:cubicBezTo>
                <a:cubicBezTo>
                  <a:pt x="1626" y="850"/>
                  <a:pt x="1623" y="854"/>
                  <a:pt x="1623" y="858"/>
                </a:cubicBezTo>
                <a:cubicBezTo>
                  <a:pt x="1623" y="863"/>
                  <a:pt x="1626" y="867"/>
                  <a:pt x="1631" y="867"/>
                </a:cubicBezTo>
                <a:cubicBezTo>
                  <a:pt x="1636" y="867"/>
                  <a:pt x="1640" y="863"/>
                  <a:pt x="1640" y="858"/>
                </a:cubicBezTo>
                <a:close/>
                <a:moveTo>
                  <a:pt x="1666" y="858"/>
                </a:moveTo>
                <a:cubicBezTo>
                  <a:pt x="1666" y="854"/>
                  <a:pt x="1662" y="850"/>
                  <a:pt x="1657" y="850"/>
                </a:cubicBezTo>
                <a:cubicBezTo>
                  <a:pt x="1652" y="850"/>
                  <a:pt x="1648" y="854"/>
                  <a:pt x="1648" y="858"/>
                </a:cubicBezTo>
                <a:cubicBezTo>
                  <a:pt x="1648" y="863"/>
                  <a:pt x="1652" y="867"/>
                  <a:pt x="1657" y="867"/>
                </a:cubicBezTo>
                <a:cubicBezTo>
                  <a:pt x="1662" y="867"/>
                  <a:pt x="1666" y="863"/>
                  <a:pt x="1666" y="858"/>
                </a:cubicBezTo>
                <a:close/>
                <a:moveTo>
                  <a:pt x="1794" y="858"/>
                </a:moveTo>
                <a:cubicBezTo>
                  <a:pt x="1794" y="854"/>
                  <a:pt x="1791" y="850"/>
                  <a:pt x="1786" y="850"/>
                </a:cubicBezTo>
                <a:cubicBezTo>
                  <a:pt x="1781" y="850"/>
                  <a:pt x="1777" y="854"/>
                  <a:pt x="1777" y="858"/>
                </a:cubicBezTo>
                <a:cubicBezTo>
                  <a:pt x="1777" y="863"/>
                  <a:pt x="1781" y="867"/>
                  <a:pt x="1786" y="867"/>
                </a:cubicBezTo>
                <a:cubicBezTo>
                  <a:pt x="1791" y="867"/>
                  <a:pt x="1794" y="863"/>
                  <a:pt x="1794" y="858"/>
                </a:cubicBezTo>
                <a:close/>
                <a:moveTo>
                  <a:pt x="1820" y="858"/>
                </a:moveTo>
                <a:cubicBezTo>
                  <a:pt x="1820" y="854"/>
                  <a:pt x="1816" y="850"/>
                  <a:pt x="1812" y="850"/>
                </a:cubicBezTo>
                <a:cubicBezTo>
                  <a:pt x="1807" y="850"/>
                  <a:pt x="1803" y="854"/>
                  <a:pt x="1803" y="858"/>
                </a:cubicBezTo>
                <a:cubicBezTo>
                  <a:pt x="1803" y="863"/>
                  <a:pt x="1807" y="867"/>
                  <a:pt x="1812" y="867"/>
                </a:cubicBezTo>
                <a:cubicBezTo>
                  <a:pt x="1816" y="867"/>
                  <a:pt x="1820" y="863"/>
                  <a:pt x="1820" y="858"/>
                </a:cubicBezTo>
                <a:close/>
                <a:moveTo>
                  <a:pt x="1846" y="858"/>
                </a:moveTo>
                <a:cubicBezTo>
                  <a:pt x="1846" y="854"/>
                  <a:pt x="1842" y="850"/>
                  <a:pt x="1837" y="850"/>
                </a:cubicBezTo>
                <a:cubicBezTo>
                  <a:pt x="1833" y="850"/>
                  <a:pt x="1829" y="854"/>
                  <a:pt x="1829" y="858"/>
                </a:cubicBezTo>
                <a:cubicBezTo>
                  <a:pt x="1829" y="863"/>
                  <a:pt x="1833" y="867"/>
                  <a:pt x="1837" y="867"/>
                </a:cubicBezTo>
                <a:cubicBezTo>
                  <a:pt x="1842" y="867"/>
                  <a:pt x="1846" y="863"/>
                  <a:pt x="1846" y="858"/>
                </a:cubicBezTo>
                <a:close/>
                <a:moveTo>
                  <a:pt x="1872" y="858"/>
                </a:moveTo>
                <a:cubicBezTo>
                  <a:pt x="1872" y="854"/>
                  <a:pt x="1868" y="850"/>
                  <a:pt x="1863" y="850"/>
                </a:cubicBezTo>
                <a:cubicBezTo>
                  <a:pt x="1858" y="850"/>
                  <a:pt x="1854" y="854"/>
                  <a:pt x="1854" y="858"/>
                </a:cubicBezTo>
                <a:cubicBezTo>
                  <a:pt x="1854" y="863"/>
                  <a:pt x="1858" y="867"/>
                  <a:pt x="1863" y="867"/>
                </a:cubicBezTo>
                <a:cubicBezTo>
                  <a:pt x="1868" y="867"/>
                  <a:pt x="1872" y="863"/>
                  <a:pt x="1872" y="858"/>
                </a:cubicBezTo>
                <a:close/>
                <a:moveTo>
                  <a:pt x="1897" y="858"/>
                </a:moveTo>
                <a:cubicBezTo>
                  <a:pt x="1897" y="854"/>
                  <a:pt x="1894" y="850"/>
                  <a:pt x="1889" y="850"/>
                </a:cubicBezTo>
                <a:cubicBezTo>
                  <a:pt x="1884" y="850"/>
                  <a:pt x="1880" y="854"/>
                  <a:pt x="1880" y="858"/>
                </a:cubicBezTo>
                <a:cubicBezTo>
                  <a:pt x="1880" y="863"/>
                  <a:pt x="1884" y="867"/>
                  <a:pt x="1889" y="867"/>
                </a:cubicBezTo>
                <a:cubicBezTo>
                  <a:pt x="1894" y="867"/>
                  <a:pt x="1897" y="863"/>
                  <a:pt x="1897" y="858"/>
                </a:cubicBezTo>
                <a:close/>
                <a:moveTo>
                  <a:pt x="1923" y="858"/>
                </a:moveTo>
                <a:cubicBezTo>
                  <a:pt x="1923" y="854"/>
                  <a:pt x="1919" y="850"/>
                  <a:pt x="1915" y="850"/>
                </a:cubicBezTo>
                <a:cubicBezTo>
                  <a:pt x="1910" y="850"/>
                  <a:pt x="1906" y="854"/>
                  <a:pt x="1906" y="858"/>
                </a:cubicBezTo>
                <a:cubicBezTo>
                  <a:pt x="1906" y="863"/>
                  <a:pt x="1910" y="867"/>
                  <a:pt x="1915" y="867"/>
                </a:cubicBezTo>
                <a:cubicBezTo>
                  <a:pt x="1919" y="867"/>
                  <a:pt x="1923" y="863"/>
                  <a:pt x="1923" y="858"/>
                </a:cubicBezTo>
                <a:close/>
                <a:moveTo>
                  <a:pt x="1949" y="858"/>
                </a:moveTo>
                <a:cubicBezTo>
                  <a:pt x="1949" y="854"/>
                  <a:pt x="1945" y="850"/>
                  <a:pt x="1940" y="850"/>
                </a:cubicBezTo>
                <a:cubicBezTo>
                  <a:pt x="1936" y="850"/>
                  <a:pt x="1932" y="854"/>
                  <a:pt x="1932" y="858"/>
                </a:cubicBezTo>
                <a:cubicBezTo>
                  <a:pt x="1932" y="863"/>
                  <a:pt x="1936" y="867"/>
                  <a:pt x="1940" y="867"/>
                </a:cubicBezTo>
                <a:cubicBezTo>
                  <a:pt x="1945" y="867"/>
                  <a:pt x="1949" y="863"/>
                  <a:pt x="1949" y="858"/>
                </a:cubicBezTo>
                <a:close/>
                <a:moveTo>
                  <a:pt x="1975" y="858"/>
                </a:moveTo>
                <a:cubicBezTo>
                  <a:pt x="1975" y="854"/>
                  <a:pt x="1971" y="850"/>
                  <a:pt x="1966" y="850"/>
                </a:cubicBezTo>
                <a:cubicBezTo>
                  <a:pt x="1961" y="850"/>
                  <a:pt x="1957" y="854"/>
                  <a:pt x="1957" y="858"/>
                </a:cubicBezTo>
                <a:cubicBezTo>
                  <a:pt x="1957" y="863"/>
                  <a:pt x="1961" y="867"/>
                  <a:pt x="1966" y="867"/>
                </a:cubicBezTo>
                <a:cubicBezTo>
                  <a:pt x="1971" y="867"/>
                  <a:pt x="1975" y="863"/>
                  <a:pt x="1975" y="858"/>
                </a:cubicBezTo>
                <a:close/>
                <a:moveTo>
                  <a:pt x="2000" y="858"/>
                </a:moveTo>
                <a:cubicBezTo>
                  <a:pt x="2000" y="854"/>
                  <a:pt x="1997" y="850"/>
                  <a:pt x="1992" y="850"/>
                </a:cubicBezTo>
                <a:cubicBezTo>
                  <a:pt x="1987" y="850"/>
                  <a:pt x="1983" y="854"/>
                  <a:pt x="1983" y="858"/>
                </a:cubicBezTo>
                <a:cubicBezTo>
                  <a:pt x="1983" y="863"/>
                  <a:pt x="1987" y="867"/>
                  <a:pt x="1992" y="867"/>
                </a:cubicBezTo>
                <a:cubicBezTo>
                  <a:pt x="1997" y="867"/>
                  <a:pt x="2000" y="863"/>
                  <a:pt x="2000" y="858"/>
                </a:cubicBezTo>
                <a:close/>
                <a:moveTo>
                  <a:pt x="2026" y="858"/>
                </a:moveTo>
                <a:cubicBezTo>
                  <a:pt x="2026" y="854"/>
                  <a:pt x="2022" y="850"/>
                  <a:pt x="2018" y="850"/>
                </a:cubicBezTo>
                <a:cubicBezTo>
                  <a:pt x="2013" y="850"/>
                  <a:pt x="2009" y="854"/>
                  <a:pt x="2009" y="858"/>
                </a:cubicBezTo>
                <a:cubicBezTo>
                  <a:pt x="2009" y="863"/>
                  <a:pt x="2013" y="867"/>
                  <a:pt x="2018" y="867"/>
                </a:cubicBezTo>
                <a:cubicBezTo>
                  <a:pt x="2022" y="867"/>
                  <a:pt x="2026" y="863"/>
                  <a:pt x="2026" y="858"/>
                </a:cubicBezTo>
                <a:close/>
                <a:moveTo>
                  <a:pt x="2052" y="858"/>
                </a:moveTo>
                <a:cubicBezTo>
                  <a:pt x="2052" y="854"/>
                  <a:pt x="2048" y="850"/>
                  <a:pt x="2043" y="850"/>
                </a:cubicBezTo>
                <a:cubicBezTo>
                  <a:pt x="2039" y="850"/>
                  <a:pt x="2035" y="854"/>
                  <a:pt x="2035" y="858"/>
                </a:cubicBezTo>
                <a:cubicBezTo>
                  <a:pt x="2035" y="863"/>
                  <a:pt x="2039" y="867"/>
                  <a:pt x="2043" y="867"/>
                </a:cubicBezTo>
                <a:cubicBezTo>
                  <a:pt x="2048" y="867"/>
                  <a:pt x="2052" y="863"/>
                  <a:pt x="2052" y="858"/>
                </a:cubicBezTo>
                <a:close/>
                <a:moveTo>
                  <a:pt x="2078" y="858"/>
                </a:moveTo>
                <a:cubicBezTo>
                  <a:pt x="2078" y="854"/>
                  <a:pt x="2074" y="850"/>
                  <a:pt x="2069" y="850"/>
                </a:cubicBezTo>
                <a:cubicBezTo>
                  <a:pt x="2064" y="850"/>
                  <a:pt x="2061" y="854"/>
                  <a:pt x="2061" y="858"/>
                </a:cubicBezTo>
                <a:cubicBezTo>
                  <a:pt x="2061" y="863"/>
                  <a:pt x="2064" y="867"/>
                  <a:pt x="2069" y="867"/>
                </a:cubicBezTo>
                <a:cubicBezTo>
                  <a:pt x="2074" y="867"/>
                  <a:pt x="2078" y="863"/>
                  <a:pt x="2078" y="858"/>
                </a:cubicBezTo>
                <a:close/>
                <a:moveTo>
                  <a:pt x="2103" y="858"/>
                </a:moveTo>
                <a:cubicBezTo>
                  <a:pt x="2103" y="854"/>
                  <a:pt x="2100" y="850"/>
                  <a:pt x="2095" y="850"/>
                </a:cubicBezTo>
                <a:cubicBezTo>
                  <a:pt x="2090" y="850"/>
                  <a:pt x="2086" y="854"/>
                  <a:pt x="2086" y="858"/>
                </a:cubicBezTo>
                <a:cubicBezTo>
                  <a:pt x="2086" y="863"/>
                  <a:pt x="2090" y="867"/>
                  <a:pt x="2095" y="867"/>
                </a:cubicBezTo>
                <a:cubicBezTo>
                  <a:pt x="2100" y="867"/>
                  <a:pt x="2103" y="863"/>
                  <a:pt x="2103" y="858"/>
                </a:cubicBezTo>
                <a:close/>
                <a:moveTo>
                  <a:pt x="2129" y="858"/>
                </a:moveTo>
                <a:cubicBezTo>
                  <a:pt x="2129" y="854"/>
                  <a:pt x="2125" y="850"/>
                  <a:pt x="2121" y="850"/>
                </a:cubicBezTo>
                <a:cubicBezTo>
                  <a:pt x="2116" y="850"/>
                  <a:pt x="2112" y="854"/>
                  <a:pt x="2112" y="858"/>
                </a:cubicBezTo>
                <a:cubicBezTo>
                  <a:pt x="2112" y="863"/>
                  <a:pt x="2116" y="867"/>
                  <a:pt x="2121" y="867"/>
                </a:cubicBezTo>
                <a:cubicBezTo>
                  <a:pt x="2125" y="867"/>
                  <a:pt x="2129" y="863"/>
                  <a:pt x="2129" y="858"/>
                </a:cubicBezTo>
                <a:close/>
                <a:moveTo>
                  <a:pt x="2155" y="858"/>
                </a:moveTo>
                <a:cubicBezTo>
                  <a:pt x="2155" y="854"/>
                  <a:pt x="2151" y="850"/>
                  <a:pt x="2146" y="850"/>
                </a:cubicBezTo>
                <a:cubicBezTo>
                  <a:pt x="2142" y="850"/>
                  <a:pt x="2138" y="854"/>
                  <a:pt x="2138" y="858"/>
                </a:cubicBezTo>
                <a:cubicBezTo>
                  <a:pt x="2138" y="863"/>
                  <a:pt x="2142" y="867"/>
                  <a:pt x="2146" y="867"/>
                </a:cubicBezTo>
                <a:cubicBezTo>
                  <a:pt x="2151" y="867"/>
                  <a:pt x="2155" y="863"/>
                  <a:pt x="2155" y="858"/>
                </a:cubicBezTo>
                <a:close/>
                <a:moveTo>
                  <a:pt x="2207" y="858"/>
                </a:moveTo>
                <a:cubicBezTo>
                  <a:pt x="2207" y="854"/>
                  <a:pt x="2203" y="850"/>
                  <a:pt x="2198" y="850"/>
                </a:cubicBezTo>
                <a:cubicBezTo>
                  <a:pt x="2193" y="850"/>
                  <a:pt x="2189" y="854"/>
                  <a:pt x="2189" y="858"/>
                </a:cubicBezTo>
                <a:cubicBezTo>
                  <a:pt x="2189" y="863"/>
                  <a:pt x="2193" y="867"/>
                  <a:pt x="2198" y="867"/>
                </a:cubicBezTo>
                <a:cubicBezTo>
                  <a:pt x="2203" y="867"/>
                  <a:pt x="2207" y="863"/>
                  <a:pt x="2207" y="858"/>
                </a:cubicBezTo>
                <a:close/>
                <a:moveTo>
                  <a:pt x="43" y="884"/>
                </a:moveTo>
                <a:cubicBezTo>
                  <a:pt x="43" y="879"/>
                  <a:pt x="39" y="876"/>
                  <a:pt x="34" y="876"/>
                </a:cubicBezTo>
                <a:cubicBezTo>
                  <a:pt x="29" y="876"/>
                  <a:pt x="26" y="879"/>
                  <a:pt x="26" y="884"/>
                </a:cubicBezTo>
                <a:cubicBezTo>
                  <a:pt x="26" y="889"/>
                  <a:pt x="29" y="893"/>
                  <a:pt x="34" y="893"/>
                </a:cubicBezTo>
                <a:cubicBezTo>
                  <a:pt x="39" y="893"/>
                  <a:pt x="43" y="889"/>
                  <a:pt x="43" y="884"/>
                </a:cubicBezTo>
                <a:close/>
                <a:moveTo>
                  <a:pt x="94" y="884"/>
                </a:moveTo>
                <a:cubicBezTo>
                  <a:pt x="94" y="879"/>
                  <a:pt x="90" y="876"/>
                  <a:pt x="86" y="876"/>
                </a:cubicBezTo>
                <a:cubicBezTo>
                  <a:pt x="81" y="876"/>
                  <a:pt x="77" y="879"/>
                  <a:pt x="77" y="884"/>
                </a:cubicBezTo>
                <a:cubicBezTo>
                  <a:pt x="77" y="889"/>
                  <a:pt x="81" y="893"/>
                  <a:pt x="86" y="893"/>
                </a:cubicBezTo>
                <a:cubicBezTo>
                  <a:pt x="90" y="893"/>
                  <a:pt x="94" y="889"/>
                  <a:pt x="94" y="884"/>
                </a:cubicBezTo>
                <a:close/>
                <a:moveTo>
                  <a:pt x="481" y="884"/>
                </a:moveTo>
                <a:cubicBezTo>
                  <a:pt x="481" y="879"/>
                  <a:pt x="477" y="876"/>
                  <a:pt x="472" y="876"/>
                </a:cubicBezTo>
                <a:cubicBezTo>
                  <a:pt x="467" y="876"/>
                  <a:pt x="463" y="879"/>
                  <a:pt x="463" y="884"/>
                </a:cubicBezTo>
                <a:cubicBezTo>
                  <a:pt x="463" y="889"/>
                  <a:pt x="467" y="893"/>
                  <a:pt x="472" y="893"/>
                </a:cubicBezTo>
                <a:cubicBezTo>
                  <a:pt x="477" y="893"/>
                  <a:pt x="481" y="889"/>
                  <a:pt x="481" y="884"/>
                </a:cubicBezTo>
                <a:close/>
                <a:moveTo>
                  <a:pt x="506" y="884"/>
                </a:moveTo>
                <a:cubicBezTo>
                  <a:pt x="506" y="879"/>
                  <a:pt x="503" y="876"/>
                  <a:pt x="498" y="876"/>
                </a:cubicBezTo>
                <a:cubicBezTo>
                  <a:pt x="493" y="876"/>
                  <a:pt x="489" y="879"/>
                  <a:pt x="489" y="884"/>
                </a:cubicBezTo>
                <a:cubicBezTo>
                  <a:pt x="489" y="889"/>
                  <a:pt x="493" y="893"/>
                  <a:pt x="498" y="893"/>
                </a:cubicBezTo>
                <a:cubicBezTo>
                  <a:pt x="503" y="893"/>
                  <a:pt x="506" y="889"/>
                  <a:pt x="506" y="884"/>
                </a:cubicBezTo>
                <a:close/>
                <a:moveTo>
                  <a:pt x="532" y="884"/>
                </a:moveTo>
                <a:cubicBezTo>
                  <a:pt x="532" y="879"/>
                  <a:pt x="528" y="876"/>
                  <a:pt x="524" y="876"/>
                </a:cubicBezTo>
                <a:cubicBezTo>
                  <a:pt x="519" y="876"/>
                  <a:pt x="515" y="879"/>
                  <a:pt x="515" y="884"/>
                </a:cubicBezTo>
                <a:cubicBezTo>
                  <a:pt x="515" y="889"/>
                  <a:pt x="519" y="893"/>
                  <a:pt x="524" y="893"/>
                </a:cubicBezTo>
                <a:cubicBezTo>
                  <a:pt x="528" y="893"/>
                  <a:pt x="532" y="889"/>
                  <a:pt x="532" y="884"/>
                </a:cubicBezTo>
                <a:close/>
                <a:moveTo>
                  <a:pt x="1150" y="884"/>
                </a:moveTo>
                <a:cubicBezTo>
                  <a:pt x="1150" y="879"/>
                  <a:pt x="1147" y="876"/>
                  <a:pt x="1142" y="876"/>
                </a:cubicBezTo>
                <a:cubicBezTo>
                  <a:pt x="1137" y="876"/>
                  <a:pt x="1133" y="879"/>
                  <a:pt x="1133" y="884"/>
                </a:cubicBezTo>
                <a:cubicBezTo>
                  <a:pt x="1133" y="889"/>
                  <a:pt x="1137" y="893"/>
                  <a:pt x="1142" y="893"/>
                </a:cubicBezTo>
                <a:cubicBezTo>
                  <a:pt x="1147" y="893"/>
                  <a:pt x="1150" y="889"/>
                  <a:pt x="1150" y="884"/>
                </a:cubicBezTo>
                <a:close/>
                <a:moveTo>
                  <a:pt x="1176" y="884"/>
                </a:moveTo>
                <a:cubicBezTo>
                  <a:pt x="1176" y="879"/>
                  <a:pt x="1172" y="876"/>
                  <a:pt x="1168" y="876"/>
                </a:cubicBezTo>
                <a:cubicBezTo>
                  <a:pt x="1163" y="876"/>
                  <a:pt x="1159" y="879"/>
                  <a:pt x="1159" y="884"/>
                </a:cubicBezTo>
                <a:cubicBezTo>
                  <a:pt x="1159" y="889"/>
                  <a:pt x="1163" y="893"/>
                  <a:pt x="1168" y="893"/>
                </a:cubicBezTo>
                <a:cubicBezTo>
                  <a:pt x="1172" y="893"/>
                  <a:pt x="1176" y="889"/>
                  <a:pt x="1176" y="884"/>
                </a:cubicBezTo>
                <a:close/>
                <a:moveTo>
                  <a:pt x="1202" y="884"/>
                </a:moveTo>
                <a:cubicBezTo>
                  <a:pt x="1202" y="879"/>
                  <a:pt x="1198" y="876"/>
                  <a:pt x="1193" y="876"/>
                </a:cubicBezTo>
                <a:cubicBezTo>
                  <a:pt x="1189" y="876"/>
                  <a:pt x="1185" y="879"/>
                  <a:pt x="1185" y="884"/>
                </a:cubicBezTo>
                <a:cubicBezTo>
                  <a:pt x="1185" y="889"/>
                  <a:pt x="1189" y="893"/>
                  <a:pt x="1193" y="893"/>
                </a:cubicBezTo>
                <a:cubicBezTo>
                  <a:pt x="1198" y="893"/>
                  <a:pt x="1202" y="889"/>
                  <a:pt x="1202" y="884"/>
                </a:cubicBezTo>
                <a:close/>
                <a:moveTo>
                  <a:pt x="1228" y="884"/>
                </a:moveTo>
                <a:cubicBezTo>
                  <a:pt x="1228" y="879"/>
                  <a:pt x="1224" y="876"/>
                  <a:pt x="1219" y="876"/>
                </a:cubicBezTo>
                <a:cubicBezTo>
                  <a:pt x="1214" y="876"/>
                  <a:pt x="1210" y="879"/>
                  <a:pt x="1210" y="884"/>
                </a:cubicBezTo>
                <a:cubicBezTo>
                  <a:pt x="1210" y="889"/>
                  <a:pt x="1214" y="893"/>
                  <a:pt x="1219" y="893"/>
                </a:cubicBezTo>
                <a:cubicBezTo>
                  <a:pt x="1224" y="893"/>
                  <a:pt x="1228" y="889"/>
                  <a:pt x="1228" y="884"/>
                </a:cubicBezTo>
                <a:close/>
                <a:moveTo>
                  <a:pt x="1253" y="884"/>
                </a:moveTo>
                <a:cubicBezTo>
                  <a:pt x="1253" y="879"/>
                  <a:pt x="1250" y="876"/>
                  <a:pt x="1245" y="876"/>
                </a:cubicBezTo>
                <a:cubicBezTo>
                  <a:pt x="1240" y="876"/>
                  <a:pt x="1236" y="879"/>
                  <a:pt x="1236" y="884"/>
                </a:cubicBezTo>
                <a:cubicBezTo>
                  <a:pt x="1236" y="889"/>
                  <a:pt x="1240" y="893"/>
                  <a:pt x="1245" y="893"/>
                </a:cubicBezTo>
                <a:cubicBezTo>
                  <a:pt x="1250" y="893"/>
                  <a:pt x="1253" y="889"/>
                  <a:pt x="1253" y="884"/>
                </a:cubicBezTo>
                <a:close/>
                <a:moveTo>
                  <a:pt x="1279" y="884"/>
                </a:moveTo>
                <a:cubicBezTo>
                  <a:pt x="1279" y="879"/>
                  <a:pt x="1275" y="876"/>
                  <a:pt x="1271" y="876"/>
                </a:cubicBezTo>
                <a:cubicBezTo>
                  <a:pt x="1266" y="876"/>
                  <a:pt x="1262" y="879"/>
                  <a:pt x="1262" y="884"/>
                </a:cubicBezTo>
                <a:cubicBezTo>
                  <a:pt x="1262" y="889"/>
                  <a:pt x="1266" y="893"/>
                  <a:pt x="1271" y="893"/>
                </a:cubicBezTo>
                <a:cubicBezTo>
                  <a:pt x="1275" y="893"/>
                  <a:pt x="1279" y="889"/>
                  <a:pt x="1279" y="884"/>
                </a:cubicBezTo>
                <a:close/>
                <a:moveTo>
                  <a:pt x="1305" y="884"/>
                </a:moveTo>
                <a:cubicBezTo>
                  <a:pt x="1305" y="879"/>
                  <a:pt x="1301" y="876"/>
                  <a:pt x="1296" y="876"/>
                </a:cubicBezTo>
                <a:cubicBezTo>
                  <a:pt x="1292" y="876"/>
                  <a:pt x="1288" y="879"/>
                  <a:pt x="1288" y="884"/>
                </a:cubicBezTo>
                <a:cubicBezTo>
                  <a:pt x="1288" y="889"/>
                  <a:pt x="1292" y="893"/>
                  <a:pt x="1296" y="893"/>
                </a:cubicBezTo>
                <a:cubicBezTo>
                  <a:pt x="1301" y="893"/>
                  <a:pt x="1305" y="889"/>
                  <a:pt x="1305" y="884"/>
                </a:cubicBezTo>
                <a:close/>
                <a:moveTo>
                  <a:pt x="1331" y="884"/>
                </a:moveTo>
                <a:cubicBezTo>
                  <a:pt x="1331" y="879"/>
                  <a:pt x="1327" y="876"/>
                  <a:pt x="1322" y="876"/>
                </a:cubicBezTo>
                <a:cubicBezTo>
                  <a:pt x="1317" y="876"/>
                  <a:pt x="1314" y="879"/>
                  <a:pt x="1314" y="884"/>
                </a:cubicBezTo>
                <a:cubicBezTo>
                  <a:pt x="1314" y="889"/>
                  <a:pt x="1317" y="893"/>
                  <a:pt x="1322" y="893"/>
                </a:cubicBezTo>
                <a:cubicBezTo>
                  <a:pt x="1327" y="893"/>
                  <a:pt x="1331" y="889"/>
                  <a:pt x="1331" y="884"/>
                </a:cubicBezTo>
                <a:close/>
                <a:moveTo>
                  <a:pt x="1356" y="884"/>
                </a:moveTo>
                <a:cubicBezTo>
                  <a:pt x="1356" y="879"/>
                  <a:pt x="1353" y="876"/>
                  <a:pt x="1348" y="876"/>
                </a:cubicBezTo>
                <a:cubicBezTo>
                  <a:pt x="1343" y="876"/>
                  <a:pt x="1339" y="879"/>
                  <a:pt x="1339" y="884"/>
                </a:cubicBezTo>
                <a:cubicBezTo>
                  <a:pt x="1339" y="889"/>
                  <a:pt x="1343" y="893"/>
                  <a:pt x="1348" y="893"/>
                </a:cubicBezTo>
                <a:cubicBezTo>
                  <a:pt x="1353" y="893"/>
                  <a:pt x="1356" y="889"/>
                  <a:pt x="1356" y="884"/>
                </a:cubicBezTo>
                <a:close/>
                <a:moveTo>
                  <a:pt x="1382" y="884"/>
                </a:moveTo>
                <a:cubicBezTo>
                  <a:pt x="1382" y="879"/>
                  <a:pt x="1378" y="876"/>
                  <a:pt x="1374" y="876"/>
                </a:cubicBezTo>
                <a:cubicBezTo>
                  <a:pt x="1369" y="876"/>
                  <a:pt x="1365" y="879"/>
                  <a:pt x="1365" y="884"/>
                </a:cubicBezTo>
                <a:cubicBezTo>
                  <a:pt x="1365" y="889"/>
                  <a:pt x="1369" y="893"/>
                  <a:pt x="1374" y="893"/>
                </a:cubicBezTo>
                <a:cubicBezTo>
                  <a:pt x="1378" y="893"/>
                  <a:pt x="1382" y="889"/>
                  <a:pt x="1382" y="884"/>
                </a:cubicBezTo>
                <a:close/>
                <a:moveTo>
                  <a:pt x="1408" y="884"/>
                </a:moveTo>
                <a:cubicBezTo>
                  <a:pt x="1408" y="879"/>
                  <a:pt x="1404" y="876"/>
                  <a:pt x="1399" y="876"/>
                </a:cubicBezTo>
                <a:cubicBezTo>
                  <a:pt x="1395" y="876"/>
                  <a:pt x="1391" y="879"/>
                  <a:pt x="1391" y="884"/>
                </a:cubicBezTo>
                <a:cubicBezTo>
                  <a:pt x="1391" y="889"/>
                  <a:pt x="1395" y="893"/>
                  <a:pt x="1399" y="893"/>
                </a:cubicBezTo>
                <a:cubicBezTo>
                  <a:pt x="1404" y="893"/>
                  <a:pt x="1408" y="889"/>
                  <a:pt x="1408" y="884"/>
                </a:cubicBezTo>
                <a:close/>
                <a:moveTo>
                  <a:pt x="1434" y="884"/>
                </a:moveTo>
                <a:cubicBezTo>
                  <a:pt x="1434" y="879"/>
                  <a:pt x="1430" y="876"/>
                  <a:pt x="1425" y="876"/>
                </a:cubicBezTo>
                <a:cubicBezTo>
                  <a:pt x="1420" y="876"/>
                  <a:pt x="1417" y="879"/>
                  <a:pt x="1417" y="884"/>
                </a:cubicBezTo>
                <a:cubicBezTo>
                  <a:pt x="1417" y="889"/>
                  <a:pt x="1420" y="893"/>
                  <a:pt x="1425" y="893"/>
                </a:cubicBezTo>
                <a:cubicBezTo>
                  <a:pt x="1430" y="893"/>
                  <a:pt x="1434" y="889"/>
                  <a:pt x="1434" y="884"/>
                </a:cubicBezTo>
                <a:close/>
                <a:moveTo>
                  <a:pt x="1459" y="884"/>
                </a:moveTo>
                <a:cubicBezTo>
                  <a:pt x="1459" y="879"/>
                  <a:pt x="1456" y="876"/>
                  <a:pt x="1451" y="876"/>
                </a:cubicBezTo>
                <a:cubicBezTo>
                  <a:pt x="1446" y="876"/>
                  <a:pt x="1442" y="879"/>
                  <a:pt x="1442" y="884"/>
                </a:cubicBezTo>
                <a:cubicBezTo>
                  <a:pt x="1442" y="889"/>
                  <a:pt x="1446" y="893"/>
                  <a:pt x="1451" y="893"/>
                </a:cubicBezTo>
                <a:cubicBezTo>
                  <a:pt x="1456" y="893"/>
                  <a:pt x="1459" y="889"/>
                  <a:pt x="1459" y="884"/>
                </a:cubicBezTo>
                <a:close/>
                <a:moveTo>
                  <a:pt x="1485" y="884"/>
                </a:moveTo>
                <a:cubicBezTo>
                  <a:pt x="1485" y="879"/>
                  <a:pt x="1481" y="876"/>
                  <a:pt x="1477" y="876"/>
                </a:cubicBezTo>
                <a:cubicBezTo>
                  <a:pt x="1472" y="876"/>
                  <a:pt x="1468" y="879"/>
                  <a:pt x="1468" y="884"/>
                </a:cubicBezTo>
                <a:cubicBezTo>
                  <a:pt x="1468" y="889"/>
                  <a:pt x="1472" y="893"/>
                  <a:pt x="1477" y="893"/>
                </a:cubicBezTo>
                <a:cubicBezTo>
                  <a:pt x="1481" y="893"/>
                  <a:pt x="1485" y="889"/>
                  <a:pt x="1485" y="884"/>
                </a:cubicBezTo>
                <a:close/>
                <a:moveTo>
                  <a:pt x="1511" y="884"/>
                </a:moveTo>
                <a:cubicBezTo>
                  <a:pt x="1511" y="879"/>
                  <a:pt x="1507" y="876"/>
                  <a:pt x="1502" y="876"/>
                </a:cubicBezTo>
                <a:cubicBezTo>
                  <a:pt x="1498" y="876"/>
                  <a:pt x="1494" y="879"/>
                  <a:pt x="1494" y="884"/>
                </a:cubicBezTo>
                <a:cubicBezTo>
                  <a:pt x="1494" y="889"/>
                  <a:pt x="1498" y="893"/>
                  <a:pt x="1502" y="893"/>
                </a:cubicBezTo>
                <a:cubicBezTo>
                  <a:pt x="1507" y="893"/>
                  <a:pt x="1511" y="889"/>
                  <a:pt x="1511" y="884"/>
                </a:cubicBezTo>
                <a:close/>
                <a:moveTo>
                  <a:pt x="1537" y="884"/>
                </a:moveTo>
                <a:cubicBezTo>
                  <a:pt x="1537" y="879"/>
                  <a:pt x="1533" y="876"/>
                  <a:pt x="1528" y="876"/>
                </a:cubicBezTo>
                <a:cubicBezTo>
                  <a:pt x="1523" y="876"/>
                  <a:pt x="1520" y="879"/>
                  <a:pt x="1520" y="884"/>
                </a:cubicBezTo>
                <a:cubicBezTo>
                  <a:pt x="1520" y="889"/>
                  <a:pt x="1523" y="893"/>
                  <a:pt x="1528" y="893"/>
                </a:cubicBezTo>
                <a:cubicBezTo>
                  <a:pt x="1533" y="893"/>
                  <a:pt x="1537" y="889"/>
                  <a:pt x="1537" y="884"/>
                </a:cubicBezTo>
                <a:close/>
                <a:moveTo>
                  <a:pt x="1588" y="884"/>
                </a:moveTo>
                <a:cubicBezTo>
                  <a:pt x="1588" y="879"/>
                  <a:pt x="1584" y="876"/>
                  <a:pt x="1580" y="876"/>
                </a:cubicBezTo>
                <a:cubicBezTo>
                  <a:pt x="1575" y="876"/>
                  <a:pt x="1571" y="879"/>
                  <a:pt x="1571" y="884"/>
                </a:cubicBezTo>
                <a:cubicBezTo>
                  <a:pt x="1571" y="889"/>
                  <a:pt x="1575" y="893"/>
                  <a:pt x="1580" y="893"/>
                </a:cubicBezTo>
                <a:cubicBezTo>
                  <a:pt x="1584" y="893"/>
                  <a:pt x="1588" y="889"/>
                  <a:pt x="1588" y="884"/>
                </a:cubicBezTo>
                <a:close/>
                <a:moveTo>
                  <a:pt x="1614" y="884"/>
                </a:moveTo>
                <a:cubicBezTo>
                  <a:pt x="1614" y="879"/>
                  <a:pt x="1610" y="876"/>
                  <a:pt x="1605" y="876"/>
                </a:cubicBezTo>
                <a:cubicBezTo>
                  <a:pt x="1601" y="876"/>
                  <a:pt x="1597" y="879"/>
                  <a:pt x="1597" y="884"/>
                </a:cubicBezTo>
                <a:cubicBezTo>
                  <a:pt x="1597" y="889"/>
                  <a:pt x="1601" y="893"/>
                  <a:pt x="1605" y="893"/>
                </a:cubicBezTo>
                <a:cubicBezTo>
                  <a:pt x="1610" y="893"/>
                  <a:pt x="1614" y="889"/>
                  <a:pt x="1614" y="884"/>
                </a:cubicBezTo>
                <a:close/>
                <a:moveTo>
                  <a:pt x="1640" y="884"/>
                </a:moveTo>
                <a:cubicBezTo>
                  <a:pt x="1640" y="879"/>
                  <a:pt x="1636" y="876"/>
                  <a:pt x="1631" y="876"/>
                </a:cubicBezTo>
                <a:cubicBezTo>
                  <a:pt x="1626" y="876"/>
                  <a:pt x="1623" y="879"/>
                  <a:pt x="1623" y="884"/>
                </a:cubicBezTo>
                <a:cubicBezTo>
                  <a:pt x="1623" y="889"/>
                  <a:pt x="1626" y="893"/>
                  <a:pt x="1631" y="893"/>
                </a:cubicBezTo>
                <a:cubicBezTo>
                  <a:pt x="1636" y="893"/>
                  <a:pt x="1640" y="889"/>
                  <a:pt x="1640" y="884"/>
                </a:cubicBezTo>
                <a:close/>
                <a:moveTo>
                  <a:pt x="1666" y="884"/>
                </a:moveTo>
                <a:cubicBezTo>
                  <a:pt x="1666" y="879"/>
                  <a:pt x="1662" y="876"/>
                  <a:pt x="1657" y="876"/>
                </a:cubicBezTo>
                <a:cubicBezTo>
                  <a:pt x="1652" y="876"/>
                  <a:pt x="1648" y="879"/>
                  <a:pt x="1648" y="884"/>
                </a:cubicBezTo>
                <a:cubicBezTo>
                  <a:pt x="1648" y="889"/>
                  <a:pt x="1652" y="893"/>
                  <a:pt x="1657" y="893"/>
                </a:cubicBezTo>
                <a:cubicBezTo>
                  <a:pt x="1662" y="893"/>
                  <a:pt x="1666" y="889"/>
                  <a:pt x="1666" y="884"/>
                </a:cubicBezTo>
                <a:close/>
                <a:moveTo>
                  <a:pt x="1691" y="884"/>
                </a:moveTo>
                <a:cubicBezTo>
                  <a:pt x="1691" y="879"/>
                  <a:pt x="1687" y="876"/>
                  <a:pt x="1683" y="876"/>
                </a:cubicBezTo>
                <a:cubicBezTo>
                  <a:pt x="1678" y="876"/>
                  <a:pt x="1674" y="879"/>
                  <a:pt x="1674" y="884"/>
                </a:cubicBezTo>
                <a:cubicBezTo>
                  <a:pt x="1674" y="889"/>
                  <a:pt x="1678" y="893"/>
                  <a:pt x="1683" y="893"/>
                </a:cubicBezTo>
                <a:cubicBezTo>
                  <a:pt x="1687" y="893"/>
                  <a:pt x="1691" y="889"/>
                  <a:pt x="1691" y="884"/>
                </a:cubicBezTo>
                <a:close/>
                <a:moveTo>
                  <a:pt x="1794" y="884"/>
                </a:moveTo>
                <a:cubicBezTo>
                  <a:pt x="1794" y="879"/>
                  <a:pt x="1791" y="876"/>
                  <a:pt x="1786" y="876"/>
                </a:cubicBezTo>
                <a:cubicBezTo>
                  <a:pt x="1781" y="876"/>
                  <a:pt x="1777" y="879"/>
                  <a:pt x="1777" y="884"/>
                </a:cubicBezTo>
                <a:cubicBezTo>
                  <a:pt x="1777" y="889"/>
                  <a:pt x="1781" y="893"/>
                  <a:pt x="1786" y="893"/>
                </a:cubicBezTo>
                <a:cubicBezTo>
                  <a:pt x="1791" y="893"/>
                  <a:pt x="1794" y="889"/>
                  <a:pt x="1794" y="884"/>
                </a:cubicBezTo>
                <a:close/>
                <a:moveTo>
                  <a:pt x="1820" y="884"/>
                </a:moveTo>
                <a:cubicBezTo>
                  <a:pt x="1820" y="879"/>
                  <a:pt x="1816" y="876"/>
                  <a:pt x="1812" y="876"/>
                </a:cubicBezTo>
                <a:cubicBezTo>
                  <a:pt x="1807" y="876"/>
                  <a:pt x="1803" y="879"/>
                  <a:pt x="1803" y="884"/>
                </a:cubicBezTo>
                <a:cubicBezTo>
                  <a:pt x="1803" y="889"/>
                  <a:pt x="1807" y="893"/>
                  <a:pt x="1812" y="893"/>
                </a:cubicBezTo>
                <a:cubicBezTo>
                  <a:pt x="1816" y="893"/>
                  <a:pt x="1820" y="889"/>
                  <a:pt x="1820" y="884"/>
                </a:cubicBezTo>
                <a:close/>
                <a:moveTo>
                  <a:pt x="1846" y="884"/>
                </a:moveTo>
                <a:cubicBezTo>
                  <a:pt x="1846" y="879"/>
                  <a:pt x="1842" y="876"/>
                  <a:pt x="1837" y="876"/>
                </a:cubicBezTo>
                <a:cubicBezTo>
                  <a:pt x="1833" y="876"/>
                  <a:pt x="1829" y="879"/>
                  <a:pt x="1829" y="884"/>
                </a:cubicBezTo>
                <a:cubicBezTo>
                  <a:pt x="1829" y="889"/>
                  <a:pt x="1833" y="893"/>
                  <a:pt x="1837" y="893"/>
                </a:cubicBezTo>
                <a:cubicBezTo>
                  <a:pt x="1842" y="893"/>
                  <a:pt x="1846" y="889"/>
                  <a:pt x="1846" y="884"/>
                </a:cubicBezTo>
                <a:close/>
                <a:moveTo>
                  <a:pt x="1872" y="884"/>
                </a:moveTo>
                <a:cubicBezTo>
                  <a:pt x="1872" y="879"/>
                  <a:pt x="1868" y="876"/>
                  <a:pt x="1863" y="876"/>
                </a:cubicBezTo>
                <a:cubicBezTo>
                  <a:pt x="1858" y="876"/>
                  <a:pt x="1854" y="879"/>
                  <a:pt x="1854" y="884"/>
                </a:cubicBezTo>
                <a:cubicBezTo>
                  <a:pt x="1854" y="889"/>
                  <a:pt x="1858" y="893"/>
                  <a:pt x="1863" y="893"/>
                </a:cubicBezTo>
                <a:cubicBezTo>
                  <a:pt x="1868" y="893"/>
                  <a:pt x="1872" y="889"/>
                  <a:pt x="1872" y="884"/>
                </a:cubicBezTo>
                <a:close/>
                <a:moveTo>
                  <a:pt x="1897" y="884"/>
                </a:moveTo>
                <a:cubicBezTo>
                  <a:pt x="1897" y="879"/>
                  <a:pt x="1894" y="876"/>
                  <a:pt x="1889" y="876"/>
                </a:cubicBezTo>
                <a:cubicBezTo>
                  <a:pt x="1884" y="876"/>
                  <a:pt x="1880" y="879"/>
                  <a:pt x="1880" y="884"/>
                </a:cubicBezTo>
                <a:cubicBezTo>
                  <a:pt x="1880" y="889"/>
                  <a:pt x="1884" y="893"/>
                  <a:pt x="1889" y="893"/>
                </a:cubicBezTo>
                <a:cubicBezTo>
                  <a:pt x="1894" y="893"/>
                  <a:pt x="1897" y="889"/>
                  <a:pt x="1897" y="884"/>
                </a:cubicBezTo>
                <a:close/>
                <a:moveTo>
                  <a:pt x="1923" y="884"/>
                </a:moveTo>
                <a:cubicBezTo>
                  <a:pt x="1923" y="879"/>
                  <a:pt x="1919" y="876"/>
                  <a:pt x="1915" y="876"/>
                </a:cubicBezTo>
                <a:cubicBezTo>
                  <a:pt x="1910" y="876"/>
                  <a:pt x="1906" y="879"/>
                  <a:pt x="1906" y="884"/>
                </a:cubicBezTo>
                <a:cubicBezTo>
                  <a:pt x="1906" y="889"/>
                  <a:pt x="1910" y="893"/>
                  <a:pt x="1915" y="893"/>
                </a:cubicBezTo>
                <a:cubicBezTo>
                  <a:pt x="1919" y="893"/>
                  <a:pt x="1923" y="889"/>
                  <a:pt x="1923" y="884"/>
                </a:cubicBezTo>
                <a:close/>
                <a:moveTo>
                  <a:pt x="1949" y="884"/>
                </a:moveTo>
                <a:cubicBezTo>
                  <a:pt x="1949" y="879"/>
                  <a:pt x="1945" y="876"/>
                  <a:pt x="1940" y="876"/>
                </a:cubicBezTo>
                <a:cubicBezTo>
                  <a:pt x="1936" y="876"/>
                  <a:pt x="1932" y="879"/>
                  <a:pt x="1932" y="884"/>
                </a:cubicBezTo>
                <a:cubicBezTo>
                  <a:pt x="1932" y="889"/>
                  <a:pt x="1936" y="893"/>
                  <a:pt x="1940" y="893"/>
                </a:cubicBezTo>
                <a:cubicBezTo>
                  <a:pt x="1945" y="893"/>
                  <a:pt x="1949" y="889"/>
                  <a:pt x="1949" y="884"/>
                </a:cubicBezTo>
                <a:close/>
                <a:moveTo>
                  <a:pt x="2000" y="884"/>
                </a:moveTo>
                <a:cubicBezTo>
                  <a:pt x="2000" y="879"/>
                  <a:pt x="1997" y="876"/>
                  <a:pt x="1992" y="876"/>
                </a:cubicBezTo>
                <a:cubicBezTo>
                  <a:pt x="1987" y="876"/>
                  <a:pt x="1983" y="879"/>
                  <a:pt x="1983" y="884"/>
                </a:cubicBezTo>
                <a:cubicBezTo>
                  <a:pt x="1983" y="889"/>
                  <a:pt x="1987" y="893"/>
                  <a:pt x="1992" y="893"/>
                </a:cubicBezTo>
                <a:cubicBezTo>
                  <a:pt x="1997" y="893"/>
                  <a:pt x="2000" y="889"/>
                  <a:pt x="2000" y="884"/>
                </a:cubicBezTo>
                <a:close/>
                <a:moveTo>
                  <a:pt x="2026" y="884"/>
                </a:moveTo>
                <a:cubicBezTo>
                  <a:pt x="2026" y="879"/>
                  <a:pt x="2022" y="876"/>
                  <a:pt x="2018" y="876"/>
                </a:cubicBezTo>
                <a:cubicBezTo>
                  <a:pt x="2013" y="876"/>
                  <a:pt x="2009" y="879"/>
                  <a:pt x="2009" y="884"/>
                </a:cubicBezTo>
                <a:cubicBezTo>
                  <a:pt x="2009" y="889"/>
                  <a:pt x="2013" y="893"/>
                  <a:pt x="2018" y="893"/>
                </a:cubicBezTo>
                <a:cubicBezTo>
                  <a:pt x="2022" y="893"/>
                  <a:pt x="2026" y="889"/>
                  <a:pt x="2026" y="884"/>
                </a:cubicBezTo>
                <a:close/>
                <a:moveTo>
                  <a:pt x="2052" y="884"/>
                </a:moveTo>
                <a:cubicBezTo>
                  <a:pt x="2052" y="879"/>
                  <a:pt x="2048" y="876"/>
                  <a:pt x="2043" y="876"/>
                </a:cubicBezTo>
                <a:cubicBezTo>
                  <a:pt x="2039" y="876"/>
                  <a:pt x="2035" y="879"/>
                  <a:pt x="2035" y="884"/>
                </a:cubicBezTo>
                <a:cubicBezTo>
                  <a:pt x="2035" y="889"/>
                  <a:pt x="2039" y="893"/>
                  <a:pt x="2043" y="893"/>
                </a:cubicBezTo>
                <a:cubicBezTo>
                  <a:pt x="2048" y="893"/>
                  <a:pt x="2052" y="889"/>
                  <a:pt x="2052" y="884"/>
                </a:cubicBezTo>
                <a:close/>
                <a:moveTo>
                  <a:pt x="2078" y="884"/>
                </a:moveTo>
                <a:cubicBezTo>
                  <a:pt x="2078" y="879"/>
                  <a:pt x="2074" y="876"/>
                  <a:pt x="2069" y="876"/>
                </a:cubicBezTo>
                <a:cubicBezTo>
                  <a:pt x="2064" y="876"/>
                  <a:pt x="2061" y="879"/>
                  <a:pt x="2061" y="884"/>
                </a:cubicBezTo>
                <a:cubicBezTo>
                  <a:pt x="2061" y="889"/>
                  <a:pt x="2064" y="893"/>
                  <a:pt x="2069" y="893"/>
                </a:cubicBezTo>
                <a:cubicBezTo>
                  <a:pt x="2074" y="893"/>
                  <a:pt x="2078" y="889"/>
                  <a:pt x="2078" y="884"/>
                </a:cubicBezTo>
                <a:close/>
                <a:moveTo>
                  <a:pt x="2103" y="884"/>
                </a:moveTo>
                <a:cubicBezTo>
                  <a:pt x="2103" y="879"/>
                  <a:pt x="2100" y="876"/>
                  <a:pt x="2095" y="876"/>
                </a:cubicBezTo>
                <a:cubicBezTo>
                  <a:pt x="2090" y="876"/>
                  <a:pt x="2086" y="879"/>
                  <a:pt x="2086" y="884"/>
                </a:cubicBezTo>
                <a:cubicBezTo>
                  <a:pt x="2086" y="889"/>
                  <a:pt x="2090" y="893"/>
                  <a:pt x="2095" y="893"/>
                </a:cubicBezTo>
                <a:cubicBezTo>
                  <a:pt x="2100" y="893"/>
                  <a:pt x="2103" y="889"/>
                  <a:pt x="2103" y="884"/>
                </a:cubicBezTo>
                <a:close/>
                <a:moveTo>
                  <a:pt x="2129" y="884"/>
                </a:moveTo>
                <a:cubicBezTo>
                  <a:pt x="2129" y="879"/>
                  <a:pt x="2125" y="876"/>
                  <a:pt x="2121" y="876"/>
                </a:cubicBezTo>
                <a:cubicBezTo>
                  <a:pt x="2116" y="876"/>
                  <a:pt x="2112" y="879"/>
                  <a:pt x="2112" y="884"/>
                </a:cubicBezTo>
                <a:cubicBezTo>
                  <a:pt x="2112" y="889"/>
                  <a:pt x="2116" y="893"/>
                  <a:pt x="2121" y="893"/>
                </a:cubicBezTo>
                <a:cubicBezTo>
                  <a:pt x="2125" y="893"/>
                  <a:pt x="2129" y="889"/>
                  <a:pt x="2129" y="884"/>
                </a:cubicBezTo>
                <a:close/>
                <a:moveTo>
                  <a:pt x="2207" y="884"/>
                </a:moveTo>
                <a:cubicBezTo>
                  <a:pt x="2207" y="879"/>
                  <a:pt x="2203" y="876"/>
                  <a:pt x="2198" y="876"/>
                </a:cubicBezTo>
                <a:cubicBezTo>
                  <a:pt x="2193" y="876"/>
                  <a:pt x="2189" y="879"/>
                  <a:pt x="2189" y="884"/>
                </a:cubicBezTo>
                <a:cubicBezTo>
                  <a:pt x="2189" y="889"/>
                  <a:pt x="2193" y="893"/>
                  <a:pt x="2198" y="893"/>
                </a:cubicBezTo>
                <a:cubicBezTo>
                  <a:pt x="2203" y="893"/>
                  <a:pt x="2207" y="889"/>
                  <a:pt x="2207" y="884"/>
                </a:cubicBezTo>
                <a:close/>
                <a:moveTo>
                  <a:pt x="69" y="910"/>
                </a:moveTo>
                <a:cubicBezTo>
                  <a:pt x="69" y="905"/>
                  <a:pt x="65" y="901"/>
                  <a:pt x="60" y="901"/>
                </a:cubicBezTo>
                <a:cubicBezTo>
                  <a:pt x="55" y="901"/>
                  <a:pt x="51" y="905"/>
                  <a:pt x="51" y="910"/>
                </a:cubicBezTo>
                <a:cubicBezTo>
                  <a:pt x="51" y="915"/>
                  <a:pt x="55" y="918"/>
                  <a:pt x="60" y="918"/>
                </a:cubicBezTo>
                <a:cubicBezTo>
                  <a:pt x="65" y="918"/>
                  <a:pt x="69" y="915"/>
                  <a:pt x="69" y="910"/>
                </a:cubicBezTo>
                <a:close/>
                <a:moveTo>
                  <a:pt x="94" y="910"/>
                </a:moveTo>
                <a:cubicBezTo>
                  <a:pt x="94" y="905"/>
                  <a:pt x="90" y="901"/>
                  <a:pt x="86" y="901"/>
                </a:cubicBezTo>
                <a:cubicBezTo>
                  <a:pt x="81" y="901"/>
                  <a:pt x="77" y="905"/>
                  <a:pt x="77" y="910"/>
                </a:cubicBezTo>
                <a:cubicBezTo>
                  <a:pt x="77" y="915"/>
                  <a:pt x="81" y="918"/>
                  <a:pt x="86" y="918"/>
                </a:cubicBezTo>
                <a:cubicBezTo>
                  <a:pt x="90" y="918"/>
                  <a:pt x="94" y="915"/>
                  <a:pt x="94" y="910"/>
                </a:cubicBezTo>
                <a:close/>
                <a:moveTo>
                  <a:pt x="481" y="910"/>
                </a:moveTo>
                <a:cubicBezTo>
                  <a:pt x="481" y="905"/>
                  <a:pt x="477" y="901"/>
                  <a:pt x="472" y="901"/>
                </a:cubicBezTo>
                <a:cubicBezTo>
                  <a:pt x="467" y="901"/>
                  <a:pt x="463" y="905"/>
                  <a:pt x="463" y="910"/>
                </a:cubicBezTo>
                <a:cubicBezTo>
                  <a:pt x="463" y="915"/>
                  <a:pt x="467" y="918"/>
                  <a:pt x="472" y="918"/>
                </a:cubicBezTo>
                <a:cubicBezTo>
                  <a:pt x="477" y="918"/>
                  <a:pt x="481" y="915"/>
                  <a:pt x="481" y="910"/>
                </a:cubicBezTo>
                <a:close/>
                <a:moveTo>
                  <a:pt x="506" y="910"/>
                </a:moveTo>
                <a:cubicBezTo>
                  <a:pt x="506" y="905"/>
                  <a:pt x="503" y="901"/>
                  <a:pt x="498" y="901"/>
                </a:cubicBezTo>
                <a:cubicBezTo>
                  <a:pt x="493" y="901"/>
                  <a:pt x="489" y="905"/>
                  <a:pt x="489" y="910"/>
                </a:cubicBezTo>
                <a:cubicBezTo>
                  <a:pt x="489" y="915"/>
                  <a:pt x="493" y="918"/>
                  <a:pt x="498" y="918"/>
                </a:cubicBezTo>
                <a:cubicBezTo>
                  <a:pt x="503" y="918"/>
                  <a:pt x="506" y="915"/>
                  <a:pt x="506" y="910"/>
                </a:cubicBezTo>
                <a:close/>
                <a:moveTo>
                  <a:pt x="532" y="910"/>
                </a:moveTo>
                <a:cubicBezTo>
                  <a:pt x="532" y="905"/>
                  <a:pt x="528" y="901"/>
                  <a:pt x="524" y="901"/>
                </a:cubicBezTo>
                <a:cubicBezTo>
                  <a:pt x="519" y="901"/>
                  <a:pt x="515" y="905"/>
                  <a:pt x="515" y="910"/>
                </a:cubicBezTo>
                <a:cubicBezTo>
                  <a:pt x="515" y="915"/>
                  <a:pt x="519" y="918"/>
                  <a:pt x="524" y="918"/>
                </a:cubicBezTo>
                <a:cubicBezTo>
                  <a:pt x="528" y="918"/>
                  <a:pt x="532" y="915"/>
                  <a:pt x="532" y="910"/>
                </a:cubicBezTo>
                <a:close/>
                <a:moveTo>
                  <a:pt x="584" y="910"/>
                </a:moveTo>
                <a:cubicBezTo>
                  <a:pt x="584" y="905"/>
                  <a:pt x="580" y="901"/>
                  <a:pt x="575" y="901"/>
                </a:cubicBezTo>
                <a:cubicBezTo>
                  <a:pt x="570" y="901"/>
                  <a:pt x="567" y="905"/>
                  <a:pt x="567" y="910"/>
                </a:cubicBezTo>
                <a:cubicBezTo>
                  <a:pt x="567" y="915"/>
                  <a:pt x="570" y="918"/>
                  <a:pt x="575" y="918"/>
                </a:cubicBezTo>
                <a:cubicBezTo>
                  <a:pt x="580" y="918"/>
                  <a:pt x="584" y="915"/>
                  <a:pt x="584" y="910"/>
                </a:cubicBezTo>
                <a:close/>
                <a:moveTo>
                  <a:pt x="1150" y="910"/>
                </a:moveTo>
                <a:cubicBezTo>
                  <a:pt x="1150" y="905"/>
                  <a:pt x="1147" y="901"/>
                  <a:pt x="1142" y="901"/>
                </a:cubicBezTo>
                <a:cubicBezTo>
                  <a:pt x="1137" y="901"/>
                  <a:pt x="1133" y="905"/>
                  <a:pt x="1133" y="910"/>
                </a:cubicBezTo>
                <a:cubicBezTo>
                  <a:pt x="1133" y="915"/>
                  <a:pt x="1137" y="918"/>
                  <a:pt x="1142" y="918"/>
                </a:cubicBezTo>
                <a:cubicBezTo>
                  <a:pt x="1147" y="918"/>
                  <a:pt x="1150" y="915"/>
                  <a:pt x="1150" y="910"/>
                </a:cubicBezTo>
                <a:close/>
                <a:moveTo>
                  <a:pt x="1176" y="910"/>
                </a:moveTo>
                <a:cubicBezTo>
                  <a:pt x="1176" y="905"/>
                  <a:pt x="1172" y="901"/>
                  <a:pt x="1168" y="901"/>
                </a:cubicBezTo>
                <a:cubicBezTo>
                  <a:pt x="1163" y="901"/>
                  <a:pt x="1159" y="905"/>
                  <a:pt x="1159" y="910"/>
                </a:cubicBezTo>
                <a:cubicBezTo>
                  <a:pt x="1159" y="915"/>
                  <a:pt x="1163" y="918"/>
                  <a:pt x="1168" y="918"/>
                </a:cubicBezTo>
                <a:cubicBezTo>
                  <a:pt x="1172" y="918"/>
                  <a:pt x="1176" y="915"/>
                  <a:pt x="1176" y="910"/>
                </a:cubicBezTo>
                <a:close/>
                <a:moveTo>
                  <a:pt x="1202" y="910"/>
                </a:moveTo>
                <a:cubicBezTo>
                  <a:pt x="1202" y="905"/>
                  <a:pt x="1198" y="901"/>
                  <a:pt x="1193" y="901"/>
                </a:cubicBezTo>
                <a:cubicBezTo>
                  <a:pt x="1189" y="901"/>
                  <a:pt x="1185" y="905"/>
                  <a:pt x="1185" y="910"/>
                </a:cubicBezTo>
                <a:cubicBezTo>
                  <a:pt x="1185" y="915"/>
                  <a:pt x="1189" y="918"/>
                  <a:pt x="1193" y="918"/>
                </a:cubicBezTo>
                <a:cubicBezTo>
                  <a:pt x="1198" y="918"/>
                  <a:pt x="1202" y="915"/>
                  <a:pt x="1202" y="910"/>
                </a:cubicBezTo>
                <a:close/>
                <a:moveTo>
                  <a:pt x="1228" y="910"/>
                </a:moveTo>
                <a:cubicBezTo>
                  <a:pt x="1228" y="905"/>
                  <a:pt x="1224" y="901"/>
                  <a:pt x="1219" y="901"/>
                </a:cubicBezTo>
                <a:cubicBezTo>
                  <a:pt x="1214" y="901"/>
                  <a:pt x="1210" y="905"/>
                  <a:pt x="1210" y="910"/>
                </a:cubicBezTo>
                <a:cubicBezTo>
                  <a:pt x="1210" y="915"/>
                  <a:pt x="1214" y="918"/>
                  <a:pt x="1219" y="918"/>
                </a:cubicBezTo>
                <a:cubicBezTo>
                  <a:pt x="1224" y="918"/>
                  <a:pt x="1228" y="915"/>
                  <a:pt x="1228" y="910"/>
                </a:cubicBezTo>
                <a:close/>
                <a:moveTo>
                  <a:pt x="1253" y="910"/>
                </a:moveTo>
                <a:cubicBezTo>
                  <a:pt x="1253" y="905"/>
                  <a:pt x="1250" y="901"/>
                  <a:pt x="1245" y="901"/>
                </a:cubicBezTo>
                <a:cubicBezTo>
                  <a:pt x="1240" y="901"/>
                  <a:pt x="1236" y="905"/>
                  <a:pt x="1236" y="910"/>
                </a:cubicBezTo>
                <a:cubicBezTo>
                  <a:pt x="1236" y="915"/>
                  <a:pt x="1240" y="918"/>
                  <a:pt x="1245" y="918"/>
                </a:cubicBezTo>
                <a:cubicBezTo>
                  <a:pt x="1250" y="918"/>
                  <a:pt x="1253" y="915"/>
                  <a:pt x="1253" y="910"/>
                </a:cubicBezTo>
                <a:close/>
                <a:moveTo>
                  <a:pt x="1279" y="910"/>
                </a:moveTo>
                <a:cubicBezTo>
                  <a:pt x="1279" y="905"/>
                  <a:pt x="1275" y="901"/>
                  <a:pt x="1271" y="901"/>
                </a:cubicBezTo>
                <a:cubicBezTo>
                  <a:pt x="1266" y="901"/>
                  <a:pt x="1262" y="905"/>
                  <a:pt x="1262" y="910"/>
                </a:cubicBezTo>
                <a:cubicBezTo>
                  <a:pt x="1262" y="915"/>
                  <a:pt x="1266" y="918"/>
                  <a:pt x="1271" y="918"/>
                </a:cubicBezTo>
                <a:cubicBezTo>
                  <a:pt x="1275" y="918"/>
                  <a:pt x="1279" y="915"/>
                  <a:pt x="1279" y="910"/>
                </a:cubicBezTo>
                <a:close/>
                <a:moveTo>
                  <a:pt x="1305" y="910"/>
                </a:moveTo>
                <a:cubicBezTo>
                  <a:pt x="1305" y="905"/>
                  <a:pt x="1301" y="901"/>
                  <a:pt x="1296" y="901"/>
                </a:cubicBezTo>
                <a:cubicBezTo>
                  <a:pt x="1292" y="901"/>
                  <a:pt x="1288" y="905"/>
                  <a:pt x="1288" y="910"/>
                </a:cubicBezTo>
                <a:cubicBezTo>
                  <a:pt x="1288" y="915"/>
                  <a:pt x="1292" y="918"/>
                  <a:pt x="1296" y="918"/>
                </a:cubicBezTo>
                <a:cubicBezTo>
                  <a:pt x="1301" y="918"/>
                  <a:pt x="1305" y="915"/>
                  <a:pt x="1305" y="910"/>
                </a:cubicBezTo>
                <a:close/>
                <a:moveTo>
                  <a:pt x="1331" y="910"/>
                </a:moveTo>
                <a:cubicBezTo>
                  <a:pt x="1331" y="905"/>
                  <a:pt x="1327" y="901"/>
                  <a:pt x="1322" y="901"/>
                </a:cubicBezTo>
                <a:cubicBezTo>
                  <a:pt x="1317" y="901"/>
                  <a:pt x="1314" y="905"/>
                  <a:pt x="1314" y="910"/>
                </a:cubicBezTo>
                <a:cubicBezTo>
                  <a:pt x="1314" y="915"/>
                  <a:pt x="1317" y="918"/>
                  <a:pt x="1322" y="918"/>
                </a:cubicBezTo>
                <a:cubicBezTo>
                  <a:pt x="1327" y="918"/>
                  <a:pt x="1331" y="915"/>
                  <a:pt x="1331" y="910"/>
                </a:cubicBezTo>
                <a:close/>
                <a:moveTo>
                  <a:pt x="1356" y="910"/>
                </a:moveTo>
                <a:cubicBezTo>
                  <a:pt x="1356" y="905"/>
                  <a:pt x="1353" y="901"/>
                  <a:pt x="1348" y="901"/>
                </a:cubicBezTo>
                <a:cubicBezTo>
                  <a:pt x="1343" y="901"/>
                  <a:pt x="1339" y="905"/>
                  <a:pt x="1339" y="910"/>
                </a:cubicBezTo>
                <a:cubicBezTo>
                  <a:pt x="1339" y="915"/>
                  <a:pt x="1343" y="918"/>
                  <a:pt x="1348" y="918"/>
                </a:cubicBezTo>
                <a:cubicBezTo>
                  <a:pt x="1353" y="918"/>
                  <a:pt x="1356" y="915"/>
                  <a:pt x="1356" y="910"/>
                </a:cubicBezTo>
                <a:close/>
                <a:moveTo>
                  <a:pt x="1382" y="910"/>
                </a:moveTo>
                <a:cubicBezTo>
                  <a:pt x="1382" y="905"/>
                  <a:pt x="1378" y="901"/>
                  <a:pt x="1374" y="901"/>
                </a:cubicBezTo>
                <a:cubicBezTo>
                  <a:pt x="1369" y="901"/>
                  <a:pt x="1365" y="905"/>
                  <a:pt x="1365" y="910"/>
                </a:cubicBezTo>
                <a:cubicBezTo>
                  <a:pt x="1365" y="915"/>
                  <a:pt x="1369" y="918"/>
                  <a:pt x="1374" y="918"/>
                </a:cubicBezTo>
                <a:cubicBezTo>
                  <a:pt x="1378" y="918"/>
                  <a:pt x="1382" y="915"/>
                  <a:pt x="1382" y="910"/>
                </a:cubicBezTo>
                <a:close/>
                <a:moveTo>
                  <a:pt x="1408" y="910"/>
                </a:moveTo>
                <a:cubicBezTo>
                  <a:pt x="1408" y="905"/>
                  <a:pt x="1404" y="901"/>
                  <a:pt x="1399" y="901"/>
                </a:cubicBezTo>
                <a:cubicBezTo>
                  <a:pt x="1395" y="901"/>
                  <a:pt x="1391" y="905"/>
                  <a:pt x="1391" y="910"/>
                </a:cubicBezTo>
                <a:cubicBezTo>
                  <a:pt x="1391" y="915"/>
                  <a:pt x="1395" y="918"/>
                  <a:pt x="1399" y="918"/>
                </a:cubicBezTo>
                <a:cubicBezTo>
                  <a:pt x="1404" y="918"/>
                  <a:pt x="1408" y="915"/>
                  <a:pt x="1408" y="910"/>
                </a:cubicBezTo>
                <a:close/>
                <a:moveTo>
                  <a:pt x="1434" y="910"/>
                </a:moveTo>
                <a:cubicBezTo>
                  <a:pt x="1434" y="905"/>
                  <a:pt x="1430" y="901"/>
                  <a:pt x="1425" y="901"/>
                </a:cubicBezTo>
                <a:cubicBezTo>
                  <a:pt x="1420" y="901"/>
                  <a:pt x="1417" y="905"/>
                  <a:pt x="1417" y="910"/>
                </a:cubicBezTo>
                <a:cubicBezTo>
                  <a:pt x="1417" y="915"/>
                  <a:pt x="1420" y="918"/>
                  <a:pt x="1425" y="918"/>
                </a:cubicBezTo>
                <a:cubicBezTo>
                  <a:pt x="1430" y="918"/>
                  <a:pt x="1434" y="915"/>
                  <a:pt x="1434" y="910"/>
                </a:cubicBezTo>
                <a:close/>
                <a:moveTo>
                  <a:pt x="1459" y="910"/>
                </a:moveTo>
                <a:cubicBezTo>
                  <a:pt x="1459" y="905"/>
                  <a:pt x="1456" y="901"/>
                  <a:pt x="1451" y="901"/>
                </a:cubicBezTo>
                <a:cubicBezTo>
                  <a:pt x="1446" y="901"/>
                  <a:pt x="1442" y="905"/>
                  <a:pt x="1442" y="910"/>
                </a:cubicBezTo>
                <a:cubicBezTo>
                  <a:pt x="1442" y="915"/>
                  <a:pt x="1446" y="918"/>
                  <a:pt x="1451" y="918"/>
                </a:cubicBezTo>
                <a:cubicBezTo>
                  <a:pt x="1456" y="918"/>
                  <a:pt x="1459" y="915"/>
                  <a:pt x="1459" y="910"/>
                </a:cubicBezTo>
                <a:close/>
                <a:moveTo>
                  <a:pt x="1485" y="910"/>
                </a:moveTo>
                <a:cubicBezTo>
                  <a:pt x="1485" y="905"/>
                  <a:pt x="1481" y="901"/>
                  <a:pt x="1477" y="901"/>
                </a:cubicBezTo>
                <a:cubicBezTo>
                  <a:pt x="1472" y="901"/>
                  <a:pt x="1468" y="905"/>
                  <a:pt x="1468" y="910"/>
                </a:cubicBezTo>
                <a:cubicBezTo>
                  <a:pt x="1468" y="915"/>
                  <a:pt x="1472" y="918"/>
                  <a:pt x="1477" y="918"/>
                </a:cubicBezTo>
                <a:cubicBezTo>
                  <a:pt x="1481" y="918"/>
                  <a:pt x="1485" y="915"/>
                  <a:pt x="1485" y="910"/>
                </a:cubicBezTo>
                <a:close/>
                <a:moveTo>
                  <a:pt x="1511" y="910"/>
                </a:moveTo>
                <a:cubicBezTo>
                  <a:pt x="1511" y="905"/>
                  <a:pt x="1507" y="901"/>
                  <a:pt x="1502" y="901"/>
                </a:cubicBezTo>
                <a:cubicBezTo>
                  <a:pt x="1498" y="901"/>
                  <a:pt x="1494" y="905"/>
                  <a:pt x="1494" y="910"/>
                </a:cubicBezTo>
                <a:cubicBezTo>
                  <a:pt x="1494" y="915"/>
                  <a:pt x="1498" y="918"/>
                  <a:pt x="1502" y="918"/>
                </a:cubicBezTo>
                <a:cubicBezTo>
                  <a:pt x="1507" y="918"/>
                  <a:pt x="1511" y="915"/>
                  <a:pt x="1511" y="910"/>
                </a:cubicBezTo>
                <a:close/>
                <a:moveTo>
                  <a:pt x="1537" y="910"/>
                </a:moveTo>
                <a:cubicBezTo>
                  <a:pt x="1537" y="905"/>
                  <a:pt x="1533" y="901"/>
                  <a:pt x="1528" y="901"/>
                </a:cubicBezTo>
                <a:cubicBezTo>
                  <a:pt x="1523" y="901"/>
                  <a:pt x="1520" y="905"/>
                  <a:pt x="1520" y="910"/>
                </a:cubicBezTo>
                <a:cubicBezTo>
                  <a:pt x="1520" y="915"/>
                  <a:pt x="1523" y="918"/>
                  <a:pt x="1528" y="918"/>
                </a:cubicBezTo>
                <a:cubicBezTo>
                  <a:pt x="1533" y="918"/>
                  <a:pt x="1537" y="915"/>
                  <a:pt x="1537" y="910"/>
                </a:cubicBezTo>
                <a:close/>
                <a:moveTo>
                  <a:pt x="1614" y="910"/>
                </a:moveTo>
                <a:cubicBezTo>
                  <a:pt x="1614" y="905"/>
                  <a:pt x="1610" y="901"/>
                  <a:pt x="1605" y="901"/>
                </a:cubicBezTo>
                <a:cubicBezTo>
                  <a:pt x="1601" y="901"/>
                  <a:pt x="1597" y="905"/>
                  <a:pt x="1597" y="910"/>
                </a:cubicBezTo>
                <a:cubicBezTo>
                  <a:pt x="1597" y="915"/>
                  <a:pt x="1601" y="918"/>
                  <a:pt x="1605" y="918"/>
                </a:cubicBezTo>
                <a:cubicBezTo>
                  <a:pt x="1610" y="918"/>
                  <a:pt x="1614" y="915"/>
                  <a:pt x="1614" y="910"/>
                </a:cubicBezTo>
                <a:close/>
                <a:moveTo>
                  <a:pt x="1640" y="910"/>
                </a:moveTo>
                <a:cubicBezTo>
                  <a:pt x="1640" y="905"/>
                  <a:pt x="1636" y="901"/>
                  <a:pt x="1631" y="901"/>
                </a:cubicBezTo>
                <a:cubicBezTo>
                  <a:pt x="1626" y="901"/>
                  <a:pt x="1623" y="905"/>
                  <a:pt x="1623" y="910"/>
                </a:cubicBezTo>
                <a:cubicBezTo>
                  <a:pt x="1623" y="915"/>
                  <a:pt x="1626" y="918"/>
                  <a:pt x="1631" y="918"/>
                </a:cubicBezTo>
                <a:cubicBezTo>
                  <a:pt x="1636" y="918"/>
                  <a:pt x="1640" y="915"/>
                  <a:pt x="1640" y="910"/>
                </a:cubicBezTo>
                <a:close/>
                <a:moveTo>
                  <a:pt x="1666" y="910"/>
                </a:moveTo>
                <a:cubicBezTo>
                  <a:pt x="1666" y="905"/>
                  <a:pt x="1662" y="901"/>
                  <a:pt x="1657" y="901"/>
                </a:cubicBezTo>
                <a:cubicBezTo>
                  <a:pt x="1652" y="901"/>
                  <a:pt x="1648" y="905"/>
                  <a:pt x="1648" y="910"/>
                </a:cubicBezTo>
                <a:cubicBezTo>
                  <a:pt x="1648" y="915"/>
                  <a:pt x="1652" y="918"/>
                  <a:pt x="1657" y="918"/>
                </a:cubicBezTo>
                <a:cubicBezTo>
                  <a:pt x="1662" y="918"/>
                  <a:pt x="1666" y="915"/>
                  <a:pt x="1666" y="910"/>
                </a:cubicBezTo>
                <a:close/>
                <a:moveTo>
                  <a:pt x="1691" y="910"/>
                </a:moveTo>
                <a:cubicBezTo>
                  <a:pt x="1691" y="905"/>
                  <a:pt x="1687" y="901"/>
                  <a:pt x="1683" y="901"/>
                </a:cubicBezTo>
                <a:cubicBezTo>
                  <a:pt x="1678" y="901"/>
                  <a:pt x="1674" y="905"/>
                  <a:pt x="1674" y="910"/>
                </a:cubicBezTo>
                <a:cubicBezTo>
                  <a:pt x="1674" y="915"/>
                  <a:pt x="1678" y="918"/>
                  <a:pt x="1683" y="918"/>
                </a:cubicBezTo>
                <a:cubicBezTo>
                  <a:pt x="1687" y="918"/>
                  <a:pt x="1691" y="915"/>
                  <a:pt x="1691" y="910"/>
                </a:cubicBezTo>
                <a:close/>
                <a:moveTo>
                  <a:pt x="1846" y="910"/>
                </a:moveTo>
                <a:cubicBezTo>
                  <a:pt x="1846" y="905"/>
                  <a:pt x="1842" y="901"/>
                  <a:pt x="1837" y="901"/>
                </a:cubicBezTo>
                <a:cubicBezTo>
                  <a:pt x="1833" y="901"/>
                  <a:pt x="1829" y="905"/>
                  <a:pt x="1829" y="910"/>
                </a:cubicBezTo>
                <a:cubicBezTo>
                  <a:pt x="1829" y="915"/>
                  <a:pt x="1833" y="918"/>
                  <a:pt x="1837" y="918"/>
                </a:cubicBezTo>
                <a:cubicBezTo>
                  <a:pt x="1842" y="918"/>
                  <a:pt x="1846" y="915"/>
                  <a:pt x="1846" y="910"/>
                </a:cubicBezTo>
                <a:close/>
                <a:moveTo>
                  <a:pt x="1872" y="910"/>
                </a:moveTo>
                <a:cubicBezTo>
                  <a:pt x="1872" y="905"/>
                  <a:pt x="1868" y="901"/>
                  <a:pt x="1863" y="901"/>
                </a:cubicBezTo>
                <a:cubicBezTo>
                  <a:pt x="1858" y="901"/>
                  <a:pt x="1854" y="905"/>
                  <a:pt x="1854" y="910"/>
                </a:cubicBezTo>
                <a:cubicBezTo>
                  <a:pt x="1854" y="915"/>
                  <a:pt x="1858" y="918"/>
                  <a:pt x="1863" y="918"/>
                </a:cubicBezTo>
                <a:cubicBezTo>
                  <a:pt x="1868" y="918"/>
                  <a:pt x="1872" y="915"/>
                  <a:pt x="1872" y="910"/>
                </a:cubicBezTo>
                <a:close/>
                <a:moveTo>
                  <a:pt x="1897" y="910"/>
                </a:moveTo>
                <a:cubicBezTo>
                  <a:pt x="1897" y="905"/>
                  <a:pt x="1894" y="901"/>
                  <a:pt x="1889" y="901"/>
                </a:cubicBezTo>
                <a:cubicBezTo>
                  <a:pt x="1884" y="901"/>
                  <a:pt x="1880" y="905"/>
                  <a:pt x="1880" y="910"/>
                </a:cubicBezTo>
                <a:cubicBezTo>
                  <a:pt x="1880" y="915"/>
                  <a:pt x="1884" y="918"/>
                  <a:pt x="1889" y="918"/>
                </a:cubicBezTo>
                <a:cubicBezTo>
                  <a:pt x="1894" y="918"/>
                  <a:pt x="1897" y="915"/>
                  <a:pt x="1897" y="910"/>
                </a:cubicBezTo>
                <a:close/>
                <a:moveTo>
                  <a:pt x="1923" y="910"/>
                </a:moveTo>
                <a:cubicBezTo>
                  <a:pt x="1923" y="905"/>
                  <a:pt x="1919" y="901"/>
                  <a:pt x="1915" y="901"/>
                </a:cubicBezTo>
                <a:cubicBezTo>
                  <a:pt x="1910" y="901"/>
                  <a:pt x="1906" y="905"/>
                  <a:pt x="1906" y="910"/>
                </a:cubicBezTo>
                <a:cubicBezTo>
                  <a:pt x="1906" y="915"/>
                  <a:pt x="1910" y="918"/>
                  <a:pt x="1915" y="918"/>
                </a:cubicBezTo>
                <a:cubicBezTo>
                  <a:pt x="1919" y="918"/>
                  <a:pt x="1923" y="915"/>
                  <a:pt x="1923" y="910"/>
                </a:cubicBezTo>
                <a:close/>
                <a:moveTo>
                  <a:pt x="2000" y="910"/>
                </a:moveTo>
                <a:cubicBezTo>
                  <a:pt x="2000" y="905"/>
                  <a:pt x="1997" y="901"/>
                  <a:pt x="1992" y="901"/>
                </a:cubicBezTo>
                <a:cubicBezTo>
                  <a:pt x="1987" y="901"/>
                  <a:pt x="1983" y="905"/>
                  <a:pt x="1983" y="910"/>
                </a:cubicBezTo>
                <a:cubicBezTo>
                  <a:pt x="1983" y="915"/>
                  <a:pt x="1987" y="918"/>
                  <a:pt x="1992" y="918"/>
                </a:cubicBezTo>
                <a:cubicBezTo>
                  <a:pt x="1997" y="918"/>
                  <a:pt x="2000" y="915"/>
                  <a:pt x="2000" y="910"/>
                </a:cubicBezTo>
                <a:close/>
                <a:moveTo>
                  <a:pt x="2026" y="910"/>
                </a:moveTo>
                <a:cubicBezTo>
                  <a:pt x="2026" y="905"/>
                  <a:pt x="2022" y="901"/>
                  <a:pt x="2018" y="901"/>
                </a:cubicBezTo>
                <a:cubicBezTo>
                  <a:pt x="2013" y="901"/>
                  <a:pt x="2009" y="905"/>
                  <a:pt x="2009" y="910"/>
                </a:cubicBezTo>
                <a:cubicBezTo>
                  <a:pt x="2009" y="915"/>
                  <a:pt x="2013" y="918"/>
                  <a:pt x="2018" y="918"/>
                </a:cubicBezTo>
                <a:cubicBezTo>
                  <a:pt x="2022" y="918"/>
                  <a:pt x="2026" y="915"/>
                  <a:pt x="2026" y="910"/>
                </a:cubicBezTo>
                <a:close/>
                <a:moveTo>
                  <a:pt x="2052" y="910"/>
                </a:moveTo>
                <a:cubicBezTo>
                  <a:pt x="2052" y="905"/>
                  <a:pt x="2048" y="901"/>
                  <a:pt x="2043" y="901"/>
                </a:cubicBezTo>
                <a:cubicBezTo>
                  <a:pt x="2039" y="901"/>
                  <a:pt x="2035" y="905"/>
                  <a:pt x="2035" y="910"/>
                </a:cubicBezTo>
                <a:cubicBezTo>
                  <a:pt x="2035" y="915"/>
                  <a:pt x="2039" y="918"/>
                  <a:pt x="2043" y="918"/>
                </a:cubicBezTo>
                <a:cubicBezTo>
                  <a:pt x="2048" y="918"/>
                  <a:pt x="2052" y="915"/>
                  <a:pt x="2052" y="910"/>
                </a:cubicBezTo>
                <a:close/>
                <a:moveTo>
                  <a:pt x="2078" y="910"/>
                </a:moveTo>
                <a:cubicBezTo>
                  <a:pt x="2078" y="905"/>
                  <a:pt x="2074" y="901"/>
                  <a:pt x="2069" y="901"/>
                </a:cubicBezTo>
                <a:cubicBezTo>
                  <a:pt x="2064" y="901"/>
                  <a:pt x="2061" y="905"/>
                  <a:pt x="2061" y="910"/>
                </a:cubicBezTo>
                <a:cubicBezTo>
                  <a:pt x="2061" y="915"/>
                  <a:pt x="2064" y="918"/>
                  <a:pt x="2069" y="918"/>
                </a:cubicBezTo>
                <a:cubicBezTo>
                  <a:pt x="2074" y="918"/>
                  <a:pt x="2078" y="915"/>
                  <a:pt x="2078" y="910"/>
                </a:cubicBezTo>
                <a:close/>
                <a:moveTo>
                  <a:pt x="120" y="936"/>
                </a:moveTo>
                <a:cubicBezTo>
                  <a:pt x="120" y="931"/>
                  <a:pt x="116" y="927"/>
                  <a:pt x="111" y="927"/>
                </a:cubicBezTo>
                <a:cubicBezTo>
                  <a:pt x="107" y="927"/>
                  <a:pt x="103" y="931"/>
                  <a:pt x="103" y="936"/>
                </a:cubicBezTo>
                <a:cubicBezTo>
                  <a:pt x="103" y="940"/>
                  <a:pt x="107" y="944"/>
                  <a:pt x="111" y="944"/>
                </a:cubicBezTo>
                <a:cubicBezTo>
                  <a:pt x="116" y="944"/>
                  <a:pt x="120" y="940"/>
                  <a:pt x="120" y="936"/>
                </a:cubicBezTo>
                <a:close/>
                <a:moveTo>
                  <a:pt x="506" y="936"/>
                </a:moveTo>
                <a:cubicBezTo>
                  <a:pt x="506" y="931"/>
                  <a:pt x="503" y="927"/>
                  <a:pt x="498" y="927"/>
                </a:cubicBezTo>
                <a:cubicBezTo>
                  <a:pt x="493" y="927"/>
                  <a:pt x="489" y="931"/>
                  <a:pt x="489" y="936"/>
                </a:cubicBezTo>
                <a:cubicBezTo>
                  <a:pt x="489" y="940"/>
                  <a:pt x="493" y="944"/>
                  <a:pt x="498" y="944"/>
                </a:cubicBezTo>
                <a:cubicBezTo>
                  <a:pt x="503" y="944"/>
                  <a:pt x="506" y="940"/>
                  <a:pt x="506" y="936"/>
                </a:cubicBezTo>
                <a:close/>
                <a:moveTo>
                  <a:pt x="532" y="936"/>
                </a:moveTo>
                <a:cubicBezTo>
                  <a:pt x="532" y="931"/>
                  <a:pt x="528" y="927"/>
                  <a:pt x="524" y="927"/>
                </a:cubicBezTo>
                <a:cubicBezTo>
                  <a:pt x="519" y="927"/>
                  <a:pt x="515" y="931"/>
                  <a:pt x="515" y="936"/>
                </a:cubicBezTo>
                <a:cubicBezTo>
                  <a:pt x="515" y="940"/>
                  <a:pt x="519" y="944"/>
                  <a:pt x="524" y="944"/>
                </a:cubicBezTo>
                <a:cubicBezTo>
                  <a:pt x="528" y="944"/>
                  <a:pt x="532" y="940"/>
                  <a:pt x="532" y="936"/>
                </a:cubicBezTo>
                <a:close/>
                <a:moveTo>
                  <a:pt x="558" y="936"/>
                </a:moveTo>
                <a:cubicBezTo>
                  <a:pt x="558" y="931"/>
                  <a:pt x="554" y="927"/>
                  <a:pt x="549" y="927"/>
                </a:cubicBezTo>
                <a:cubicBezTo>
                  <a:pt x="545" y="927"/>
                  <a:pt x="541" y="931"/>
                  <a:pt x="541" y="936"/>
                </a:cubicBezTo>
                <a:cubicBezTo>
                  <a:pt x="541" y="940"/>
                  <a:pt x="545" y="944"/>
                  <a:pt x="549" y="944"/>
                </a:cubicBezTo>
                <a:cubicBezTo>
                  <a:pt x="554" y="944"/>
                  <a:pt x="558" y="940"/>
                  <a:pt x="558" y="936"/>
                </a:cubicBezTo>
                <a:close/>
                <a:moveTo>
                  <a:pt x="584" y="936"/>
                </a:moveTo>
                <a:cubicBezTo>
                  <a:pt x="584" y="931"/>
                  <a:pt x="580" y="927"/>
                  <a:pt x="575" y="927"/>
                </a:cubicBezTo>
                <a:cubicBezTo>
                  <a:pt x="570" y="927"/>
                  <a:pt x="567" y="931"/>
                  <a:pt x="567" y="936"/>
                </a:cubicBezTo>
                <a:cubicBezTo>
                  <a:pt x="567" y="940"/>
                  <a:pt x="570" y="944"/>
                  <a:pt x="575" y="944"/>
                </a:cubicBezTo>
                <a:cubicBezTo>
                  <a:pt x="580" y="944"/>
                  <a:pt x="584" y="940"/>
                  <a:pt x="584" y="936"/>
                </a:cubicBezTo>
                <a:close/>
                <a:moveTo>
                  <a:pt x="609" y="936"/>
                </a:moveTo>
                <a:cubicBezTo>
                  <a:pt x="609" y="931"/>
                  <a:pt x="606" y="927"/>
                  <a:pt x="601" y="927"/>
                </a:cubicBezTo>
                <a:cubicBezTo>
                  <a:pt x="596" y="927"/>
                  <a:pt x="592" y="931"/>
                  <a:pt x="592" y="936"/>
                </a:cubicBezTo>
                <a:cubicBezTo>
                  <a:pt x="592" y="940"/>
                  <a:pt x="596" y="944"/>
                  <a:pt x="601" y="944"/>
                </a:cubicBezTo>
                <a:cubicBezTo>
                  <a:pt x="606" y="944"/>
                  <a:pt x="609" y="940"/>
                  <a:pt x="609" y="936"/>
                </a:cubicBezTo>
                <a:close/>
                <a:moveTo>
                  <a:pt x="635" y="936"/>
                </a:moveTo>
                <a:cubicBezTo>
                  <a:pt x="635" y="931"/>
                  <a:pt x="631" y="927"/>
                  <a:pt x="627" y="927"/>
                </a:cubicBezTo>
                <a:cubicBezTo>
                  <a:pt x="622" y="927"/>
                  <a:pt x="618" y="931"/>
                  <a:pt x="618" y="936"/>
                </a:cubicBezTo>
                <a:cubicBezTo>
                  <a:pt x="618" y="940"/>
                  <a:pt x="622" y="944"/>
                  <a:pt x="627" y="944"/>
                </a:cubicBezTo>
                <a:cubicBezTo>
                  <a:pt x="631" y="944"/>
                  <a:pt x="635" y="940"/>
                  <a:pt x="635" y="936"/>
                </a:cubicBezTo>
                <a:close/>
                <a:moveTo>
                  <a:pt x="1150" y="936"/>
                </a:moveTo>
                <a:cubicBezTo>
                  <a:pt x="1150" y="931"/>
                  <a:pt x="1147" y="927"/>
                  <a:pt x="1142" y="927"/>
                </a:cubicBezTo>
                <a:cubicBezTo>
                  <a:pt x="1137" y="927"/>
                  <a:pt x="1133" y="931"/>
                  <a:pt x="1133" y="936"/>
                </a:cubicBezTo>
                <a:cubicBezTo>
                  <a:pt x="1133" y="940"/>
                  <a:pt x="1137" y="944"/>
                  <a:pt x="1142" y="944"/>
                </a:cubicBezTo>
                <a:cubicBezTo>
                  <a:pt x="1147" y="944"/>
                  <a:pt x="1150" y="940"/>
                  <a:pt x="1150" y="936"/>
                </a:cubicBezTo>
                <a:close/>
                <a:moveTo>
                  <a:pt x="1176" y="936"/>
                </a:moveTo>
                <a:cubicBezTo>
                  <a:pt x="1176" y="931"/>
                  <a:pt x="1172" y="927"/>
                  <a:pt x="1168" y="927"/>
                </a:cubicBezTo>
                <a:cubicBezTo>
                  <a:pt x="1163" y="927"/>
                  <a:pt x="1159" y="931"/>
                  <a:pt x="1159" y="936"/>
                </a:cubicBezTo>
                <a:cubicBezTo>
                  <a:pt x="1159" y="940"/>
                  <a:pt x="1163" y="944"/>
                  <a:pt x="1168" y="944"/>
                </a:cubicBezTo>
                <a:cubicBezTo>
                  <a:pt x="1172" y="944"/>
                  <a:pt x="1176" y="940"/>
                  <a:pt x="1176" y="936"/>
                </a:cubicBezTo>
                <a:close/>
                <a:moveTo>
                  <a:pt x="1202" y="936"/>
                </a:moveTo>
                <a:cubicBezTo>
                  <a:pt x="1202" y="931"/>
                  <a:pt x="1198" y="927"/>
                  <a:pt x="1193" y="927"/>
                </a:cubicBezTo>
                <a:cubicBezTo>
                  <a:pt x="1189" y="927"/>
                  <a:pt x="1185" y="931"/>
                  <a:pt x="1185" y="936"/>
                </a:cubicBezTo>
                <a:cubicBezTo>
                  <a:pt x="1185" y="940"/>
                  <a:pt x="1189" y="944"/>
                  <a:pt x="1193" y="944"/>
                </a:cubicBezTo>
                <a:cubicBezTo>
                  <a:pt x="1198" y="944"/>
                  <a:pt x="1202" y="940"/>
                  <a:pt x="1202" y="936"/>
                </a:cubicBezTo>
                <a:close/>
                <a:moveTo>
                  <a:pt x="1228" y="936"/>
                </a:moveTo>
                <a:cubicBezTo>
                  <a:pt x="1228" y="931"/>
                  <a:pt x="1224" y="927"/>
                  <a:pt x="1219" y="927"/>
                </a:cubicBezTo>
                <a:cubicBezTo>
                  <a:pt x="1214" y="927"/>
                  <a:pt x="1210" y="931"/>
                  <a:pt x="1210" y="936"/>
                </a:cubicBezTo>
                <a:cubicBezTo>
                  <a:pt x="1210" y="940"/>
                  <a:pt x="1214" y="944"/>
                  <a:pt x="1219" y="944"/>
                </a:cubicBezTo>
                <a:cubicBezTo>
                  <a:pt x="1224" y="944"/>
                  <a:pt x="1228" y="940"/>
                  <a:pt x="1228" y="936"/>
                </a:cubicBezTo>
                <a:close/>
                <a:moveTo>
                  <a:pt x="1253" y="936"/>
                </a:moveTo>
                <a:cubicBezTo>
                  <a:pt x="1253" y="931"/>
                  <a:pt x="1250" y="927"/>
                  <a:pt x="1245" y="927"/>
                </a:cubicBezTo>
                <a:cubicBezTo>
                  <a:pt x="1240" y="927"/>
                  <a:pt x="1236" y="931"/>
                  <a:pt x="1236" y="936"/>
                </a:cubicBezTo>
                <a:cubicBezTo>
                  <a:pt x="1236" y="940"/>
                  <a:pt x="1240" y="944"/>
                  <a:pt x="1245" y="944"/>
                </a:cubicBezTo>
                <a:cubicBezTo>
                  <a:pt x="1250" y="944"/>
                  <a:pt x="1253" y="940"/>
                  <a:pt x="1253" y="936"/>
                </a:cubicBezTo>
                <a:close/>
                <a:moveTo>
                  <a:pt x="1279" y="936"/>
                </a:moveTo>
                <a:cubicBezTo>
                  <a:pt x="1279" y="931"/>
                  <a:pt x="1275" y="927"/>
                  <a:pt x="1271" y="927"/>
                </a:cubicBezTo>
                <a:cubicBezTo>
                  <a:pt x="1266" y="927"/>
                  <a:pt x="1262" y="931"/>
                  <a:pt x="1262" y="936"/>
                </a:cubicBezTo>
                <a:cubicBezTo>
                  <a:pt x="1262" y="940"/>
                  <a:pt x="1266" y="944"/>
                  <a:pt x="1271" y="944"/>
                </a:cubicBezTo>
                <a:cubicBezTo>
                  <a:pt x="1275" y="944"/>
                  <a:pt x="1279" y="940"/>
                  <a:pt x="1279" y="936"/>
                </a:cubicBezTo>
                <a:close/>
                <a:moveTo>
                  <a:pt x="1305" y="936"/>
                </a:moveTo>
                <a:cubicBezTo>
                  <a:pt x="1305" y="931"/>
                  <a:pt x="1301" y="927"/>
                  <a:pt x="1296" y="927"/>
                </a:cubicBezTo>
                <a:cubicBezTo>
                  <a:pt x="1292" y="927"/>
                  <a:pt x="1288" y="931"/>
                  <a:pt x="1288" y="936"/>
                </a:cubicBezTo>
                <a:cubicBezTo>
                  <a:pt x="1288" y="940"/>
                  <a:pt x="1292" y="944"/>
                  <a:pt x="1296" y="944"/>
                </a:cubicBezTo>
                <a:cubicBezTo>
                  <a:pt x="1301" y="944"/>
                  <a:pt x="1305" y="940"/>
                  <a:pt x="1305" y="936"/>
                </a:cubicBezTo>
                <a:close/>
                <a:moveTo>
                  <a:pt x="1331" y="936"/>
                </a:moveTo>
                <a:cubicBezTo>
                  <a:pt x="1331" y="931"/>
                  <a:pt x="1327" y="927"/>
                  <a:pt x="1322" y="927"/>
                </a:cubicBezTo>
                <a:cubicBezTo>
                  <a:pt x="1317" y="927"/>
                  <a:pt x="1314" y="931"/>
                  <a:pt x="1314" y="936"/>
                </a:cubicBezTo>
                <a:cubicBezTo>
                  <a:pt x="1314" y="940"/>
                  <a:pt x="1317" y="944"/>
                  <a:pt x="1322" y="944"/>
                </a:cubicBezTo>
                <a:cubicBezTo>
                  <a:pt x="1327" y="944"/>
                  <a:pt x="1331" y="940"/>
                  <a:pt x="1331" y="936"/>
                </a:cubicBezTo>
                <a:close/>
                <a:moveTo>
                  <a:pt x="1356" y="936"/>
                </a:moveTo>
                <a:cubicBezTo>
                  <a:pt x="1356" y="931"/>
                  <a:pt x="1353" y="927"/>
                  <a:pt x="1348" y="927"/>
                </a:cubicBezTo>
                <a:cubicBezTo>
                  <a:pt x="1343" y="927"/>
                  <a:pt x="1339" y="931"/>
                  <a:pt x="1339" y="936"/>
                </a:cubicBezTo>
                <a:cubicBezTo>
                  <a:pt x="1339" y="940"/>
                  <a:pt x="1343" y="944"/>
                  <a:pt x="1348" y="944"/>
                </a:cubicBezTo>
                <a:cubicBezTo>
                  <a:pt x="1353" y="944"/>
                  <a:pt x="1356" y="940"/>
                  <a:pt x="1356" y="936"/>
                </a:cubicBezTo>
                <a:close/>
                <a:moveTo>
                  <a:pt x="1382" y="936"/>
                </a:moveTo>
                <a:cubicBezTo>
                  <a:pt x="1382" y="931"/>
                  <a:pt x="1378" y="927"/>
                  <a:pt x="1374" y="927"/>
                </a:cubicBezTo>
                <a:cubicBezTo>
                  <a:pt x="1369" y="927"/>
                  <a:pt x="1365" y="931"/>
                  <a:pt x="1365" y="936"/>
                </a:cubicBezTo>
                <a:cubicBezTo>
                  <a:pt x="1365" y="940"/>
                  <a:pt x="1369" y="944"/>
                  <a:pt x="1374" y="944"/>
                </a:cubicBezTo>
                <a:cubicBezTo>
                  <a:pt x="1378" y="944"/>
                  <a:pt x="1382" y="940"/>
                  <a:pt x="1382" y="936"/>
                </a:cubicBezTo>
                <a:close/>
                <a:moveTo>
                  <a:pt x="1408" y="936"/>
                </a:moveTo>
                <a:cubicBezTo>
                  <a:pt x="1408" y="931"/>
                  <a:pt x="1404" y="927"/>
                  <a:pt x="1399" y="927"/>
                </a:cubicBezTo>
                <a:cubicBezTo>
                  <a:pt x="1395" y="927"/>
                  <a:pt x="1391" y="931"/>
                  <a:pt x="1391" y="936"/>
                </a:cubicBezTo>
                <a:cubicBezTo>
                  <a:pt x="1391" y="940"/>
                  <a:pt x="1395" y="944"/>
                  <a:pt x="1399" y="944"/>
                </a:cubicBezTo>
                <a:cubicBezTo>
                  <a:pt x="1404" y="944"/>
                  <a:pt x="1408" y="940"/>
                  <a:pt x="1408" y="936"/>
                </a:cubicBezTo>
                <a:close/>
                <a:moveTo>
                  <a:pt x="1434" y="936"/>
                </a:moveTo>
                <a:cubicBezTo>
                  <a:pt x="1434" y="931"/>
                  <a:pt x="1430" y="927"/>
                  <a:pt x="1425" y="927"/>
                </a:cubicBezTo>
                <a:cubicBezTo>
                  <a:pt x="1420" y="927"/>
                  <a:pt x="1417" y="931"/>
                  <a:pt x="1417" y="936"/>
                </a:cubicBezTo>
                <a:cubicBezTo>
                  <a:pt x="1417" y="940"/>
                  <a:pt x="1420" y="944"/>
                  <a:pt x="1425" y="944"/>
                </a:cubicBezTo>
                <a:cubicBezTo>
                  <a:pt x="1430" y="944"/>
                  <a:pt x="1434" y="940"/>
                  <a:pt x="1434" y="936"/>
                </a:cubicBezTo>
                <a:close/>
                <a:moveTo>
                  <a:pt x="1459" y="936"/>
                </a:moveTo>
                <a:cubicBezTo>
                  <a:pt x="1459" y="931"/>
                  <a:pt x="1456" y="927"/>
                  <a:pt x="1451" y="927"/>
                </a:cubicBezTo>
                <a:cubicBezTo>
                  <a:pt x="1446" y="927"/>
                  <a:pt x="1442" y="931"/>
                  <a:pt x="1442" y="936"/>
                </a:cubicBezTo>
                <a:cubicBezTo>
                  <a:pt x="1442" y="940"/>
                  <a:pt x="1446" y="944"/>
                  <a:pt x="1451" y="944"/>
                </a:cubicBezTo>
                <a:cubicBezTo>
                  <a:pt x="1456" y="944"/>
                  <a:pt x="1459" y="940"/>
                  <a:pt x="1459" y="936"/>
                </a:cubicBezTo>
                <a:close/>
                <a:moveTo>
                  <a:pt x="1485" y="936"/>
                </a:moveTo>
                <a:cubicBezTo>
                  <a:pt x="1485" y="931"/>
                  <a:pt x="1481" y="927"/>
                  <a:pt x="1477" y="927"/>
                </a:cubicBezTo>
                <a:cubicBezTo>
                  <a:pt x="1472" y="927"/>
                  <a:pt x="1468" y="931"/>
                  <a:pt x="1468" y="936"/>
                </a:cubicBezTo>
                <a:cubicBezTo>
                  <a:pt x="1468" y="940"/>
                  <a:pt x="1472" y="944"/>
                  <a:pt x="1477" y="944"/>
                </a:cubicBezTo>
                <a:cubicBezTo>
                  <a:pt x="1481" y="944"/>
                  <a:pt x="1485" y="940"/>
                  <a:pt x="1485" y="936"/>
                </a:cubicBezTo>
                <a:close/>
                <a:moveTo>
                  <a:pt x="1511" y="936"/>
                </a:moveTo>
                <a:cubicBezTo>
                  <a:pt x="1511" y="931"/>
                  <a:pt x="1507" y="927"/>
                  <a:pt x="1502" y="927"/>
                </a:cubicBezTo>
                <a:cubicBezTo>
                  <a:pt x="1498" y="927"/>
                  <a:pt x="1494" y="931"/>
                  <a:pt x="1494" y="936"/>
                </a:cubicBezTo>
                <a:cubicBezTo>
                  <a:pt x="1494" y="940"/>
                  <a:pt x="1498" y="944"/>
                  <a:pt x="1502" y="944"/>
                </a:cubicBezTo>
                <a:cubicBezTo>
                  <a:pt x="1507" y="944"/>
                  <a:pt x="1511" y="940"/>
                  <a:pt x="1511" y="936"/>
                </a:cubicBezTo>
                <a:close/>
                <a:moveTo>
                  <a:pt x="1537" y="936"/>
                </a:moveTo>
                <a:cubicBezTo>
                  <a:pt x="1537" y="931"/>
                  <a:pt x="1533" y="927"/>
                  <a:pt x="1528" y="927"/>
                </a:cubicBezTo>
                <a:cubicBezTo>
                  <a:pt x="1523" y="927"/>
                  <a:pt x="1520" y="931"/>
                  <a:pt x="1520" y="936"/>
                </a:cubicBezTo>
                <a:cubicBezTo>
                  <a:pt x="1520" y="940"/>
                  <a:pt x="1523" y="944"/>
                  <a:pt x="1528" y="944"/>
                </a:cubicBezTo>
                <a:cubicBezTo>
                  <a:pt x="1533" y="944"/>
                  <a:pt x="1537" y="940"/>
                  <a:pt x="1537" y="936"/>
                </a:cubicBezTo>
                <a:close/>
                <a:moveTo>
                  <a:pt x="1563" y="936"/>
                </a:moveTo>
                <a:cubicBezTo>
                  <a:pt x="1563" y="931"/>
                  <a:pt x="1559" y="927"/>
                  <a:pt x="1554" y="927"/>
                </a:cubicBezTo>
                <a:cubicBezTo>
                  <a:pt x="1549" y="927"/>
                  <a:pt x="1545" y="931"/>
                  <a:pt x="1545" y="936"/>
                </a:cubicBezTo>
                <a:cubicBezTo>
                  <a:pt x="1545" y="940"/>
                  <a:pt x="1549" y="944"/>
                  <a:pt x="1554" y="944"/>
                </a:cubicBezTo>
                <a:cubicBezTo>
                  <a:pt x="1559" y="944"/>
                  <a:pt x="1563" y="940"/>
                  <a:pt x="1563" y="936"/>
                </a:cubicBezTo>
                <a:close/>
                <a:moveTo>
                  <a:pt x="1614" y="936"/>
                </a:moveTo>
                <a:cubicBezTo>
                  <a:pt x="1614" y="931"/>
                  <a:pt x="1610" y="927"/>
                  <a:pt x="1605" y="927"/>
                </a:cubicBezTo>
                <a:cubicBezTo>
                  <a:pt x="1601" y="927"/>
                  <a:pt x="1597" y="931"/>
                  <a:pt x="1597" y="936"/>
                </a:cubicBezTo>
                <a:cubicBezTo>
                  <a:pt x="1597" y="940"/>
                  <a:pt x="1601" y="944"/>
                  <a:pt x="1605" y="944"/>
                </a:cubicBezTo>
                <a:cubicBezTo>
                  <a:pt x="1610" y="944"/>
                  <a:pt x="1614" y="940"/>
                  <a:pt x="1614" y="936"/>
                </a:cubicBezTo>
                <a:close/>
                <a:moveTo>
                  <a:pt x="1640" y="936"/>
                </a:moveTo>
                <a:cubicBezTo>
                  <a:pt x="1640" y="931"/>
                  <a:pt x="1636" y="927"/>
                  <a:pt x="1631" y="927"/>
                </a:cubicBezTo>
                <a:cubicBezTo>
                  <a:pt x="1626" y="927"/>
                  <a:pt x="1623" y="931"/>
                  <a:pt x="1623" y="936"/>
                </a:cubicBezTo>
                <a:cubicBezTo>
                  <a:pt x="1623" y="940"/>
                  <a:pt x="1626" y="944"/>
                  <a:pt x="1631" y="944"/>
                </a:cubicBezTo>
                <a:cubicBezTo>
                  <a:pt x="1636" y="944"/>
                  <a:pt x="1640" y="940"/>
                  <a:pt x="1640" y="936"/>
                </a:cubicBezTo>
                <a:close/>
                <a:moveTo>
                  <a:pt x="1666" y="936"/>
                </a:moveTo>
                <a:cubicBezTo>
                  <a:pt x="1666" y="931"/>
                  <a:pt x="1662" y="927"/>
                  <a:pt x="1657" y="927"/>
                </a:cubicBezTo>
                <a:cubicBezTo>
                  <a:pt x="1652" y="927"/>
                  <a:pt x="1648" y="931"/>
                  <a:pt x="1648" y="936"/>
                </a:cubicBezTo>
                <a:cubicBezTo>
                  <a:pt x="1648" y="940"/>
                  <a:pt x="1652" y="944"/>
                  <a:pt x="1657" y="944"/>
                </a:cubicBezTo>
                <a:cubicBezTo>
                  <a:pt x="1662" y="944"/>
                  <a:pt x="1666" y="940"/>
                  <a:pt x="1666" y="936"/>
                </a:cubicBezTo>
                <a:close/>
                <a:moveTo>
                  <a:pt x="1846" y="936"/>
                </a:moveTo>
                <a:cubicBezTo>
                  <a:pt x="1846" y="931"/>
                  <a:pt x="1842" y="927"/>
                  <a:pt x="1837" y="927"/>
                </a:cubicBezTo>
                <a:cubicBezTo>
                  <a:pt x="1833" y="927"/>
                  <a:pt x="1829" y="931"/>
                  <a:pt x="1829" y="936"/>
                </a:cubicBezTo>
                <a:cubicBezTo>
                  <a:pt x="1829" y="940"/>
                  <a:pt x="1833" y="944"/>
                  <a:pt x="1837" y="944"/>
                </a:cubicBezTo>
                <a:cubicBezTo>
                  <a:pt x="1842" y="944"/>
                  <a:pt x="1846" y="940"/>
                  <a:pt x="1846" y="936"/>
                </a:cubicBezTo>
                <a:close/>
                <a:moveTo>
                  <a:pt x="1872" y="936"/>
                </a:moveTo>
                <a:cubicBezTo>
                  <a:pt x="1872" y="931"/>
                  <a:pt x="1868" y="927"/>
                  <a:pt x="1863" y="927"/>
                </a:cubicBezTo>
                <a:cubicBezTo>
                  <a:pt x="1858" y="927"/>
                  <a:pt x="1854" y="931"/>
                  <a:pt x="1854" y="936"/>
                </a:cubicBezTo>
                <a:cubicBezTo>
                  <a:pt x="1854" y="940"/>
                  <a:pt x="1858" y="944"/>
                  <a:pt x="1863" y="944"/>
                </a:cubicBezTo>
                <a:cubicBezTo>
                  <a:pt x="1868" y="944"/>
                  <a:pt x="1872" y="940"/>
                  <a:pt x="1872" y="936"/>
                </a:cubicBezTo>
                <a:close/>
                <a:moveTo>
                  <a:pt x="1897" y="936"/>
                </a:moveTo>
                <a:cubicBezTo>
                  <a:pt x="1897" y="931"/>
                  <a:pt x="1894" y="927"/>
                  <a:pt x="1889" y="927"/>
                </a:cubicBezTo>
                <a:cubicBezTo>
                  <a:pt x="1884" y="927"/>
                  <a:pt x="1880" y="931"/>
                  <a:pt x="1880" y="936"/>
                </a:cubicBezTo>
                <a:cubicBezTo>
                  <a:pt x="1880" y="940"/>
                  <a:pt x="1884" y="944"/>
                  <a:pt x="1889" y="944"/>
                </a:cubicBezTo>
                <a:cubicBezTo>
                  <a:pt x="1894" y="944"/>
                  <a:pt x="1897" y="940"/>
                  <a:pt x="1897" y="936"/>
                </a:cubicBezTo>
                <a:close/>
                <a:moveTo>
                  <a:pt x="2000" y="936"/>
                </a:moveTo>
                <a:cubicBezTo>
                  <a:pt x="2000" y="931"/>
                  <a:pt x="1997" y="927"/>
                  <a:pt x="1992" y="927"/>
                </a:cubicBezTo>
                <a:cubicBezTo>
                  <a:pt x="1987" y="927"/>
                  <a:pt x="1983" y="931"/>
                  <a:pt x="1983" y="936"/>
                </a:cubicBezTo>
                <a:cubicBezTo>
                  <a:pt x="1983" y="940"/>
                  <a:pt x="1987" y="944"/>
                  <a:pt x="1992" y="944"/>
                </a:cubicBezTo>
                <a:cubicBezTo>
                  <a:pt x="1997" y="944"/>
                  <a:pt x="2000" y="940"/>
                  <a:pt x="2000" y="936"/>
                </a:cubicBezTo>
                <a:close/>
                <a:moveTo>
                  <a:pt x="2026" y="936"/>
                </a:moveTo>
                <a:cubicBezTo>
                  <a:pt x="2026" y="931"/>
                  <a:pt x="2022" y="927"/>
                  <a:pt x="2018" y="927"/>
                </a:cubicBezTo>
                <a:cubicBezTo>
                  <a:pt x="2013" y="927"/>
                  <a:pt x="2009" y="931"/>
                  <a:pt x="2009" y="936"/>
                </a:cubicBezTo>
                <a:cubicBezTo>
                  <a:pt x="2009" y="940"/>
                  <a:pt x="2013" y="944"/>
                  <a:pt x="2018" y="944"/>
                </a:cubicBezTo>
                <a:cubicBezTo>
                  <a:pt x="2022" y="944"/>
                  <a:pt x="2026" y="940"/>
                  <a:pt x="2026" y="936"/>
                </a:cubicBezTo>
                <a:close/>
                <a:moveTo>
                  <a:pt x="2052" y="936"/>
                </a:moveTo>
                <a:cubicBezTo>
                  <a:pt x="2052" y="931"/>
                  <a:pt x="2048" y="927"/>
                  <a:pt x="2043" y="927"/>
                </a:cubicBezTo>
                <a:cubicBezTo>
                  <a:pt x="2039" y="927"/>
                  <a:pt x="2035" y="931"/>
                  <a:pt x="2035" y="936"/>
                </a:cubicBezTo>
                <a:cubicBezTo>
                  <a:pt x="2035" y="940"/>
                  <a:pt x="2039" y="944"/>
                  <a:pt x="2043" y="944"/>
                </a:cubicBezTo>
                <a:cubicBezTo>
                  <a:pt x="2048" y="944"/>
                  <a:pt x="2052" y="940"/>
                  <a:pt x="2052" y="936"/>
                </a:cubicBezTo>
                <a:close/>
                <a:moveTo>
                  <a:pt x="2078" y="936"/>
                </a:moveTo>
                <a:cubicBezTo>
                  <a:pt x="2078" y="931"/>
                  <a:pt x="2074" y="927"/>
                  <a:pt x="2069" y="927"/>
                </a:cubicBezTo>
                <a:cubicBezTo>
                  <a:pt x="2064" y="927"/>
                  <a:pt x="2061" y="931"/>
                  <a:pt x="2061" y="936"/>
                </a:cubicBezTo>
                <a:cubicBezTo>
                  <a:pt x="2061" y="940"/>
                  <a:pt x="2064" y="944"/>
                  <a:pt x="2069" y="944"/>
                </a:cubicBezTo>
                <a:cubicBezTo>
                  <a:pt x="2074" y="944"/>
                  <a:pt x="2078" y="940"/>
                  <a:pt x="2078" y="936"/>
                </a:cubicBezTo>
                <a:close/>
                <a:moveTo>
                  <a:pt x="2103" y="936"/>
                </a:moveTo>
                <a:cubicBezTo>
                  <a:pt x="2103" y="931"/>
                  <a:pt x="2100" y="927"/>
                  <a:pt x="2095" y="927"/>
                </a:cubicBezTo>
                <a:cubicBezTo>
                  <a:pt x="2090" y="927"/>
                  <a:pt x="2086" y="931"/>
                  <a:pt x="2086" y="936"/>
                </a:cubicBezTo>
                <a:cubicBezTo>
                  <a:pt x="2086" y="940"/>
                  <a:pt x="2090" y="944"/>
                  <a:pt x="2095" y="944"/>
                </a:cubicBezTo>
                <a:cubicBezTo>
                  <a:pt x="2100" y="944"/>
                  <a:pt x="2103" y="940"/>
                  <a:pt x="2103" y="936"/>
                </a:cubicBezTo>
                <a:close/>
                <a:moveTo>
                  <a:pt x="2181" y="936"/>
                </a:moveTo>
                <a:cubicBezTo>
                  <a:pt x="2181" y="931"/>
                  <a:pt x="2177" y="927"/>
                  <a:pt x="2172" y="927"/>
                </a:cubicBezTo>
                <a:cubicBezTo>
                  <a:pt x="2167" y="927"/>
                  <a:pt x="2164" y="931"/>
                  <a:pt x="2164" y="936"/>
                </a:cubicBezTo>
                <a:cubicBezTo>
                  <a:pt x="2164" y="940"/>
                  <a:pt x="2167" y="944"/>
                  <a:pt x="2172" y="944"/>
                </a:cubicBezTo>
                <a:cubicBezTo>
                  <a:pt x="2177" y="944"/>
                  <a:pt x="2181" y="940"/>
                  <a:pt x="2181" y="936"/>
                </a:cubicBezTo>
                <a:close/>
                <a:moveTo>
                  <a:pt x="2207" y="936"/>
                </a:moveTo>
                <a:cubicBezTo>
                  <a:pt x="2207" y="931"/>
                  <a:pt x="2203" y="927"/>
                  <a:pt x="2198" y="927"/>
                </a:cubicBezTo>
                <a:cubicBezTo>
                  <a:pt x="2193" y="927"/>
                  <a:pt x="2189" y="931"/>
                  <a:pt x="2189" y="936"/>
                </a:cubicBezTo>
                <a:cubicBezTo>
                  <a:pt x="2189" y="940"/>
                  <a:pt x="2193" y="944"/>
                  <a:pt x="2198" y="944"/>
                </a:cubicBezTo>
                <a:cubicBezTo>
                  <a:pt x="2203" y="944"/>
                  <a:pt x="2207" y="940"/>
                  <a:pt x="2207" y="936"/>
                </a:cubicBezTo>
                <a:close/>
                <a:moveTo>
                  <a:pt x="635" y="961"/>
                </a:moveTo>
                <a:cubicBezTo>
                  <a:pt x="635" y="957"/>
                  <a:pt x="631" y="953"/>
                  <a:pt x="627" y="953"/>
                </a:cubicBezTo>
                <a:cubicBezTo>
                  <a:pt x="622" y="953"/>
                  <a:pt x="618" y="957"/>
                  <a:pt x="618" y="961"/>
                </a:cubicBezTo>
                <a:cubicBezTo>
                  <a:pt x="618" y="966"/>
                  <a:pt x="622" y="970"/>
                  <a:pt x="627" y="970"/>
                </a:cubicBezTo>
                <a:cubicBezTo>
                  <a:pt x="631" y="970"/>
                  <a:pt x="635" y="966"/>
                  <a:pt x="635" y="961"/>
                </a:cubicBezTo>
                <a:close/>
                <a:moveTo>
                  <a:pt x="1150" y="961"/>
                </a:moveTo>
                <a:cubicBezTo>
                  <a:pt x="1150" y="957"/>
                  <a:pt x="1147" y="953"/>
                  <a:pt x="1142" y="953"/>
                </a:cubicBezTo>
                <a:cubicBezTo>
                  <a:pt x="1137" y="953"/>
                  <a:pt x="1133" y="957"/>
                  <a:pt x="1133" y="961"/>
                </a:cubicBezTo>
                <a:cubicBezTo>
                  <a:pt x="1133" y="966"/>
                  <a:pt x="1137" y="970"/>
                  <a:pt x="1142" y="970"/>
                </a:cubicBezTo>
                <a:cubicBezTo>
                  <a:pt x="1147" y="970"/>
                  <a:pt x="1150" y="966"/>
                  <a:pt x="1150" y="961"/>
                </a:cubicBezTo>
                <a:close/>
                <a:moveTo>
                  <a:pt x="1176" y="961"/>
                </a:moveTo>
                <a:cubicBezTo>
                  <a:pt x="1176" y="957"/>
                  <a:pt x="1172" y="953"/>
                  <a:pt x="1168" y="953"/>
                </a:cubicBezTo>
                <a:cubicBezTo>
                  <a:pt x="1163" y="953"/>
                  <a:pt x="1159" y="957"/>
                  <a:pt x="1159" y="961"/>
                </a:cubicBezTo>
                <a:cubicBezTo>
                  <a:pt x="1159" y="966"/>
                  <a:pt x="1163" y="970"/>
                  <a:pt x="1168" y="970"/>
                </a:cubicBezTo>
                <a:cubicBezTo>
                  <a:pt x="1172" y="970"/>
                  <a:pt x="1176" y="966"/>
                  <a:pt x="1176" y="961"/>
                </a:cubicBezTo>
                <a:close/>
                <a:moveTo>
                  <a:pt x="1202" y="961"/>
                </a:moveTo>
                <a:cubicBezTo>
                  <a:pt x="1202" y="957"/>
                  <a:pt x="1198" y="953"/>
                  <a:pt x="1193" y="953"/>
                </a:cubicBezTo>
                <a:cubicBezTo>
                  <a:pt x="1189" y="953"/>
                  <a:pt x="1185" y="957"/>
                  <a:pt x="1185" y="961"/>
                </a:cubicBezTo>
                <a:cubicBezTo>
                  <a:pt x="1185" y="966"/>
                  <a:pt x="1189" y="970"/>
                  <a:pt x="1193" y="970"/>
                </a:cubicBezTo>
                <a:cubicBezTo>
                  <a:pt x="1198" y="970"/>
                  <a:pt x="1202" y="966"/>
                  <a:pt x="1202" y="961"/>
                </a:cubicBezTo>
                <a:close/>
                <a:moveTo>
                  <a:pt x="1228" y="961"/>
                </a:moveTo>
                <a:cubicBezTo>
                  <a:pt x="1228" y="957"/>
                  <a:pt x="1224" y="953"/>
                  <a:pt x="1219" y="953"/>
                </a:cubicBezTo>
                <a:cubicBezTo>
                  <a:pt x="1214" y="953"/>
                  <a:pt x="1210" y="957"/>
                  <a:pt x="1210" y="961"/>
                </a:cubicBezTo>
                <a:cubicBezTo>
                  <a:pt x="1210" y="966"/>
                  <a:pt x="1214" y="970"/>
                  <a:pt x="1219" y="970"/>
                </a:cubicBezTo>
                <a:cubicBezTo>
                  <a:pt x="1224" y="970"/>
                  <a:pt x="1228" y="966"/>
                  <a:pt x="1228" y="961"/>
                </a:cubicBezTo>
                <a:close/>
                <a:moveTo>
                  <a:pt x="1253" y="961"/>
                </a:moveTo>
                <a:cubicBezTo>
                  <a:pt x="1253" y="957"/>
                  <a:pt x="1250" y="953"/>
                  <a:pt x="1245" y="953"/>
                </a:cubicBezTo>
                <a:cubicBezTo>
                  <a:pt x="1240" y="953"/>
                  <a:pt x="1236" y="957"/>
                  <a:pt x="1236" y="961"/>
                </a:cubicBezTo>
                <a:cubicBezTo>
                  <a:pt x="1236" y="966"/>
                  <a:pt x="1240" y="970"/>
                  <a:pt x="1245" y="970"/>
                </a:cubicBezTo>
                <a:cubicBezTo>
                  <a:pt x="1250" y="970"/>
                  <a:pt x="1253" y="966"/>
                  <a:pt x="1253" y="961"/>
                </a:cubicBezTo>
                <a:close/>
                <a:moveTo>
                  <a:pt x="1279" y="961"/>
                </a:moveTo>
                <a:cubicBezTo>
                  <a:pt x="1279" y="957"/>
                  <a:pt x="1275" y="953"/>
                  <a:pt x="1271" y="953"/>
                </a:cubicBezTo>
                <a:cubicBezTo>
                  <a:pt x="1266" y="953"/>
                  <a:pt x="1262" y="957"/>
                  <a:pt x="1262" y="961"/>
                </a:cubicBezTo>
                <a:cubicBezTo>
                  <a:pt x="1262" y="966"/>
                  <a:pt x="1266" y="970"/>
                  <a:pt x="1271" y="970"/>
                </a:cubicBezTo>
                <a:cubicBezTo>
                  <a:pt x="1275" y="970"/>
                  <a:pt x="1279" y="966"/>
                  <a:pt x="1279" y="961"/>
                </a:cubicBezTo>
                <a:close/>
                <a:moveTo>
                  <a:pt x="1305" y="961"/>
                </a:moveTo>
                <a:cubicBezTo>
                  <a:pt x="1305" y="957"/>
                  <a:pt x="1301" y="953"/>
                  <a:pt x="1296" y="953"/>
                </a:cubicBezTo>
                <a:cubicBezTo>
                  <a:pt x="1292" y="953"/>
                  <a:pt x="1288" y="957"/>
                  <a:pt x="1288" y="961"/>
                </a:cubicBezTo>
                <a:cubicBezTo>
                  <a:pt x="1288" y="966"/>
                  <a:pt x="1292" y="970"/>
                  <a:pt x="1296" y="970"/>
                </a:cubicBezTo>
                <a:cubicBezTo>
                  <a:pt x="1301" y="970"/>
                  <a:pt x="1305" y="966"/>
                  <a:pt x="1305" y="961"/>
                </a:cubicBezTo>
                <a:close/>
                <a:moveTo>
                  <a:pt x="1331" y="961"/>
                </a:moveTo>
                <a:cubicBezTo>
                  <a:pt x="1331" y="957"/>
                  <a:pt x="1327" y="953"/>
                  <a:pt x="1322" y="953"/>
                </a:cubicBezTo>
                <a:cubicBezTo>
                  <a:pt x="1317" y="953"/>
                  <a:pt x="1314" y="957"/>
                  <a:pt x="1314" y="961"/>
                </a:cubicBezTo>
                <a:cubicBezTo>
                  <a:pt x="1314" y="966"/>
                  <a:pt x="1317" y="970"/>
                  <a:pt x="1322" y="970"/>
                </a:cubicBezTo>
                <a:cubicBezTo>
                  <a:pt x="1327" y="970"/>
                  <a:pt x="1331" y="966"/>
                  <a:pt x="1331" y="961"/>
                </a:cubicBezTo>
                <a:close/>
                <a:moveTo>
                  <a:pt x="1356" y="961"/>
                </a:moveTo>
                <a:cubicBezTo>
                  <a:pt x="1356" y="957"/>
                  <a:pt x="1353" y="953"/>
                  <a:pt x="1348" y="953"/>
                </a:cubicBezTo>
                <a:cubicBezTo>
                  <a:pt x="1343" y="953"/>
                  <a:pt x="1339" y="957"/>
                  <a:pt x="1339" y="961"/>
                </a:cubicBezTo>
                <a:cubicBezTo>
                  <a:pt x="1339" y="966"/>
                  <a:pt x="1343" y="970"/>
                  <a:pt x="1348" y="970"/>
                </a:cubicBezTo>
                <a:cubicBezTo>
                  <a:pt x="1353" y="970"/>
                  <a:pt x="1356" y="966"/>
                  <a:pt x="1356" y="961"/>
                </a:cubicBezTo>
                <a:close/>
                <a:moveTo>
                  <a:pt x="1382" y="961"/>
                </a:moveTo>
                <a:cubicBezTo>
                  <a:pt x="1382" y="957"/>
                  <a:pt x="1378" y="953"/>
                  <a:pt x="1374" y="953"/>
                </a:cubicBezTo>
                <a:cubicBezTo>
                  <a:pt x="1369" y="953"/>
                  <a:pt x="1365" y="957"/>
                  <a:pt x="1365" y="961"/>
                </a:cubicBezTo>
                <a:cubicBezTo>
                  <a:pt x="1365" y="966"/>
                  <a:pt x="1369" y="970"/>
                  <a:pt x="1374" y="970"/>
                </a:cubicBezTo>
                <a:cubicBezTo>
                  <a:pt x="1378" y="970"/>
                  <a:pt x="1382" y="966"/>
                  <a:pt x="1382" y="961"/>
                </a:cubicBezTo>
                <a:close/>
                <a:moveTo>
                  <a:pt x="1408" y="961"/>
                </a:moveTo>
                <a:cubicBezTo>
                  <a:pt x="1408" y="957"/>
                  <a:pt x="1404" y="953"/>
                  <a:pt x="1399" y="953"/>
                </a:cubicBezTo>
                <a:cubicBezTo>
                  <a:pt x="1395" y="953"/>
                  <a:pt x="1391" y="957"/>
                  <a:pt x="1391" y="961"/>
                </a:cubicBezTo>
                <a:cubicBezTo>
                  <a:pt x="1391" y="966"/>
                  <a:pt x="1395" y="970"/>
                  <a:pt x="1399" y="970"/>
                </a:cubicBezTo>
                <a:cubicBezTo>
                  <a:pt x="1404" y="970"/>
                  <a:pt x="1408" y="966"/>
                  <a:pt x="1408" y="961"/>
                </a:cubicBezTo>
                <a:close/>
                <a:moveTo>
                  <a:pt x="1434" y="961"/>
                </a:moveTo>
                <a:cubicBezTo>
                  <a:pt x="1434" y="957"/>
                  <a:pt x="1430" y="953"/>
                  <a:pt x="1425" y="953"/>
                </a:cubicBezTo>
                <a:cubicBezTo>
                  <a:pt x="1420" y="953"/>
                  <a:pt x="1417" y="957"/>
                  <a:pt x="1417" y="961"/>
                </a:cubicBezTo>
                <a:cubicBezTo>
                  <a:pt x="1417" y="966"/>
                  <a:pt x="1420" y="970"/>
                  <a:pt x="1425" y="970"/>
                </a:cubicBezTo>
                <a:cubicBezTo>
                  <a:pt x="1430" y="970"/>
                  <a:pt x="1434" y="966"/>
                  <a:pt x="1434" y="961"/>
                </a:cubicBezTo>
                <a:close/>
                <a:moveTo>
                  <a:pt x="1459" y="961"/>
                </a:moveTo>
                <a:cubicBezTo>
                  <a:pt x="1459" y="957"/>
                  <a:pt x="1456" y="953"/>
                  <a:pt x="1451" y="953"/>
                </a:cubicBezTo>
                <a:cubicBezTo>
                  <a:pt x="1446" y="953"/>
                  <a:pt x="1442" y="957"/>
                  <a:pt x="1442" y="961"/>
                </a:cubicBezTo>
                <a:cubicBezTo>
                  <a:pt x="1442" y="966"/>
                  <a:pt x="1446" y="970"/>
                  <a:pt x="1451" y="970"/>
                </a:cubicBezTo>
                <a:cubicBezTo>
                  <a:pt x="1456" y="970"/>
                  <a:pt x="1459" y="966"/>
                  <a:pt x="1459" y="961"/>
                </a:cubicBezTo>
                <a:close/>
                <a:moveTo>
                  <a:pt x="1485" y="961"/>
                </a:moveTo>
                <a:cubicBezTo>
                  <a:pt x="1485" y="957"/>
                  <a:pt x="1481" y="953"/>
                  <a:pt x="1477" y="953"/>
                </a:cubicBezTo>
                <a:cubicBezTo>
                  <a:pt x="1472" y="953"/>
                  <a:pt x="1468" y="957"/>
                  <a:pt x="1468" y="961"/>
                </a:cubicBezTo>
                <a:cubicBezTo>
                  <a:pt x="1468" y="966"/>
                  <a:pt x="1472" y="970"/>
                  <a:pt x="1477" y="970"/>
                </a:cubicBezTo>
                <a:cubicBezTo>
                  <a:pt x="1481" y="970"/>
                  <a:pt x="1485" y="966"/>
                  <a:pt x="1485" y="961"/>
                </a:cubicBezTo>
                <a:close/>
                <a:moveTo>
                  <a:pt x="1511" y="961"/>
                </a:moveTo>
                <a:cubicBezTo>
                  <a:pt x="1511" y="957"/>
                  <a:pt x="1507" y="953"/>
                  <a:pt x="1502" y="953"/>
                </a:cubicBezTo>
                <a:cubicBezTo>
                  <a:pt x="1498" y="953"/>
                  <a:pt x="1494" y="957"/>
                  <a:pt x="1494" y="961"/>
                </a:cubicBezTo>
                <a:cubicBezTo>
                  <a:pt x="1494" y="966"/>
                  <a:pt x="1498" y="970"/>
                  <a:pt x="1502" y="970"/>
                </a:cubicBezTo>
                <a:cubicBezTo>
                  <a:pt x="1507" y="970"/>
                  <a:pt x="1511" y="966"/>
                  <a:pt x="1511" y="961"/>
                </a:cubicBezTo>
                <a:close/>
                <a:moveTo>
                  <a:pt x="1537" y="961"/>
                </a:moveTo>
                <a:cubicBezTo>
                  <a:pt x="1537" y="957"/>
                  <a:pt x="1533" y="953"/>
                  <a:pt x="1528" y="953"/>
                </a:cubicBezTo>
                <a:cubicBezTo>
                  <a:pt x="1523" y="953"/>
                  <a:pt x="1520" y="957"/>
                  <a:pt x="1520" y="961"/>
                </a:cubicBezTo>
                <a:cubicBezTo>
                  <a:pt x="1520" y="966"/>
                  <a:pt x="1523" y="970"/>
                  <a:pt x="1528" y="970"/>
                </a:cubicBezTo>
                <a:cubicBezTo>
                  <a:pt x="1533" y="970"/>
                  <a:pt x="1537" y="966"/>
                  <a:pt x="1537" y="961"/>
                </a:cubicBezTo>
                <a:close/>
                <a:moveTo>
                  <a:pt x="1563" y="961"/>
                </a:moveTo>
                <a:cubicBezTo>
                  <a:pt x="1563" y="957"/>
                  <a:pt x="1559" y="953"/>
                  <a:pt x="1554" y="953"/>
                </a:cubicBezTo>
                <a:cubicBezTo>
                  <a:pt x="1549" y="953"/>
                  <a:pt x="1545" y="957"/>
                  <a:pt x="1545" y="961"/>
                </a:cubicBezTo>
                <a:cubicBezTo>
                  <a:pt x="1545" y="966"/>
                  <a:pt x="1549" y="970"/>
                  <a:pt x="1554" y="970"/>
                </a:cubicBezTo>
                <a:cubicBezTo>
                  <a:pt x="1559" y="970"/>
                  <a:pt x="1563" y="966"/>
                  <a:pt x="1563" y="961"/>
                </a:cubicBezTo>
                <a:close/>
                <a:moveTo>
                  <a:pt x="1588" y="961"/>
                </a:moveTo>
                <a:cubicBezTo>
                  <a:pt x="1588" y="957"/>
                  <a:pt x="1584" y="953"/>
                  <a:pt x="1580" y="953"/>
                </a:cubicBezTo>
                <a:cubicBezTo>
                  <a:pt x="1575" y="953"/>
                  <a:pt x="1571" y="957"/>
                  <a:pt x="1571" y="961"/>
                </a:cubicBezTo>
                <a:cubicBezTo>
                  <a:pt x="1571" y="966"/>
                  <a:pt x="1575" y="970"/>
                  <a:pt x="1580" y="970"/>
                </a:cubicBezTo>
                <a:cubicBezTo>
                  <a:pt x="1584" y="970"/>
                  <a:pt x="1588" y="966"/>
                  <a:pt x="1588" y="961"/>
                </a:cubicBezTo>
                <a:close/>
                <a:moveTo>
                  <a:pt x="1846" y="961"/>
                </a:moveTo>
                <a:cubicBezTo>
                  <a:pt x="1846" y="957"/>
                  <a:pt x="1842" y="953"/>
                  <a:pt x="1837" y="953"/>
                </a:cubicBezTo>
                <a:cubicBezTo>
                  <a:pt x="1833" y="953"/>
                  <a:pt x="1829" y="957"/>
                  <a:pt x="1829" y="961"/>
                </a:cubicBezTo>
                <a:cubicBezTo>
                  <a:pt x="1829" y="966"/>
                  <a:pt x="1833" y="970"/>
                  <a:pt x="1837" y="970"/>
                </a:cubicBezTo>
                <a:cubicBezTo>
                  <a:pt x="1842" y="970"/>
                  <a:pt x="1846" y="966"/>
                  <a:pt x="1846" y="961"/>
                </a:cubicBezTo>
                <a:close/>
                <a:moveTo>
                  <a:pt x="1872" y="961"/>
                </a:moveTo>
                <a:cubicBezTo>
                  <a:pt x="1872" y="957"/>
                  <a:pt x="1868" y="953"/>
                  <a:pt x="1863" y="953"/>
                </a:cubicBezTo>
                <a:cubicBezTo>
                  <a:pt x="1858" y="953"/>
                  <a:pt x="1854" y="957"/>
                  <a:pt x="1854" y="961"/>
                </a:cubicBezTo>
                <a:cubicBezTo>
                  <a:pt x="1854" y="966"/>
                  <a:pt x="1858" y="970"/>
                  <a:pt x="1863" y="970"/>
                </a:cubicBezTo>
                <a:cubicBezTo>
                  <a:pt x="1868" y="970"/>
                  <a:pt x="1872" y="966"/>
                  <a:pt x="1872" y="961"/>
                </a:cubicBezTo>
                <a:close/>
                <a:moveTo>
                  <a:pt x="2052" y="961"/>
                </a:moveTo>
                <a:cubicBezTo>
                  <a:pt x="2052" y="957"/>
                  <a:pt x="2048" y="953"/>
                  <a:pt x="2043" y="953"/>
                </a:cubicBezTo>
                <a:cubicBezTo>
                  <a:pt x="2039" y="953"/>
                  <a:pt x="2035" y="957"/>
                  <a:pt x="2035" y="961"/>
                </a:cubicBezTo>
                <a:cubicBezTo>
                  <a:pt x="2035" y="966"/>
                  <a:pt x="2039" y="970"/>
                  <a:pt x="2043" y="970"/>
                </a:cubicBezTo>
                <a:cubicBezTo>
                  <a:pt x="2048" y="970"/>
                  <a:pt x="2052" y="966"/>
                  <a:pt x="2052" y="961"/>
                </a:cubicBezTo>
                <a:close/>
                <a:moveTo>
                  <a:pt x="2078" y="961"/>
                </a:moveTo>
                <a:cubicBezTo>
                  <a:pt x="2078" y="957"/>
                  <a:pt x="2074" y="953"/>
                  <a:pt x="2069" y="953"/>
                </a:cubicBezTo>
                <a:cubicBezTo>
                  <a:pt x="2064" y="953"/>
                  <a:pt x="2061" y="957"/>
                  <a:pt x="2061" y="961"/>
                </a:cubicBezTo>
                <a:cubicBezTo>
                  <a:pt x="2061" y="966"/>
                  <a:pt x="2064" y="970"/>
                  <a:pt x="2069" y="970"/>
                </a:cubicBezTo>
                <a:cubicBezTo>
                  <a:pt x="2074" y="970"/>
                  <a:pt x="2078" y="966"/>
                  <a:pt x="2078" y="961"/>
                </a:cubicBezTo>
                <a:close/>
                <a:moveTo>
                  <a:pt x="2103" y="961"/>
                </a:moveTo>
                <a:cubicBezTo>
                  <a:pt x="2103" y="957"/>
                  <a:pt x="2100" y="953"/>
                  <a:pt x="2095" y="953"/>
                </a:cubicBezTo>
                <a:cubicBezTo>
                  <a:pt x="2090" y="953"/>
                  <a:pt x="2086" y="957"/>
                  <a:pt x="2086" y="961"/>
                </a:cubicBezTo>
                <a:cubicBezTo>
                  <a:pt x="2086" y="966"/>
                  <a:pt x="2090" y="970"/>
                  <a:pt x="2095" y="970"/>
                </a:cubicBezTo>
                <a:cubicBezTo>
                  <a:pt x="2100" y="970"/>
                  <a:pt x="2103" y="966"/>
                  <a:pt x="2103" y="961"/>
                </a:cubicBezTo>
                <a:close/>
                <a:moveTo>
                  <a:pt x="2207" y="961"/>
                </a:moveTo>
                <a:cubicBezTo>
                  <a:pt x="2207" y="957"/>
                  <a:pt x="2203" y="953"/>
                  <a:pt x="2198" y="953"/>
                </a:cubicBezTo>
                <a:cubicBezTo>
                  <a:pt x="2193" y="953"/>
                  <a:pt x="2189" y="957"/>
                  <a:pt x="2189" y="961"/>
                </a:cubicBezTo>
                <a:cubicBezTo>
                  <a:pt x="2189" y="966"/>
                  <a:pt x="2193" y="970"/>
                  <a:pt x="2198" y="970"/>
                </a:cubicBezTo>
                <a:cubicBezTo>
                  <a:pt x="2203" y="970"/>
                  <a:pt x="2207" y="966"/>
                  <a:pt x="2207" y="961"/>
                </a:cubicBezTo>
                <a:close/>
                <a:moveTo>
                  <a:pt x="2232" y="961"/>
                </a:moveTo>
                <a:cubicBezTo>
                  <a:pt x="2232" y="957"/>
                  <a:pt x="2228" y="953"/>
                  <a:pt x="2224" y="953"/>
                </a:cubicBezTo>
                <a:cubicBezTo>
                  <a:pt x="2219" y="953"/>
                  <a:pt x="2215" y="957"/>
                  <a:pt x="2215" y="961"/>
                </a:cubicBezTo>
                <a:cubicBezTo>
                  <a:pt x="2215" y="966"/>
                  <a:pt x="2219" y="970"/>
                  <a:pt x="2224" y="970"/>
                </a:cubicBezTo>
                <a:cubicBezTo>
                  <a:pt x="2228" y="970"/>
                  <a:pt x="2232" y="966"/>
                  <a:pt x="2232" y="961"/>
                </a:cubicBezTo>
                <a:close/>
                <a:moveTo>
                  <a:pt x="635" y="987"/>
                </a:moveTo>
                <a:cubicBezTo>
                  <a:pt x="635" y="982"/>
                  <a:pt x="631" y="979"/>
                  <a:pt x="627" y="979"/>
                </a:cubicBezTo>
                <a:cubicBezTo>
                  <a:pt x="622" y="979"/>
                  <a:pt x="618" y="982"/>
                  <a:pt x="618" y="987"/>
                </a:cubicBezTo>
                <a:cubicBezTo>
                  <a:pt x="618" y="992"/>
                  <a:pt x="622" y="996"/>
                  <a:pt x="627" y="996"/>
                </a:cubicBezTo>
                <a:cubicBezTo>
                  <a:pt x="631" y="996"/>
                  <a:pt x="635" y="992"/>
                  <a:pt x="635" y="987"/>
                </a:cubicBezTo>
                <a:close/>
                <a:moveTo>
                  <a:pt x="661" y="987"/>
                </a:moveTo>
                <a:cubicBezTo>
                  <a:pt x="661" y="982"/>
                  <a:pt x="657" y="979"/>
                  <a:pt x="652" y="979"/>
                </a:cubicBezTo>
                <a:cubicBezTo>
                  <a:pt x="648" y="979"/>
                  <a:pt x="644" y="982"/>
                  <a:pt x="644" y="987"/>
                </a:cubicBezTo>
                <a:cubicBezTo>
                  <a:pt x="644" y="992"/>
                  <a:pt x="648" y="996"/>
                  <a:pt x="652" y="996"/>
                </a:cubicBezTo>
                <a:cubicBezTo>
                  <a:pt x="657" y="996"/>
                  <a:pt x="661" y="992"/>
                  <a:pt x="661" y="987"/>
                </a:cubicBezTo>
                <a:close/>
                <a:moveTo>
                  <a:pt x="687" y="987"/>
                </a:moveTo>
                <a:cubicBezTo>
                  <a:pt x="687" y="982"/>
                  <a:pt x="683" y="979"/>
                  <a:pt x="678" y="979"/>
                </a:cubicBezTo>
                <a:cubicBezTo>
                  <a:pt x="673" y="979"/>
                  <a:pt x="670" y="982"/>
                  <a:pt x="670" y="987"/>
                </a:cubicBezTo>
                <a:cubicBezTo>
                  <a:pt x="670" y="992"/>
                  <a:pt x="673" y="996"/>
                  <a:pt x="678" y="996"/>
                </a:cubicBezTo>
                <a:cubicBezTo>
                  <a:pt x="683" y="996"/>
                  <a:pt x="687" y="992"/>
                  <a:pt x="687" y="987"/>
                </a:cubicBezTo>
                <a:close/>
                <a:moveTo>
                  <a:pt x="712" y="987"/>
                </a:moveTo>
                <a:cubicBezTo>
                  <a:pt x="712" y="982"/>
                  <a:pt x="709" y="979"/>
                  <a:pt x="704" y="979"/>
                </a:cubicBezTo>
                <a:cubicBezTo>
                  <a:pt x="699" y="979"/>
                  <a:pt x="695" y="982"/>
                  <a:pt x="695" y="987"/>
                </a:cubicBezTo>
                <a:cubicBezTo>
                  <a:pt x="695" y="992"/>
                  <a:pt x="699" y="996"/>
                  <a:pt x="704" y="996"/>
                </a:cubicBezTo>
                <a:cubicBezTo>
                  <a:pt x="709" y="996"/>
                  <a:pt x="712" y="992"/>
                  <a:pt x="712" y="987"/>
                </a:cubicBezTo>
                <a:close/>
                <a:moveTo>
                  <a:pt x="738" y="987"/>
                </a:moveTo>
                <a:cubicBezTo>
                  <a:pt x="738" y="982"/>
                  <a:pt x="734" y="979"/>
                  <a:pt x="730" y="979"/>
                </a:cubicBezTo>
                <a:cubicBezTo>
                  <a:pt x="725" y="979"/>
                  <a:pt x="721" y="982"/>
                  <a:pt x="721" y="987"/>
                </a:cubicBezTo>
                <a:cubicBezTo>
                  <a:pt x="721" y="992"/>
                  <a:pt x="725" y="996"/>
                  <a:pt x="730" y="996"/>
                </a:cubicBezTo>
                <a:cubicBezTo>
                  <a:pt x="734" y="996"/>
                  <a:pt x="738" y="992"/>
                  <a:pt x="738" y="987"/>
                </a:cubicBezTo>
                <a:close/>
                <a:moveTo>
                  <a:pt x="764" y="987"/>
                </a:moveTo>
                <a:cubicBezTo>
                  <a:pt x="764" y="982"/>
                  <a:pt x="760" y="979"/>
                  <a:pt x="755" y="979"/>
                </a:cubicBezTo>
                <a:cubicBezTo>
                  <a:pt x="751" y="979"/>
                  <a:pt x="747" y="982"/>
                  <a:pt x="747" y="987"/>
                </a:cubicBezTo>
                <a:cubicBezTo>
                  <a:pt x="747" y="992"/>
                  <a:pt x="751" y="996"/>
                  <a:pt x="755" y="996"/>
                </a:cubicBezTo>
                <a:cubicBezTo>
                  <a:pt x="760" y="996"/>
                  <a:pt x="764" y="992"/>
                  <a:pt x="764" y="987"/>
                </a:cubicBezTo>
                <a:close/>
                <a:moveTo>
                  <a:pt x="790" y="987"/>
                </a:moveTo>
                <a:cubicBezTo>
                  <a:pt x="790" y="982"/>
                  <a:pt x="786" y="979"/>
                  <a:pt x="781" y="979"/>
                </a:cubicBezTo>
                <a:cubicBezTo>
                  <a:pt x="776" y="979"/>
                  <a:pt x="773" y="982"/>
                  <a:pt x="773" y="987"/>
                </a:cubicBezTo>
                <a:cubicBezTo>
                  <a:pt x="773" y="992"/>
                  <a:pt x="776" y="996"/>
                  <a:pt x="781" y="996"/>
                </a:cubicBezTo>
                <a:cubicBezTo>
                  <a:pt x="786" y="996"/>
                  <a:pt x="790" y="992"/>
                  <a:pt x="790" y="987"/>
                </a:cubicBezTo>
                <a:close/>
                <a:moveTo>
                  <a:pt x="816" y="987"/>
                </a:moveTo>
                <a:cubicBezTo>
                  <a:pt x="816" y="982"/>
                  <a:pt x="812" y="979"/>
                  <a:pt x="807" y="979"/>
                </a:cubicBezTo>
                <a:cubicBezTo>
                  <a:pt x="802" y="979"/>
                  <a:pt x="798" y="982"/>
                  <a:pt x="798" y="987"/>
                </a:cubicBezTo>
                <a:cubicBezTo>
                  <a:pt x="798" y="992"/>
                  <a:pt x="802" y="996"/>
                  <a:pt x="807" y="996"/>
                </a:cubicBezTo>
                <a:cubicBezTo>
                  <a:pt x="812" y="996"/>
                  <a:pt x="816" y="992"/>
                  <a:pt x="816" y="987"/>
                </a:cubicBezTo>
                <a:close/>
                <a:moveTo>
                  <a:pt x="1176" y="987"/>
                </a:moveTo>
                <a:cubicBezTo>
                  <a:pt x="1176" y="982"/>
                  <a:pt x="1172" y="979"/>
                  <a:pt x="1168" y="979"/>
                </a:cubicBezTo>
                <a:cubicBezTo>
                  <a:pt x="1163" y="979"/>
                  <a:pt x="1159" y="982"/>
                  <a:pt x="1159" y="987"/>
                </a:cubicBezTo>
                <a:cubicBezTo>
                  <a:pt x="1159" y="992"/>
                  <a:pt x="1163" y="996"/>
                  <a:pt x="1168" y="996"/>
                </a:cubicBezTo>
                <a:cubicBezTo>
                  <a:pt x="1172" y="996"/>
                  <a:pt x="1176" y="992"/>
                  <a:pt x="1176" y="987"/>
                </a:cubicBezTo>
                <a:close/>
                <a:moveTo>
                  <a:pt x="1202" y="987"/>
                </a:moveTo>
                <a:cubicBezTo>
                  <a:pt x="1202" y="982"/>
                  <a:pt x="1198" y="979"/>
                  <a:pt x="1193" y="979"/>
                </a:cubicBezTo>
                <a:cubicBezTo>
                  <a:pt x="1189" y="979"/>
                  <a:pt x="1185" y="982"/>
                  <a:pt x="1185" y="987"/>
                </a:cubicBezTo>
                <a:cubicBezTo>
                  <a:pt x="1185" y="992"/>
                  <a:pt x="1189" y="996"/>
                  <a:pt x="1193" y="996"/>
                </a:cubicBezTo>
                <a:cubicBezTo>
                  <a:pt x="1198" y="996"/>
                  <a:pt x="1202" y="992"/>
                  <a:pt x="1202" y="987"/>
                </a:cubicBezTo>
                <a:close/>
                <a:moveTo>
                  <a:pt x="1228" y="987"/>
                </a:moveTo>
                <a:cubicBezTo>
                  <a:pt x="1228" y="982"/>
                  <a:pt x="1224" y="979"/>
                  <a:pt x="1219" y="979"/>
                </a:cubicBezTo>
                <a:cubicBezTo>
                  <a:pt x="1214" y="979"/>
                  <a:pt x="1210" y="982"/>
                  <a:pt x="1210" y="987"/>
                </a:cubicBezTo>
                <a:cubicBezTo>
                  <a:pt x="1210" y="992"/>
                  <a:pt x="1214" y="996"/>
                  <a:pt x="1219" y="996"/>
                </a:cubicBezTo>
                <a:cubicBezTo>
                  <a:pt x="1224" y="996"/>
                  <a:pt x="1228" y="992"/>
                  <a:pt x="1228" y="987"/>
                </a:cubicBezTo>
                <a:close/>
                <a:moveTo>
                  <a:pt x="1253" y="987"/>
                </a:moveTo>
                <a:cubicBezTo>
                  <a:pt x="1253" y="982"/>
                  <a:pt x="1250" y="979"/>
                  <a:pt x="1245" y="979"/>
                </a:cubicBezTo>
                <a:cubicBezTo>
                  <a:pt x="1240" y="979"/>
                  <a:pt x="1236" y="982"/>
                  <a:pt x="1236" y="987"/>
                </a:cubicBezTo>
                <a:cubicBezTo>
                  <a:pt x="1236" y="992"/>
                  <a:pt x="1240" y="996"/>
                  <a:pt x="1245" y="996"/>
                </a:cubicBezTo>
                <a:cubicBezTo>
                  <a:pt x="1250" y="996"/>
                  <a:pt x="1253" y="992"/>
                  <a:pt x="1253" y="987"/>
                </a:cubicBezTo>
                <a:close/>
                <a:moveTo>
                  <a:pt x="1279" y="987"/>
                </a:moveTo>
                <a:cubicBezTo>
                  <a:pt x="1279" y="982"/>
                  <a:pt x="1275" y="979"/>
                  <a:pt x="1271" y="979"/>
                </a:cubicBezTo>
                <a:cubicBezTo>
                  <a:pt x="1266" y="979"/>
                  <a:pt x="1262" y="982"/>
                  <a:pt x="1262" y="987"/>
                </a:cubicBezTo>
                <a:cubicBezTo>
                  <a:pt x="1262" y="992"/>
                  <a:pt x="1266" y="996"/>
                  <a:pt x="1271" y="996"/>
                </a:cubicBezTo>
                <a:cubicBezTo>
                  <a:pt x="1275" y="996"/>
                  <a:pt x="1279" y="992"/>
                  <a:pt x="1279" y="987"/>
                </a:cubicBezTo>
                <a:close/>
                <a:moveTo>
                  <a:pt x="1305" y="987"/>
                </a:moveTo>
                <a:cubicBezTo>
                  <a:pt x="1305" y="982"/>
                  <a:pt x="1301" y="979"/>
                  <a:pt x="1296" y="979"/>
                </a:cubicBezTo>
                <a:cubicBezTo>
                  <a:pt x="1292" y="979"/>
                  <a:pt x="1288" y="982"/>
                  <a:pt x="1288" y="987"/>
                </a:cubicBezTo>
                <a:cubicBezTo>
                  <a:pt x="1288" y="992"/>
                  <a:pt x="1292" y="996"/>
                  <a:pt x="1296" y="996"/>
                </a:cubicBezTo>
                <a:cubicBezTo>
                  <a:pt x="1301" y="996"/>
                  <a:pt x="1305" y="992"/>
                  <a:pt x="1305" y="987"/>
                </a:cubicBezTo>
                <a:close/>
                <a:moveTo>
                  <a:pt x="1331" y="987"/>
                </a:moveTo>
                <a:cubicBezTo>
                  <a:pt x="1331" y="982"/>
                  <a:pt x="1327" y="979"/>
                  <a:pt x="1322" y="979"/>
                </a:cubicBezTo>
                <a:cubicBezTo>
                  <a:pt x="1317" y="979"/>
                  <a:pt x="1314" y="982"/>
                  <a:pt x="1314" y="987"/>
                </a:cubicBezTo>
                <a:cubicBezTo>
                  <a:pt x="1314" y="992"/>
                  <a:pt x="1317" y="996"/>
                  <a:pt x="1322" y="996"/>
                </a:cubicBezTo>
                <a:cubicBezTo>
                  <a:pt x="1327" y="996"/>
                  <a:pt x="1331" y="992"/>
                  <a:pt x="1331" y="987"/>
                </a:cubicBezTo>
                <a:close/>
                <a:moveTo>
                  <a:pt x="1356" y="987"/>
                </a:moveTo>
                <a:cubicBezTo>
                  <a:pt x="1356" y="982"/>
                  <a:pt x="1353" y="979"/>
                  <a:pt x="1348" y="979"/>
                </a:cubicBezTo>
                <a:cubicBezTo>
                  <a:pt x="1343" y="979"/>
                  <a:pt x="1339" y="982"/>
                  <a:pt x="1339" y="987"/>
                </a:cubicBezTo>
                <a:cubicBezTo>
                  <a:pt x="1339" y="992"/>
                  <a:pt x="1343" y="996"/>
                  <a:pt x="1348" y="996"/>
                </a:cubicBezTo>
                <a:cubicBezTo>
                  <a:pt x="1353" y="996"/>
                  <a:pt x="1356" y="992"/>
                  <a:pt x="1356" y="987"/>
                </a:cubicBezTo>
                <a:close/>
                <a:moveTo>
                  <a:pt x="1382" y="987"/>
                </a:moveTo>
                <a:cubicBezTo>
                  <a:pt x="1382" y="982"/>
                  <a:pt x="1378" y="979"/>
                  <a:pt x="1374" y="979"/>
                </a:cubicBezTo>
                <a:cubicBezTo>
                  <a:pt x="1369" y="979"/>
                  <a:pt x="1365" y="982"/>
                  <a:pt x="1365" y="987"/>
                </a:cubicBezTo>
                <a:cubicBezTo>
                  <a:pt x="1365" y="992"/>
                  <a:pt x="1369" y="996"/>
                  <a:pt x="1374" y="996"/>
                </a:cubicBezTo>
                <a:cubicBezTo>
                  <a:pt x="1378" y="996"/>
                  <a:pt x="1382" y="992"/>
                  <a:pt x="1382" y="987"/>
                </a:cubicBezTo>
                <a:close/>
                <a:moveTo>
                  <a:pt x="1408" y="987"/>
                </a:moveTo>
                <a:cubicBezTo>
                  <a:pt x="1408" y="982"/>
                  <a:pt x="1404" y="979"/>
                  <a:pt x="1399" y="979"/>
                </a:cubicBezTo>
                <a:cubicBezTo>
                  <a:pt x="1395" y="979"/>
                  <a:pt x="1391" y="982"/>
                  <a:pt x="1391" y="987"/>
                </a:cubicBezTo>
                <a:cubicBezTo>
                  <a:pt x="1391" y="992"/>
                  <a:pt x="1395" y="996"/>
                  <a:pt x="1399" y="996"/>
                </a:cubicBezTo>
                <a:cubicBezTo>
                  <a:pt x="1404" y="996"/>
                  <a:pt x="1408" y="992"/>
                  <a:pt x="1408" y="987"/>
                </a:cubicBezTo>
                <a:close/>
                <a:moveTo>
                  <a:pt x="1434" y="987"/>
                </a:moveTo>
                <a:cubicBezTo>
                  <a:pt x="1434" y="982"/>
                  <a:pt x="1430" y="979"/>
                  <a:pt x="1425" y="979"/>
                </a:cubicBezTo>
                <a:cubicBezTo>
                  <a:pt x="1420" y="979"/>
                  <a:pt x="1417" y="982"/>
                  <a:pt x="1417" y="987"/>
                </a:cubicBezTo>
                <a:cubicBezTo>
                  <a:pt x="1417" y="992"/>
                  <a:pt x="1420" y="996"/>
                  <a:pt x="1425" y="996"/>
                </a:cubicBezTo>
                <a:cubicBezTo>
                  <a:pt x="1430" y="996"/>
                  <a:pt x="1434" y="992"/>
                  <a:pt x="1434" y="987"/>
                </a:cubicBezTo>
                <a:close/>
                <a:moveTo>
                  <a:pt x="1459" y="987"/>
                </a:moveTo>
                <a:cubicBezTo>
                  <a:pt x="1459" y="982"/>
                  <a:pt x="1456" y="979"/>
                  <a:pt x="1451" y="979"/>
                </a:cubicBezTo>
                <a:cubicBezTo>
                  <a:pt x="1446" y="979"/>
                  <a:pt x="1442" y="982"/>
                  <a:pt x="1442" y="987"/>
                </a:cubicBezTo>
                <a:cubicBezTo>
                  <a:pt x="1442" y="992"/>
                  <a:pt x="1446" y="996"/>
                  <a:pt x="1451" y="996"/>
                </a:cubicBezTo>
                <a:cubicBezTo>
                  <a:pt x="1456" y="996"/>
                  <a:pt x="1459" y="992"/>
                  <a:pt x="1459" y="987"/>
                </a:cubicBezTo>
                <a:close/>
                <a:moveTo>
                  <a:pt x="1485" y="987"/>
                </a:moveTo>
                <a:cubicBezTo>
                  <a:pt x="1485" y="982"/>
                  <a:pt x="1481" y="979"/>
                  <a:pt x="1477" y="979"/>
                </a:cubicBezTo>
                <a:cubicBezTo>
                  <a:pt x="1472" y="979"/>
                  <a:pt x="1468" y="982"/>
                  <a:pt x="1468" y="987"/>
                </a:cubicBezTo>
                <a:cubicBezTo>
                  <a:pt x="1468" y="992"/>
                  <a:pt x="1472" y="996"/>
                  <a:pt x="1477" y="996"/>
                </a:cubicBezTo>
                <a:cubicBezTo>
                  <a:pt x="1481" y="996"/>
                  <a:pt x="1485" y="992"/>
                  <a:pt x="1485" y="987"/>
                </a:cubicBezTo>
                <a:close/>
                <a:moveTo>
                  <a:pt x="1511" y="987"/>
                </a:moveTo>
                <a:cubicBezTo>
                  <a:pt x="1511" y="982"/>
                  <a:pt x="1507" y="979"/>
                  <a:pt x="1502" y="979"/>
                </a:cubicBezTo>
                <a:cubicBezTo>
                  <a:pt x="1498" y="979"/>
                  <a:pt x="1494" y="982"/>
                  <a:pt x="1494" y="987"/>
                </a:cubicBezTo>
                <a:cubicBezTo>
                  <a:pt x="1494" y="992"/>
                  <a:pt x="1498" y="996"/>
                  <a:pt x="1502" y="996"/>
                </a:cubicBezTo>
                <a:cubicBezTo>
                  <a:pt x="1507" y="996"/>
                  <a:pt x="1511" y="992"/>
                  <a:pt x="1511" y="987"/>
                </a:cubicBezTo>
                <a:close/>
                <a:moveTo>
                  <a:pt x="1537" y="987"/>
                </a:moveTo>
                <a:cubicBezTo>
                  <a:pt x="1537" y="982"/>
                  <a:pt x="1533" y="979"/>
                  <a:pt x="1528" y="979"/>
                </a:cubicBezTo>
                <a:cubicBezTo>
                  <a:pt x="1523" y="979"/>
                  <a:pt x="1520" y="982"/>
                  <a:pt x="1520" y="987"/>
                </a:cubicBezTo>
                <a:cubicBezTo>
                  <a:pt x="1520" y="992"/>
                  <a:pt x="1523" y="996"/>
                  <a:pt x="1528" y="996"/>
                </a:cubicBezTo>
                <a:cubicBezTo>
                  <a:pt x="1533" y="996"/>
                  <a:pt x="1537" y="992"/>
                  <a:pt x="1537" y="987"/>
                </a:cubicBezTo>
                <a:close/>
                <a:moveTo>
                  <a:pt x="1563" y="987"/>
                </a:moveTo>
                <a:cubicBezTo>
                  <a:pt x="1563" y="982"/>
                  <a:pt x="1559" y="979"/>
                  <a:pt x="1554" y="979"/>
                </a:cubicBezTo>
                <a:cubicBezTo>
                  <a:pt x="1549" y="979"/>
                  <a:pt x="1545" y="982"/>
                  <a:pt x="1545" y="987"/>
                </a:cubicBezTo>
                <a:cubicBezTo>
                  <a:pt x="1545" y="992"/>
                  <a:pt x="1549" y="996"/>
                  <a:pt x="1554" y="996"/>
                </a:cubicBezTo>
                <a:cubicBezTo>
                  <a:pt x="1559" y="996"/>
                  <a:pt x="1563" y="992"/>
                  <a:pt x="1563" y="987"/>
                </a:cubicBezTo>
                <a:close/>
                <a:moveTo>
                  <a:pt x="1588" y="987"/>
                </a:moveTo>
                <a:cubicBezTo>
                  <a:pt x="1588" y="982"/>
                  <a:pt x="1584" y="979"/>
                  <a:pt x="1580" y="979"/>
                </a:cubicBezTo>
                <a:cubicBezTo>
                  <a:pt x="1575" y="979"/>
                  <a:pt x="1571" y="982"/>
                  <a:pt x="1571" y="987"/>
                </a:cubicBezTo>
                <a:cubicBezTo>
                  <a:pt x="1571" y="992"/>
                  <a:pt x="1575" y="996"/>
                  <a:pt x="1580" y="996"/>
                </a:cubicBezTo>
                <a:cubicBezTo>
                  <a:pt x="1584" y="996"/>
                  <a:pt x="1588" y="992"/>
                  <a:pt x="1588" y="987"/>
                </a:cubicBezTo>
                <a:close/>
                <a:moveTo>
                  <a:pt x="1614" y="987"/>
                </a:moveTo>
                <a:cubicBezTo>
                  <a:pt x="1614" y="982"/>
                  <a:pt x="1610" y="979"/>
                  <a:pt x="1605" y="979"/>
                </a:cubicBezTo>
                <a:cubicBezTo>
                  <a:pt x="1601" y="979"/>
                  <a:pt x="1597" y="982"/>
                  <a:pt x="1597" y="987"/>
                </a:cubicBezTo>
                <a:cubicBezTo>
                  <a:pt x="1597" y="992"/>
                  <a:pt x="1601" y="996"/>
                  <a:pt x="1605" y="996"/>
                </a:cubicBezTo>
                <a:cubicBezTo>
                  <a:pt x="1610" y="996"/>
                  <a:pt x="1614" y="992"/>
                  <a:pt x="1614" y="987"/>
                </a:cubicBezTo>
                <a:close/>
                <a:moveTo>
                  <a:pt x="1640" y="987"/>
                </a:moveTo>
                <a:cubicBezTo>
                  <a:pt x="1640" y="982"/>
                  <a:pt x="1636" y="979"/>
                  <a:pt x="1631" y="979"/>
                </a:cubicBezTo>
                <a:cubicBezTo>
                  <a:pt x="1626" y="979"/>
                  <a:pt x="1623" y="982"/>
                  <a:pt x="1623" y="987"/>
                </a:cubicBezTo>
                <a:cubicBezTo>
                  <a:pt x="1623" y="992"/>
                  <a:pt x="1626" y="996"/>
                  <a:pt x="1631" y="996"/>
                </a:cubicBezTo>
                <a:cubicBezTo>
                  <a:pt x="1636" y="996"/>
                  <a:pt x="1640" y="992"/>
                  <a:pt x="1640" y="987"/>
                </a:cubicBezTo>
                <a:close/>
                <a:moveTo>
                  <a:pt x="1666" y="987"/>
                </a:moveTo>
                <a:cubicBezTo>
                  <a:pt x="1666" y="982"/>
                  <a:pt x="1662" y="979"/>
                  <a:pt x="1657" y="979"/>
                </a:cubicBezTo>
                <a:cubicBezTo>
                  <a:pt x="1652" y="979"/>
                  <a:pt x="1648" y="982"/>
                  <a:pt x="1648" y="987"/>
                </a:cubicBezTo>
                <a:cubicBezTo>
                  <a:pt x="1648" y="992"/>
                  <a:pt x="1652" y="996"/>
                  <a:pt x="1657" y="996"/>
                </a:cubicBezTo>
                <a:cubicBezTo>
                  <a:pt x="1662" y="996"/>
                  <a:pt x="1666" y="992"/>
                  <a:pt x="1666" y="987"/>
                </a:cubicBezTo>
                <a:close/>
                <a:moveTo>
                  <a:pt x="1872" y="987"/>
                </a:moveTo>
                <a:cubicBezTo>
                  <a:pt x="1872" y="982"/>
                  <a:pt x="1868" y="979"/>
                  <a:pt x="1863" y="979"/>
                </a:cubicBezTo>
                <a:cubicBezTo>
                  <a:pt x="1858" y="979"/>
                  <a:pt x="1854" y="982"/>
                  <a:pt x="1854" y="987"/>
                </a:cubicBezTo>
                <a:cubicBezTo>
                  <a:pt x="1854" y="992"/>
                  <a:pt x="1858" y="996"/>
                  <a:pt x="1863" y="996"/>
                </a:cubicBezTo>
                <a:cubicBezTo>
                  <a:pt x="1868" y="996"/>
                  <a:pt x="1872" y="992"/>
                  <a:pt x="1872" y="987"/>
                </a:cubicBezTo>
                <a:close/>
                <a:moveTo>
                  <a:pt x="2052" y="987"/>
                </a:moveTo>
                <a:cubicBezTo>
                  <a:pt x="2052" y="982"/>
                  <a:pt x="2048" y="979"/>
                  <a:pt x="2043" y="979"/>
                </a:cubicBezTo>
                <a:cubicBezTo>
                  <a:pt x="2039" y="979"/>
                  <a:pt x="2035" y="982"/>
                  <a:pt x="2035" y="987"/>
                </a:cubicBezTo>
                <a:cubicBezTo>
                  <a:pt x="2035" y="992"/>
                  <a:pt x="2039" y="996"/>
                  <a:pt x="2043" y="996"/>
                </a:cubicBezTo>
                <a:cubicBezTo>
                  <a:pt x="2048" y="996"/>
                  <a:pt x="2052" y="992"/>
                  <a:pt x="2052" y="987"/>
                </a:cubicBezTo>
                <a:close/>
                <a:moveTo>
                  <a:pt x="2078" y="987"/>
                </a:moveTo>
                <a:cubicBezTo>
                  <a:pt x="2078" y="982"/>
                  <a:pt x="2074" y="979"/>
                  <a:pt x="2069" y="979"/>
                </a:cubicBezTo>
                <a:cubicBezTo>
                  <a:pt x="2064" y="979"/>
                  <a:pt x="2061" y="982"/>
                  <a:pt x="2061" y="987"/>
                </a:cubicBezTo>
                <a:cubicBezTo>
                  <a:pt x="2061" y="992"/>
                  <a:pt x="2064" y="996"/>
                  <a:pt x="2069" y="996"/>
                </a:cubicBezTo>
                <a:cubicBezTo>
                  <a:pt x="2074" y="996"/>
                  <a:pt x="2078" y="992"/>
                  <a:pt x="2078" y="987"/>
                </a:cubicBezTo>
                <a:close/>
                <a:moveTo>
                  <a:pt x="2232" y="987"/>
                </a:moveTo>
                <a:cubicBezTo>
                  <a:pt x="2232" y="982"/>
                  <a:pt x="2228" y="979"/>
                  <a:pt x="2224" y="979"/>
                </a:cubicBezTo>
                <a:cubicBezTo>
                  <a:pt x="2219" y="979"/>
                  <a:pt x="2215" y="982"/>
                  <a:pt x="2215" y="987"/>
                </a:cubicBezTo>
                <a:cubicBezTo>
                  <a:pt x="2215" y="992"/>
                  <a:pt x="2219" y="996"/>
                  <a:pt x="2224" y="996"/>
                </a:cubicBezTo>
                <a:cubicBezTo>
                  <a:pt x="2228" y="996"/>
                  <a:pt x="2232" y="992"/>
                  <a:pt x="2232" y="987"/>
                </a:cubicBezTo>
                <a:close/>
                <a:moveTo>
                  <a:pt x="2258" y="987"/>
                </a:moveTo>
                <a:cubicBezTo>
                  <a:pt x="2258" y="982"/>
                  <a:pt x="2254" y="979"/>
                  <a:pt x="2249" y="979"/>
                </a:cubicBezTo>
                <a:cubicBezTo>
                  <a:pt x="2245" y="979"/>
                  <a:pt x="2241" y="982"/>
                  <a:pt x="2241" y="987"/>
                </a:cubicBezTo>
                <a:cubicBezTo>
                  <a:pt x="2241" y="992"/>
                  <a:pt x="2245" y="996"/>
                  <a:pt x="2249" y="996"/>
                </a:cubicBezTo>
                <a:cubicBezTo>
                  <a:pt x="2254" y="996"/>
                  <a:pt x="2258" y="992"/>
                  <a:pt x="2258" y="987"/>
                </a:cubicBezTo>
                <a:close/>
                <a:moveTo>
                  <a:pt x="687" y="1013"/>
                </a:moveTo>
                <a:cubicBezTo>
                  <a:pt x="687" y="1008"/>
                  <a:pt x="683" y="1004"/>
                  <a:pt x="678" y="1004"/>
                </a:cubicBezTo>
                <a:cubicBezTo>
                  <a:pt x="673" y="1004"/>
                  <a:pt x="670" y="1008"/>
                  <a:pt x="670" y="1013"/>
                </a:cubicBezTo>
                <a:cubicBezTo>
                  <a:pt x="670" y="1018"/>
                  <a:pt x="673" y="1021"/>
                  <a:pt x="678" y="1021"/>
                </a:cubicBezTo>
                <a:cubicBezTo>
                  <a:pt x="683" y="1021"/>
                  <a:pt x="687" y="1018"/>
                  <a:pt x="687" y="1013"/>
                </a:cubicBezTo>
                <a:close/>
                <a:moveTo>
                  <a:pt x="712" y="1013"/>
                </a:moveTo>
                <a:cubicBezTo>
                  <a:pt x="712" y="1008"/>
                  <a:pt x="709" y="1004"/>
                  <a:pt x="704" y="1004"/>
                </a:cubicBezTo>
                <a:cubicBezTo>
                  <a:pt x="699" y="1004"/>
                  <a:pt x="695" y="1008"/>
                  <a:pt x="695" y="1013"/>
                </a:cubicBezTo>
                <a:cubicBezTo>
                  <a:pt x="695" y="1018"/>
                  <a:pt x="699" y="1021"/>
                  <a:pt x="704" y="1021"/>
                </a:cubicBezTo>
                <a:cubicBezTo>
                  <a:pt x="709" y="1021"/>
                  <a:pt x="712" y="1018"/>
                  <a:pt x="712" y="1013"/>
                </a:cubicBezTo>
                <a:close/>
                <a:moveTo>
                  <a:pt x="738" y="1013"/>
                </a:moveTo>
                <a:cubicBezTo>
                  <a:pt x="738" y="1008"/>
                  <a:pt x="734" y="1004"/>
                  <a:pt x="730" y="1004"/>
                </a:cubicBezTo>
                <a:cubicBezTo>
                  <a:pt x="725" y="1004"/>
                  <a:pt x="721" y="1008"/>
                  <a:pt x="721" y="1013"/>
                </a:cubicBezTo>
                <a:cubicBezTo>
                  <a:pt x="721" y="1018"/>
                  <a:pt x="725" y="1021"/>
                  <a:pt x="730" y="1021"/>
                </a:cubicBezTo>
                <a:cubicBezTo>
                  <a:pt x="734" y="1021"/>
                  <a:pt x="738" y="1018"/>
                  <a:pt x="738" y="1013"/>
                </a:cubicBezTo>
                <a:close/>
                <a:moveTo>
                  <a:pt x="764" y="1013"/>
                </a:moveTo>
                <a:cubicBezTo>
                  <a:pt x="764" y="1008"/>
                  <a:pt x="760" y="1004"/>
                  <a:pt x="755" y="1004"/>
                </a:cubicBezTo>
                <a:cubicBezTo>
                  <a:pt x="751" y="1004"/>
                  <a:pt x="747" y="1008"/>
                  <a:pt x="747" y="1013"/>
                </a:cubicBezTo>
                <a:cubicBezTo>
                  <a:pt x="747" y="1018"/>
                  <a:pt x="751" y="1021"/>
                  <a:pt x="755" y="1021"/>
                </a:cubicBezTo>
                <a:cubicBezTo>
                  <a:pt x="760" y="1021"/>
                  <a:pt x="764" y="1018"/>
                  <a:pt x="764" y="1013"/>
                </a:cubicBezTo>
                <a:close/>
                <a:moveTo>
                  <a:pt x="790" y="1013"/>
                </a:moveTo>
                <a:cubicBezTo>
                  <a:pt x="790" y="1008"/>
                  <a:pt x="786" y="1004"/>
                  <a:pt x="781" y="1004"/>
                </a:cubicBezTo>
                <a:cubicBezTo>
                  <a:pt x="776" y="1004"/>
                  <a:pt x="773" y="1008"/>
                  <a:pt x="773" y="1013"/>
                </a:cubicBezTo>
                <a:cubicBezTo>
                  <a:pt x="773" y="1018"/>
                  <a:pt x="776" y="1021"/>
                  <a:pt x="781" y="1021"/>
                </a:cubicBezTo>
                <a:cubicBezTo>
                  <a:pt x="786" y="1021"/>
                  <a:pt x="790" y="1018"/>
                  <a:pt x="790" y="1013"/>
                </a:cubicBezTo>
                <a:close/>
                <a:moveTo>
                  <a:pt x="816" y="1013"/>
                </a:moveTo>
                <a:cubicBezTo>
                  <a:pt x="816" y="1008"/>
                  <a:pt x="812" y="1004"/>
                  <a:pt x="807" y="1004"/>
                </a:cubicBezTo>
                <a:cubicBezTo>
                  <a:pt x="802" y="1004"/>
                  <a:pt x="798" y="1008"/>
                  <a:pt x="798" y="1013"/>
                </a:cubicBezTo>
                <a:cubicBezTo>
                  <a:pt x="798" y="1018"/>
                  <a:pt x="802" y="1021"/>
                  <a:pt x="807" y="1021"/>
                </a:cubicBezTo>
                <a:cubicBezTo>
                  <a:pt x="812" y="1021"/>
                  <a:pt x="816" y="1018"/>
                  <a:pt x="816" y="1013"/>
                </a:cubicBezTo>
                <a:close/>
                <a:moveTo>
                  <a:pt x="1202" y="1013"/>
                </a:moveTo>
                <a:cubicBezTo>
                  <a:pt x="1202" y="1008"/>
                  <a:pt x="1198" y="1004"/>
                  <a:pt x="1193" y="1004"/>
                </a:cubicBezTo>
                <a:cubicBezTo>
                  <a:pt x="1189" y="1004"/>
                  <a:pt x="1185" y="1008"/>
                  <a:pt x="1185" y="1013"/>
                </a:cubicBezTo>
                <a:cubicBezTo>
                  <a:pt x="1185" y="1018"/>
                  <a:pt x="1189" y="1021"/>
                  <a:pt x="1193" y="1021"/>
                </a:cubicBezTo>
                <a:cubicBezTo>
                  <a:pt x="1198" y="1021"/>
                  <a:pt x="1202" y="1018"/>
                  <a:pt x="1202" y="1013"/>
                </a:cubicBezTo>
                <a:close/>
                <a:moveTo>
                  <a:pt x="1228" y="1013"/>
                </a:moveTo>
                <a:cubicBezTo>
                  <a:pt x="1228" y="1008"/>
                  <a:pt x="1224" y="1004"/>
                  <a:pt x="1219" y="1004"/>
                </a:cubicBezTo>
                <a:cubicBezTo>
                  <a:pt x="1214" y="1004"/>
                  <a:pt x="1210" y="1008"/>
                  <a:pt x="1210" y="1013"/>
                </a:cubicBezTo>
                <a:cubicBezTo>
                  <a:pt x="1210" y="1018"/>
                  <a:pt x="1214" y="1021"/>
                  <a:pt x="1219" y="1021"/>
                </a:cubicBezTo>
                <a:cubicBezTo>
                  <a:pt x="1224" y="1021"/>
                  <a:pt x="1228" y="1018"/>
                  <a:pt x="1228" y="1013"/>
                </a:cubicBezTo>
                <a:close/>
                <a:moveTo>
                  <a:pt x="1253" y="1013"/>
                </a:moveTo>
                <a:cubicBezTo>
                  <a:pt x="1253" y="1008"/>
                  <a:pt x="1250" y="1004"/>
                  <a:pt x="1245" y="1004"/>
                </a:cubicBezTo>
                <a:cubicBezTo>
                  <a:pt x="1240" y="1004"/>
                  <a:pt x="1236" y="1008"/>
                  <a:pt x="1236" y="1013"/>
                </a:cubicBezTo>
                <a:cubicBezTo>
                  <a:pt x="1236" y="1018"/>
                  <a:pt x="1240" y="1021"/>
                  <a:pt x="1245" y="1021"/>
                </a:cubicBezTo>
                <a:cubicBezTo>
                  <a:pt x="1250" y="1021"/>
                  <a:pt x="1253" y="1018"/>
                  <a:pt x="1253" y="1013"/>
                </a:cubicBezTo>
                <a:close/>
                <a:moveTo>
                  <a:pt x="1356" y="1013"/>
                </a:moveTo>
                <a:cubicBezTo>
                  <a:pt x="1356" y="1008"/>
                  <a:pt x="1353" y="1004"/>
                  <a:pt x="1348" y="1004"/>
                </a:cubicBezTo>
                <a:cubicBezTo>
                  <a:pt x="1343" y="1004"/>
                  <a:pt x="1339" y="1008"/>
                  <a:pt x="1339" y="1013"/>
                </a:cubicBezTo>
                <a:cubicBezTo>
                  <a:pt x="1339" y="1018"/>
                  <a:pt x="1343" y="1021"/>
                  <a:pt x="1348" y="1021"/>
                </a:cubicBezTo>
                <a:cubicBezTo>
                  <a:pt x="1353" y="1021"/>
                  <a:pt x="1356" y="1018"/>
                  <a:pt x="1356" y="1013"/>
                </a:cubicBezTo>
                <a:close/>
                <a:moveTo>
                  <a:pt x="1382" y="1013"/>
                </a:moveTo>
                <a:cubicBezTo>
                  <a:pt x="1382" y="1008"/>
                  <a:pt x="1378" y="1004"/>
                  <a:pt x="1374" y="1004"/>
                </a:cubicBezTo>
                <a:cubicBezTo>
                  <a:pt x="1369" y="1004"/>
                  <a:pt x="1365" y="1008"/>
                  <a:pt x="1365" y="1013"/>
                </a:cubicBezTo>
                <a:cubicBezTo>
                  <a:pt x="1365" y="1018"/>
                  <a:pt x="1369" y="1021"/>
                  <a:pt x="1374" y="1021"/>
                </a:cubicBezTo>
                <a:cubicBezTo>
                  <a:pt x="1378" y="1021"/>
                  <a:pt x="1382" y="1018"/>
                  <a:pt x="1382" y="1013"/>
                </a:cubicBezTo>
                <a:close/>
                <a:moveTo>
                  <a:pt x="1408" y="1013"/>
                </a:moveTo>
                <a:cubicBezTo>
                  <a:pt x="1408" y="1008"/>
                  <a:pt x="1404" y="1004"/>
                  <a:pt x="1399" y="1004"/>
                </a:cubicBezTo>
                <a:cubicBezTo>
                  <a:pt x="1395" y="1004"/>
                  <a:pt x="1391" y="1008"/>
                  <a:pt x="1391" y="1013"/>
                </a:cubicBezTo>
                <a:cubicBezTo>
                  <a:pt x="1391" y="1018"/>
                  <a:pt x="1395" y="1021"/>
                  <a:pt x="1399" y="1021"/>
                </a:cubicBezTo>
                <a:cubicBezTo>
                  <a:pt x="1404" y="1021"/>
                  <a:pt x="1408" y="1018"/>
                  <a:pt x="1408" y="1013"/>
                </a:cubicBezTo>
                <a:close/>
                <a:moveTo>
                  <a:pt x="1434" y="1013"/>
                </a:moveTo>
                <a:cubicBezTo>
                  <a:pt x="1434" y="1008"/>
                  <a:pt x="1430" y="1004"/>
                  <a:pt x="1425" y="1004"/>
                </a:cubicBezTo>
                <a:cubicBezTo>
                  <a:pt x="1420" y="1004"/>
                  <a:pt x="1417" y="1008"/>
                  <a:pt x="1417" y="1013"/>
                </a:cubicBezTo>
                <a:cubicBezTo>
                  <a:pt x="1417" y="1018"/>
                  <a:pt x="1420" y="1021"/>
                  <a:pt x="1425" y="1021"/>
                </a:cubicBezTo>
                <a:cubicBezTo>
                  <a:pt x="1430" y="1021"/>
                  <a:pt x="1434" y="1018"/>
                  <a:pt x="1434" y="1013"/>
                </a:cubicBezTo>
                <a:close/>
                <a:moveTo>
                  <a:pt x="1459" y="1013"/>
                </a:moveTo>
                <a:cubicBezTo>
                  <a:pt x="1459" y="1008"/>
                  <a:pt x="1456" y="1004"/>
                  <a:pt x="1451" y="1004"/>
                </a:cubicBezTo>
                <a:cubicBezTo>
                  <a:pt x="1446" y="1004"/>
                  <a:pt x="1442" y="1008"/>
                  <a:pt x="1442" y="1013"/>
                </a:cubicBezTo>
                <a:cubicBezTo>
                  <a:pt x="1442" y="1018"/>
                  <a:pt x="1446" y="1021"/>
                  <a:pt x="1451" y="1021"/>
                </a:cubicBezTo>
                <a:cubicBezTo>
                  <a:pt x="1456" y="1021"/>
                  <a:pt x="1459" y="1018"/>
                  <a:pt x="1459" y="1013"/>
                </a:cubicBezTo>
                <a:close/>
                <a:moveTo>
                  <a:pt x="1485" y="1013"/>
                </a:moveTo>
                <a:cubicBezTo>
                  <a:pt x="1485" y="1008"/>
                  <a:pt x="1481" y="1004"/>
                  <a:pt x="1477" y="1004"/>
                </a:cubicBezTo>
                <a:cubicBezTo>
                  <a:pt x="1472" y="1004"/>
                  <a:pt x="1468" y="1008"/>
                  <a:pt x="1468" y="1013"/>
                </a:cubicBezTo>
                <a:cubicBezTo>
                  <a:pt x="1468" y="1018"/>
                  <a:pt x="1472" y="1021"/>
                  <a:pt x="1477" y="1021"/>
                </a:cubicBezTo>
                <a:cubicBezTo>
                  <a:pt x="1481" y="1021"/>
                  <a:pt x="1485" y="1018"/>
                  <a:pt x="1485" y="1013"/>
                </a:cubicBezTo>
                <a:close/>
                <a:moveTo>
                  <a:pt x="1511" y="1013"/>
                </a:moveTo>
                <a:cubicBezTo>
                  <a:pt x="1511" y="1008"/>
                  <a:pt x="1507" y="1004"/>
                  <a:pt x="1502" y="1004"/>
                </a:cubicBezTo>
                <a:cubicBezTo>
                  <a:pt x="1498" y="1004"/>
                  <a:pt x="1494" y="1008"/>
                  <a:pt x="1494" y="1013"/>
                </a:cubicBezTo>
                <a:cubicBezTo>
                  <a:pt x="1494" y="1018"/>
                  <a:pt x="1498" y="1021"/>
                  <a:pt x="1502" y="1021"/>
                </a:cubicBezTo>
                <a:cubicBezTo>
                  <a:pt x="1507" y="1021"/>
                  <a:pt x="1511" y="1018"/>
                  <a:pt x="1511" y="1013"/>
                </a:cubicBezTo>
                <a:close/>
                <a:moveTo>
                  <a:pt x="1537" y="1013"/>
                </a:moveTo>
                <a:cubicBezTo>
                  <a:pt x="1537" y="1008"/>
                  <a:pt x="1533" y="1004"/>
                  <a:pt x="1528" y="1004"/>
                </a:cubicBezTo>
                <a:cubicBezTo>
                  <a:pt x="1523" y="1004"/>
                  <a:pt x="1520" y="1008"/>
                  <a:pt x="1520" y="1013"/>
                </a:cubicBezTo>
                <a:cubicBezTo>
                  <a:pt x="1520" y="1018"/>
                  <a:pt x="1523" y="1021"/>
                  <a:pt x="1528" y="1021"/>
                </a:cubicBezTo>
                <a:cubicBezTo>
                  <a:pt x="1533" y="1021"/>
                  <a:pt x="1537" y="1018"/>
                  <a:pt x="1537" y="1013"/>
                </a:cubicBezTo>
                <a:close/>
                <a:moveTo>
                  <a:pt x="1563" y="1013"/>
                </a:moveTo>
                <a:cubicBezTo>
                  <a:pt x="1563" y="1008"/>
                  <a:pt x="1559" y="1004"/>
                  <a:pt x="1554" y="1004"/>
                </a:cubicBezTo>
                <a:cubicBezTo>
                  <a:pt x="1549" y="1004"/>
                  <a:pt x="1545" y="1008"/>
                  <a:pt x="1545" y="1013"/>
                </a:cubicBezTo>
                <a:cubicBezTo>
                  <a:pt x="1545" y="1018"/>
                  <a:pt x="1549" y="1021"/>
                  <a:pt x="1554" y="1021"/>
                </a:cubicBezTo>
                <a:cubicBezTo>
                  <a:pt x="1559" y="1021"/>
                  <a:pt x="1563" y="1018"/>
                  <a:pt x="1563" y="1013"/>
                </a:cubicBezTo>
                <a:close/>
                <a:moveTo>
                  <a:pt x="1588" y="1013"/>
                </a:moveTo>
                <a:cubicBezTo>
                  <a:pt x="1588" y="1008"/>
                  <a:pt x="1584" y="1004"/>
                  <a:pt x="1580" y="1004"/>
                </a:cubicBezTo>
                <a:cubicBezTo>
                  <a:pt x="1575" y="1004"/>
                  <a:pt x="1571" y="1008"/>
                  <a:pt x="1571" y="1013"/>
                </a:cubicBezTo>
                <a:cubicBezTo>
                  <a:pt x="1571" y="1018"/>
                  <a:pt x="1575" y="1021"/>
                  <a:pt x="1580" y="1021"/>
                </a:cubicBezTo>
                <a:cubicBezTo>
                  <a:pt x="1584" y="1021"/>
                  <a:pt x="1588" y="1018"/>
                  <a:pt x="1588" y="1013"/>
                </a:cubicBezTo>
                <a:close/>
                <a:moveTo>
                  <a:pt x="1614" y="1013"/>
                </a:moveTo>
                <a:cubicBezTo>
                  <a:pt x="1614" y="1008"/>
                  <a:pt x="1610" y="1004"/>
                  <a:pt x="1605" y="1004"/>
                </a:cubicBezTo>
                <a:cubicBezTo>
                  <a:pt x="1601" y="1004"/>
                  <a:pt x="1597" y="1008"/>
                  <a:pt x="1597" y="1013"/>
                </a:cubicBezTo>
                <a:cubicBezTo>
                  <a:pt x="1597" y="1018"/>
                  <a:pt x="1601" y="1021"/>
                  <a:pt x="1605" y="1021"/>
                </a:cubicBezTo>
                <a:cubicBezTo>
                  <a:pt x="1610" y="1021"/>
                  <a:pt x="1614" y="1018"/>
                  <a:pt x="1614" y="1013"/>
                </a:cubicBezTo>
                <a:close/>
                <a:moveTo>
                  <a:pt x="1640" y="1013"/>
                </a:moveTo>
                <a:cubicBezTo>
                  <a:pt x="1640" y="1008"/>
                  <a:pt x="1636" y="1004"/>
                  <a:pt x="1631" y="1004"/>
                </a:cubicBezTo>
                <a:cubicBezTo>
                  <a:pt x="1626" y="1004"/>
                  <a:pt x="1623" y="1008"/>
                  <a:pt x="1623" y="1013"/>
                </a:cubicBezTo>
                <a:cubicBezTo>
                  <a:pt x="1623" y="1018"/>
                  <a:pt x="1626" y="1021"/>
                  <a:pt x="1631" y="1021"/>
                </a:cubicBezTo>
                <a:cubicBezTo>
                  <a:pt x="1636" y="1021"/>
                  <a:pt x="1640" y="1018"/>
                  <a:pt x="1640" y="1013"/>
                </a:cubicBezTo>
                <a:close/>
                <a:moveTo>
                  <a:pt x="2052" y="1013"/>
                </a:moveTo>
                <a:cubicBezTo>
                  <a:pt x="2052" y="1008"/>
                  <a:pt x="2048" y="1004"/>
                  <a:pt x="2043" y="1004"/>
                </a:cubicBezTo>
                <a:cubicBezTo>
                  <a:pt x="2039" y="1004"/>
                  <a:pt x="2035" y="1008"/>
                  <a:pt x="2035" y="1013"/>
                </a:cubicBezTo>
                <a:cubicBezTo>
                  <a:pt x="2035" y="1018"/>
                  <a:pt x="2039" y="1021"/>
                  <a:pt x="2043" y="1021"/>
                </a:cubicBezTo>
                <a:cubicBezTo>
                  <a:pt x="2048" y="1021"/>
                  <a:pt x="2052" y="1018"/>
                  <a:pt x="2052" y="1013"/>
                </a:cubicBezTo>
                <a:close/>
                <a:moveTo>
                  <a:pt x="2155" y="1013"/>
                </a:moveTo>
                <a:cubicBezTo>
                  <a:pt x="2155" y="1008"/>
                  <a:pt x="2151" y="1004"/>
                  <a:pt x="2146" y="1004"/>
                </a:cubicBezTo>
                <a:cubicBezTo>
                  <a:pt x="2142" y="1004"/>
                  <a:pt x="2138" y="1008"/>
                  <a:pt x="2138" y="1013"/>
                </a:cubicBezTo>
                <a:cubicBezTo>
                  <a:pt x="2138" y="1018"/>
                  <a:pt x="2142" y="1021"/>
                  <a:pt x="2146" y="1021"/>
                </a:cubicBezTo>
                <a:cubicBezTo>
                  <a:pt x="2151" y="1021"/>
                  <a:pt x="2155" y="1018"/>
                  <a:pt x="2155" y="1013"/>
                </a:cubicBezTo>
                <a:close/>
                <a:moveTo>
                  <a:pt x="2181" y="1013"/>
                </a:moveTo>
                <a:cubicBezTo>
                  <a:pt x="2181" y="1008"/>
                  <a:pt x="2177" y="1004"/>
                  <a:pt x="2172" y="1004"/>
                </a:cubicBezTo>
                <a:cubicBezTo>
                  <a:pt x="2167" y="1004"/>
                  <a:pt x="2164" y="1008"/>
                  <a:pt x="2164" y="1013"/>
                </a:cubicBezTo>
                <a:cubicBezTo>
                  <a:pt x="2164" y="1018"/>
                  <a:pt x="2167" y="1021"/>
                  <a:pt x="2172" y="1021"/>
                </a:cubicBezTo>
                <a:cubicBezTo>
                  <a:pt x="2177" y="1021"/>
                  <a:pt x="2181" y="1018"/>
                  <a:pt x="2181" y="1013"/>
                </a:cubicBezTo>
                <a:close/>
                <a:moveTo>
                  <a:pt x="687" y="1039"/>
                </a:moveTo>
                <a:cubicBezTo>
                  <a:pt x="687" y="1034"/>
                  <a:pt x="683" y="1030"/>
                  <a:pt x="678" y="1030"/>
                </a:cubicBezTo>
                <a:cubicBezTo>
                  <a:pt x="673" y="1030"/>
                  <a:pt x="670" y="1034"/>
                  <a:pt x="670" y="1039"/>
                </a:cubicBezTo>
                <a:cubicBezTo>
                  <a:pt x="670" y="1043"/>
                  <a:pt x="673" y="1047"/>
                  <a:pt x="678" y="1047"/>
                </a:cubicBezTo>
                <a:cubicBezTo>
                  <a:pt x="683" y="1047"/>
                  <a:pt x="687" y="1043"/>
                  <a:pt x="687" y="1039"/>
                </a:cubicBezTo>
                <a:close/>
                <a:moveTo>
                  <a:pt x="712" y="1039"/>
                </a:moveTo>
                <a:cubicBezTo>
                  <a:pt x="712" y="1034"/>
                  <a:pt x="709" y="1030"/>
                  <a:pt x="704" y="1030"/>
                </a:cubicBezTo>
                <a:cubicBezTo>
                  <a:pt x="699" y="1030"/>
                  <a:pt x="695" y="1034"/>
                  <a:pt x="695" y="1039"/>
                </a:cubicBezTo>
                <a:cubicBezTo>
                  <a:pt x="695" y="1043"/>
                  <a:pt x="699" y="1047"/>
                  <a:pt x="704" y="1047"/>
                </a:cubicBezTo>
                <a:cubicBezTo>
                  <a:pt x="709" y="1047"/>
                  <a:pt x="712" y="1043"/>
                  <a:pt x="712" y="1039"/>
                </a:cubicBezTo>
                <a:close/>
                <a:moveTo>
                  <a:pt x="738" y="1039"/>
                </a:moveTo>
                <a:cubicBezTo>
                  <a:pt x="738" y="1034"/>
                  <a:pt x="734" y="1030"/>
                  <a:pt x="730" y="1030"/>
                </a:cubicBezTo>
                <a:cubicBezTo>
                  <a:pt x="725" y="1030"/>
                  <a:pt x="721" y="1034"/>
                  <a:pt x="721" y="1039"/>
                </a:cubicBezTo>
                <a:cubicBezTo>
                  <a:pt x="721" y="1043"/>
                  <a:pt x="725" y="1047"/>
                  <a:pt x="730" y="1047"/>
                </a:cubicBezTo>
                <a:cubicBezTo>
                  <a:pt x="734" y="1047"/>
                  <a:pt x="738" y="1043"/>
                  <a:pt x="738" y="1039"/>
                </a:cubicBezTo>
                <a:close/>
                <a:moveTo>
                  <a:pt x="764" y="1039"/>
                </a:moveTo>
                <a:cubicBezTo>
                  <a:pt x="764" y="1034"/>
                  <a:pt x="760" y="1030"/>
                  <a:pt x="755" y="1030"/>
                </a:cubicBezTo>
                <a:cubicBezTo>
                  <a:pt x="751" y="1030"/>
                  <a:pt x="747" y="1034"/>
                  <a:pt x="747" y="1039"/>
                </a:cubicBezTo>
                <a:cubicBezTo>
                  <a:pt x="747" y="1043"/>
                  <a:pt x="751" y="1047"/>
                  <a:pt x="755" y="1047"/>
                </a:cubicBezTo>
                <a:cubicBezTo>
                  <a:pt x="760" y="1047"/>
                  <a:pt x="764" y="1043"/>
                  <a:pt x="764" y="1039"/>
                </a:cubicBezTo>
                <a:close/>
                <a:moveTo>
                  <a:pt x="790" y="1039"/>
                </a:moveTo>
                <a:cubicBezTo>
                  <a:pt x="790" y="1034"/>
                  <a:pt x="786" y="1030"/>
                  <a:pt x="781" y="1030"/>
                </a:cubicBezTo>
                <a:cubicBezTo>
                  <a:pt x="776" y="1030"/>
                  <a:pt x="773" y="1034"/>
                  <a:pt x="773" y="1039"/>
                </a:cubicBezTo>
                <a:cubicBezTo>
                  <a:pt x="773" y="1043"/>
                  <a:pt x="776" y="1047"/>
                  <a:pt x="781" y="1047"/>
                </a:cubicBezTo>
                <a:cubicBezTo>
                  <a:pt x="786" y="1047"/>
                  <a:pt x="790" y="1043"/>
                  <a:pt x="790" y="1039"/>
                </a:cubicBezTo>
                <a:close/>
                <a:moveTo>
                  <a:pt x="816" y="1039"/>
                </a:moveTo>
                <a:cubicBezTo>
                  <a:pt x="816" y="1034"/>
                  <a:pt x="812" y="1030"/>
                  <a:pt x="807" y="1030"/>
                </a:cubicBezTo>
                <a:cubicBezTo>
                  <a:pt x="802" y="1030"/>
                  <a:pt x="798" y="1034"/>
                  <a:pt x="798" y="1039"/>
                </a:cubicBezTo>
                <a:cubicBezTo>
                  <a:pt x="798" y="1043"/>
                  <a:pt x="802" y="1047"/>
                  <a:pt x="807" y="1047"/>
                </a:cubicBezTo>
                <a:cubicBezTo>
                  <a:pt x="812" y="1047"/>
                  <a:pt x="816" y="1043"/>
                  <a:pt x="816" y="1039"/>
                </a:cubicBezTo>
                <a:close/>
                <a:moveTo>
                  <a:pt x="841" y="1039"/>
                </a:moveTo>
                <a:cubicBezTo>
                  <a:pt x="841" y="1034"/>
                  <a:pt x="837" y="1030"/>
                  <a:pt x="833" y="1030"/>
                </a:cubicBezTo>
                <a:cubicBezTo>
                  <a:pt x="828" y="1030"/>
                  <a:pt x="824" y="1034"/>
                  <a:pt x="824" y="1039"/>
                </a:cubicBezTo>
                <a:cubicBezTo>
                  <a:pt x="824" y="1043"/>
                  <a:pt x="828" y="1047"/>
                  <a:pt x="833" y="1047"/>
                </a:cubicBezTo>
                <a:cubicBezTo>
                  <a:pt x="837" y="1047"/>
                  <a:pt x="841" y="1043"/>
                  <a:pt x="841" y="1039"/>
                </a:cubicBezTo>
                <a:close/>
                <a:moveTo>
                  <a:pt x="867" y="1039"/>
                </a:moveTo>
                <a:cubicBezTo>
                  <a:pt x="867" y="1034"/>
                  <a:pt x="863" y="1030"/>
                  <a:pt x="858" y="1030"/>
                </a:cubicBezTo>
                <a:cubicBezTo>
                  <a:pt x="854" y="1030"/>
                  <a:pt x="850" y="1034"/>
                  <a:pt x="850" y="1039"/>
                </a:cubicBezTo>
                <a:cubicBezTo>
                  <a:pt x="850" y="1043"/>
                  <a:pt x="854" y="1047"/>
                  <a:pt x="858" y="1047"/>
                </a:cubicBezTo>
                <a:cubicBezTo>
                  <a:pt x="863" y="1047"/>
                  <a:pt x="867" y="1043"/>
                  <a:pt x="867" y="1039"/>
                </a:cubicBezTo>
                <a:close/>
                <a:moveTo>
                  <a:pt x="1356" y="1039"/>
                </a:moveTo>
                <a:cubicBezTo>
                  <a:pt x="1356" y="1034"/>
                  <a:pt x="1353" y="1030"/>
                  <a:pt x="1348" y="1030"/>
                </a:cubicBezTo>
                <a:cubicBezTo>
                  <a:pt x="1343" y="1030"/>
                  <a:pt x="1339" y="1034"/>
                  <a:pt x="1339" y="1039"/>
                </a:cubicBezTo>
                <a:cubicBezTo>
                  <a:pt x="1339" y="1043"/>
                  <a:pt x="1343" y="1047"/>
                  <a:pt x="1348" y="1047"/>
                </a:cubicBezTo>
                <a:cubicBezTo>
                  <a:pt x="1353" y="1047"/>
                  <a:pt x="1356" y="1043"/>
                  <a:pt x="1356" y="1039"/>
                </a:cubicBezTo>
                <a:close/>
                <a:moveTo>
                  <a:pt x="1382" y="1039"/>
                </a:moveTo>
                <a:cubicBezTo>
                  <a:pt x="1382" y="1034"/>
                  <a:pt x="1378" y="1030"/>
                  <a:pt x="1374" y="1030"/>
                </a:cubicBezTo>
                <a:cubicBezTo>
                  <a:pt x="1369" y="1030"/>
                  <a:pt x="1365" y="1034"/>
                  <a:pt x="1365" y="1039"/>
                </a:cubicBezTo>
                <a:cubicBezTo>
                  <a:pt x="1365" y="1043"/>
                  <a:pt x="1369" y="1047"/>
                  <a:pt x="1374" y="1047"/>
                </a:cubicBezTo>
                <a:cubicBezTo>
                  <a:pt x="1378" y="1047"/>
                  <a:pt x="1382" y="1043"/>
                  <a:pt x="1382" y="1039"/>
                </a:cubicBezTo>
                <a:close/>
                <a:moveTo>
                  <a:pt x="1408" y="1039"/>
                </a:moveTo>
                <a:cubicBezTo>
                  <a:pt x="1408" y="1034"/>
                  <a:pt x="1404" y="1030"/>
                  <a:pt x="1399" y="1030"/>
                </a:cubicBezTo>
                <a:cubicBezTo>
                  <a:pt x="1395" y="1030"/>
                  <a:pt x="1391" y="1034"/>
                  <a:pt x="1391" y="1039"/>
                </a:cubicBezTo>
                <a:cubicBezTo>
                  <a:pt x="1391" y="1043"/>
                  <a:pt x="1395" y="1047"/>
                  <a:pt x="1399" y="1047"/>
                </a:cubicBezTo>
                <a:cubicBezTo>
                  <a:pt x="1404" y="1047"/>
                  <a:pt x="1408" y="1043"/>
                  <a:pt x="1408" y="1039"/>
                </a:cubicBezTo>
                <a:close/>
                <a:moveTo>
                  <a:pt x="1434" y="1039"/>
                </a:moveTo>
                <a:cubicBezTo>
                  <a:pt x="1434" y="1034"/>
                  <a:pt x="1430" y="1030"/>
                  <a:pt x="1425" y="1030"/>
                </a:cubicBezTo>
                <a:cubicBezTo>
                  <a:pt x="1420" y="1030"/>
                  <a:pt x="1417" y="1034"/>
                  <a:pt x="1417" y="1039"/>
                </a:cubicBezTo>
                <a:cubicBezTo>
                  <a:pt x="1417" y="1043"/>
                  <a:pt x="1420" y="1047"/>
                  <a:pt x="1425" y="1047"/>
                </a:cubicBezTo>
                <a:cubicBezTo>
                  <a:pt x="1430" y="1047"/>
                  <a:pt x="1434" y="1043"/>
                  <a:pt x="1434" y="1039"/>
                </a:cubicBezTo>
                <a:close/>
                <a:moveTo>
                  <a:pt x="1459" y="1039"/>
                </a:moveTo>
                <a:cubicBezTo>
                  <a:pt x="1459" y="1034"/>
                  <a:pt x="1456" y="1030"/>
                  <a:pt x="1451" y="1030"/>
                </a:cubicBezTo>
                <a:cubicBezTo>
                  <a:pt x="1446" y="1030"/>
                  <a:pt x="1442" y="1034"/>
                  <a:pt x="1442" y="1039"/>
                </a:cubicBezTo>
                <a:cubicBezTo>
                  <a:pt x="1442" y="1043"/>
                  <a:pt x="1446" y="1047"/>
                  <a:pt x="1451" y="1047"/>
                </a:cubicBezTo>
                <a:cubicBezTo>
                  <a:pt x="1456" y="1047"/>
                  <a:pt x="1459" y="1043"/>
                  <a:pt x="1459" y="1039"/>
                </a:cubicBezTo>
                <a:close/>
                <a:moveTo>
                  <a:pt x="1485" y="1039"/>
                </a:moveTo>
                <a:cubicBezTo>
                  <a:pt x="1485" y="1034"/>
                  <a:pt x="1481" y="1030"/>
                  <a:pt x="1477" y="1030"/>
                </a:cubicBezTo>
                <a:cubicBezTo>
                  <a:pt x="1472" y="1030"/>
                  <a:pt x="1468" y="1034"/>
                  <a:pt x="1468" y="1039"/>
                </a:cubicBezTo>
                <a:cubicBezTo>
                  <a:pt x="1468" y="1043"/>
                  <a:pt x="1472" y="1047"/>
                  <a:pt x="1477" y="1047"/>
                </a:cubicBezTo>
                <a:cubicBezTo>
                  <a:pt x="1481" y="1047"/>
                  <a:pt x="1485" y="1043"/>
                  <a:pt x="1485" y="1039"/>
                </a:cubicBezTo>
                <a:close/>
                <a:moveTo>
                  <a:pt x="1511" y="1039"/>
                </a:moveTo>
                <a:cubicBezTo>
                  <a:pt x="1511" y="1034"/>
                  <a:pt x="1507" y="1030"/>
                  <a:pt x="1502" y="1030"/>
                </a:cubicBezTo>
                <a:cubicBezTo>
                  <a:pt x="1498" y="1030"/>
                  <a:pt x="1494" y="1034"/>
                  <a:pt x="1494" y="1039"/>
                </a:cubicBezTo>
                <a:cubicBezTo>
                  <a:pt x="1494" y="1043"/>
                  <a:pt x="1498" y="1047"/>
                  <a:pt x="1502" y="1047"/>
                </a:cubicBezTo>
                <a:cubicBezTo>
                  <a:pt x="1507" y="1047"/>
                  <a:pt x="1511" y="1043"/>
                  <a:pt x="1511" y="1039"/>
                </a:cubicBezTo>
                <a:close/>
                <a:moveTo>
                  <a:pt x="1537" y="1039"/>
                </a:moveTo>
                <a:cubicBezTo>
                  <a:pt x="1537" y="1034"/>
                  <a:pt x="1533" y="1030"/>
                  <a:pt x="1528" y="1030"/>
                </a:cubicBezTo>
                <a:cubicBezTo>
                  <a:pt x="1523" y="1030"/>
                  <a:pt x="1520" y="1034"/>
                  <a:pt x="1520" y="1039"/>
                </a:cubicBezTo>
                <a:cubicBezTo>
                  <a:pt x="1520" y="1043"/>
                  <a:pt x="1523" y="1047"/>
                  <a:pt x="1528" y="1047"/>
                </a:cubicBezTo>
                <a:cubicBezTo>
                  <a:pt x="1533" y="1047"/>
                  <a:pt x="1537" y="1043"/>
                  <a:pt x="1537" y="1039"/>
                </a:cubicBezTo>
                <a:close/>
                <a:moveTo>
                  <a:pt x="1563" y="1039"/>
                </a:moveTo>
                <a:cubicBezTo>
                  <a:pt x="1563" y="1034"/>
                  <a:pt x="1559" y="1030"/>
                  <a:pt x="1554" y="1030"/>
                </a:cubicBezTo>
                <a:cubicBezTo>
                  <a:pt x="1549" y="1030"/>
                  <a:pt x="1545" y="1034"/>
                  <a:pt x="1545" y="1039"/>
                </a:cubicBezTo>
                <a:cubicBezTo>
                  <a:pt x="1545" y="1043"/>
                  <a:pt x="1549" y="1047"/>
                  <a:pt x="1554" y="1047"/>
                </a:cubicBezTo>
                <a:cubicBezTo>
                  <a:pt x="1559" y="1047"/>
                  <a:pt x="1563" y="1043"/>
                  <a:pt x="1563" y="1039"/>
                </a:cubicBezTo>
                <a:close/>
                <a:moveTo>
                  <a:pt x="1588" y="1039"/>
                </a:moveTo>
                <a:cubicBezTo>
                  <a:pt x="1588" y="1034"/>
                  <a:pt x="1584" y="1030"/>
                  <a:pt x="1580" y="1030"/>
                </a:cubicBezTo>
                <a:cubicBezTo>
                  <a:pt x="1575" y="1030"/>
                  <a:pt x="1571" y="1034"/>
                  <a:pt x="1571" y="1039"/>
                </a:cubicBezTo>
                <a:cubicBezTo>
                  <a:pt x="1571" y="1043"/>
                  <a:pt x="1575" y="1047"/>
                  <a:pt x="1580" y="1047"/>
                </a:cubicBezTo>
                <a:cubicBezTo>
                  <a:pt x="1584" y="1047"/>
                  <a:pt x="1588" y="1043"/>
                  <a:pt x="1588" y="1039"/>
                </a:cubicBezTo>
                <a:close/>
                <a:moveTo>
                  <a:pt x="1614" y="1039"/>
                </a:moveTo>
                <a:cubicBezTo>
                  <a:pt x="1614" y="1034"/>
                  <a:pt x="1610" y="1030"/>
                  <a:pt x="1605" y="1030"/>
                </a:cubicBezTo>
                <a:cubicBezTo>
                  <a:pt x="1601" y="1030"/>
                  <a:pt x="1597" y="1034"/>
                  <a:pt x="1597" y="1039"/>
                </a:cubicBezTo>
                <a:cubicBezTo>
                  <a:pt x="1597" y="1043"/>
                  <a:pt x="1601" y="1047"/>
                  <a:pt x="1605" y="1047"/>
                </a:cubicBezTo>
                <a:cubicBezTo>
                  <a:pt x="1610" y="1047"/>
                  <a:pt x="1614" y="1043"/>
                  <a:pt x="1614" y="1039"/>
                </a:cubicBezTo>
                <a:close/>
                <a:moveTo>
                  <a:pt x="2000" y="1039"/>
                </a:moveTo>
                <a:cubicBezTo>
                  <a:pt x="2000" y="1034"/>
                  <a:pt x="1997" y="1030"/>
                  <a:pt x="1992" y="1030"/>
                </a:cubicBezTo>
                <a:cubicBezTo>
                  <a:pt x="1987" y="1030"/>
                  <a:pt x="1983" y="1034"/>
                  <a:pt x="1983" y="1039"/>
                </a:cubicBezTo>
                <a:cubicBezTo>
                  <a:pt x="1983" y="1043"/>
                  <a:pt x="1987" y="1047"/>
                  <a:pt x="1992" y="1047"/>
                </a:cubicBezTo>
                <a:cubicBezTo>
                  <a:pt x="1997" y="1047"/>
                  <a:pt x="2000" y="1043"/>
                  <a:pt x="2000" y="1039"/>
                </a:cubicBezTo>
                <a:close/>
                <a:moveTo>
                  <a:pt x="2026" y="1039"/>
                </a:moveTo>
                <a:cubicBezTo>
                  <a:pt x="2026" y="1034"/>
                  <a:pt x="2022" y="1030"/>
                  <a:pt x="2018" y="1030"/>
                </a:cubicBezTo>
                <a:cubicBezTo>
                  <a:pt x="2013" y="1030"/>
                  <a:pt x="2009" y="1034"/>
                  <a:pt x="2009" y="1039"/>
                </a:cubicBezTo>
                <a:cubicBezTo>
                  <a:pt x="2009" y="1043"/>
                  <a:pt x="2013" y="1047"/>
                  <a:pt x="2018" y="1047"/>
                </a:cubicBezTo>
                <a:cubicBezTo>
                  <a:pt x="2022" y="1047"/>
                  <a:pt x="2026" y="1043"/>
                  <a:pt x="2026" y="1039"/>
                </a:cubicBezTo>
                <a:close/>
                <a:moveTo>
                  <a:pt x="2129" y="1039"/>
                </a:moveTo>
                <a:cubicBezTo>
                  <a:pt x="2129" y="1034"/>
                  <a:pt x="2125" y="1030"/>
                  <a:pt x="2121" y="1030"/>
                </a:cubicBezTo>
                <a:cubicBezTo>
                  <a:pt x="2116" y="1030"/>
                  <a:pt x="2112" y="1034"/>
                  <a:pt x="2112" y="1039"/>
                </a:cubicBezTo>
                <a:cubicBezTo>
                  <a:pt x="2112" y="1043"/>
                  <a:pt x="2116" y="1047"/>
                  <a:pt x="2121" y="1047"/>
                </a:cubicBezTo>
                <a:cubicBezTo>
                  <a:pt x="2125" y="1047"/>
                  <a:pt x="2129" y="1043"/>
                  <a:pt x="2129" y="1039"/>
                </a:cubicBezTo>
                <a:close/>
                <a:moveTo>
                  <a:pt x="2155" y="1039"/>
                </a:moveTo>
                <a:cubicBezTo>
                  <a:pt x="2155" y="1034"/>
                  <a:pt x="2151" y="1030"/>
                  <a:pt x="2146" y="1030"/>
                </a:cubicBezTo>
                <a:cubicBezTo>
                  <a:pt x="2142" y="1030"/>
                  <a:pt x="2138" y="1034"/>
                  <a:pt x="2138" y="1039"/>
                </a:cubicBezTo>
                <a:cubicBezTo>
                  <a:pt x="2138" y="1043"/>
                  <a:pt x="2142" y="1047"/>
                  <a:pt x="2146" y="1047"/>
                </a:cubicBezTo>
                <a:cubicBezTo>
                  <a:pt x="2151" y="1047"/>
                  <a:pt x="2155" y="1043"/>
                  <a:pt x="2155" y="1039"/>
                </a:cubicBezTo>
                <a:close/>
                <a:moveTo>
                  <a:pt x="2181" y="1039"/>
                </a:moveTo>
                <a:cubicBezTo>
                  <a:pt x="2181" y="1034"/>
                  <a:pt x="2177" y="1030"/>
                  <a:pt x="2172" y="1030"/>
                </a:cubicBezTo>
                <a:cubicBezTo>
                  <a:pt x="2167" y="1030"/>
                  <a:pt x="2164" y="1034"/>
                  <a:pt x="2164" y="1039"/>
                </a:cubicBezTo>
                <a:cubicBezTo>
                  <a:pt x="2164" y="1043"/>
                  <a:pt x="2167" y="1047"/>
                  <a:pt x="2172" y="1047"/>
                </a:cubicBezTo>
                <a:cubicBezTo>
                  <a:pt x="2177" y="1047"/>
                  <a:pt x="2181" y="1043"/>
                  <a:pt x="2181" y="1039"/>
                </a:cubicBezTo>
                <a:close/>
                <a:moveTo>
                  <a:pt x="687" y="1064"/>
                </a:moveTo>
                <a:cubicBezTo>
                  <a:pt x="687" y="1060"/>
                  <a:pt x="683" y="1056"/>
                  <a:pt x="678" y="1056"/>
                </a:cubicBezTo>
                <a:cubicBezTo>
                  <a:pt x="673" y="1056"/>
                  <a:pt x="670" y="1060"/>
                  <a:pt x="670" y="1064"/>
                </a:cubicBezTo>
                <a:cubicBezTo>
                  <a:pt x="670" y="1069"/>
                  <a:pt x="673" y="1073"/>
                  <a:pt x="678" y="1073"/>
                </a:cubicBezTo>
                <a:cubicBezTo>
                  <a:pt x="683" y="1073"/>
                  <a:pt x="687" y="1069"/>
                  <a:pt x="687" y="1064"/>
                </a:cubicBezTo>
                <a:close/>
                <a:moveTo>
                  <a:pt x="712" y="1064"/>
                </a:moveTo>
                <a:cubicBezTo>
                  <a:pt x="712" y="1060"/>
                  <a:pt x="709" y="1056"/>
                  <a:pt x="704" y="1056"/>
                </a:cubicBezTo>
                <a:cubicBezTo>
                  <a:pt x="699" y="1056"/>
                  <a:pt x="695" y="1060"/>
                  <a:pt x="695" y="1064"/>
                </a:cubicBezTo>
                <a:cubicBezTo>
                  <a:pt x="695" y="1069"/>
                  <a:pt x="699" y="1073"/>
                  <a:pt x="704" y="1073"/>
                </a:cubicBezTo>
                <a:cubicBezTo>
                  <a:pt x="709" y="1073"/>
                  <a:pt x="712" y="1069"/>
                  <a:pt x="712" y="1064"/>
                </a:cubicBezTo>
                <a:close/>
                <a:moveTo>
                  <a:pt x="738" y="1064"/>
                </a:moveTo>
                <a:cubicBezTo>
                  <a:pt x="738" y="1060"/>
                  <a:pt x="734" y="1056"/>
                  <a:pt x="730" y="1056"/>
                </a:cubicBezTo>
                <a:cubicBezTo>
                  <a:pt x="725" y="1056"/>
                  <a:pt x="721" y="1060"/>
                  <a:pt x="721" y="1064"/>
                </a:cubicBezTo>
                <a:cubicBezTo>
                  <a:pt x="721" y="1069"/>
                  <a:pt x="725" y="1073"/>
                  <a:pt x="730" y="1073"/>
                </a:cubicBezTo>
                <a:cubicBezTo>
                  <a:pt x="734" y="1073"/>
                  <a:pt x="738" y="1069"/>
                  <a:pt x="738" y="1064"/>
                </a:cubicBezTo>
                <a:close/>
                <a:moveTo>
                  <a:pt x="764" y="1064"/>
                </a:moveTo>
                <a:cubicBezTo>
                  <a:pt x="764" y="1060"/>
                  <a:pt x="760" y="1056"/>
                  <a:pt x="755" y="1056"/>
                </a:cubicBezTo>
                <a:cubicBezTo>
                  <a:pt x="751" y="1056"/>
                  <a:pt x="747" y="1060"/>
                  <a:pt x="747" y="1064"/>
                </a:cubicBezTo>
                <a:cubicBezTo>
                  <a:pt x="747" y="1069"/>
                  <a:pt x="751" y="1073"/>
                  <a:pt x="755" y="1073"/>
                </a:cubicBezTo>
                <a:cubicBezTo>
                  <a:pt x="760" y="1073"/>
                  <a:pt x="764" y="1069"/>
                  <a:pt x="764" y="1064"/>
                </a:cubicBezTo>
                <a:close/>
                <a:moveTo>
                  <a:pt x="790" y="1064"/>
                </a:moveTo>
                <a:cubicBezTo>
                  <a:pt x="790" y="1060"/>
                  <a:pt x="786" y="1056"/>
                  <a:pt x="781" y="1056"/>
                </a:cubicBezTo>
                <a:cubicBezTo>
                  <a:pt x="776" y="1056"/>
                  <a:pt x="773" y="1060"/>
                  <a:pt x="773" y="1064"/>
                </a:cubicBezTo>
                <a:cubicBezTo>
                  <a:pt x="773" y="1069"/>
                  <a:pt x="776" y="1073"/>
                  <a:pt x="781" y="1073"/>
                </a:cubicBezTo>
                <a:cubicBezTo>
                  <a:pt x="786" y="1073"/>
                  <a:pt x="790" y="1069"/>
                  <a:pt x="790" y="1064"/>
                </a:cubicBezTo>
                <a:close/>
                <a:moveTo>
                  <a:pt x="816" y="1064"/>
                </a:moveTo>
                <a:cubicBezTo>
                  <a:pt x="816" y="1060"/>
                  <a:pt x="812" y="1056"/>
                  <a:pt x="807" y="1056"/>
                </a:cubicBezTo>
                <a:cubicBezTo>
                  <a:pt x="802" y="1056"/>
                  <a:pt x="798" y="1060"/>
                  <a:pt x="798" y="1064"/>
                </a:cubicBezTo>
                <a:cubicBezTo>
                  <a:pt x="798" y="1069"/>
                  <a:pt x="802" y="1073"/>
                  <a:pt x="807" y="1073"/>
                </a:cubicBezTo>
                <a:cubicBezTo>
                  <a:pt x="812" y="1073"/>
                  <a:pt x="816" y="1069"/>
                  <a:pt x="816" y="1064"/>
                </a:cubicBezTo>
                <a:close/>
                <a:moveTo>
                  <a:pt x="841" y="1064"/>
                </a:moveTo>
                <a:cubicBezTo>
                  <a:pt x="841" y="1060"/>
                  <a:pt x="837" y="1056"/>
                  <a:pt x="833" y="1056"/>
                </a:cubicBezTo>
                <a:cubicBezTo>
                  <a:pt x="828" y="1056"/>
                  <a:pt x="824" y="1060"/>
                  <a:pt x="824" y="1064"/>
                </a:cubicBezTo>
                <a:cubicBezTo>
                  <a:pt x="824" y="1069"/>
                  <a:pt x="828" y="1073"/>
                  <a:pt x="833" y="1073"/>
                </a:cubicBezTo>
                <a:cubicBezTo>
                  <a:pt x="837" y="1073"/>
                  <a:pt x="841" y="1069"/>
                  <a:pt x="841" y="1064"/>
                </a:cubicBezTo>
                <a:close/>
                <a:moveTo>
                  <a:pt x="867" y="1064"/>
                </a:moveTo>
                <a:cubicBezTo>
                  <a:pt x="867" y="1060"/>
                  <a:pt x="863" y="1056"/>
                  <a:pt x="858" y="1056"/>
                </a:cubicBezTo>
                <a:cubicBezTo>
                  <a:pt x="854" y="1056"/>
                  <a:pt x="850" y="1060"/>
                  <a:pt x="850" y="1064"/>
                </a:cubicBezTo>
                <a:cubicBezTo>
                  <a:pt x="850" y="1069"/>
                  <a:pt x="854" y="1073"/>
                  <a:pt x="858" y="1073"/>
                </a:cubicBezTo>
                <a:cubicBezTo>
                  <a:pt x="863" y="1073"/>
                  <a:pt x="867" y="1069"/>
                  <a:pt x="867" y="1064"/>
                </a:cubicBezTo>
                <a:close/>
                <a:moveTo>
                  <a:pt x="893" y="1064"/>
                </a:moveTo>
                <a:cubicBezTo>
                  <a:pt x="893" y="1060"/>
                  <a:pt x="889" y="1056"/>
                  <a:pt x="884" y="1056"/>
                </a:cubicBezTo>
                <a:cubicBezTo>
                  <a:pt x="879" y="1056"/>
                  <a:pt x="876" y="1060"/>
                  <a:pt x="876" y="1064"/>
                </a:cubicBezTo>
                <a:cubicBezTo>
                  <a:pt x="876" y="1069"/>
                  <a:pt x="879" y="1073"/>
                  <a:pt x="884" y="1073"/>
                </a:cubicBezTo>
                <a:cubicBezTo>
                  <a:pt x="889" y="1073"/>
                  <a:pt x="893" y="1069"/>
                  <a:pt x="893" y="1064"/>
                </a:cubicBezTo>
                <a:close/>
                <a:moveTo>
                  <a:pt x="919" y="1064"/>
                </a:moveTo>
                <a:cubicBezTo>
                  <a:pt x="919" y="1060"/>
                  <a:pt x="915" y="1056"/>
                  <a:pt x="910" y="1056"/>
                </a:cubicBezTo>
                <a:cubicBezTo>
                  <a:pt x="905" y="1056"/>
                  <a:pt x="901" y="1060"/>
                  <a:pt x="901" y="1064"/>
                </a:cubicBezTo>
                <a:cubicBezTo>
                  <a:pt x="901" y="1069"/>
                  <a:pt x="905" y="1073"/>
                  <a:pt x="910" y="1073"/>
                </a:cubicBezTo>
                <a:cubicBezTo>
                  <a:pt x="915" y="1073"/>
                  <a:pt x="919" y="1069"/>
                  <a:pt x="919" y="1064"/>
                </a:cubicBezTo>
                <a:close/>
                <a:moveTo>
                  <a:pt x="1356" y="1064"/>
                </a:moveTo>
                <a:cubicBezTo>
                  <a:pt x="1356" y="1060"/>
                  <a:pt x="1353" y="1056"/>
                  <a:pt x="1348" y="1056"/>
                </a:cubicBezTo>
                <a:cubicBezTo>
                  <a:pt x="1343" y="1056"/>
                  <a:pt x="1339" y="1060"/>
                  <a:pt x="1339" y="1064"/>
                </a:cubicBezTo>
                <a:cubicBezTo>
                  <a:pt x="1339" y="1069"/>
                  <a:pt x="1343" y="1073"/>
                  <a:pt x="1348" y="1073"/>
                </a:cubicBezTo>
                <a:cubicBezTo>
                  <a:pt x="1353" y="1073"/>
                  <a:pt x="1356" y="1069"/>
                  <a:pt x="1356" y="1064"/>
                </a:cubicBezTo>
                <a:close/>
                <a:moveTo>
                  <a:pt x="1382" y="1064"/>
                </a:moveTo>
                <a:cubicBezTo>
                  <a:pt x="1382" y="1060"/>
                  <a:pt x="1378" y="1056"/>
                  <a:pt x="1374" y="1056"/>
                </a:cubicBezTo>
                <a:cubicBezTo>
                  <a:pt x="1369" y="1056"/>
                  <a:pt x="1365" y="1060"/>
                  <a:pt x="1365" y="1064"/>
                </a:cubicBezTo>
                <a:cubicBezTo>
                  <a:pt x="1365" y="1069"/>
                  <a:pt x="1369" y="1073"/>
                  <a:pt x="1374" y="1073"/>
                </a:cubicBezTo>
                <a:cubicBezTo>
                  <a:pt x="1378" y="1073"/>
                  <a:pt x="1382" y="1069"/>
                  <a:pt x="1382" y="1064"/>
                </a:cubicBezTo>
                <a:close/>
                <a:moveTo>
                  <a:pt x="1408" y="1064"/>
                </a:moveTo>
                <a:cubicBezTo>
                  <a:pt x="1408" y="1060"/>
                  <a:pt x="1404" y="1056"/>
                  <a:pt x="1399" y="1056"/>
                </a:cubicBezTo>
                <a:cubicBezTo>
                  <a:pt x="1395" y="1056"/>
                  <a:pt x="1391" y="1060"/>
                  <a:pt x="1391" y="1064"/>
                </a:cubicBezTo>
                <a:cubicBezTo>
                  <a:pt x="1391" y="1069"/>
                  <a:pt x="1395" y="1073"/>
                  <a:pt x="1399" y="1073"/>
                </a:cubicBezTo>
                <a:cubicBezTo>
                  <a:pt x="1404" y="1073"/>
                  <a:pt x="1408" y="1069"/>
                  <a:pt x="1408" y="1064"/>
                </a:cubicBezTo>
                <a:close/>
                <a:moveTo>
                  <a:pt x="1434" y="1064"/>
                </a:moveTo>
                <a:cubicBezTo>
                  <a:pt x="1434" y="1060"/>
                  <a:pt x="1430" y="1056"/>
                  <a:pt x="1425" y="1056"/>
                </a:cubicBezTo>
                <a:cubicBezTo>
                  <a:pt x="1420" y="1056"/>
                  <a:pt x="1417" y="1060"/>
                  <a:pt x="1417" y="1064"/>
                </a:cubicBezTo>
                <a:cubicBezTo>
                  <a:pt x="1417" y="1069"/>
                  <a:pt x="1420" y="1073"/>
                  <a:pt x="1425" y="1073"/>
                </a:cubicBezTo>
                <a:cubicBezTo>
                  <a:pt x="1430" y="1073"/>
                  <a:pt x="1434" y="1069"/>
                  <a:pt x="1434" y="1064"/>
                </a:cubicBezTo>
                <a:close/>
                <a:moveTo>
                  <a:pt x="1459" y="1064"/>
                </a:moveTo>
                <a:cubicBezTo>
                  <a:pt x="1459" y="1060"/>
                  <a:pt x="1456" y="1056"/>
                  <a:pt x="1451" y="1056"/>
                </a:cubicBezTo>
                <a:cubicBezTo>
                  <a:pt x="1446" y="1056"/>
                  <a:pt x="1442" y="1060"/>
                  <a:pt x="1442" y="1064"/>
                </a:cubicBezTo>
                <a:cubicBezTo>
                  <a:pt x="1442" y="1069"/>
                  <a:pt x="1446" y="1073"/>
                  <a:pt x="1451" y="1073"/>
                </a:cubicBezTo>
                <a:cubicBezTo>
                  <a:pt x="1456" y="1073"/>
                  <a:pt x="1459" y="1069"/>
                  <a:pt x="1459" y="1064"/>
                </a:cubicBezTo>
                <a:close/>
                <a:moveTo>
                  <a:pt x="1485" y="1064"/>
                </a:moveTo>
                <a:cubicBezTo>
                  <a:pt x="1485" y="1060"/>
                  <a:pt x="1481" y="1056"/>
                  <a:pt x="1477" y="1056"/>
                </a:cubicBezTo>
                <a:cubicBezTo>
                  <a:pt x="1472" y="1056"/>
                  <a:pt x="1468" y="1060"/>
                  <a:pt x="1468" y="1064"/>
                </a:cubicBezTo>
                <a:cubicBezTo>
                  <a:pt x="1468" y="1069"/>
                  <a:pt x="1472" y="1073"/>
                  <a:pt x="1477" y="1073"/>
                </a:cubicBezTo>
                <a:cubicBezTo>
                  <a:pt x="1481" y="1073"/>
                  <a:pt x="1485" y="1069"/>
                  <a:pt x="1485" y="1064"/>
                </a:cubicBezTo>
                <a:close/>
                <a:moveTo>
                  <a:pt x="1511" y="1064"/>
                </a:moveTo>
                <a:cubicBezTo>
                  <a:pt x="1511" y="1060"/>
                  <a:pt x="1507" y="1056"/>
                  <a:pt x="1502" y="1056"/>
                </a:cubicBezTo>
                <a:cubicBezTo>
                  <a:pt x="1498" y="1056"/>
                  <a:pt x="1494" y="1060"/>
                  <a:pt x="1494" y="1064"/>
                </a:cubicBezTo>
                <a:cubicBezTo>
                  <a:pt x="1494" y="1069"/>
                  <a:pt x="1498" y="1073"/>
                  <a:pt x="1502" y="1073"/>
                </a:cubicBezTo>
                <a:cubicBezTo>
                  <a:pt x="1507" y="1073"/>
                  <a:pt x="1511" y="1069"/>
                  <a:pt x="1511" y="1064"/>
                </a:cubicBezTo>
                <a:close/>
                <a:moveTo>
                  <a:pt x="1537" y="1064"/>
                </a:moveTo>
                <a:cubicBezTo>
                  <a:pt x="1537" y="1060"/>
                  <a:pt x="1533" y="1056"/>
                  <a:pt x="1528" y="1056"/>
                </a:cubicBezTo>
                <a:cubicBezTo>
                  <a:pt x="1523" y="1056"/>
                  <a:pt x="1520" y="1060"/>
                  <a:pt x="1520" y="1064"/>
                </a:cubicBezTo>
                <a:cubicBezTo>
                  <a:pt x="1520" y="1069"/>
                  <a:pt x="1523" y="1073"/>
                  <a:pt x="1528" y="1073"/>
                </a:cubicBezTo>
                <a:cubicBezTo>
                  <a:pt x="1533" y="1073"/>
                  <a:pt x="1537" y="1069"/>
                  <a:pt x="1537" y="1064"/>
                </a:cubicBezTo>
                <a:close/>
                <a:moveTo>
                  <a:pt x="1563" y="1064"/>
                </a:moveTo>
                <a:cubicBezTo>
                  <a:pt x="1563" y="1060"/>
                  <a:pt x="1559" y="1056"/>
                  <a:pt x="1554" y="1056"/>
                </a:cubicBezTo>
                <a:cubicBezTo>
                  <a:pt x="1549" y="1056"/>
                  <a:pt x="1545" y="1060"/>
                  <a:pt x="1545" y="1064"/>
                </a:cubicBezTo>
                <a:cubicBezTo>
                  <a:pt x="1545" y="1069"/>
                  <a:pt x="1549" y="1073"/>
                  <a:pt x="1554" y="1073"/>
                </a:cubicBezTo>
                <a:cubicBezTo>
                  <a:pt x="1559" y="1073"/>
                  <a:pt x="1563" y="1069"/>
                  <a:pt x="1563" y="1064"/>
                </a:cubicBezTo>
                <a:close/>
                <a:moveTo>
                  <a:pt x="1588" y="1064"/>
                </a:moveTo>
                <a:cubicBezTo>
                  <a:pt x="1588" y="1060"/>
                  <a:pt x="1584" y="1056"/>
                  <a:pt x="1580" y="1056"/>
                </a:cubicBezTo>
                <a:cubicBezTo>
                  <a:pt x="1575" y="1056"/>
                  <a:pt x="1571" y="1060"/>
                  <a:pt x="1571" y="1064"/>
                </a:cubicBezTo>
                <a:cubicBezTo>
                  <a:pt x="1571" y="1069"/>
                  <a:pt x="1575" y="1073"/>
                  <a:pt x="1580" y="1073"/>
                </a:cubicBezTo>
                <a:cubicBezTo>
                  <a:pt x="1584" y="1073"/>
                  <a:pt x="1588" y="1069"/>
                  <a:pt x="1588" y="1064"/>
                </a:cubicBezTo>
                <a:close/>
                <a:moveTo>
                  <a:pt x="2026" y="1064"/>
                </a:moveTo>
                <a:cubicBezTo>
                  <a:pt x="2026" y="1060"/>
                  <a:pt x="2022" y="1056"/>
                  <a:pt x="2018" y="1056"/>
                </a:cubicBezTo>
                <a:cubicBezTo>
                  <a:pt x="2013" y="1056"/>
                  <a:pt x="2009" y="1060"/>
                  <a:pt x="2009" y="1064"/>
                </a:cubicBezTo>
                <a:cubicBezTo>
                  <a:pt x="2009" y="1069"/>
                  <a:pt x="2013" y="1073"/>
                  <a:pt x="2018" y="1073"/>
                </a:cubicBezTo>
                <a:cubicBezTo>
                  <a:pt x="2022" y="1073"/>
                  <a:pt x="2026" y="1069"/>
                  <a:pt x="2026" y="1064"/>
                </a:cubicBezTo>
                <a:close/>
                <a:moveTo>
                  <a:pt x="2052" y="1064"/>
                </a:moveTo>
                <a:cubicBezTo>
                  <a:pt x="2052" y="1060"/>
                  <a:pt x="2048" y="1056"/>
                  <a:pt x="2043" y="1056"/>
                </a:cubicBezTo>
                <a:cubicBezTo>
                  <a:pt x="2039" y="1056"/>
                  <a:pt x="2035" y="1060"/>
                  <a:pt x="2035" y="1064"/>
                </a:cubicBezTo>
                <a:cubicBezTo>
                  <a:pt x="2035" y="1069"/>
                  <a:pt x="2039" y="1073"/>
                  <a:pt x="2043" y="1073"/>
                </a:cubicBezTo>
                <a:cubicBezTo>
                  <a:pt x="2048" y="1073"/>
                  <a:pt x="2052" y="1069"/>
                  <a:pt x="2052" y="1064"/>
                </a:cubicBezTo>
                <a:close/>
                <a:moveTo>
                  <a:pt x="2129" y="1064"/>
                </a:moveTo>
                <a:cubicBezTo>
                  <a:pt x="2129" y="1060"/>
                  <a:pt x="2125" y="1056"/>
                  <a:pt x="2121" y="1056"/>
                </a:cubicBezTo>
                <a:cubicBezTo>
                  <a:pt x="2116" y="1056"/>
                  <a:pt x="2112" y="1060"/>
                  <a:pt x="2112" y="1064"/>
                </a:cubicBezTo>
                <a:cubicBezTo>
                  <a:pt x="2112" y="1069"/>
                  <a:pt x="2116" y="1073"/>
                  <a:pt x="2121" y="1073"/>
                </a:cubicBezTo>
                <a:cubicBezTo>
                  <a:pt x="2125" y="1073"/>
                  <a:pt x="2129" y="1069"/>
                  <a:pt x="2129" y="1064"/>
                </a:cubicBezTo>
                <a:close/>
                <a:moveTo>
                  <a:pt x="2155" y="1064"/>
                </a:moveTo>
                <a:cubicBezTo>
                  <a:pt x="2155" y="1060"/>
                  <a:pt x="2151" y="1056"/>
                  <a:pt x="2146" y="1056"/>
                </a:cubicBezTo>
                <a:cubicBezTo>
                  <a:pt x="2142" y="1056"/>
                  <a:pt x="2138" y="1060"/>
                  <a:pt x="2138" y="1064"/>
                </a:cubicBezTo>
                <a:cubicBezTo>
                  <a:pt x="2138" y="1069"/>
                  <a:pt x="2142" y="1073"/>
                  <a:pt x="2146" y="1073"/>
                </a:cubicBezTo>
                <a:cubicBezTo>
                  <a:pt x="2151" y="1073"/>
                  <a:pt x="2155" y="1069"/>
                  <a:pt x="2155" y="1064"/>
                </a:cubicBezTo>
                <a:close/>
                <a:moveTo>
                  <a:pt x="2181" y="1064"/>
                </a:moveTo>
                <a:cubicBezTo>
                  <a:pt x="2181" y="1060"/>
                  <a:pt x="2177" y="1056"/>
                  <a:pt x="2172" y="1056"/>
                </a:cubicBezTo>
                <a:cubicBezTo>
                  <a:pt x="2167" y="1056"/>
                  <a:pt x="2164" y="1060"/>
                  <a:pt x="2164" y="1064"/>
                </a:cubicBezTo>
                <a:cubicBezTo>
                  <a:pt x="2164" y="1069"/>
                  <a:pt x="2167" y="1073"/>
                  <a:pt x="2172" y="1073"/>
                </a:cubicBezTo>
                <a:cubicBezTo>
                  <a:pt x="2177" y="1073"/>
                  <a:pt x="2181" y="1069"/>
                  <a:pt x="2181" y="1064"/>
                </a:cubicBezTo>
                <a:close/>
                <a:moveTo>
                  <a:pt x="2335" y="1064"/>
                </a:moveTo>
                <a:cubicBezTo>
                  <a:pt x="2335" y="1060"/>
                  <a:pt x="2331" y="1056"/>
                  <a:pt x="2327" y="1056"/>
                </a:cubicBezTo>
                <a:cubicBezTo>
                  <a:pt x="2322" y="1056"/>
                  <a:pt x="2318" y="1060"/>
                  <a:pt x="2318" y="1064"/>
                </a:cubicBezTo>
                <a:cubicBezTo>
                  <a:pt x="2318" y="1069"/>
                  <a:pt x="2322" y="1073"/>
                  <a:pt x="2327" y="1073"/>
                </a:cubicBezTo>
                <a:cubicBezTo>
                  <a:pt x="2331" y="1073"/>
                  <a:pt x="2335" y="1069"/>
                  <a:pt x="2335" y="1064"/>
                </a:cubicBezTo>
                <a:close/>
                <a:moveTo>
                  <a:pt x="2361" y="1064"/>
                </a:moveTo>
                <a:cubicBezTo>
                  <a:pt x="2361" y="1060"/>
                  <a:pt x="2357" y="1056"/>
                  <a:pt x="2352" y="1056"/>
                </a:cubicBezTo>
                <a:cubicBezTo>
                  <a:pt x="2348" y="1056"/>
                  <a:pt x="2344" y="1060"/>
                  <a:pt x="2344" y="1064"/>
                </a:cubicBezTo>
                <a:cubicBezTo>
                  <a:pt x="2344" y="1069"/>
                  <a:pt x="2348" y="1073"/>
                  <a:pt x="2352" y="1073"/>
                </a:cubicBezTo>
                <a:cubicBezTo>
                  <a:pt x="2357" y="1073"/>
                  <a:pt x="2361" y="1069"/>
                  <a:pt x="2361" y="1064"/>
                </a:cubicBezTo>
                <a:close/>
                <a:moveTo>
                  <a:pt x="661" y="1090"/>
                </a:moveTo>
                <a:cubicBezTo>
                  <a:pt x="661" y="1085"/>
                  <a:pt x="657" y="1082"/>
                  <a:pt x="652" y="1082"/>
                </a:cubicBezTo>
                <a:cubicBezTo>
                  <a:pt x="648" y="1082"/>
                  <a:pt x="644" y="1085"/>
                  <a:pt x="644" y="1090"/>
                </a:cubicBezTo>
                <a:cubicBezTo>
                  <a:pt x="644" y="1095"/>
                  <a:pt x="648" y="1099"/>
                  <a:pt x="652" y="1099"/>
                </a:cubicBezTo>
                <a:cubicBezTo>
                  <a:pt x="657" y="1099"/>
                  <a:pt x="661" y="1095"/>
                  <a:pt x="661" y="1090"/>
                </a:cubicBezTo>
                <a:close/>
                <a:moveTo>
                  <a:pt x="687" y="1090"/>
                </a:moveTo>
                <a:cubicBezTo>
                  <a:pt x="687" y="1085"/>
                  <a:pt x="683" y="1082"/>
                  <a:pt x="678" y="1082"/>
                </a:cubicBezTo>
                <a:cubicBezTo>
                  <a:pt x="673" y="1082"/>
                  <a:pt x="670" y="1085"/>
                  <a:pt x="670" y="1090"/>
                </a:cubicBezTo>
                <a:cubicBezTo>
                  <a:pt x="670" y="1095"/>
                  <a:pt x="673" y="1099"/>
                  <a:pt x="678" y="1099"/>
                </a:cubicBezTo>
                <a:cubicBezTo>
                  <a:pt x="683" y="1099"/>
                  <a:pt x="687" y="1095"/>
                  <a:pt x="687" y="1090"/>
                </a:cubicBezTo>
                <a:close/>
                <a:moveTo>
                  <a:pt x="712" y="1090"/>
                </a:moveTo>
                <a:cubicBezTo>
                  <a:pt x="712" y="1085"/>
                  <a:pt x="709" y="1082"/>
                  <a:pt x="704" y="1082"/>
                </a:cubicBezTo>
                <a:cubicBezTo>
                  <a:pt x="699" y="1082"/>
                  <a:pt x="695" y="1085"/>
                  <a:pt x="695" y="1090"/>
                </a:cubicBezTo>
                <a:cubicBezTo>
                  <a:pt x="695" y="1095"/>
                  <a:pt x="699" y="1099"/>
                  <a:pt x="704" y="1099"/>
                </a:cubicBezTo>
                <a:cubicBezTo>
                  <a:pt x="709" y="1099"/>
                  <a:pt x="712" y="1095"/>
                  <a:pt x="712" y="1090"/>
                </a:cubicBezTo>
                <a:close/>
                <a:moveTo>
                  <a:pt x="738" y="1090"/>
                </a:moveTo>
                <a:cubicBezTo>
                  <a:pt x="738" y="1085"/>
                  <a:pt x="734" y="1082"/>
                  <a:pt x="730" y="1082"/>
                </a:cubicBezTo>
                <a:cubicBezTo>
                  <a:pt x="725" y="1082"/>
                  <a:pt x="721" y="1085"/>
                  <a:pt x="721" y="1090"/>
                </a:cubicBezTo>
                <a:cubicBezTo>
                  <a:pt x="721" y="1095"/>
                  <a:pt x="725" y="1099"/>
                  <a:pt x="730" y="1099"/>
                </a:cubicBezTo>
                <a:cubicBezTo>
                  <a:pt x="734" y="1099"/>
                  <a:pt x="738" y="1095"/>
                  <a:pt x="738" y="1090"/>
                </a:cubicBezTo>
                <a:close/>
                <a:moveTo>
                  <a:pt x="764" y="1090"/>
                </a:moveTo>
                <a:cubicBezTo>
                  <a:pt x="764" y="1085"/>
                  <a:pt x="760" y="1082"/>
                  <a:pt x="755" y="1082"/>
                </a:cubicBezTo>
                <a:cubicBezTo>
                  <a:pt x="751" y="1082"/>
                  <a:pt x="747" y="1085"/>
                  <a:pt x="747" y="1090"/>
                </a:cubicBezTo>
                <a:cubicBezTo>
                  <a:pt x="747" y="1095"/>
                  <a:pt x="751" y="1099"/>
                  <a:pt x="755" y="1099"/>
                </a:cubicBezTo>
                <a:cubicBezTo>
                  <a:pt x="760" y="1099"/>
                  <a:pt x="764" y="1095"/>
                  <a:pt x="764" y="1090"/>
                </a:cubicBezTo>
                <a:close/>
                <a:moveTo>
                  <a:pt x="790" y="1090"/>
                </a:moveTo>
                <a:cubicBezTo>
                  <a:pt x="790" y="1085"/>
                  <a:pt x="786" y="1082"/>
                  <a:pt x="781" y="1082"/>
                </a:cubicBezTo>
                <a:cubicBezTo>
                  <a:pt x="776" y="1082"/>
                  <a:pt x="773" y="1085"/>
                  <a:pt x="773" y="1090"/>
                </a:cubicBezTo>
                <a:cubicBezTo>
                  <a:pt x="773" y="1095"/>
                  <a:pt x="776" y="1099"/>
                  <a:pt x="781" y="1099"/>
                </a:cubicBezTo>
                <a:cubicBezTo>
                  <a:pt x="786" y="1099"/>
                  <a:pt x="790" y="1095"/>
                  <a:pt x="790" y="1090"/>
                </a:cubicBezTo>
                <a:close/>
                <a:moveTo>
                  <a:pt x="816" y="1090"/>
                </a:moveTo>
                <a:cubicBezTo>
                  <a:pt x="816" y="1085"/>
                  <a:pt x="812" y="1082"/>
                  <a:pt x="807" y="1082"/>
                </a:cubicBezTo>
                <a:cubicBezTo>
                  <a:pt x="802" y="1082"/>
                  <a:pt x="798" y="1085"/>
                  <a:pt x="798" y="1090"/>
                </a:cubicBezTo>
                <a:cubicBezTo>
                  <a:pt x="798" y="1095"/>
                  <a:pt x="802" y="1099"/>
                  <a:pt x="807" y="1099"/>
                </a:cubicBezTo>
                <a:cubicBezTo>
                  <a:pt x="812" y="1099"/>
                  <a:pt x="816" y="1095"/>
                  <a:pt x="816" y="1090"/>
                </a:cubicBezTo>
                <a:close/>
                <a:moveTo>
                  <a:pt x="841" y="1090"/>
                </a:moveTo>
                <a:cubicBezTo>
                  <a:pt x="841" y="1085"/>
                  <a:pt x="837" y="1082"/>
                  <a:pt x="833" y="1082"/>
                </a:cubicBezTo>
                <a:cubicBezTo>
                  <a:pt x="828" y="1082"/>
                  <a:pt x="824" y="1085"/>
                  <a:pt x="824" y="1090"/>
                </a:cubicBezTo>
                <a:cubicBezTo>
                  <a:pt x="824" y="1095"/>
                  <a:pt x="828" y="1099"/>
                  <a:pt x="833" y="1099"/>
                </a:cubicBezTo>
                <a:cubicBezTo>
                  <a:pt x="837" y="1099"/>
                  <a:pt x="841" y="1095"/>
                  <a:pt x="841" y="1090"/>
                </a:cubicBezTo>
                <a:close/>
                <a:moveTo>
                  <a:pt x="867" y="1090"/>
                </a:moveTo>
                <a:cubicBezTo>
                  <a:pt x="867" y="1085"/>
                  <a:pt x="863" y="1082"/>
                  <a:pt x="858" y="1082"/>
                </a:cubicBezTo>
                <a:cubicBezTo>
                  <a:pt x="854" y="1082"/>
                  <a:pt x="850" y="1085"/>
                  <a:pt x="850" y="1090"/>
                </a:cubicBezTo>
                <a:cubicBezTo>
                  <a:pt x="850" y="1095"/>
                  <a:pt x="854" y="1099"/>
                  <a:pt x="858" y="1099"/>
                </a:cubicBezTo>
                <a:cubicBezTo>
                  <a:pt x="863" y="1099"/>
                  <a:pt x="867" y="1095"/>
                  <a:pt x="867" y="1090"/>
                </a:cubicBezTo>
                <a:close/>
                <a:moveTo>
                  <a:pt x="893" y="1090"/>
                </a:moveTo>
                <a:cubicBezTo>
                  <a:pt x="893" y="1085"/>
                  <a:pt x="889" y="1082"/>
                  <a:pt x="884" y="1082"/>
                </a:cubicBezTo>
                <a:cubicBezTo>
                  <a:pt x="879" y="1082"/>
                  <a:pt x="876" y="1085"/>
                  <a:pt x="876" y="1090"/>
                </a:cubicBezTo>
                <a:cubicBezTo>
                  <a:pt x="876" y="1095"/>
                  <a:pt x="879" y="1099"/>
                  <a:pt x="884" y="1099"/>
                </a:cubicBezTo>
                <a:cubicBezTo>
                  <a:pt x="889" y="1099"/>
                  <a:pt x="893" y="1095"/>
                  <a:pt x="893" y="1090"/>
                </a:cubicBezTo>
                <a:close/>
                <a:moveTo>
                  <a:pt x="919" y="1090"/>
                </a:moveTo>
                <a:cubicBezTo>
                  <a:pt x="919" y="1085"/>
                  <a:pt x="915" y="1082"/>
                  <a:pt x="910" y="1082"/>
                </a:cubicBezTo>
                <a:cubicBezTo>
                  <a:pt x="905" y="1082"/>
                  <a:pt x="901" y="1085"/>
                  <a:pt x="901" y="1090"/>
                </a:cubicBezTo>
                <a:cubicBezTo>
                  <a:pt x="901" y="1095"/>
                  <a:pt x="905" y="1099"/>
                  <a:pt x="910" y="1099"/>
                </a:cubicBezTo>
                <a:cubicBezTo>
                  <a:pt x="915" y="1099"/>
                  <a:pt x="919" y="1095"/>
                  <a:pt x="919" y="1090"/>
                </a:cubicBezTo>
                <a:close/>
                <a:moveTo>
                  <a:pt x="944" y="1090"/>
                </a:moveTo>
                <a:cubicBezTo>
                  <a:pt x="944" y="1085"/>
                  <a:pt x="940" y="1082"/>
                  <a:pt x="936" y="1082"/>
                </a:cubicBezTo>
                <a:cubicBezTo>
                  <a:pt x="931" y="1082"/>
                  <a:pt x="927" y="1085"/>
                  <a:pt x="927" y="1090"/>
                </a:cubicBezTo>
                <a:cubicBezTo>
                  <a:pt x="927" y="1095"/>
                  <a:pt x="931" y="1099"/>
                  <a:pt x="936" y="1099"/>
                </a:cubicBezTo>
                <a:cubicBezTo>
                  <a:pt x="940" y="1099"/>
                  <a:pt x="944" y="1095"/>
                  <a:pt x="944" y="1090"/>
                </a:cubicBezTo>
                <a:close/>
                <a:moveTo>
                  <a:pt x="970" y="1090"/>
                </a:moveTo>
                <a:cubicBezTo>
                  <a:pt x="970" y="1085"/>
                  <a:pt x="966" y="1082"/>
                  <a:pt x="961" y="1082"/>
                </a:cubicBezTo>
                <a:cubicBezTo>
                  <a:pt x="957" y="1082"/>
                  <a:pt x="953" y="1085"/>
                  <a:pt x="953" y="1090"/>
                </a:cubicBezTo>
                <a:cubicBezTo>
                  <a:pt x="953" y="1095"/>
                  <a:pt x="957" y="1099"/>
                  <a:pt x="961" y="1099"/>
                </a:cubicBezTo>
                <a:cubicBezTo>
                  <a:pt x="966" y="1099"/>
                  <a:pt x="970" y="1095"/>
                  <a:pt x="970" y="1090"/>
                </a:cubicBezTo>
                <a:close/>
                <a:moveTo>
                  <a:pt x="1356" y="1090"/>
                </a:moveTo>
                <a:cubicBezTo>
                  <a:pt x="1356" y="1085"/>
                  <a:pt x="1353" y="1082"/>
                  <a:pt x="1348" y="1082"/>
                </a:cubicBezTo>
                <a:cubicBezTo>
                  <a:pt x="1343" y="1082"/>
                  <a:pt x="1339" y="1085"/>
                  <a:pt x="1339" y="1090"/>
                </a:cubicBezTo>
                <a:cubicBezTo>
                  <a:pt x="1339" y="1095"/>
                  <a:pt x="1343" y="1099"/>
                  <a:pt x="1348" y="1099"/>
                </a:cubicBezTo>
                <a:cubicBezTo>
                  <a:pt x="1353" y="1099"/>
                  <a:pt x="1356" y="1095"/>
                  <a:pt x="1356" y="1090"/>
                </a:cubicBezTo>
                <a:close/>
                <a:moveTo>
                  <a:pt x="1382" y="1090"/>
                </a:moveTo>
                <a:cubicBezTo>
                  <a:pt x="1382" y="1085"/>
                  <a:pt x="1378" y="1082"/>
                  <a:pt x="1374" y="1082"/>
                </a:cubicBezTo>
                <a:cubicBezTo>
                  <a:pt x="1369" y="1082"/>
                  <a:pt x="1365" y="1085"/>
                  <a:pt x="1365" y="1090"/>
                </a:cubicBezTo>
                <a:cubicBezTo>
                  <a:pt x="1365" y="1095"/>
                  <a:pt x="1369" y="1099"/>
                  <a:pt x="1374" y="1099"/>
                </a:cubicBezTo>
                <a:cubicBezTo>
                  <a:pt x="1378" y="1099"/>
                  <a:pt x="1382" y="1095"/>
                  <a:pt x="1382" y="1090"/>
                </a:cubicBezTo>
                <a:close/>
                <a:moveTo>
                  <a:pt x="1408" y="1090"/>
                </a:moveTo>
                <a:cubicBezTo>
                  <a:pt x="1408" y="1085"/>
                  <a:pt x="1404" y="1082"/>
                  <a:pt x="1399" y="1082"/>
                </a:cubicBezTo>
                <a:cubicBezTo>
                  <a:pt x="1395" y="1082"/>
                  <a:pt x="1391" y="1085"/>
                  <a:pt x="1391" y="1090"/>
                </a:cubicBezTo>
                <a:cubicBezTo>
                  <a:pt x="1391" y="1095"/>
                  <a:pt x="1395" y="1099"/>
                  <a:pt x="1399" y="1099"/>
                </a:cubicBezTo>
                <a:cubicBezTo>
                  <a:pt x="1404" y="1099"/>
                  <a:pt x="1408" y="1095"/>
                  <a:pt x="1408" y="1090"/>
                </a:cubicBezTo>
                <a:close/>
                <a:moveTo>
                  <a:pt x="1434" y="1090"/>
                </a:moveTo>
                <a:cubicBezTo>
                  <a:pt x="1434" y="1085"/>
                  <a:pt x="1430" y="1082"/>
                  <a:pt x="1425" y="1082"/>
                </a:cubicBezTo>
                <a:cubicBezTo>
                  <a:pt x="1420" y="1082"/>
                  <a:pt x="1417" y="1085"/>
                  <a:pt x="1417" y="1090"/>
                </a:cubicBezTo>
                <a:cubicBezTo>
                  <a:pt x="1417" y="1095"/>
                  <a:pt x="1420" y="1099"/>
                  <a:pt x="1425" y="1099"/>
                </a:cubicBezTo>
                <a:cubicBezTo>
                  <a:pt x="1430" y="1099"/>
                  <a:pt x="1434" y="1095"/>
                  <a:pt x="1434" y="1090"/>
                </a:cubicBezTo>
                <a:close/>
                <a:moveTo>
                  <a:pt x="1459" y="1090"/>
                </a:moveTo>
                <a:cubicBezTo>
                  <a:pt x="1459" y="1085"/>
                  <a:pt x="1456" y="1082"/>
                  <a:pt x="1451" y="1082"/>
                </a:cubicBezTo>
                <a:cubicBezTo>
                  <a:pt x="1446" y="1082"/>
                  <a:pt x="1442" y="1085"/>
                  <a:pt x="1442" y="1090"/>
                </a:cubicBezTo>
                <a:cubicBezTo>
                  <a:pt x="1442" y="1095"/>
                  <a:pt x="1446" y="1099"/>
                  <a:pt x="1451" y="1099"/>
                </a:cubicBezTo>
                <a:cubicBezTo>
                  <a:pt x="1456" y="1099"/>
                  <a:pt x="1459" y="1095"/>
                  <a:pt x="1459" y="1090"/>
                </a:cubicBezTo>
                <a:close/>
                <a:moveTo>
                  <a:pt x="1485" y="1090"/>
                </a:moveTo>
                <a:cubicBezTo>
                  <a:pt x="1485" y="1085"/>
                  <a:pt x="1481" y="1082"/>
                  <a:pt x="1477" y="1082"/>
                </a:cubicBezTo>
                <a:cubicBezTo>
                  <a:pt x="1472" y="1082"/>
                  <a:pt x="1468" y="1085"/>
                  <a:pt x="1468" y="1090"/>
                </a:cubicBezTo>
                <a:cubicBezTo>
                  <a:pt x="1468" y="1095"/>
                  <a:pt x="1472" y="1099"/>
                  <a:pt x="1477" y="1099"/>
                </a:cubicBezTo>
                <a:cubicBezTo>
                  <a:pt x="1481" y="1099"/>
                  <a:pt x="1485" y="1095"/>
                  <a:pt x="1485" y="1090"/>
                </a:cubicBezTo>
                <a:close/>
                <a:moveTo>
                  <a:pt x="1511" y="1090"/>
                </a:moveTo>
                <a:cubicBezTo>
                  <a:pt x="1511" y="1085"/>
                  <a:pt x="1507" y="1082"/>
                  <a:pt x="1502" y="1082"/>
                </a:cubicBezTo>
                <a:cubicBezTo>
                  <a:pt x="1498" y="1082"/>
                  <a:pt x="1494" y="1085"/>
                  <a:pt x="1494" y="1090"/>
                </a:cubicBezTo>
                <a:cubicBezTo>
                  <a:pt x="1494" y="1095"/>
                  <a:pt x="1498" y="1099"/>
                  <a:pt x="1502" y="1099"/>
                </a:cubicBezTo>
                <a:cubicBezTo>
                  <a:pt x="1507" y="1099"/>
                  <a:pt x="1511" y="1095"/>
                  <a:pt x="1511" y="1090"/>
                </a:cubicBezTo>
                <a:close/>
                <a:moveTo>
                  <a:pt x="1537" y="1090"/>
                </a:moveTo>
                <a:cubicBezTo>
                  <a:pt x="1537" y="1085"/>
                  <a:pt x="1533" y="1082"/>
                  <a:pt x="1528" y="1082"/>
                </a:cubicBezTo>
                <a:cubicBezTo>
                  <a:pt x="1523" y="1082"/>
                  <a:pt x="1520" y="1085"/>
                  <a:pt x="1520" y="1090"/>
                </a:cubicBezTo>
                <a:cubicBezTo>
                  <a:pt x="1520" y="1095"/>
                  <a:pt x="1523" y="1099"/>
                  <a:pt x="1528" y="1099"/>
                </a:cubicBezTo>
                <a:cubicBezTo>
                  <a:pt x="1533" y="1099"/>
                  <a:pt x="1537" y="1095"/>
                  <a:pt x="1537" y="1090"/>
                </a:cubicBezTo>
                <a:close/>
                <a:moveTo>
                  <a:pt x="1563" y="1090"/>
                </a:moveTo>
                <a:cubicBezTo>
                  <a:pt x="1563" y="1085"/>
                  <a:pt x="1559" y="1082"/>
                  <a:pt x="1554" y="1082"/>
                </a:cubicBezTo>
                <a:cubicBezTo>
                  <a:pt x="1549" y="1082"/>
                  <a:pt x="1545" y="1085"/>
                  <a:pt x="1545" y="1090"/>
                </a:cubicBezTo>
                <a:cubicBezTo>
                  <a:pt x="1545" y="1095"/>
                  <a:pt x="1549" y="1099"/>
                  <a:pt x="1554" y="1099"/>
                </a:cubicBezTo>
                <a:cubicBezTo>
                  <a:pt x="1559" y="1099"/>
                  <a:pt x="1563" y="1095"/>
                  <a:pt x="1563" y="1090"/>
                </a:cubicBezTo>
                <a:close/>
                <a:moveTo>
                  <a:pt x="2052" y="1090"/>
                </a:moveTo>
                <a:cubicBezTo>
                  <a:pt x="2052" y="1085"/>
                  <a:pt x="2048" y="1082"/>
                  <a:pt x="2043" y="1082"/>
                </a:cubicBezTo>
                <a:cubicBezTo>
                  <a:pt x="2039" y="1082"/>
                  <a:pt x="2035" y="1085"/>
                  <a:pt x="2035" y="1090"/>
                </a:cubicBezTo>
                <a:cubicBezTo>
                  <a:pt x="2035" y="1095"/>
                  <a:pt x="2039" y="1099"/>
                  <a:pt x="2043" y="1099"/>
                </a:cubicBezTo>
                <a:cubicBezTo>
                  <a:pt x="2048" y="1099"/>
                  <a:pt x="2052" y="1095"/>
                  <a:pt x="2052" y="1090"/>
                </a:cubicBezTo>
                <a:close/>
                <a:moveTo>
                  <a:pt x="2078" y="1090"/>
                </a:moveTo>
                <a:cubicBezTo>
                  <a:pt x="2078" y="1085"/>
                  <a:pt x="2074" y="1082"/>
                  <a:pt x="2069" y="1082"/>
                </a:cubicBezTo>
                <a:cubicBezTo>
                  <a:pt x="2064" y="1082"/>
                  <a:pt x="2061" y="1085"/>
                  <a:pt x="2061" y="1090"/>
                </a:cubicBezTo>
                <a:cubicBezTo>
                  <a:pt x="2061" y="1095"/>
                  <a:pt x="2064" y="1099"/>
                  <a:pt x="2069" y="1099"/>
                </a:cubicBezTo>
                <a:cubicBezTo>
                  <a:pt x="2074" y="1099"/>
                  <a:pt x="2078" y="1095"/>
                  <a:pt x="2078" y="1090"/>
                </a:cubicBezTo>
                <a:close/>
                <a:moveTo>
                  <a:pt x="2129" y="1090"/>
                </a:moveTo>
                <a:cubicBezTo>
                  <a:pt x="2129" y="1085"/>
                  <a:pt x="2125" y="1082"/>
                  <a:pt x="2121" y="1082"/>
                </a:cubicBezTo>
                <a:cubicBezTo>
                  <a:pt x="2116" y="1082"/>
                  <a:pt x="2112" y="1085"/>
                  <a:pt x="2112" y="1090"/>
                </a:cubicBezTo>
                <a:cubicBezTo>
                  <a:pt x="2112" y="1095"/>
                  <a:pt x="2116" y="1099"/>
                  <a:pt x="2121" y="1099"/>
                </a:cubicBezTo>
                <a:cubicBezTo>
                  <a:pt x="2125" y="1099"/>
                  <a:pt x="2129" y="1095"/>
                  <a:pt x="2129" y="1090"/>
                </a:cubicBezTo>
                <a:close/>
                <a:moveTo>
                  <a:pt x="2155" y="1090"/>
                </a:moveTo>
                <a:cubicBezTo>
                  <a:pt x="2155" y="1085"/>
                  <a:pt x="2151" y="1082"/>
                  <a:pt x="2146" y="1082"/>
                </a:cubicBezTo>
                <a:cubicBezTo>
                  <a:pt x="2142" y="1082"/>
                  <a:pt x="2138" y="1085"/>
                  <a:pt x="2138" y="1090"/>
                </a:cubicBezTo>
                <a:cubicBezTo>
                  <a:pt x="2138" y="1095"/>
                  <a:pt x="2142" y="1099"/>
                  <a:pt x="2146" y="1099"/>
                </a:cubicBezTo>
                <a:cubicBezTo>
                  <a:pt x="2151" y="1099"/>
                  <a:pt x="2155" y="1095"/>
                  <a:pt x="2155" y="1090"/>
                </a:cubicBezTo>
                <a:close/>
                <a:moveTo>
                  <a:pt x="2181" y="1090"/>
                </a:moveTo>
                <a:cubicBezTo>
                  <a:pt x="2181" y="1085"/>
                  <a:pt x="2177" y="1082"/>
                  <a:pt x="2172" y="1082"/>
                </a:cubicBezTo>
                <a:cubicBezTo>
                  <a:pt x="2167" y="1082"/>
                  <a:pt x="2164" y="1085"/>
                  <a:pt x="2164" y="1090"/>
                </a:cubicBezTo>
                <a:cubicBezTo>
                  <a:pt x="2164" y="1095"/>
                  <a:pt x="2167" y="1099"/>
                  <a:pt x="2172" y="1099"/>
                </a:cubicBezTo>
                <a:cubicBezTo>
                  <a:pt x="2177" y="1099"/>
                  <a:pt x="2181" y="1095"/>
                  <a:pt x="2181" y="1090"/>
                </a:cubicBezTo>
                <a:close/>
                <a:moveTo>
                  <a:pt x="2310" y="1090"/>
                </a:moveTo>
                <a:cubicBezTo>
                  <a:pt x="2310" y="1085"/>
                  <a:pt x="2306" y="1082"/>
                  <a:pt x="2301" y="1082"/>
                </a:cubicBezTo>
                <a:cubicBezTo>
                  <a:pt x="2296" y="1082"/>
                  <a:pt x="2292" y="1085"/>
                  <a:pt x="2292" y="1090"/>
                </a:cubicBezTo>
                <a:cubicBezTo>
                  <a:pt x="2292" y="1095"/>
                  <a:pt x="2296" y="1099"/>
                  <a:pt x="2301" y="1099"/>
                </a:cubicBezTo>
                <a:cubicBezTo>
                  <a:pt x="2306" y="1099"/>
                  <a:pt x="2310" y="1095"/>
                  <a:pt x="2310" y="1090"/>
                </a:cubicBezTo>
                <a:close/>
                <a:moveTo>
                  <a:pt x="2335" y="1090"/>
                </a:moveTo>
                <a:cubicBezTo>
                  <a:pt x="2335" y="1085"/>
                  <a:pt x="2331" y="1082"/>
                  <a:pt x="2327" y="1082"/>
                </a:cubicBezTo>
                <a:cubicBezTo>
                  <a:pt x="2322" y="1082"/>
                  <a:pt x="2318" y="1085"/>
                  <a:pt x="2318" y="1090"/>
                </a:cubicBezTo>
                <a:cubicBezTo>
                  <a:pt x="2318" y="1095"/>
                  <a:pt x="2322" y="1099"/>
                  <a:pt x="2327" y="1099"/>
                </a:cubicBezTo>
                <a:cubicBezTo>
                  <a:pt x="2331" y="1099"/>
                  <a:pt x="2335" y="1095"/>
                  <a:pt x="2335" y="1090"/>
                </a:cubicBezTo>
                <a:close/>
                <a:moveTo>
                  <a:pt x="2361" y="1090"/>
                </a:moveTo>
                <a:cubicBezTo>
                  <a:pt x="2361" y="1085"/>
                  <a:pt x="2357" y="1082"/>
                  <a:pt x="2352" y="1082"/>
                </a:cubicBezTo>
                <a:cubicBezTo>
                  <a:pt x="2348" y="1082"/>
                  <a:pt x="2344" y="1085"/>
                  <a:pt x="2344" y="1090"/>
                </a:cubicBezTo>
                <a:cubicBezTo>
                  <a:pt x="2344" y="1095"/>
                  <a:pt x="2348" y="1099"/>
                  <a:pt x="2352" y="1099"/>
                </a:cubicBezTo>
                <a:cubicBezTo>
                  <a:pt x="2357" y="1099"/>
                  <a:pt x="2361" y="1095"/>
                  <a:pt x="2361" y="1090"/>
                </a:cubicBezTo>
                <a:close/>
                <a:moveTo>
                  <a:pt x="2387" y="1090"/>
                </a:moveTo>
                <a:cubicBezTo>
                  <a:pt x="2387" y="1085"/>
                  <a:pt x="2383" y="1082"/>
                  <a:pt x="2378" y="1082"/>
                </a:cubicBezTo>
                <a:cubicBezTo>
                  <a:pt x="2373" y="1082"/>
                  <a:pt x="2370" y="1085"/>
                  <a:pt x="2370" y="1090"/>
                </a:cubicBezTo>
                <a:cubicBezTo>
                  <a:pt x="2370" y="1095"/>
                  <a:pt x="2373" y="1099"/>
                  <a:pt x="2378" y="1099"/>
                </a:cubicBezTo>
                <a:cubicBezTo>
                  <a:pt x="2383" y="1099"/>
                  <a:pt x="2387" y="1095"/>
                  <a:pt x="2387" y="1090"/>
                </a:cubicBezTo>
                <a:close/>
                <a:moveTo>
                  <a:pt x="661" y="1116"/>
                </a:moveTo>
                <a:cubicBezTo>
                  <a:pt x="661" y="1111"/>
                  <a:pt x="657" y="1107"/>
                  <a:pt x="652" y="1107"/>
                </a:cubicBezTo>
                <a:cubicBezTo>
                  <a:pt x="648" y="1107"/>
                  <a:pt x="644" y="1111"/>
                  <a:pt x="644" y="1116"/>
                </a:cubicBezTo>
                <a:cubicBezTo>
                  <a:pt x="644" y="1121"/>
                  <a:pt x="648" y="1125"/>
                  <a:pt x="652" y="1125"/>
                </a:cubicBezTo>
                <a:cubicBezTo>
                  <a:pt x="657" y="1125"/>
                  <a:pt x="661" y="1121"/>
                  <a:pt x="661" y="1116"/>
                </a:cubicBezTo>
                <a:close/>
                <a:moveTo>
                  <a:pt x="687" y="1116"/>
                </a:moveTo>
                <a:cubicBezTo>
                  <a:pt x="687" y="1111"/>
                  <a:pt x="683" y="1107"/>
                  <a:pt x="678" y="1107"/>
                </a:cubicBezTo>
                <a:cubicBezTo>
                  <a:pt x="673" y="1107"/>
                  <a:pt x="670" y="1111"/>
                  <a:pt x="670" y="1116"/>
                </a:cubicBezTo>
                <a:cubicBezTo>
                  <a:pt x="670" y="1121"/>
                  <a:pt x="673" y="1125"/>
                  <a:pt x="678" y="1125"/>
                </a:cubicBezTo>
                <a:cubicBezTo>
                  <a:pt x="683" y="1125"/>
                  <a:pt x="687" y="1121"/>
                  <a:pt x="687" y="1116"/>
                </a:cubicBezTo>
                <a:close/>
                <a:moveTo>
                  <a:pt x="712" y="1116"/>
                </a:moveTo>
                <a:cubicBezTo>
                  <a:pt x="712" y="1111"/>
                  <a:pt x="709" y="1107"/>
                  <a:pt x="704" y="1107"/>
                </a:cubicBezTo>
                <a:cubicBezTo>
                  <a:pt x="699" y="1107"/>
                  <a:pt x="695" y="1111"/>
                  <a:pt x="695" y="1116"/>
                </a:cubicBezTo>
                <a:cubicBezTo>
                  <a:pt x="695" y="1121"/>
                  <a:pt x="699" y="1125"/>
                  <a:pt x="704" y="1125"/>
                </a:cubicBezTo>
                <a:cubicBezTo>
                  <a:pt x="709" y="1125"/>
                  <a:pt x="712" y="1121"/>
                  <a:pt x="712" y="1116"/>
                </a:cubicBezTo>
                <a:close/>
                <a:moveTo>
                  <a:pt x="738" y="1116"/>
                </a:moveTo>
                <a:cubicBezTo>
                  <a:pt x="738" y="1111"/>
                  <a:pt x="734" y="1107"/>
                  <a:pt x="730" y="1107"/>
                </a:cubicBezTo>
                <a:cubicBezTo>
                  <a:pt x="725" y="1107"/>
                  <a:pt x="721" y="1111"/>
                  <a:pt x="721" y="1116"/>
                </a:cubicBezTo>
                <a:cubicBezTo>
                  <a:pt x="721" y="1121"/>
                  <a:pt x="725" y="1125"/>
                  <a:pt x="730" y="1125"/>
                </a:cubicBezTo>
                <a:cubicBezTo>
                  <a:pt x="734" y="1125"/>
                  <a:pt x="738" y="1121"/>
                  <a:pt x="738" y="1116"/>
                </a:cubicBezTo>
                <a:close/>
                <a:moveTo>
                  <a:pt x="764" y="1116"/>
                </a:moveTo>
                <a:cubicBezTo>
                  <a:pt x="764" y="1111"/>
                  <a:pt x="760" y="1107"/>
                  <a:pt x="755" y="1107"/>
                </a:cubicBezTo>
                <a:cubicBezTo>
                  <a:pt x="751" y="1107"/>
                  <a:pt x="747" y="1111"/>
                  <a:pt x="747" y="1116"/>
                </a:cubicBezTo>
                <a:cubicBezTo>
                  <a:pt x="747" y="1121"/>
                  <a:pt x="751" y="1125"/>
                  <a:pt x="755" y="1125"/>
                </a:cubicBezTo>
                <a:cubicBezTo>
                  <a:pt x="760" y="1125"/>
                  <a:pt x="764" y="1121"/>
                  <a:pt x="764" y="1116"/>
                </a:cubicBezTo>
                <a:close/>
                <a:moveTo>
                  <a:pt x="790" y="1116"/>
                </a:moveTo>
                <a:cubicBezTo>
                  <a:pt x="790" y="1111"/>
                  <a:pt x="786" y="1107"/>
                  <a:pt x="781" y="1107"/>
                </a:cubicBezTo>
                <a:cubicBezTo>
                  <a:pt x="776" y="1107"/>
                  <a:pt x="773" y="1111"/>
                  <a:pt x="773" y="1116"/>
                </a:cubicBezTo>
                <a:cubicBezTo>
                  <a:pt x="773" y="1121"/>
                  <a:pt x="776" y="1125"/>
                  <a:pt x="781" y="1125"/>
                </a:cubicBezTo>
                <a:cubicBezTo>
                  <a:pt x="786" y="1125"/>
                  <a:pt x="790" y="1121"/>
                  <a:pt x="790" y="1116"/>
                </a:cubicBezTo>
                <a:close/>
                <a:moveTo>
                  <a:pt x="816" y="1116"/>
                </a:moveTo>
                <a:cubicBezTo>
                  <a:pt x="816" y="1111"/>
                  <a:pt x="812" y="1107"/>
                  <a:pt x="807" y="1107"/>
                </a:cubicBezTo>
                <a:cubicBezTo>
                  <a:pt x="802" y="1107"/>
                  <a:pt x="798" y="1111"/>
                  <a:pt x="798" y="1116"/>
                </a:cubicBezTo>
                <a:cubicBezTo>
                  <a:pt x="798" y="1121"/>
                  <a:pt x="802" y="1125"/>
                  <a:pt x="807" y="1125"/>
                </a:cubicBezTo>
                <a:cubicBezTo>
                  <a:pt x="812" y="1125"/>
                  <a:pt x="816" y="1121"/>
                  <a:pt x="816" y="1116"/>
                </a:cubicBezTo>
                <a:close/>
                <a:moveTo>
                  <a:pt x="841" y="1116"/>
                </a:moveTo>
                <a:cubicBezTo>
                  <a:pt x="841" y="1111"/>
                  <a:pt x="837" y="1107"/>
                  <a:pt x="833" y="1107"/>
                </a:cubicBezTo>
                <a:cubicBezTo>
                  <a:pt x="828" y="1107"/>
                  <a:pt x="824" y="1111"/>
                  <a:pt x="824" y="1116"/>
                </a:cubicBezTo>
                <a:cubicBezTo>
                  <a:pt x="824" y="1121"/>
                  <a:pt x="828" y="1125"/>
                  <a:pt x="833" y="1125"/>
                </a:cubicBezTo>
                <a:cubicBezTo>
                  <a:pt x="837" y="1125"/>
                  <a:pt x="841" y="1121"/>
                  <a:pt x="841" y="1116"/>
                </a:cubicBezTo>
                <a:close/>
                <a:moveTo>
                  <a:pt x="867" y="1116"/>
                </a:moveTo>
                <a:cubicBezTo>
                  <a:pt x="867" y="1111"/>
                  <a:pt x="863" y="1107"/>
                  <a:pt x="858" y="1107"/>
                </a:cubicBezTo>
                <a:cubicBezTo>
                  <a:pt x="854" y="1107"/>
                  <a:pt x="850" y="1111"/>
                  <a:pt x="850" y="1116"/>
                </a:cubicBezTo>
                <a:cubicBezTo>
                  <a:pt x="850" y="1121"/>
                  <a:pt x="854" y="1125"/>
                  <a:pt x="858" y="1125"/>
                </a:cubicBezTo>
                <a:cubicBezTo>
                  <a:pt x="863" y="1125"/>
                  <a:pt x="867" y="1121"/>
                  <a:pt x="867" y="1116"/>
                </a:cubicBezTo>
                <a:close/>
                <a:moveTo>
                  <a:pt x="893" y="1116"/>
                </a:moveTo>
                <a:cubicBezTo>
                  <a:pt x="893" y="1111"/>
                  <a:pt x="889" y="1107"/>
                  <a:pt x="884" y="1107"/>
                </a:cubicBezTo>
                <a:cubicBezTo>
                  <a:pt x="879" y="1107"/>
                  <a:pt x="876" y="1111"/>
                  <a:pt x="876" y="1116"/>
                </a:cubicBezTo>
                <a:cubicBezTo>
                  <a:pt x="876" y="1121"/>
                  <a:pt x="879" y="1125"/>
                  <a:pt x="884" y="1125"/>
                </a:cubicBezTo>
                <a:cubicBezTo>
                  <a:pt x="889" y="1125"/>
                  <a:pt x="893" y="1121"/>
                  <a:pt x="893" y="1116"/>
                </a:cubicBezTo>
                <a:close/>
                <a:moveTo>
                  <a:pt x="919" y="1116"/>
                </a:moveTo>
                <a:cubicBezTo>
                  <a:pt x="919" y="1111"/>
                  <a:pt x="915" y="1107"/>
                  <a:pt x="910" y="1107"/>
                </a:cubicBezTo>
                <a:cubicBezTo>
                  <a:pt x="905" y="1107"/>
                  <a:pt x="901" y="1111"/>
                  <a:pt x="901" y="1116"/>
                </a:cubicBezTo>
                <a:cubicBezTo>
                  <a:pt x="901" y="1121"/>
                  <a:pt x="905" y="1125"/>
                  <a:pt x="910" y="1125"/>
                </a:cubicBezTo>
                <a:cubicBezTo>
                  <a:pt x="915" y="1125"/>
                  <a:pt x="919" y="1121"/>
                  <a:pt x="919" y="1116"/>
                </a:cubicBezTo>
                <a:close/>
                <a:moveTo>
                  <a:pt x="944" y="1116"/>
                </a:moveTo>
                <a:cubicBezTo>
                  <a:pt x="944" y="1111"/>
                  <a:pt x="940" y="1107"/>
                  <a:pt x="936" y="1107"/>
                </a:cubicBezTo>
                <a:cubicBezTo>
                  <a:pt x="931" y="1107"/>
                  <a:pt x="927" y="1111"/>
                  <a:pt x="927" y="1116"/>
                </a:cubicBezTo>
                <a:cubicBezTo>
                  <a:pt x="927" y="1121"/>
                  <a:pt x="931" y="1125"/>
                  <a:pt x="936" y="1125"/>
                </a:cubicBezTo>
                <a:cubicBezTo>
                  <a:pt x="940" y="1125"/>
                  <a:pt x="944" y="1121"/>
                  <a:pt x="944" y="1116"/>
                </a:cubicBezTo>
                <a:close/>
                <a:moveTo>
                  <a:pt x="970" y="1116"/>
                </a:moveTo>
                <a:cubicBezTo>
                  <a:pt x="970" y="1111"/>
                  <a:pt x="966" y="1107"/>
                  <a:pt x="961" y="1107"/>
                </a:cubicBezTo>
                <a:cubicBezTo>
                  <a:pt x="957" y="1107"/>
                  <a:pt x="953" y="1111"/>
                  <a:pt x="953" y="1116"/>
                </a:cubicBezTo>
                <a:cubicBezTo>
                  <a:pt x="953" y="1121"/>
                  <a:pt x="957" y="1125"/>
                  <a:pt x="961" y="1125"/>
                </a:cubicBezTo>
                <a:cubicBezTo>
                  <a:pt x="966" y="1125"/>
                  <a:pt x="970" y="1121"/>
                  <a:pt x="970" y="1116"/>
                </a:cubicBezTo>
                <a:close/>
                <a:moveTo>
                  <a:pt x="996" y="1116"/>
                </a:moveTo>
                <a:cubicBezTo>
                  <a:pt x="996" y="1111"/>
                  <a:pt x="992" y="1107"/>
                  <a:pt x="987" y="1107"/>
                </a:cubicBezTo>
                <a:cubicBezTo>
                  <a:pt x="983" y="1107"/>
                  <a:pt x="979" y="1111"/>
                  <a:pt x="979" y="1116"/>
                </a:cubicBezTo>
                <a:cubicBezTo>
                  <a:pt x="979" y="1121"/>
                  <a:pt x="983" y="1125"/>
                  <a:pt x="987" y="1125"/>
                </a:cubicBezTo>
                <a:cubicBezTo>
                  <a:pt x="992" y="1125"/>
                  <a:pt x="996" y="1121"/>
                  <a:pt x="996" y="1116"/>
                </a:cubicBezTo>
                <a:close/>
                <a:moveTo>
                  <a:pt x="1382" y="1116"/>
                </a:moveTo>
                <a:cubicBezTo>
                  <a:pt x="1382" y="1111"/>
                  <a:pt x="1378" y="1107"/>
                  <a:pt x="1374" y="1107"/>
                </a:cubicBezTo>
                <a:cubicBezTo>
                  <a:pt x="1369" y="1107"/>
                  <a:pt x="1365" y="1111"/>
                  <a:pt x="1365" y="1116"/>
                </a:cubicBezTo>
                <a:cubicBezTo>
                  <a:pt x="1365" y="1121"/>
                  <a:pt x="1369" y="1125"/>
                  <a:pt x="1374" y="1125"/>
                </a:cubicBezTo>
                <a:cubicBezTo>
                  <a:pt x="1378" y="1125"/>
                  <a:pt x="1382" y="1121"/>
                  <a:pt x="1382" y="1116"/>
                </a:cubicBezTo>
                <a:close/>
                <a:moveTo>
                  <a:pt x="1408" y="1116"/>
                </a:moveTo>
                <a:cubicBezTo>
                  <a:pt x="1408" y="1111"/>
                  <a:pt x="1404" y="1107"/>
                  <a:pt x="1399" y="1107"/>
                </a:cubicBezTo>
                <a:cubicBezTo>
                  <a:pt x="1395" y="1107"/>
                  <a:pt x="1391" y="1111"/>
                  <a:pt x="1391" y="1116"/>
                </a:cubicBezTo>
                <a:cubicBezTo>
                  <a:pt x="1391" y="1121"/>
                  <a:pt x="1395" y="1125"/>
                  <a:pt x="1399" y="1125"/>
                </a:cubicBezTo>
                <a:cubicBezTo>
                  <a:pt x="1404" y="1125"/>
                  <a:pt x="1408" y="1121"/>
                  <a:pt x="1408" y="1116"/>
                </a:cubicBezTo>
                <a:close/>
                <a:moveTo>
                  <a:pt x="1434" y="1116"/>
                </a:moveTo>
                <a:cubicBezTo>
                  <a:pt x="1434" y="1111"/>
                  <a:pt x="1430" y="1107"/>
                  <a:pt x="1425" y="1107"/>
                </a:cubicBezTo>
                <a:cubicBezTo>
                  <a:pt x="1420" y="1107"/>
                  <a:pt x="1417" y="1111"/>
                  <a:pt x="1417" y="1116"/>
                </a:cubicBezTo>
                <a:cubicBezTo>
                  <a:pt x="1417" y="1121"/>
                  <a:pt x="1420" y="1125"/>
                  <a:pt x="1425" y="1125"/>
                </a:cubicBezTo>
                <a:cubicBezTo>
                  <a:pt x="1430" y="1125"/>
                  <a:pt x="1434" y="1121"/>
                  <a:pt x="1434" y="1116"/>
                </a:cubicBezTo>
                <a:close/>
                <a:moveTo>
                  <a:pt x="1459" y="1116"/>
                </a:moveTo>
                <a:cubicBezTo>
                  <a:pt x="1459" y="1111"/>
                  <a:pt x="1456" y="1107"/>
                  <a:pt x="1451" y="1107"/>
                </a:cubicBezTo>
                <a:cubicBezTo>
                  <a:pt x="1446" y="1107"/>
                  <a:pt x="1442" y="1111"/>
                  <a:pt x="1442" y="1116"/>
                </a:cubicBezTo>
                <a:cubicBezTo>
                  <a:pt x="1442" y="1121"/>
                  <a:pt x="1446" y="1125"/>
                  <a:pt x="1451" y="1125"/>
                </a:cubicBezTo>
                <a:cubicBezTo>
                  <a:pt x="1456" y="1125"/>
                  <a:pt x="1459" y="1121"/>
                  <a:pt x="1459" y="1116"/>
                </a:cubicBezTo>
                <a:close/>
                <a:moveTo>
                  <a:pt x="1485" y="1116"/>
                </a:moveTo>
                <a:cubicBezTo>
                  <a:pt x="1485" y="1111"/>
                  <a:pt x="1481" y="1107"/>
                  <a:pt x="1477" y="1107"/>
                </a:cubicBezTo>
                <a:cubicBezTo>
                  <a:pt x="1472" y="1107"/>
                  <a:pt x="1468" y="1111"/>
                  <a:pt x="1468" y="1116"/>
                </a:cubicBezTo>
                <a:cubicBezTo>
                  <a:pt x="1468" y="1121"/>
                  <a:pt x="1472" y="1125"/>
                  <a:pt x="1477" y="1125"/>
                </a:cubicBezTo>
                <a:cubicBezTo>
                  <a:pt x="1481" y="1125"/>
                  <a:pt x="1485" y="1121"/>
                  <a:pt x="1485" y="1116"/>
                </a:cubicBezTo>
                <a:close/>
                <a:moveTo>
                  <a:pt x="1511" y="1116"/>
                </a:moveTo>
                <a:cubicBezTo>
                  <a:pt x="1511" y="1111"/>
                  <a:pt x="1507" y="1107"/>
                  <a:pt x="1502" y="1107"/>
                </a:cubicBezTo>
                <a:cubicBezTo>
                  <a:pt x="1498" y="1107"/>
                  <a:pt x="1494" y="1111"/>
                  <a:pt x="1494" y="1116"/>
                </a:cubicBezTo>
                <a:cubicBezTo>
                  <a:pt x="1494" y="1121"/>
                  <a:pt x="1498" y="1125"/>
                  <a:pt x="1502" y="1125"/>
                </a:cubicBezTo>
                <a:cubicBezTo>
                  <a:pt x="1507" y="1125"/>
                  <a:pt x="1511" y="1121"/>
                  <a:pt x="1511" y="1116"/>
                </a:cubicBezTo>
                <a:close/>
                <a:moveTo>
                  <a:pt x="1537" y="1116"/>
                </a:moveTo>
                <a:cubicBezTo>
                  <a:pt x="1537" y="1111"/>
                  <a:pt x="1533" y="1107"/>
                  <a:pt x="1528" y="1107"/>
                </a:cubicBezTo>
                <a:cubicBezTo>
                  <a:pt x="1523" y="1107"/>
                  <a:pt x="1520" y="1111"/>
                  <a:pt x="1520" y="1116"/>
                </a:cubicBezTo>
                <a:cubicBezTo>
                  <a:pt x="1520" y="1121"/>
                  <a:pt x="1523" y="1125"/>
                  <a:pt x="1528" y="1125"/>
                </a:cubicBezTo>
                <a:cubicBezTo>
                  <a:pt x="1533" y="1125"/>
                  <a:pt x="1537" y="1121"/>
                  <a:pt x="1537" y="1116"/>
                </a:cubicBezTo>
                <a:close/>
                <a:moveTo>
                  <a:pt x="1563" y="1116"/>
                </a:moveTo>
                <a:cubicBezTo>
                  <a:pt x="1563" y="1111"/>
                  <a:pt x="1559" y="1107"/>
                  <a:pt x="1554" y="1107"/>
                </a:cubicBezTo>
                <a:cubicBezTo>
                  <a:pt x="1549" y="1107"/>
                  <a:pt x="1545" y="1111"/>
                  <a:pt x="1545" y="1116"/>
                </a:cubicBezTo>
                <a:cubicBezTo>
                  <a:pt x="1545" y="1121"/>
                  <a:pt x="1549" y="1125"/>
                  <a:pt x="1554" y="1125"/>
                </a:cubicBezTo>
                <a:cubicBezTo>
                  <a:pt x="1559" y="1125"/>
                  <a:pt x="1563" y="1121"/>
                  <a:pt x="1563" y="1116"/>
                </a:cubicBezTo>
                <a:close/>
                <a:moveTo>
                  <a:pt x="2103" y="1116"/>
                </a:moveTo>
                <a:cubicBezTo>
                  <a:pt x="2103" y="1111"/>
                  <a:pt x="2100" y="1107"/>
                  <a:pt x="2095" y="1107"/>
                </a:cubicBezTo>
                <a:cubicBezTo>
                  <a:pt x="2090" y="1107"/>
                  <a:pt x="2086" y="1111"/>
                  <a:pt x="2086" y="1116"/>
                </a:cubicBezTo>
                <a:cubicBezTo>
                  <a:pt x="2086" y="1121"/>
                  <a:pt x="2090" y="1125"/>
                  <a:pt x="2095" y="1125"/>
                </a:cubicBezTo>
                <a:cubicBezTo>
                  <a:pt x="2100" y="1125"/>
                  <a:pt x="2103" y="1121"/>
                  <a:pt x="2103" y="1116"/>
                </a:cubicBezTo>
                <a:close/>
                <a:moveTo>
                  <a:pt x="2129" y="1116"/>
                </a:moveTo>
                <a:cubicBezTo>
                  <a:pt x="2129" y="1111"/>
                  <a:pt x="2125" y="1107"/>
                  <a:pt x="2121" y="1107"/>
                </a:cubicBezTo>
                <a:cubicBezTo>
                  <a:pt x="2116" y="1107"/>
                  <a:pt x="2112" y="1111"/>
                  <a:pt x="2112" y="1116"/>
                </a:cubicBezTo>
                <a:cubicBezTo>
                  <a:pt x="2112" y="1121"/>
                  <a:pt x="2116" y="1125"/>
                  <a:pt x="2121" y="1125"/>
                </a:cubicBezTo>
                <a:cubicBezTo>
                  <a:pt x="2125" y="1125"/>
                  <a:pt x="2129" y="1121"/>
                  <a:pt x="2129" y="1116"/>
                </a:cubicBezTo>
                <a:close/>
                <a:moveTo>
                  <a:pt x="2155" y="1116"/>
                </a:moveTo>
                <a:cubicBezTo>
                  <a:pt x="2155" y="1111"/>
                  <a:pt x="2151" y="1107"/>
                  <a:pt x="2146" y="1107"/>
                </a:cubicBezTo>
                <a:cubicBezTo>
                  <a:pt x="2142" y="1107"/>
                  <a:pt x="2138" y="1111"/>
                  <a:pt x="2138" y="1116"/>
                </a:cubicBezTo>
                <a:cubicBezTo>
                  <a:pt x="2138" y="1121"/>
                  <a:pt x="2142" y="1125"/>
                  <a:pt x="2146" y="1125"/>
                </a:cubicBezTo>
                <a:cubicBezTo>
                  <a:pt x="2151" y="1125"/>
                  <a:pt x="2155" y="1121"/>
                  <a:pt x="2155" y="1116"/>
                </a:cubicBezTo>
                <a:close/>
                <a:moveTo>
                  <a:pt x="2335" y="1116"/>
                </a:moveTo>
                <a:cubicBezTo>
                  <a:pt x="2335" y="1111"/>
                  <a:pt x="2331" y="1107"/>
                  <a:pt x="2327" y="1107"/>
                </a:cubicBezTo>
                <a:cubicBezTo>
                  <a:pt x="2322" y="1107"/>
                  <a:pt x="2318" y="1111"/>
                  <a:pt x="2318" y="1116"/>
                </a:cubicBezTo>
                <a:cubicBezTo>
                  <a:pt x="2318" y="1121"/>
                  <a:pt x="2322" y="1125"/>
                  <a:pt x="2327" y="1125"/>
                </a:cubicBezTo>
                <a:cubicBezTo>
                  <a:pt x="2331" y="1125"/>
                  <a:pt x="2335" y="1121"/>
                  <a:pt x="2335" y="1116"/>
                </a:cubicBezTo>
                <a:close/>
                <a:moveTo>
                  <a:pt x="2361" y="1116"/>
                </a:moveTo>
                <a:cubicBezTo>
                  <a:pt x="2361" y="1111"/>
                  <a:pt x="2357" y="1107"/>
                  <a:pt x="2352" y="1107"/>
                </a:cubicBezTo>
                <a:cubicBezTo>
                  <a:pt x="2348" y="1107"/>
                  <a:pt x="2344" y="1111"/>
                  <a:pt x="2344" y="1116"/>
                </a:cubicBezTo>
                <a:cubicBezTo>
                  <a:pt x="2344" y="1121"/>
                  <a:pt x="2348" y="1125"/>
                  <a:pt x="2352" y="1125"/>
                </a:cubicBezTo>
                <a:cubicBezTo>
                  <a:pt x="2357" y="1125"/>
                  <a:pt x="2361" y="1121"/>
                  <a:pt x="2361" y="1116"/>
                </a:cubicBezTo>
                <a:close/>
                <a:moveTo>
                  <a:pt x="2387" y="1116"/>
                </a:moveTo>
                <a:cubicBezTo>
                  <a:pt x="2387" y="1111"/>
                  <a:pt x="2383" y="1107"/>
                  <a:pt x="2378" y="1107"/>
                </a:cubicBezTo>
                <a:cubicBezTo>
                  <a:pt x="2373" y="1107"/>
                  <a:pt x="2370" y="1111"/>
                  <a:pt x="2370" y="1116"/>
                </a:cubicBezTo>
                <a:cubicBezTo>
                  <a:pt x="2370" y="1121"/>
                  <a:pt x="2373" y="1125"/>
                  <a:pt x="2378" y="1125"/>
                </a:cubicBezTo>
                <a:cubicBezTo>
                  <a:pt x="2383" y="1125"/>
                  <a:pt x="2387" y="1121"/>
                  <a:pt x="2387" y="1116"/>
                </a:cubicBezTo>
                <a:close/>
                <a:moveTo>
                  <a:pt x="2413" y="1116"/>
                </a:moveTo>
                <a:cubicBezTo>
                  <a:pt x="2413" y="1111"/>
                  <a:pt x="2409" y="1107"/>
                  <a:pt x="2404" y="1107"/>
                </a:cubicBezTo>
                <a:cubicBezTo>
                  <a:pt x="2399" y="1107"/>
                  <a:pt x="2395" y="1111"/>
                  <a:pt x="2395" y="1116"/>
                </a:cubicBezTo>
                <a:cubicBezTo>
                  <a:pt x="2395" y="1121"/>
                  <a:pt x="2399" y="1125"/>
                  <a:pt x="2404" y="1125"/>
                </a:cubicBezTo>
                <a:cubicBezTo>
                  <a:pt x="2409" y="1125"/>
                  <a:pt x="2413" y="1121"/>
                  <a:pt x="2413" y="1116"/>
                </a:cubicBezTo>
                <a:close/>
                <a:moveTo>
                  <a:pt x="687" y="1142"/>
                </a:moveTo>
                <a:cubicBezTo>
                  <a:pt x="687" y="1137"/>
                  <a:pt x="683" y="1133"/>
                  <a:pt x="678" y="1133"/>
                </a:cubicBezTo>
                <a:cubicBezTo>
                  <a:pt x="673" y="1133"/>
                  <a:pt x="670" y="1137"/>
                  <a:pt x="670" y="1142"/>
                </a:cubicBezTo>
                <a:cubicBezTo>
                  <a:pt x="670" y="1146"/>
                  <a:pt x="673" y="1150"/>
                  <a:pt x="678" y="1150"/>
                </a:cubicBezTo>
                <a:cubicBezTo>
                  <a:pt x="683" y="1150"/>
                  <a:pt x="687" y="1146"/>
                  <a:pt x="687" y="1142"/>
                </a:cubicBezTo>
                <a:close/>
                <a:moveTo>
                  <a:pt x="712" y="1142"/>
                </a:moveTo>
                <a:cubicBezTo>
                  <a:pt x="712" y="1137"/>
                  <a:pt x="709" y="1133"/>
                  <a:pt x="704" y="1133"/>
                </a:cubicBezTo>
                <a:cubicBezTo>
                  <a:pt x="699" y="1133"/>
                  <a:pt x="695" y="1137"/>
                  <a:pt x="695" y="1142"/>
                </a:cubicBezTo>
                <a:cubicBezTo>
                  <a:pt x="695" y="1146"/>
                  <a:pt x="699" y="1150"/>
                  <a:pt x="704" y="1150"/>
                </a:cubicBezTo>
                <a:cubicBezTo>
                  <a:pt x="709" y="1150"/>
                  <a:pt x="712" y="1146"/>
                  <a:pt x="712" y="1142"/>
                </a:cubicBezTo>
                <a:close/>
                <a:moveTo>
                  <a:pt x="738" y="1142"/>
                </a:moveTo>
                <a:cubicBezTo>
                  <a:pt x="738" y="1137"/>
                  <a:pt x="734" y="1133"/>
                  <a:pt x="730" y="1133"/>
                </a:cubicBezTo>
                <a:cubicBezTo>
                  <a:pt x="725" y="1133"/>
                  <a:pt x="721" y="1137"/>
                  <a:pt x="721" y="1142"/>
                </a:cubicBezTo>
                <a:cubicBezTo>
                  <a:pt x="721" y="1146"/>
                  <a:pt x="725" y="1150"/>
                  <a:pt x="730" y="1150"/>
                </a:cubicBezTo>
                <a:cubicBezTo>
                  <a:pt x="734" y="1150"/>
                  <a:pt x="738" y="1146"/>
                  <a:pt x="738" y="1142"/>
                </a:cubicBezTo>
                <a:close/>
                <a:moveTo>
                  <a:pt x="764" y="1142"/>
                </a:moveTo>
                <a:cubicBezTo>
                  <a:pt x="764" y="1137"/>
                  <a:pt x="760" y="1133"/>
                  <a:pt x="755" y="1133"/>
                </a:cubicBezTo>
                <a:cubicBezTo>
                  <a:pt x="751" y="1133"/>
                  <a:pt x="747" y="1137"/>
                  <a:pt x="747" y="1142"/>
                </a:cubicBezTo>
                <a:cubicBezTo>
                  <a:pt x="747" y="1146"/>
                  <a:pt x="751" y="1150"/>
                  <a:pt x="755" y="1150"/>
                </a:cubicBezTo>
                <a:cubicBezTo>
                  <a:pt x="760" y="1150"/>
                  <a:pt x="764" y="1146"/>
                  <a:pt x="764" y="1142"/>
                </a:cubicBezTo>
                <a:close/>
                <a:moveTo>
                  <a:pt x="790" y="1142"/>
                </a:moveTo>
                <a:cubicBezTo>
                  <a:pt x="790" y="1137"/>
                  <a:pt x="786" y="1133"/>
                  <a:pt x="781" y="1133"/>
                </a:cubicBezTo>
                <a:cubicBezTo>
                  <a:pt x="776" y="1133"/>
                  <a:pt x="773" y="1137"/>
                  <a:pt x="773" y="1142"/>
                </a:cubicBezTo>
                <a:cubicBezTo>
                  <a:pt x="773" y="1146"/>
                  <a:pt x="776" y="1150"/>
                  <a:pt x="781" y="1150"/>
                </a:cubicBezTo>
                <a:cubicBezTo>
                  <a:pt x="786" y="1150"/>
                  <a:pt x="790" y="1146"/>
                  <a:pt x="790" y="1142"/>
                </a:cubicBezTo>
                <a:close/>
                <a:moveTo>
                  <a:pt x="816" y="1142"/>
                </a:moveTo>
                <a:cubicBezTo>
                  <a:pt x="816" y="1137"/>
                  <a:pt x="812" y="1133"/>
                  <a:pt x="807" y="1133"/>
                </a:cubicBezTo>
                <a:cubicBezTo>
                  <a:pt x="802" y="1133"/>
                  <a:pt x="798" y="1137"/>
                  <a:pt x="798" y="1142"/>
                </a:cubicBezTo>
                <a:cubicBezTo>
                  <a:pt x="798" y="1146"/>
                  <a:pt x="802" y="1150"/>
                  <a:pt x="807" y="1150"/>
                </a:cubicBezTo>
                <a:cubicBezTo>
                  <a:pt x="812" y="1150"/>
                  <a:pt x="816" y="1146"/>
                  <a:pt x="816" y="1142"/>
                </a:cubicBezTo>
                <a:close/>
                <a:moveTo>
                  <a:pt x="841" y="1142"/>
                </a:moveTo>
                <a:cubicBezTo>
                  <a:pt x="841" y="1137"/>
                  <a:pt x="837" y="1133"/>
                  <a:pt x="833" y="1133"/>
                </a:cubicBezTo>
                <a:cubicBezTo>
                  <a:pt x="828" y="1133"/>
                  <a:pt x="824" y="1137"/>
                  <a:pt x="824" y="1142"/>
                </a:cubicBezTo>
                <a:cubicBezTo>
                  <a:pt x="824" y="1146"/>
                  <a:pt x="828" y="1150"/>
                  <a:pt x="833" y="1150"/>
                </a:cubicBezTo>
                <a:cubicBezTo>
                  <a:pt x="837" y="1150"/>
                  <a:pt x="841" y="1146"/>
                  <a:pt x="841" y="1142"/>
                </a:cubicBezTo>
                <a:close/>
                <a:moveTo>
                  <a:pt x="867" y="1142"/>
                </a:moveTo>
                <a:cubicBezTo>
                  <a:pt x="867" y="1137"/>
                  <a:pt x="863" y="1133"/>
                  <a:pt x="858" y="1133"/>
                </a:cubicBezTo>
                <a:cubicBezTo>
                  <a:pt x="854" y="1133"/>
                  <a:pt x="850" y="1137"/>
                  <a:pt x="850" y="1142"/>
                </a:cubicBezTo>
                <a:cubicBezTo>
                  <a:pt x="850" y="1146"/>
                  <a:pt x="854" y="1150"/>
                  <a:pt x="858" y="1150"/>
                </a:cubicBezTo>
                <a:cubicBezTo>
                  <a:pt x="863" y="1150"/>
                  <a:pt x="867" y="1146"/>
                  <a:pt x="867" y="1142"/>
                </a:cubicBezTo>
                <a:close/>
                <a:moveTo>
                  <a:pt x="893" y="1142"/>
                </a:moveTo>
                <a:cubicBezTo>
                  <a:pt x="893" y="1137"/>
                  <a:pt x="889" y="1133"/>
                  <a:pt x="884" y="1133"/>
                </a:cubicBezTo>
                <a:cubicBezTo>
                  <a:pt x="879" y="1133"/>
                  <a:pt x="876" y="1137"/>
                  <a:pt x="876" y="1142"/>
                </a:cubicBezTo>
                <a:cubicBezTo>
                  <a:pt x="876" y="1146"/>
                  <a:pt x="879" y="1150"/>
                  <a:pt x="884" y="1150"/>
                </a:cubicBezTo>
                <a:cubicBezTo>
                  <a:pt x="889" y="1150"/>
                  <a:pt x="893" y="1146"/>
                  <a:pt x="893" y="1142"/>
                </a:cubicBezTo>
                <a:close/>
                <a:moveTo>
                  <a:pt x="919" y="1142"/>
                </a:moveTo>
                <a:cubicBezTo>
                  <a:pt x="919" y="1137"/>
                  <a:pt x="915" y="1133"/>
                  <a:pt x="910" y="1133"/>
                </a:cubicBezTo>
                <a:cubicBezTo>
                  <a:pt x="905" y="1133"/>
                  <a:pt x="901" y="1137"/>
                  <a:pt x="901" y="1142"/>
                </a:cubicBezTo>
                <a:cubicBezTo>
                  <a:pt x="901" y="1146"/>
                  <a:pt x="905" y="1150"/>
                  <a:pt x="910" y="1150"/>
                </a:cubicBezTo>
                <a:cubicBezTo>
                  <a:pt x="915" y="1150"/>
                  <a:pt x="919" y="1146"/>
                  <a:pt x="919" y="1142"/>
                </a:cubicBezTo>
                <a:close/>
                <a:moveTo>
                  <a:pt x="944" y="1142"/>
                </a:moveTo>
                <a:cubicBezTo>
                  <a:pt x="944" y="1137"/>
                  <a:pt x="940" y="1133"/>
                  <a:pt x="936" y="1133"/>
                </a:cubicBezTo>
                <a:cubicBezTo>
                  <a:pt x="931" y="1133"/>
                  <a:pt x="927" y="1137"/>
                  <a:pt x="927" y="1142"/>
                </a:cubicBezTo>
                <a:cubicBezTo>
                  <a:pt x="927" y="1146"/>
                  <a:pt x="931" y="1150"/>
                  <a:pt x="936" y="1150"/>
                </a:cubicBezTo>
                <a:cubicBezTo>
                  <a:pt x="940" y="1150"/>
                  <a:pt x="944" y="1146"/>
                  <a:pt x="944" y="1142"/>
                </a:cubicBezTo>
                <a:close/>
                <a:moveTo>
                  <a:pt x="970" y="1142"/>
                </a:moveTo>
                <a:cubicBezTo>
                  <a:pt x="970" y="1137"/>
                  <a:pt x="966" y="1133"/>
                  <a:pt x="961" y="1133"/>
                </a:cubicBezTo>
                <a:cubicBezTo>
                  <a:pt x="957" y="1133"/>
                  <a:pt x="953" y="1137"/>
                  <a:pt x="953" y="1142"/>
                </a:cubicBezTo>
                <a:cubicBezTo>
                  <a:pt x="953" y="1146"/>
                  <a:pt x="957" y="1150"/>
                  <a:pt x="961" y="1150"/>
                </a:cubicBezTo>
                <a:cubicBezTo>
                  <a:pt x="966" y="1150"/>
                  <a:pt x="970" y="1146"/>
                  <a:pt x="970" y="1142"/>
                </a:cubicBezTo>
                <a:close/>
                <a:moveTo>
                  <a:pt x="996" y="1142"/>
                </a:moveTo>
                <a:cubicBezTo>
                  <a:pt x="996" y="1137"/>
                  <a:pt x="992" y="1133"/>
                  <a:pt x="987" y="1133"/>
                </a:cubicBezTo>
                <a:cubicBezTo>
                  <a:pt x="983" y="1133"/>
                  <a:pt x="979" y="1137"/>
                  <a:pt x="979" y="1142"/>
                </a:cubicBezTo>
                <a:cubicBezTo>
                  <a:pt x="979" y="1146"/>
                  <a:pt x="983" y="1150"/>
                  <a:pt x="987" y="1150"/>
                </a:cubicBezTo>
                <a:cubicBezTo>
                  <a:pt x="992" y="1150"/>
                  <a:pt x="996" y="1146"/>
                  <a:pt x="996" y="1142"/>
                </a:cubicBezTo>
                <a:close/>
                <a:moveTo>
                  <a:pt x="1382" y="1142"/>
                </a:moveTo>
                <a:cubicBezTo>
                  <a:pt x="1382" y="1137"/>
                  <a:pt x="1378" y="1133"/>
                  <a:pt x="1374" y="1133"/>
                </a:cubicBezTo>
                <a:cubicBezTo>
                  <a:pt x="1369" y="1133"/>
                  <a:pt x="1365" y="1137"/>
                  <a:pt x="1365" y="1142"/>
                </a:cubicBezTo>
                <a:cubicBezTo>
                  <a:pt x="1365" y="1146"/>
                  <a:pt x="1369" y="1150"/>
                  <a:pt x="1374" y="1150"/>
                </a:cubicBezTo>
                <a:cubicBezTo>
                  <a:pt x="1378" y="1150"/>
                  <a:pt x="1382" y="1146"/>
                  <a:pt x="1382" y="1142"/>
                </a:cubicBezTo>
                <a:close/>
                <a:moveTo>
                  <a:pt x="1408" y="1142"/>
                </a:moveTo>
                <a:cubicBezTo>
                  <a:pt x="1408" y="1137"/>
                  <a:pt x="1404" y="1133"/>
                  <a:pt x="1399" y="1133"/>
                </a:cubicBezTo>
                <a:cubicBezTo>
                  <a:pt x="1395" y="1133"/>
                  <a:pt x="1391" y="1137"/>
                  <a:pt x="1391" y="1142"/>
                </a:cubicBezTo>
                <a:cubicBezTo>
                  <a:pt x="1391" y="1146"/>
                  <a:pt x="1395" y="1150"/>
                  <a:pt x="1399" y="1150"/>
                </a:cubicBezTo>
                <a:cubicBezTo>
                  <a:pt x="1404" y="1150"/>
                  <a:pt x="1408" y="1146"/>
                  <a:pt x="1408" y="1142"/>
                </a:cubicBezTo>
                <a:close/>
                <a:moveTo>
                  <a:pt x="1434" y="1142"/>
                </a:moveTo>
                <a:cubicBezTo>
                  <a:pt x="1434" y="1137"/>
                  <a:pt x="1430" y="1133"/>
                  <a:pt x="1425" y="1133"/>
                </a:cubicBezTo>
                <a:cubicBezTo>
                  <a:pt x="1420" y="1133"/>
                  <a:pt x="1417" y="1137"/>
                  <a:pt x="1417" y="1142"/>
                </a:cubicBezTo>
                <a:cubicBezTo>
                  <a:pt x="1417" y="1146"/>
                  <a:pt x="1420" y="1150"/>
                  <a:pt x="1425" y="1150"/>
                </a:cubicBezTo>
                <a:cubicBezTo>
                  <a:pt x="1430" y="1150"/>
                  <a:pt x="1434" y="1146"/>
                  <a:pt x="1434" y="1142"/>
                </a:cubicBezTo>
                <a:close/>
                <a:moveTo>
                  <a:pt x="1459" y="1142"/>
                </a:moveTo>
                <a:cubicBezTo>
                  <a:pt x="1459" y="1137"/>
                  <a:pt x="1456" y="1133"/>
                  <a:pt x="1451" y="1133"/>
                </a:cubicBezTo>
                <a:cubicBezTo>
                  <a:pt x="1446" y="1133"/>
                  <a:pt x="1442" y="1137"/>
                  <a:pt x="1442" y="1142"/>
                </a:cubicBezTo>
                <a:cubicBezTo>
                  <a:pt x="1442" y="1146"/>
                  <a:pt x="1446" y="1150"/>
                  <a:pt x="1451" y="1150"/>
                </a:cubicBezTo>
                <a:cubicBezTo>
                  <a:pt x="1456" y="1150"/>
                  <a:pt x="1459" y="1146"/>
                  <a:pt x="1459" y="1142"/>
                </a:cubicBezTo>
                <a:close/>
                <a:moveTo>
                  <a:pt x="1485" y="1142"/>
                </a:moveTo>
                <a:cubicBezTo>
                  <a:pt x="1485" y="1137"/>
                  <a:pt x="1481" y="1133"/>
                  <a:pt x="1477" y="1133"/>
                </a:cubicBezTo>
                <a:cubicBezTo>
                  <a:pt x="1472" y="1133"/>
                  <a:pt x="1468" y="1137"/>
                  <a:pt x="1468" y="1142"/>
                </a:cubicBezTo>
                <a:cubicBezTo>
                  <a:pt x="1468" y="1146"/>
                  <a:pt x="1472" y="1150"/>
                  <a:pt x="1477" y="1150"/>
                </a:cubicBezTo>
                <a:cubicBezTo>
                  <a:pt x="1481" y="1150"/>
                  <a:pt x="1485" y="1146"/>
                  <a:pt x="1485" y="1142"/>
                </a:cubicBezTo>
                <a:close/>
                <a:moveTo>
                  <a:pt x="1511" y="1142"/>
                </a:moveTo>
                <a:cubicBezTo>
                  <a:pt x="1511" y="1137"/>
                  <a:pt x="1507" y="1133"/>
                  <a:pt x="1502" y="1133"/>
                </a:cubicBezTo>
                <a:cubicBezTo>
                  <a:pt x="1498" y="1133"/>
                  <a:pt x="1494" y="1137"/>
                  <a:pt x="1494" y="1142"/>
                </a:cubicBezTo>
                <a:cubicBezTo>
                  <a:pt x="1494" y="1146"/>
                  <a:pt x="1498" y="1150"/>
                  <a:pt x="1502" y="1150"/>
                </a:cubicBezTo>
                <a:cubicBezTo>
                  <a:pt x="1507" y="1150"/>
                  <a:pt x="1511" y="1146"/>
                  <a:pt x="1511" y="1142"/>
                </a:cubicBezTo>
                <a:close/>
                <a:moveTo>
                  <a:pt x="1537" y="1142"/>
                </a:moveTo>
                <a:cubicBezTo>
                  <a:pt x="1537" y="1137"/>
                  <a:pt x="1533" y="1133"/>
                  <a:pt x="1528" y="1133"/>
                </a:cubicBezTo>
                <a:cubicBezTo>
                  <a:pt x="1523" y="1133"/>
                  <a:pt x="1520" y="1137"/>
                  <a:pt x="1520" y="1142"/>
                </a:cubicBezTo>
                <a:cubicBezTo>
                  <a:pt x="1520" y="1146"/>
                  <a:pt x="1523" y="1150"/>
                  <a:pt x="1528" y="1150"/>
                </a:cubicBezTo>
                <a:cubicBezTo>
                  <a:pt x="1533" y="1150"/>
                  <a:pt x="1537" y="1146"/>
                  <a:pt x="1537" y="1142"/>
                </a:cubicBezTo>
                <a:close/>
                <a:moveTo>
                  <a:pt x="1563" y="1142"/>
                </a:moveTo>
                <a:cubicBezTo>
                  <a:pt x="1563" y="1137"/>
                  <a:pt x="1559" y="1133"/>
                  <a:pt x="1554" y="1133"/>
                </a:cubicBezTo>
                <a:cubicBezTo>
                  <a:pt x="1549" y="1133"/>
                  <a:pt x="1545" y="1137"/>
                  <a:pt x="1545" y="1142"/>
                </a:cubicBezTo>
                <a:cubicBezTo>
                  <a:pt x="1545" y="1146"/>
                  <a:pt x="1549" y="1150"/>
                  <a:pt x="1554" y="1150"/>
                </a:cubicBezTo>
                <a:cubicBezTo>
                  <a:pt x="1559" y="1150"/>
                  <a:pt x="1563" y="1146"/>
                  <a:pt x="1563" y="1142"/>
                </a:cubicBezTo>
                <a:close/>
                <a:moveTo>
                  <a:pt x="687" y="1167"/>
                </a:moveTo>
                <a:cubicBezTo>
                  <a:pt x="687" y="1163"/>
                  <a:pt x="683" y="1159"/>
                  <a:pt x="678" y="1159"/>
                </a:cubicBezTo>
                <a:cubicBezTo>
                  <a:pt x="673" y="1159"/>
                  <a:pt x="670" y="1163"/>
                  <a:pt x="670" y="1167"/>
                </a:cubicBezTo>
                <a:cubicBezTo>
                  <a:pt x="670" y="1172"/>
                  <a:pt x="673" y="1176"/>
                  <a:pt x="678" y="1176"/>
                </a:cubicBezTo>
                <a:cubicBezTo>
                  <a:pt x="683" y="1176"/>
                  <a:pt x="687" y="1172"/>
                  <a:pt x="687" y="1167"/>
                </a:cubicBezTo>
                <a:close/>
                <a:moveTo>
                  <a:pt x="712" y="1167"/>
                </a:moveTo>
                <a:cubicBezTo>
                  <a:pt x="712" y="1163"/>
                  <a:pt x="709" y="1159"/>
                  <a:pt x="704" y="1159"/>
                </a:cubicBezTo>
                <a:cubicBezTo>
                  <a:pt x="699" y="1159"/>
                  <a:pt x="695" y="1163"/>
                  <a:pt x="695" y="1167"/>
                </a:cubicBezTo>
                <a:cubicBezTo>
                  <a:pt x="695" y="1172"/>
                  <a:pt x="699" y="1176"/>
                  <a:pt x="704" y="1176"/>
                </a:cubicBezTo>
                <a:cubicBezTo>
                  <a:pt x="709" y="1176"/>
                  <a:pt x="712" y="1172"/>
                  <a:pt x="712" y="1167"/>
                </a:cubicBezTo>
                <a:close/>
                <a:moveTo>
                  <a:pt x="738" y="1167"/>
                </a:moveTo>
                <a:cubicBezTo>
                  <a:pt x="738" y="1163"/>
                  <a:pt x="734" y="1159"/>
                  <a:pt x="730" y="1159"/>
                </a:cubicBezTo>
                <a:cubicBezTo>
                  <a:pt x="725" y="1159"/>
                  <a:pt x="721" y="1163"/>
                  <a:pt x="721" y="1167"/>
                </a:cubicBezTo>
                <a:cubicBezTo>
                  <a:pt x="721" y="1172"/>
                  <a:pt x="725" y="1176"/>
                  <a:pt x="730" y="1176"/>
                </a:cubicBezTo>
                <a:cubicBezTo>
                  <a:pt x="734" y="1176"/>
                  <a:pt x="738" y="1172"/>
                  <a:pt x="738" y="1167"/>
                </a:cubicBezTo>
                <a:close/>
                <a:moveTo>
                  <a:pt x="764" y="1167"/>
                </a:moveTo>
                <a:cubicBezTo>
                  <a:pt x="764" y="1163"/>
                  <a:pt x="760" y="1159"/>
                  <a:pt x="755" y="1159"/>
                </a:cubicBezTo>
                <a:cubicBezTo>
                  <a:pt x="751" y="1159"/>
                  <a:pt x="747" y="1163"/>
                  <a:pt x="747" y="1167"/>
                </a:cubicBezTo>
                <a:cubicBezTo>
                  <a:pt x="747" y="1172"/>
                  <a:pt x="751" y="1176"/>
                  <a:pt x="755" y="1176"/>
                </a:cubicBezTo>
                <a:cubicBezTo>
                  <a:pt x="760" y="1176"/>
                  <a:pt x="764" y="1172"/>
                  <a:pt x="764" y="1167"/>
                </a:cubicBezTo>
                <a:close/>
                <a:moveTo>
                  <a:pt x="790" y="1167"/>
                </a:moveTo>
                <a:cubicBezTo>
                  <a:pt x="790" y="1163"/>
                  <a:pt x="786" y="1159"/>
                  <a:pt x="781" y="1159"/>
                </a:cubicBezTo>
                <a:cubicBezTo>
                  <a:pt x="776" y="1159"/>
                  <a:pt x="773" y="1163"/>
                  <a:pt x="773" y="1167"/>
                </a:cubicBezTo>
                <a:cubicBezTo>
                  <a:pt x="773" y="1172"/>
                  <a:pt x="776" y="1176"/>
                  <a:pt x="781" y="1176"/>
                </a:cubicBezTo>
                <a:cubicBezTo>
                  <a:pt x="786" y="1176"/>
                  <a:pt x="790" y="1172"/>
                  <a:pt x="790" y="1167"/>
                </a:cubicBezTo>
                <a:close/>
                <a:moveTo>
                  <a:pt x="816" y="1167"/>
                </a:moveTo>
                <a:cubicBezTo>
                  <a:pt x="816" y="1163"/>
                  <a:pt x="812" y="1159"/>
                  <a:pt x="807" y="1159"/>
                </a:cubicBezTo>
                <a:cubicBezTo>
                  <a:pt x="802" y="1159"/>
                  <a:pt x="798" y="1163"/>
                  <a:pt x="798" y="1167"/>
                </a:cubicBezTo>
                <a:cubicBezTo>
                  <a:pt x="798" y="1172"/>
                  <a:pt x="802" y="1176"/>
                  <a:pt x="807" y="1176"/>
                </a:cubicBezTo>
                <a:cubicBezTo>
                  <a:pt x="812" y="1176"/>
                  <a:pt x="816" y="1172"/>
                  <a:pt x="816" y="1167"/>
                </a:cubicBezTo>
                <a:close/>
                <a:moveTo>
                  <a:pt x="841" y="1167"/>
                </a:moveTo>
                <a:cubicBezTo>
                  <a:pt x="841" y="1163"/>
                  <a:pt x="837" y="1159"/>
                  <a:pt x="833" y="1159"/>
                </a:cubicBezTo>
                <a:cubicBezTo>
                  <a:pt x="828" y="1159"/>
                  <a:pt x="824" y="1163"/>
                  <a:pt x="824" y="1167"/>
                </a:cubicBezTo>
                <a:cubicBezTo>
                  <a:pt x="824" y="1172"/>
                  <a:pt x="828" y="1176"/>
                  <a:pt x="833" y="1176"/>
                </a:cubicBezTo>
                <a:cubicBezTo>
                  <a:pt x="837" y="1176"/>
                  <a:pt x="841" y="1172"/>
                  <a:pt x="841" y="1167"/>
                </a:cubicBezTo>
                <a:close/>
                <a:moveTo>
                  <a:pt x="867" y="1167"/>
                </a:moveTo>
                <a:cubicBezTo>
                  <a:pt x="867" y="1163"/>
                  <a:pt x="863" y="1159"/>
                  <a:pt x="858" y="1159"/>
                </a:cubicBezTo>
                <a:cubicBezTo>
                  <a:pt x="854" y="1159"/>
                  <a:pt x="850" y="1163"/>
                  <a:pt x="850" y="1167"/>
                </a:cubicBezTo>
                <a:cubicBezTo>
                  <a:pt x="850" y="1172"/>
                  <a:pt x="854" y="1176"/>
                  <a:pt x="858" y="1176"/>
                </a:cubicBezTo>
                <a:cubicBezTo>
                  <a:pt x="863" y="1176"/>
                  <a:pt x="867" y="1172"/>
                  <a:pt x="867" y="1167"/>
                </a:cubicBezTo>
                <a:close/>
                <a:moveTo>
                  <a:pt x="893" y="1167"/>
                </a:moveTo>
                <a:cubicBezTo>
                  <a:pt x="893" y="1163"/>
                  <a:pt x="889" y="1159"/>
                  <a:pt x="884" y="1159"/>
                </a:cubicBezTo>
                <a:cubicBezTo>
                  <a:pt x="879" y="1159"/>
                  <a:pt x="876" y="1163"/>
                  <a:pt x="876" y="1167"/>
                </a:cubicBezTo>
                <a:cubicBezTo>
                  <a:pt x="876" y="1172"/>
                  <a:pt x="879" y="1176"/>
                  <a:pt x="884" y="1176"/>
                </a:cubicBezTo>
                <a:cubicBezTo>
                  <a:pt x="889" y="1176"/>
                  <a:pt x="893" y="1172"/>
                  <a:pt x="893" y="1167"/>
                </a:cubicBezTo>
                <a:close/>
                <a:moveTo>
                  <a:pt x="919" y="1167"/>
                </a:moveTo>
                <a:cubicBezTo>
                  <a:pt x="919" y="1163"/>
                  <a:pt x="915" y="1159"/>
                  <a:pt x="910" y="1159"/>
                </a:cubicBezTo>
                <a:cubicBezTo>
                  <a:pt x="905" y="1159"/>
                  <a:pt x="901" y="1163"/>
                  <a:pt x="901" y="1167"/>
                </a:cubicBezTo>
                <a:cubicBezTo>
                  <a:pt x="901" y="1172"/>
                  <a:pt x="905" y="1176"/>
                  <a:pt x="910" y="1176"/>
                </a:cubicBezTo>
                <a:cubicBezTo>
                  <a:pt x="915" y="1176"/>
                  <a:pt x="919" y="1172"/>
                  <a:pt x="919" y="1167"/>
                </a:cubicBezTo>
                <a:close/>
                <a:moveTo>
                  <a:pt x="944" y="1167"/>
                </a:moveTo>
                <a:cubicBezTo>
                  <a:pt x="944" y="1163"/>
                  <a:pt x="940" y="1159"/>
                  <a:pt x="936" y="1159"/>
                </a:cubicBezTo>
                <a:cubicBezTo>
                  <a:pt x="931" y="1159"/>
                  <a:pt x="927" y="1163"/>
                  <a:pt x="927" y="1167"/>
                </a:cubicBezTo>
                <a:cubicBezTo>
                  <a:pt x="927" y="1172"/>
                  <a:pt x="931" y="1176"/>
                  <a:pt x="936" y="1176"/>
                </a:cubicBezTo>
                <a:cubicBezTo>
                  <a:pt x="940" y="1176"/>
                  <a:pt x="944" y="1172"/>
                  <a:pt x="944" y="1167"/>
                </a:cubicBezTo>
                <a:close/>
                <a:moveTo>
                  <a:pt x="970" y="1167"/>
                </a:moveTo>
                <a:cubicBezTo>
                  <a:pt x="970" y="1163"/>
                  <a:pt x="966" y="1159"/>
                  <a:pt x="961" y="1159"/>
                </a:cubicBezTo>
                <a:cubicBezTo>
                  <a:pt x="957" y="1159"/>
                  <a:pt x="953" y="1163"/>
                  <a:pt x="953" y="1167"/>
                </a:cubicBezTo>
                <a:cubicBezTo>
                  <a:pt x="953" y="1172"/>
                  <a:pt x="957" y="1176"/>
                  <a:pt x="961" y="1176"/>
                </a:cubicBezTo>
                <a:cubicBezTo>
                  <a:pt x="966" y="1176"/>
                  <a:pt x="970" y="1172"/>
                  <a:pt x="970" y="1167"/>
                </a:cubicBezTo>
                <a:close/>
                <a:moveTo>
                  <a:pt x="1382" y="1167"/>
                </a:moveTo>
                <a:cubicBezTo>
                  <a:pt x="1382" y="1163"/>
                  <a:pt x="1378" y="1159"/>
                  <a:pt x="1374" y="1159"/>
                </a:cubicBezTo>
                <a:cubicBezTo>
                  <a:pt x="1369" y="1159"/>
                  <a:pt x="1365" y="1163"/>
                  <a:pt x="1365" y="1167"/>
                </a:cubicBezTo>
                <a:cubicBezTo>
                  <a:pt x="1365" y="1172"/>
                  <a:pt x="1369" y="1176"/>
                  <a:pt x="1374" y="1176"/>
                </a:cubicBezTo>
                <a:cubicBezTo>
                  <a:pt x="1378" y="1176"/>
                  <a:pt x="1382" y="1172"/>
                  <a:pt x="1382" y="1167"/>
                </a:cubicBezTo>
                <a:close/>
                <a:moveTo>
                  <a:pt x="1408" y="1167"/>
                </a:moveTo>
                <a:cubicBezTo>
                  <a:pt x="1408" y="1163"/>
                  <a:pt x="1404" y="1159"/>
                  <a:pt x="1399" y="1159"/>
                </a:cubicBezTo>
                <a:cubicBezTo>
                  <a:pt x="1395" y="1159"/>
                  <a:pt x="1391" y="1163"/>
                  <a:pt x="1391" y="1167"/>
                </a:cubicBezTo>
                <a:cubicBezTo>
                  <a:pt x="1391" y="1172"/>
                  <a:pt x="1395" y="1176"/>
                  <a:pt x="1399" y="1176"/>
                </a:cubicBezTo>
                <a:cubicBezTo>
                  <a:pt x="1404" y="1176"/>
                  <a:pt x="1408" y="1172"/>
                  <a:pt x="1408" y="1167"/>
                </a:cubicBezTo>
                <a:close/>
                <a:moveTo>
                  <a:pt x="1434" y="1167"/>
                </a:moveTo>
                <a:cubicBezTo>
                  <a:pt x="1434" y="1163"/>
                  <a:pt x="1430" y="1159"/>
                  <a:pt x="1425" y="1159"/>
                </a:cubicBezTo>
                <a:cubicBezTo>
                  <a:pt x="1420" y="1159"/>
                  <a:pt x="1417" y="1163"/>
                  <a:pt x="1417" y="1167"/>
                </a:cubicBezTo>
                <a:cubicBezTo>
                  <a:pt x="1417" y="1172"/>
                  <a:pt x="1420" y="1176"/>
                  <a:pt x="1425" y="1176"/>
                </a:cubicBezTo>
                <a:cubicBezTo>
                  <a:pt x="1430" y="1176"/>
                  <a:pt x="1434" y="1172"/>
                  <a:pt x="1434" y="1167"/>
                </a:cubicBezTo>
                <a:close/>
                <a:moveTo>
                  <a:pt x="1459" y="1167"/>
                </a:moveTo>
                <a:cubicBezTo>
                  <a:pt x="1459" y="1163"/>
                  <a:pt x="1456" y="1159"/>
                  <a:pt x="1451" y="1159"/>
                </a:cubicBezTo>
                <a:cubicBezTo>
                  <a:pt x="1446" y="1159"/>
                  <a:pt x="1442" y="1163"/>
                  <a:pt x="1442" y="1167"/>
                </a:cubicBezTo>
                <a:cubicBezTo>
                  <a:pt x="1442" y="1172"/>
                  <a:pt x="1446" y="1176"/>
                  <a:pt x="1451" y="1176"/>
                </a:cubicBezTo>
                <a:cubicBezTo>
                  <a:pt x="1456" y="1176"/>
                  <a:pt x="1459" y="1172"/>
                  <a:pt x="1459" y="1167"/>
                </a:cubicBezTo>
                <a:close/>
                <a:moveTo>
                  <a:pt x="1485" y="1167"/>
                </a:moveTo>
                <a:cubicBezTo>
                  <a:pt x="1485" y="1163"/>
                  <a:pt x="1481" y="1159"/>
                  <a:pt x="1477" y="1159"/>
                </a:cubicBezTo>
                <a:cubicBezTo>
                  <a:pt x="1472" y="1159"/>
                  <a:pt x="1468" y="1163"/>
                  <a:pt x="1468" y="1167"/>
                </a:cubicBezTo>
                <a:cubicBezTo>
                  <a:pt x="1468" y="1172"/>
                  <a:pt x="1472" y="1176"/>
                  <a:pt x="1477" y="1176"/>
                </a:cubicBezTo>
                <a:cubicBezTo>
                  <a:pt x="1481" y="1176"/>
                  <a:pt x="1485" y="1172"/>
                  <a:pt x="1485" y="1167"/>
                </a:cubicBezTo>
                <a:close/>
                <a:moveTo>
                  <a:pt x="1511" y="1167"/>
                </a:moveTo>
                <a:cubicBezTo>
                  <a:pt x="1511" y="1163"/>
                  <a:pt x="1507" y="1159"/>
                  <a:pt x="1502" y="1159"/>
                </a:cubicBezTo>
                <a:cubicBezTo>
                  <a:pt x="1498" y="1159"/>
                  <a:pt x="1494" y="1163"/>
                  <a:pt x="1494" y="1167"/>
                </a:cubicBezTo>
                <a:cubicBezTo>
                  <a:pt x="1494" y="1172"/>
                  <a:pt x="1498" y="1176"/>
                  <a:pt x="1502" y="1176"/>
                </a:cubicBezTo>
                <a:cubicBezTo>
                  <a:pt x="1507" y="1176"/>
                  <a:pt x="1511" y="1172"/>
                  <a:pt x="1511" y="1167"/>
                </a:cubicBezTo>
                <a:close/>
                <a:moveTo>
                  <a:pt x="1537" y="1167"/>
                </a:moveTo>
                <a:cubicBezTo>
                  <a:pt x="1537" y="1163"/>
                  <a:pt x="1533" y="1159"/>
                  <a:pt x="1528" y="1159"/>
                </a:cubicBezTo>
                <a:cubicBezTo>
                  <a:pt x="1523" y="1159"/>
                  <a:pt x="1520" y="1163"/>
                  <a:pt x="1520" y="1167"/>
                </a:cubicBezTo>
                <a:cubicBezTo>
                  <a:pt x="1520" y="1172"/>
                  <a:pt x="1523" y="1176"/>
                  <a:pt x="1528" y="1176"/>
                </a:cubicBezTo>
                <a:cubicBezTo>
                  <a:pt x="1533" y="1176"/>
                  <a:pt x="1537" y="1172"/>
                  <a:pt x="1537" y="1167"/>
                </a:cubicBezTo>
                <a:close/>
                <a:moveTo>
                  <a:pt x="1563" y="1167"/>
                </a:moveTo>
                <a:cubicBezTo>
                  <a:pt x="1563" y="1163"/>
                  <a:pt x="1559" y="1159"/>
                  <a:pt x="1554" y="1159"/>
                </a:cubicBezTo>
                <a:cubicBezTo>
                  <a:pt x="1549" y="1159"/>
                  <a:pt x="1545" y="1163"/>
                  <a:pt x="1545" y="1167"/>
                </a:cubicBezTo>
                <a:cubicBezTo>
                  <a:pt x="1545" y="1172"/>
                  <a:pt x="1549" y="1176"/>
                  <a:pt x="1554" y="1176"/>
                </a:cubicBezTo>
                <a:cubicBezTo>
                  <a:pt x="1559" y="1176"/>
                  <a:pt x="1563" y="1172"/>
                  <a:pt x="1563" y="1167"/>
                </a:cubicBezTo>
                <a:close/>
                <a:moveTo>
                  <a:pt x="1640" y="1167"/>
                </a:moveTo>
                <a:cubicBezTo>
                  <a:pt x="1640" y="1163"/>
                  <a:pt x="1636" y="1159"/>
                  <a:pt x="1631" y="1159"/>
                </a:cubicBezTo>
                <a:cubicBezTo>
                  <a:pt x="1626" y="1159"/>
                  <a:pt x="1623" y="1163"/>
                  <a:pt x="1623" y="1167"/>
                </a:cubicBezTo>
                <a:cubicBezTo>
                  <a:pt x="1623" y="1172"/>
                  <a:pt x="1626" y="1176"/>
                  <a:pt x="1631" y="1176"/>
                </a:cubicBezTo>
                <a:cubicBezTo>
                  <a:pt x="1636" y="1176"/>
                  <a:pt x="1640" y="1172"/>
                  <a:pt x="1640" y="1167"/>
                </a:cubicBezTo>
                <a:close/>
                <a:moveTo>
                  <a:pt x="2284" y="1167"/>
                </a:moveTo>
                <a:cubicBezTo>
                  <a:pt x="2284" y="1163"/>
                  <a:pt x="2280" y="1159"/>
                  <a:pt x="2275" y="1159"/>
                </a:cubicBezTo>
                <a:cubicBezTo>
                  <a:pt x="2270" y="1159"/>
                  <a:pt x="2267" y="1163"/>
                  <a:pt x="2267" y="1167"/>
                </a:cubicBezTo>
                <a:cubicBezTo>
                  <a:pt x="2267" y="1172"/>
                  <a:pt x="2270" y="1176"/>
                  <a:pt x="2275" y="1176"/>
                </a:cubicBezTo>
                <a:cubicBezTo>
                  <a:pt x="2280" y="1176"/>
                  <a:pt x="2284" y="1172"/>
                  <a:pt x="2284" y="1167"/>
                </a:cubicBezTo>
                <a:close/>
                <a:moveTo>
                  <a:pt x="2310" y="1167"/>
                </a:moveTo>
                <a:cubicBezTo>
                  <a:pt x="2310" y="1163"/>
                  <a:pt x="2306" y="1159"/>
                  <a:pt x="2301" y="1159"/>
                </a:cubicBezTo>
                <a:cubicBezTo>
                  <a:pt x="2296" y="1159"/>
                  <a:pt x="2292" y="1163"/>
                  <a:pt x="2292" y="1167"/>
                </a:cubicBezTo>
                <a:cubicBezTo>
                  <a:pt x="2292" y="1172"/>
                  <a:pt x="2296" y="1176"/>
                  <a:pt x="2301" y="1176"/>
                </a:cubicBezTo>
                <a:cubicBezTo>
                  <a:pt x="2306" y="1176"/>
                  <a:pt x="2310" y="1172"/>
                  <a:pt x="2310" y="1167"/>
                </a:cubicBezTo>
                <a:close/>
                <a:moveTo>
                  <a:pt x="2361" y="1167"/>
                </a:moveTo>
                <a:cubicBezTo>
                  <a:pt x="2361" y="1163"/>
                  <a:pt x="2357" y="1159"/>
                  <a:pt x="2352" y="1159"/>
                </a:cubicBezTo>
                <a:cubicBezTo>
                  <a:pt x="2348" y="1159"/>
                  <a:pt x="2344" y="1163"/>
                  <a:pt x="2344" y="1167"/>
                </a:cubicBezTo>
                <a:cubicBezTo>
                  <a:pt x="2344" y="1172"/>
                  <a:pt x="2348" y="1176"/>
                  <a:pt x="2352" y="1176"/>
                </a:cubicBezTo>
                <a:cubicBezTo>
                  <a:pt x="2357" y="1176"/>
                  <a:pt x="2361" y="1172"/>
                  <a:pt x="2361" y="1167"/>
                </a:cubicBezTo>
                <a:close/>
                <a:moveTo>
                  <a:pt x="2387" y="1167"/>
                </a:moveTo>
                <a:cubicBezTo>
                  <a:pt x="2387" y="1163"/>
                  <a:pt x="2383" y="1159"/>
                  <a:pt x="2378" y="1159"/>
                </a:cubicBezTo>
                <a:cubicBezTo>
                  <a:pt x="2373" y="1159"/>
                  <a:pt x="2370" y="1163"/>
                  <a:pt x="2370" y="1167"/>
                </a:cubicBezTo>
                <a:cubicBezTo>
                  <a:pt x="2370" y="1172"/>
                  <a:pt x="2373" y="1176"/>
                  <a:pt x="2378" y="1176"/>
                </a:cubicBezTo>
                <a:cubicBezTo>
                  <a:pt x="2383" y="1176"/>
                  <a:pt x="2387" y="1172"/>
                  <a:pt x="2387" y="1167"/>
                </a:cubicBezTo>
                <a:close/>
                <a:moveTo>
                  <a:pt x="738" y="1193"/>
                </a:moveTo>
                <a:cubicBezTo>
                  <a:pt x="738" y="1188"/>
                  <a:pt x="734" y="1185"/>
                  <a:pt x="730" y="1185"/>
                </a:cubicBezTo>
                <a:cubicBezTo>
                  <a:pt x="725" y="1185"/>
                  <a:pt x="721" y="1188"/>
                  <a:pt x="721" y="1193"/>
                </a:cubicBezTo>
                <a:cubicBezTo>
                  <a:pt x="721" y="1198"/>
                  <a:pt x="725" y="1202"/>
                  <a:pt x="730" y="1202"/>
                </a:cubicBezTo>
                <a:cubicBezTo>
                  <a:pt x="734" y="1202"/>
                  <a:pt x="738" y="1198"/>
                  <a:pt x="738" y="1193"/>
                </a:cubicBezTo>
                <a:close/>
                <a:moveTo>
                  <a:pt x="764" y="1193"/>
                </a:moveTo>
                <a:cubicBezTo>
                  <a:pt x="764" y="1188"/>
                  <a:pt x="760" y="1185"/>
                  <a:pt x="755" y="1185"/>
                </a:cubicBezTo>
                <a:cubicBezTo>
                  <a:pt x="751" y="1185"/>
                  <a:pt x="747" y="1188"/>
                  <a:pt x="747" y="1193"/>
                </a:cubicBezTo>
                <a:cubicBezTo>
                  <a:pt x="747" y="1198"/>
                  <a:pt x="751" y="1202"/>
                  <a:pt x="755" y="1202"/>
                </a:cubicBezTo>
                <a:cubicBezTo>
                  <a:pt x="760" y="1202"/>
                  <a:pt x="764" y="1198"/>
                  <a:pt x="764" y="1193"/>
                </a:cubicBezTo>
                <a:close/>
                <a:moveTo>
                  <a:pt x="790" y="1193"/>
                </a:moveTo>
                <a:cubicBezTo>
                  <a:pt x="790" y="1188"/>
                  <a:pt x="786" y="1185"/>
                  <a:pt x="781" y="1185"/>
                </a:cubicBezTo>
                <a:cubicBezTo>
                  <a:pt x="776" y="1185"/>
                  <a:pt x="773" y="1188"/>
                  <a:pt x="773" y="1193"/>
                </a:cubicBezTo>
                <a:cubicBezTo>
                  <a:pt x="773" y="1198"/>
                  <a:pt x="776" y="1202"/>
                  <a:pt x="781" y="1202"/>
                </a:cubicBezTo>
                <a:cubicBezTo>
                  <a:pt x="786" y="1202"/>
                  <a:pt x="790" y="1198"/>
                  <a:pt x="790" y="1193"/>
                </a:cubicBezTo>
                <a:close/>
                <a:moveTo>
                  <a:pt x="816" y="1193"/>
                </a:moveTo>
                <a:cubicBezTo>
                  <a:pt x="816" y="1188"/>
                  <a:pt x="812" y="1185"/>
                  <a:pt x="807" y="1185"/>
                </a:cubicBezTo>
                <a:cubicBezTo>
                  <a:pt x="802" y="1185"/>
                  <a:pt x="798" y="1188"/>
                  <a:pt x="798" y="1193"/>
                </a:cubicBezTo>
                <a:cubicBezTo>
                  <a:pt x="798" y="1198"/>
                  <a:pt x="802" y="1202"/>
                  <a:pt x="807" y="1202"/>
                </a:cubicBezTo>
                <a:cubicBezTo>
                  <a:pt x="812" y="1202"/>
                  <a:pt x="816" y="1198"/>
                  <a:pt x="816" y="1193"/>
                </a:cubicBezTo>
                <a:close/>
                <a:moveTo>
                  <a:pt x="841" y="1193"/>
                </a:moveTo>
                <a:cubicBezTo>
                  <a:pt x="841" y="1188"/>
                  <a:pt x="837" y="1185"/>
                  <a:pt x="833" y="1185"/>
                </a:cubicBezTo>
                <a:cubicBezTo>
                  <a:pt x="828" y="1185"/>
                  <a:pt x="824" y="1188"/>
                  <a:pt x="824" y="1193"/>
                </a:cubicBezTo>
                <a:cubicBezTo>
                  <a:pt x="824" y="1198"/>
                  <a:pt x="828" y="1202"/>
                  <a:pt x="833" y="1202"/>
                </a:cubicBezTo>
                <a:cubicBezTo>
                  <a:pt x="837" y="1202"/>
                  <a:pt x="841" y="1198"/>
                  <a:pt x="841" y="1193"/>
                </a:cubicBezTo>
                <a:close/>
                <a:moveTo>
                  <a:pt x="867" y="1193"/>
                </a:moveTo>
                <a:cubicBezTo>
                  <a:pt x="867" y="1188"/>
                  <a:pt x="863" y="1185"/>
                  <a:pt x="858" y="1185"/>
                </a:cubicBezTo>
                <a:cubicBezTo>
                  <a:pt x="854" y="1185"/>
                  <a:pt x="850" y="1188"/>
                  <a:pt x="850" y="1193"/>
                </a:cubicBezTo>
                <a:cubicBezTo>
                  <a:pt x="850" y="1198"/>
                  <a:pt x="854" y="1202"/>
                  <a:pt x="858" y="1202"/>
                </a:cubicBezTo>
                <a:cubicBezTo>
                  <a:pt x="863" y="1202"/>
                  <a:pt x="867" y="1198"/>
                  <a:pt x="867" y="1193"/>
                </a:cubicBezTo>
                <a:close/>
                <a:moveTo>
                  <a:pt x="893" y="1193"/>
                </a:moveTo>
                <a:cubicBezTo>
                  <a:pt x="893" y="1188"/>
                  <a:pt x="889" y="1185"/>
                  <a:pt x="884" y="1185"/>
                </a:cubicBezTo>
                <a:cubicBezTo>
                  <a:pt x="879" y="1185"/>
                  <a:pt x="876" y="1188"/>
                  <a:pt x="876" y="1193"/>
                </a:cubicBezTo>
                <a:cubicBezTo>
                  <a:pt x="876" y="1198"/>
                  <a:pt x="879" y="1202"/>
                  <a:pt x="884" y="1202"/>
                </a:cubicBezTo>
                <a:cubicBezTo>
                  <a:pt x="889" y="1202"/>
                  <a:pt x="893" y="1198"/>
                  <a:pt x="893" y="1193"/>
                </a:cubicBezTo>
                <a:close/>
                <a:moveTo>
                  <a:pt x="919" y="1193"/>
                </a:moveTo>
                <a:cubicBezTo>
                  <a:pt x="919" y="1188"/>
                  <a:pt x="915" y="1185"/>
                  <a:pt x="910" y="1185"/>
                </a:cubicBezTo>
                <a:cubicBezTo>
                  <a:pt x="905" y="1185"/>
                  <a:pt x="901" y="1188"/>
                  <a:pt x="901" y="1193"/>
                </a:cubicBezTo>
                <a:cubicBezTo>
                  <a:pt x="901" y="1198"/>
                  <a:pt x="905" y="1202"/>
                  <a:pt x="910" y="1202"/>
                </a:cubicBezTo>
                <a:cubicBezTo>
                  <a:pt x="915" y="1202"/>
                  <a:pt x="919" y="1198"/>
                  <a:pt x="919" y="1193"/>
                </a:cubicBezTo>
                <a:close/>
                <a:moveTo>
                  <a:pt x="944" y="1193"/>
                </a:moveTo>
                <a:cubicBezTo>
                  <a:pt x="944" y="1188"/>
                  <a:pt x="940" y="1185"/>
                  <a:pt x="936" y="1185"/>
                </a:cubicBezTo>
                <a:cubicBezTo>
                  <a:pt x="931" y="1185"/>
                  <a:pt x="927" y="1188"/>
                  <a:pt x="927" y="1193"/>
                </a:cubicBezTo>
                <a:cubicBezTo>
                  <a:pt x="927" y="1198"/>
                  <a:pt x="931" y="1202"/>
                  <a:pt x="936" y="1202"/>
                </a:cubicBezTo>
                <a:cubicBezTo>
                  <a:pt x="940" y="1202"/>
                  <a:pt x="944" y="1198"/>
                  <a:pt x="944" y="1193"/>
                </a:cubicBezTo>
                <a:close/>
                <a:moveTo>
                  <a:pt x="970" y="1193"/>
                </a:moveTo>
                <a:cubicBezTo>
                  <a:pt x="970" y="1188"/>
                  <a:pt x="966" y="1185"/>
                  <a:pt x="961" y="1185"/>
                </a:cubicBezTo>
                <a:cubicBezTo>
                  <a:pt x="957" y="1185"/>
                  <a:pt x="953" y="1188"/>
                  <a:pt x="953" y="1193"/>
                </a:cubicBezTo>
                <a:cubicBezTo>
                  <a:pt x="953" y="1198"/>
                  <a:pt x="957" y="1202"/>
                  <a:pt x="961" y="1202"/>
                </a:cubicBezTo>
                <a:cubicBezTo>
                  <a:pt x="966" y="1202"/>
                  <a:pt x="970" y="1198"/>
                  <a:pt x="970" y="1193"/>
                </a:cubicBezTo>
                <a:close/>
                <a:moveTo>
                  <a:pt x="1382" y="1193"/>
                </a:moveTo>
                <a:cubicBezTo>
                  <a:pt x="1382" y="1188"/>
                  <a:pt x="1378" y="1185"/>
                  <a:pt x="1374" y="1185"/>
                </a:cubicBezTo>
                <a:cubicBezTo>
                  <a:pt x="1369" y="1185"/>
                  <a:pt x="1365" y="1188"/>
                  <a:pt x="1365" y="1193"/>
                </a:cubicBezTo>
                <a:cubicBezTo>
                  <a:pt x="1365" y="1198"/>
                  <a:pt x="1369" y="1202"/>
                  <a:pt x="1374" y="1202"/>
                </a:cubicBezTo>
                <a:cubicBezTo>
                  <a:pt x="1378" y="1202"/>
                  <a:pt x="1382" y="1198"/>
                  <a:pt x="1382" y="1193"/>
                </a:cubicBezTo>
                <a:close/>
                <a:moveTo>
                  <a:pt x="1408" y="1193"/>
                </a:moveTo>
                <a:cubicBezTo>
                  <a:pt x="1408" y="1188"/>
                  <a:pt x="1404" y="1185"/>
                  <a:pt x="1399" y="1185"/>
                </a:cubicBezTo>
                <a:cubicBezTo>
                  <a:pt x="1395" y="1185"/>
                  <a:pt x="1391" y="1188"/>
                  <a:pt x="1391" y="1193"/>
                </a:cubicBezTo>
                <a:cubicBezTo>
                  <a:pt x="1391" y="1198"/>
                  <a:pt x="1395" y="1202"/>
                  <a:pt x="1399" y="1202"/>
                </a:cubicBezTo>
                <a:cubicBezTo>
                  <a:pt x="1404" y="1202"/>
                  <a:pt x="1408" y="1198"/>
                  <a:pt x="1408" y="1193"/>
                </a:cubicBezTo>
                <a:close/>
                <a:moveTo>
                  <a:pt x="1434" y="1193"/>
                </a:moveTo>
                <a:cubicBezTo>
                  <a:pt x="1434" y="1188"/>
                  <a:pt x="1430" y="1185"/>
                  <a:pt x="1425" y="1185"/>
                </a:cubicBezTo>
                <a:cubicBezTo>
                  <a:pt x="1420" y="1185"/>
                  <a:pt x="1417" y="1188"/>
                  <a:pt x="1417" y="1193"/>
                </a:cubicBezTo>
                <a:cubicBezTo>
                  <a:pt x="1417" y="1198"/>
                  <a:pt x="1420" y="1202"/>
                  <a:pt x="1425" y="1202"/>
                </a:cubicBezTo>
                <a:cubicBezTo>
                  <a:pt x="1430" y="1202"/>
                  <a:pt x="1434" y="1198"/>
                  <a:pt x="1434" y="1193"/>
                </a:cubicBezTo>
                <a:close/>
                <a:moveTo>
                  <a:pt x="1459" y="1193"/>
                </a:moveTo>
                <a:cubicBezTo>
                  <a:pt x="1459" y="1188"/>
                  <a:pt x="1456" y="1185"/>
                  <a:pt x="1451" y="1185"/>
                </a:cubicBezTo>
                <a:cubicBezTo>
                  <a:pt x="1446" y="1185"/>
                  <a:pt x="1442" y="1188"/>
                  <a:pt x="1442" y="1193"/>
                </a:cubicBezTo>
                <a:cubicBezTo>
                  <a:pt x="1442" y="1198"/>
                  <a:pt x="1446" y="1202"/>
                  <a:pt x="1451" y="1202"/>
                </a:cubicBezTo>
                <a:cubicBezTo>
                  <a:pt x="1456" y="1202"/>
                  <a:pt x="1459" y="1198"/>
                  <a:pt x="1459" y="1193"/>
                </a:cubicBezTo>
                <a:close/>
                <a:moveTo>
                  <a:pt x="1485" y="1193"/>
                </a:moveTo>
                <a:cubicBezTo>
                  <a:pt x="1485" y="1188"/>
                  <a:pt x="1481" y="1185"/>
                  <a:pt x="1477" y="1185"/>
                </a:cubicBezTo>
                <a:cubicBezTo>
                  <a:pt x="1472" y="1185"/>
                  <a:pt x="1468" y="1188"/>
                  <a:pt x="1468" y="1193"/>
                </a:cubicBezTo>
                <a:cubicBezTo>
                  <a:pt x="1468" y="1198"/>
                  <a:pt x="1472" y="1202"/>
                  <a:pt x="1477" y="1202"/>
                </a:cubicBezTo>
                <a:cubicBezTo>
                  <a:pt x="1481" y="1202"/>
                  <a:pt x="1485" y="1198"/>
                  <a:pt x="1485" y="1193"/>
                </a:cubicBezTo>
                <a:close/>
                <a:moveTo>
                  <a:pt x="1511" y="1193"/>
                </a:moveTo>
                <a:cubicBezTo>
                  <a:pt x="1511" y="1188"/>
                  <a:pt x="1507" y="1185"/>
                  <a:pt x="1502" y="1185"/>
                </a:cubicBezTo>
                <a:cubicBezTo>
                  <a:pt x="1498" y="1185"/>
                  <a:pt x="1494" y="1188"/>
                  <a:pt x="1494" y="1193"/>
                </a:cubicBezTo>
                <a:cubicBezTo>
                  <a:pt x="1494" y="1198"/>
                  <a:pt x="1498" y="1202"/>
                  <a:pt x="1502" y="1202"/>
                </a:cubicBezTo>
                <a:cubicBezTo>
                  <a:pt x="1507" y="1202"/>
                  <a:pt x="1511" y="1198"/>
                  <a:pt x="1511" y="1193"/>
                </a:cubicBezTo>
                <a:close/>
                <a:moveTo>
                  <a:pt x="1537" y="1193"/>
                </a:moveTo>
                <a:cubicBezTo>
                  <a:pt x="1537" y="1188"/>
                  <a:pt x="1533" y="1185"/>
                  <a:pt x="1528" y="1185"/>
                </a:cubicBezTo>
                <a:cubicBezTo>
                  <a:pt x="1523" y="1185"/>
                  <a:pt x="1520" y="1188"/>
                  <a:pt x="1520" y="1193"/>
                </a:cubicBezTo>
                <a:cubicBezTo>
                  <a:pt x="1520" y="1198"/>
                  <a:pt x="1523" y="1202"/>
                  <a:pt x="1528" y="1202"/>
                </a:cubicBezTo>
                <a:cubicBezTo>
                  <a:pt x="1533" y="1202"/>
                  <a:pt x="1537" y="1198"/>
                  <a:pt x="1537" y="1193"/>
                </a:cubicBezTo>
                <a:close/>
                <a:moveTo>
                  <a:pt x="1614" y="1193"/>
                </a:moveTo>
                <a:cubicBezTo>
                  <a:pt x="1614" y="1188"/>
                  <a:pt x="1610" y="1185"/>
                  <a:pt x="1605" y="1185"/>
                </a:cubicBezTo>
                <a:cubicBezTo>
                  <a:pt x="1601" y="1185"/>
                  <a:pt x="1597" y="1188"/>
                  <a:pt x="1597" y="1193"/>
                </a:cubicBezTo>
                <a:cubicBezTo>
                  <a:pt x="1597" y="1198"/>
                  <a:pt x="1601" y="1202"/>
                  <a:pt x="1605" y="1202"/>
                </a:cubicBezTo>
                <a:cubicBezTo>
                  <a:pt x="1610" y="1202"/>
                  <a:pt x="1614" y="1198"/>
                  <a:pt x="1614" y="1193"/>
                </a:cubicBezTo>
                <a:close/>
                <a:moveTo>
                  <a:pt x="1640" y="1193"/>
                </a:moveTo>
                <a:cubicBezTo>
                  <a:pt x="1640" y="1188"/>
                  <a:pt x="1636" y="1185"/>
                  <a:pt x="1631" y="1185"/>
                </a:cubicBezTo>
                <a:cubicBezTo>
                  <a:pt x="1626" y="1185"/>
                  <a:pt x="1623" y="1188"/>
                  <a:pt x="1623" y="1193"/>
                </a:cubicBezTo>
                <a:cubicBezTo>
                  <a:pt x="1623" y="1198"/>
                  <a:pt x="1626" y="1202"/>
                  <a:pt x="1631" y="1202"/>
                </a:cubicBezTo>
                <a:cubicBezTo>
                  <a:pt x="1636" y="1202"/>
                  <a:pt x="1640" y="1198"/>
                  <a:pt x="1640" y="1193"/>
                </a:cubicBezTo>
                <a:close/>
                <a:moveTo>
                  <a:pt x="1666" y="1193"/>
                </a:moveTo>
                <a:cubicBezTo>
                  <a:pt x="1666" y="1188"/>
                  <a:pt x="1662" y="1185"/>
                  <a:pt x="1657" y="1185"/>
                </a:cubicBezTo>
                <a:cubicBezTo>
                  <a:pt x="1652" y="1185"/>
                  <a:pt x="1648" y="1188"/>
                  <a:pt x="1648" y="1193"/>
                </a:cubicBezTo>
                <a:cubicBezTo>
                  <a:pt x="1648" y="1198"/>
                  <a:pt x="1652" y="1202"/>
                  <a:pt x="1657" y="1202"/>
                </a:cubicBezTo>
                <a:cubicBezTo>
                  <a:pt x="1662" y="1202"/>
                  <a:pt x="1666" y="1198"/>
                  <a:pt x="1666" y="1193"/>
                </a:cubicBezTo>
                <a:close/>
                <a:moveTo>
                  <a:pt x="2207" y="1193"/>
                </a:moveTo>
                <a:cubicBezTo>
                  <a:pt x="2207" y="1188"/>
                  <a:pt x="2203" y="1185"/>
                  <a:pt x="2198" y="1185"/>
                </a:cubicBezTo>
                <a:cubicBezTo>
                  <a:pt x="2193" y="1185"/>
                  <a:pt x="2189" y="1188"/>
                  <a:pt x="2189" y="1193"/>
                </a:cubicBezTo>
                <a:cubicBezTo>
                  <a:pt x="2189" y="1198"/>
                  <a:pt x="2193" y="1202"/>
                  <a:pt x="2198" y="1202"/>
                </a:cubicBezTo>
                <a:cubicBezTo>
                  <a:pt x="2203" y="1202"/>
                  <a:pt x="2207" y="1198"/>
                  <a:pt x="2207" y="1193"/>
                </a:cubicBezTo>
                <a:close/>
                <a:moveTo>
                  <a:pt x="2232" y="1193"/>
                </a:moveTo>
                <a:cubicBezTo>
                  <a:pt x="2232" y="1188"/>
                  <a:pt x="2228" y="1185"/>
                  <a:pt x="2224" y="1185"/>
                </a:cubicBezTo>
                <a:cubicBezTo>
                  <a:pt x="2219" y="1185"/>
                  <a:pt x="2215" y="1188"/>
                  <a:pt x="2215" y="1193"/>
                </a:cubicBezTo>
                <a:cubicBezTo>
                  <a:pt x="2215" y="1198"/>
                  <a:pt x="2219" y="1202"/>
                  <a:pt x="2224" y="1202"/>
                </a:cubicBezTo>
                <a:cubicBezTo>
                  <a:pt x="2228" y="1202"/>
                  <a:pt x="2232" y="1198"/>
                  <a:pt x="2232" y="1193"/>
                </a:cubicBezTo>
                <a:close/>
                <a:moveTo>
                  <a:pt x="2258" y="1193"/>
                </a:moveTo>
                <a:cubicBezTo>
                  <a:pt x="2258" y="1188"/>
                  <a:pt x="2254" y="1185"/>
                  <a:pt x="2249" y="1185"/>
                </a:cubicBezTo>
                <a:cubicBezTo>
                  <a:pt x="2245" y="1185"/>
                  <a:pt x="2241" y="1188"/>
                  <a:pt x="2241" y="1193"/>
                </a:cubicBezTo>
                <a:cubicBezTo>
                  <a:pt x="2241" y="1198"/>
                  <a:pt x="2245" y="1202"/>
                  <a:pt x="2249" y="1202"/>
                </a:cubicBezTo>
                <a:cubicBezTo>
                  <a:pt x="2254" y="1202"/>
                  <a:pt x="2258" y="1198"/>
                  <a:pt x="2258" y="1193"/>
                </a:cubicBezTo>
                <a:close/>
                <a:moveTo>
                  <a:pt x="2284" y="1193"/>
                </a:moveTo>
                <a:cubicBezTo>
                  <a:pt x="2284" y="1188"/>
                  <a:pt x="2280" y="1185"/>
                  <a:pt x="2275" y="1185"/>
                </a:cubicBezTo>
                <a:cubicBezTo>
                  <a:pt x="2270" y="1185"/>
                  <a:pt x="2267" y="1188"/>
                  <a:pt x="2267" y="1193"/>
                </a:cubicBezTo>
                <a:cubicBezTo>
                  <a:pt x="2267" y="1198"/>
                  <a:pt x="2270" y="1202"/>
                  <a:pt x="2275" y="1202"/>
                </a:cubicBezTo>
                <a:cubicBezTo>
                  <a:pt x="2280" y="1202"/>
                  <a:pt x="2284" y="1198"/>
                  <a:pt x="2284" y="1193"/>
                </a:cubicBezTo>
                <a:close/>
                <a:moveTo>
                  <a:pt x="2310" y="1193"/>
                </a:moveTo>
                <a:cubicBezTo>
                  <a:pt x="2310" y="1188"/>
                  <a:pt x="2306" y="1185"/>
                  <a:pt x="2301" y="1185"/>
                </a:cubicBezTo>
                <a:cubicBezTo>
                  <a:pt x="2296" y="1185"/>
                  <a:pt x="2292" y="1188"/>
                  <a:pt x="2292" y="1193"/>
                </a:cubicBezTo>
                <a:cubicBezTo>
                  <a:pt x="2292" y="1198"/>
                  <a:pt x="2296" y="1202"/>
                  <a:pt x="2301" y="1202"/>
                </a:cubicBezTo>
                <a:cubicBezTo>
                  <a:pt x="2306" y="1202"/>
                  <a:pt x="2310" y="1198"/>
                  <a:pt x="2310" y="1193"/>
                </a:cubicBezTo>
                <a:close/>
                <a:moveTo>
                  <a:pt x="2361" y="1193"/>
                </a:moveTo>
                <a:cubicBezTo>
                  <a:pt x="2361" y="1188"/>
                  <a:pt x="2357" y="1185"/>
                  <a:pt x="2352" y="1185"/>
                </a:cubicBezTo>
                <a:cubicBezTo>
                  <a:pt x="2348" y="1185"/>
                  <a:pt x="2344" y="1188"/>
                  <a:pt x="2344" y="1193"/>
                </a:cubicBezTo>
                <a:cubicBezTo>
                  <a:pt x="2344" y="1198"/>
                  <a:pt x="2348" y="1202"/>
                  <a:pt x="2352" y="1202"/>
                </a:cubicBezTo>
                <a:cubicBezTo>
                  <a:pt x="2357" y="1202"/>
                  <a:pt x="2361" y="1198"/>
                  <a:pt x="2361" y="1193"/>
                </a:cubicBezTo>
                <a:close/>
                <a:moveTo>
                  <a:pt x="2387" y="1193"/>
                </a:moveTo>
                <a:cubicBezTo>
                  <a:pt x="2387" y="1188"/>
                  <a:pt x="2383" y="1185"/>
                  <a:pt x="2378" y="1185"/>
                </a:cubicBezTo>
                <a:cubicBezTo>
                  <a:pt x="2373" y="1185"/>
                  <a:pt x="2370" y="1188"/>
                  <a:pt x="2370" y="1193"/>
                </a:cubicBezTo>
                <a:cubicBezTo>
                  <a:pt x="2370" y="1198"/>
                  <a:pt x="2373" y="1202"/>
                  <a:pt x="2378" y="1202"/>
                </a:cubicBezTo>
                <a:cubicBezTo>
                  <a:pt x="2383" y="1202"/>
                  <a:pt x="2387" y="1198"/>
                  <a:pt x="2387" y="1193"/>
                </a:cubicBezTo>
                <a:close/>
                <a:moveTo>
                  <a:pt x="738" y="1219"/>
                </a:moveTo>
                <a:cubicBezTo>
                  <a:pt x="738" y="1214"/>
                  <a:pt x="734" y="1210"/>
                  <a:pt x="730" y="1210"/>
                </a:cubicBezTo>
                <a:cubicBezTo>
                  <a:pt x="725" y="1210"/>
                  <a:pt x="721" y="1214"/>
                  <a:pt x="721" y="1219"/>
                </a:cubicBezTo>
                <a:cubicBezTo>
                  <a:pt x="721" y="1224"/>
                  <a:pt x="725" y="1228"/>
                  <a:pt x="730" y="1228"/>
                </a:cubicBezTo>
                <a:cubicBezTo>
                  <a:pt x="734" y="1228"/>
                  <a:pt x="738" y="1224"/>
                  <a:pt x="738" y="1219"/>
                </a:cubicBezTo>
                <a:close/>
                <a:moveTo>
                  <a:pt x="764" y="1219"/>
                </a:moveTo>
                <a:cubicBezTo>
                  <a:pt x="764" y="1214"/>
                  <a:pt x="760" y="1210"/>
                  <a:pt x="755" y="1210"/>
                </a:cubicBezTo>
                <a:cubicBezTo>
                  <a:pt x="751" y="1210"/>
                  <a:pt x="747" y="1214"/>
                  <a:pt x="747" y="1219"/>
                </a:cubicBezTo>
                <a:cubicBezTo>
                  <a:pt x="747" y="1224"/>
                  <a:pt x="751" y="1228"/>
                  <a:pt x="755" y="1228"/>
                </a:cubicBezTo>
                <a:cubicBezTo>
                  <a:pt x="760" y="1228"/>
                  <a:pt x="764" y="1224"/>
                  <a:pt x="764" y="1219"/>
                </a:cubicBezTo>
                <a:close/>
                <a:moveTo>
                  <a:pt x="790" y="1219"/>
                </a:moveTo>
                <a:cubicBezTo>
                  <a:pt x="790" y="1214"/>
                  <a:pt x="786" y="1210"/>
                  <a:pt x="781" y="1210"/>
                </a:cubicBezTo>
                <a:cubicBezTo>
                  <a:pt x="776" y="1210"/>
                  <a:pt x="773" y="1214"/>
                  <a:pt x="773" y="1219"/>
                </a:cubicBezTo>
                <a:cubicBezTo>
                  <a:pt x="773" y="1224"/>
                  <a:pt x="776" y="1228"/>
                  <a:pt x="781" y="1228"/>
                </a:cubicBezTo>
                <a:cubicBezTo>
                  <a:pt x="786" y="1228"/>
                  <a:pt x="790" y="1224"/>
                  <a:pt x="790" y="1219"/>
                </a:cubicBezTo>
                <a:close/>
                <a:moveTo>
                  <a:pt x="816" y="1219"/>
                </a:moveTo>
                <a:cubicBezTo>
                  <a:pt x="816" y="1214"/>
                  <a:pt x="812" y="1210"/>
                  <a:pt x="807" y="1210"/>
                </a:cubicBezTo>
                <a:cubicBezTo>
                  <a:pt x="802" y="1210"/>
                  <a:pt x="798" y="1214"/>
                  <a:pt x="798" y="1219"/>
                </a:cubicBezTo>
                <a:cubicBezTo>
                  <a:pt x="798" y="1224"/>
                  <a:pt x="802" y="1228"/>
                  <a:pt x="807" y="1228"/>
                </a:cubicBezTo>
                <a:cubicBezTo>
                  <a:pt x="812" y="1228"/>
                  <a:pt x="816" y="1224"/>
                  <a:pt x="816" y="1219"/>
                </a:cubicBezTo>
                <a:close/>
                <a:moveTo>
                  <a:pt x="841" y="1219"/>
                </a:moveTo>
                <a:cubicBezTo>
                  <a:pt x="841" y="1214"/>
                  <a:pt x="837" y="1210"/>
                  <a:pt x="833" y="1210"/>
                </a:cubicBezTo>
                <a:cubicBezTo>
                  <a:pt x="828" y="1210"/>
                  <a:pt x="824" y="1214"/>
                  <a:pt x="824" y="1219"/>
                </a:cubicBezTo>
                <a:cubicBezTo>
                  <a:pt x="824" y="1224"/>
                  <a:pt x="828" y="1228"/>
                  <a:pt x="833" y="1228"/>
                </a:cubicBezTo>
                <a:cubicBezTo>
                  <a:pt x="837" y="1228"/>
                  <a:pt x="841" y="1224"/>
                  <a:pt x="841" y="1219"/>
                </a:cubicBezTo>
                <a:close/>
                <a:moveTo>
                  <a:pt x="867" y="1219"/>
                </a:moveTo>
                <a:cubicBezTo>
                  <a:pt x="867" y="1214"/>
                  <a:pt x="863" y="1210"/>
                  <a:pt x="858" y="1210"/>
                </a:cubicBezTo>
                <a:cubicBezTo>
                  <a:pt x="854" y="1210"/>
                  <a:pt x="850" y="1214"/>
                  <a:pt x="850" y="1219"/>
                </a:cubicBezTo>
                <a:cubicBezTo>
                  <a:pt x="850" y="1224"/>
                  <a:pt x="854" y="1228"/>
                  <a:pt x="858" y="1228"/>
                </a:cubicBezTo>
                <a:cubicBezTo>
                  <a:pt x="863" y="1228"/>
                  <a:pt x="867" y="1224"/>
                  <a:pt x="867" y="1219"/>
                </a:cubicBezTo>
                <a:close/>
                <a:moveTo>
                  <a:pt x="893" y="1219"/>
                </a:moveTo>
                <a:cubicBezTo>
                  <a:pt x="893" y="1214"/>
                  <a:pt x="889" y="1210"/>
                  <a:pt x="884" y="1210"/>
                </a:cubicBezTo>
                <a:cubicBezTo>
                  <a:pt x="879" y="1210"/>
                  <a:pt x="876" y="1214"/>
                  <a:pt x="876" y="1219"/>
                </a:cubicBezTo>
                <a:cubicBezTo>
                  <a:pt x="876" y="1224"/>
                  <a:pt x="879" y="1228"/>
                  <a:pt x="884" y="1228"/>
                </a:cubicBezTo>
                <a:cubicBezTo>
                  <a:pt x="889" y="1228"/>
                  <a:pt x="893" y="1224"/>
                  <a:pt x="893" y="1219"/>
                </a:cubicBezTo>
                <a:close/>
                <a:moveTo>
                  <a:pt x="919" y="1219"/>
                </a:moveTo>
                <a:cubicBezTo>
                  <a:pt x="919" y="1214"/>
                  <a:pt x="915" y="1210"/>
                  <a:pt x="910" y="1210"/>
                </a:cubicBezTo>
                <a:cubicBezTo>
                  <a:pt x="905" y="1210"/>
                  <a:pt x="901" y="1214"/>
                  <a:pt x="901" y="1219"/>
                </a:cubicBezTo>
                <a:cubicBezTo>
                  <a:pt x="901" y="1224"/>
                  <a:pt x="905" y="1228"/>
                  <a:pt x="910" y="1228"/>
                </a:cubicBezTo>
                <a:cubicBezTo>
                  <a:pt x="915" y="1228"/>
                  <a:pt x="919" y="1224"/>
                  <a:pt x="919" y="1219"/>
                </a:cubicBezTo>
                <a:close/>
                <a:moveTo>
                  <a:pt x="944" y="1219"/>
                </a:moveTo>
                <a:cubicBezTo>
                  <a:pt x="944" y="1214"/>
                  <a:pt x="940" y="1210"/>
                  <a:pt x="936" y="1210"/>
                </a:cubicBezTo>
                <a:cubicBezTo>
                  <a:pt x="931" y="1210"/>
                  <a:pt x="927" y="1214"/>
                  <a:pt x="927" y="1219"/>
                </a:cubicBezTo>
                <a:cubicBezTo>
                  <a:pt x="927" y="1224"/>
                  <a:pt x="931" y="1228"/>
                  <a:pt x="936" y="1228"/>
                </a:cubicBezTo>
                <a:cubicBezTo>
                  <a:pt x="940" y="1228"/>
                  <a:pt x="944" y="1224"/>
                  <a:pt x="944" y="1219"/>
                </a:cubicBezTo>
                <a:close/>
                <a:moveTo>
                  <a:pt x="1382" y="1219"/>
                </a:moveTo>
                <a:cubicBezTo>
                  <a:pt x="1382" y="1214"/>
                  <a:pt x="1378" y="1210"/>
                  <a:pt x="1374" y="1210"/>
                </a:cubicBezTo>
                <a:cubicBezTo>
                  <a:pt x="1369" y="1210"/>
                  <a:pt x="1365" y="1214"/>
                  <a:pt x="1365" y="1219"/>
                </a:cubicBezTo>
                <a:cubicBezTo>
                  <a:pt x="1365" y="1224"/>
                  <a:pt x="1369" y="1228"/>
                  <a:pt x="1374" y="1228"/>
                </a:cubicBezTo>
                <a:cubicBezTo>
                  <a:pt x="1378" y="1228"/>
                  <a:pt x="1382" y="1224"/>
                  <a:pt x="1382" y="1219"/>
                </a:cubicBezTo>
                <a:close/>
                <a:moveTo>
                  <a:pt x="1408" y="1219"/>
                </a:moveTo>
                <a:cubicBezTo>
                  <a:pt x="1408" y="1214"/>
                  <a:pt x="1404" y="1210"/>
                  <a:pt x="1399" y="1210"/>
                </a:cubicBezTo>
                <a:cubicBezTo>
                  <a:pt x="1395" y="1210"/>
                  <a:pt x="1391" y="1214"/>
                  <a:pt x="1391" y="1219"/>
                </a:cubicBezTo>
                <a:cubicBezTo>
                  <a:pt x="1391" y="1224"/>
                  <a:pt x="1395" y="1228"/>
                  <a:pt x="1399" y="1228"/>
                </a:cubicBezTo>
                <a:cubicBezTo>
                  <a:pt x="1404" y="1228"/>
                  <a:pt x="1408" y="1224"/>
                  <a:pt x="1408" y="1219"/>
                </a:cubicBezTo>
                <a:close/>
                <a:moveTo>
                  <a:pt x="1434" y="1219"/>
                </a:moveTo>
                <a:cubicBezTo>
                  <a:pt x="1434" y="1214"/>
                  <a:pt x="1430" y="1210"/>
                  <a:pt x="1425" y="1210"/>
                </a:cubicBezTo>
                <a:cubicBezTo>
                  <a:pt x="1420" y="1210"/>
                  <a:pt x="1417" y="1214"/>
                  <a:pt x="1417" y="1219"/>
                </a:cubicBezTo>
                <a:cubicBezTo>
                  <a:pt x="1417" y="1224"/>
                  <a:pt x="1420" y="1228"/>
                  <a:pt x="1425" y="1228"/>
                </a:cubicBezTo>
                <a:cubicBezTo>
                  <a:pt x="1430" y="1228"/>
                  <a:pt x="1434" y="1224"/>
                  <a:pt x="1434" y="1219"/>
                </a:cubicBezTo>
                <a:close/>
                <a:moveTo>
                  <a:pt x="1459" y="1219"/>
                </a:moveTo>
                <a:cubicBezTo>
                  <a:pt x="1459" y="1214"/>
                  <a:pt x="1456" y="1210"/>
                  <a:pt x="1451" y="1210"/>
                </a:cubicBezTo>
                <a:cubicBezTo>
                  <a:pt x="1446" y="1210"/>
                  <a:pt x="1442" y="1214"/>
                  <a:pt x="1442" y="1219"/>
                </a:cubicBezTo>
                <a:cubicBezTo>
                  <a:pt x="1442" y="1224"/>
                  <a:pt x="1446" y="1228"/>
                  <a:pt x="1451" y="1228"/>
                </a:cubicBezTo>
                <a:cubicBezTo>
                  <a:pt x="1456" y="1228"/>
                  <a:pt x="1459" y="1224"/>
                  <a:pt x="1459" y="1219"/>
                </a:cubicBezTo>
                <a:close/>
                <a:moveTo>
                  <a:pt x="1485" y="1219"/>
                </a:moveTo>
                <a:cubicBezTo>
                  <a:pt x="1485" y="1214"/>
                  <a:pt x="1481" y="1210"/>
                  <a:pt x="1477" y="1210"/>
                </a:cubicBezTo>
                <a:cubicBezTo>
                  <a:pt x="1472" y="1210"/>
                  <a:pt x="1468" y="1214"/>
                  <a:pt x="1468" y="1219"/>
                </a:cubicBezTo>
                <a:cubicBezTo>
                  <a:pt x="1468" y="1224"/>
                  <a:pt x="1472" y="1228"/>
                  <a:pt x="1477" y="1228"/>
                </a:cubicBezTo>
                <a:cubicBezTo>
                  <a:pt x="1481" y="1228"/>
                  <a:pt x="1485" y="1224"/>
                  <a:pt x="1485" y="1219"/>
                </a:cubicBezTo>
                <a:close/>
                <a:moveTo>
                  <a:pt x="1511" y="1219"/>
                </a:moveTo>
                <a:cubicBezTo>
                  <a:pt x="1511" y="1214"/>
                  <a:pt x="1507" y="1210"/>
                  <a:pt x="1502" y="1210"/>
                </a:cubicBezTo>
                <a:cubicBezTo>
                  <a:pt x="1498" y="1210"/>
                  <a:pt x="1494" y="1214"/>
                  <a:pt x="1494" y="1219"/>
                </a:cubicBezTo>
                <a:cubicBezTo>
                  <a:pt x="1494" y="1224"/>
                  <a:pt x="1498" y="1228"/>
                  <a:pt x="1502" y="1228"/>
                </a:cubicBezTo>
                <a:cubicBezTo>
                  <a:pt x="1507" y="1228"/>
                  <a:pt x="1511" y="1224"/>
                  <a:pt x="1511" y="1219"/>
                </a:cubicBezTo>
                <a:close/>
                <a:moveTo>
                  <a:pt x="1537" y="1219"/>
                </a:moveTo>
                <a:cubicBezTo>
                  <a:pt x="1537" y="1214"/>
                  <a:pt x="1533" y="1210"/>
                  <a:pt x="1528" y="1210"/>
                </a:cubicBezTo>
                <a:cubicBezTo>
                  <a:pt x="1523" y="1210"/>
                  <a:pt x="1520" y="1214"/>
                  <a:pt x="1520" y="1219"/>
                </a:cubicBezTo>
                <a:cubicBezTo>
                  <a:pt x="1520" y="1224"/>
                  <a:pt x="1523" y="1228"/>
                  <a:pt x="1528" y="1228"/>
                </a:cubicBezTo>
                <a:cubicBezTo>
                  <a:pt x="1533" y="1228"/>
                  <a:pt x="1537" y="1224"/>
                  <a:pt x="1537" y="1219"/>
                </a:cubicBezTo>
                <a:close/>
                <a:moveTo>
                  <a:pt x="1614" y="1219"/>
                </a:moveTo>
                <a:cubicBezTo>
                  <a:pt x="1614" y="1214"/>
                  <a:pt x="1610" y="1210"/>
                  <a:pt x="1605" y="1210"/>
                </a:cubicBezTo>
                <a:cubicBezTo>
                  <a:pt x="1601" y="1210"/>
                  <a:pt x="1597" y="1214"/>
                  <a:pt x="1597" y="1219"/>
                </a:cubicBezTo>
                <a:cubicBezTo>
                  <a:pt x="1597" y="1224"/>
                  <a:pt x="1601" y="1228"/>
                  <a:pt x="1605" y="1228"/>
                </a:cubicBezTo>
                <a:cubicBezTo>
                  <a:pt x="1610" y="1228"/>
                  <a:pt x="1614" y="1224"/>
                  <a:pt x="1614" y="1219"/>
                </a:cubicBezTo>
                <a:close/>
                <a:moveTo>
                  <a:pt x="1640" y="1219"/>
                </a:moveTo>
                <a:cubicBezTo>
                  <a:pt x="1640" y="1214"/>
                  <a:pt x="1636" y="1210"/>
                  <a:pt x="1631" y="1210"/>
                </a:cubicBezTo>
                <a:cubicBezTo>
                  <a:pt x="1626" y="1210"/>
                  <a:pt x="1623" y="1214"/>
                  <a:pt x="1623" y="1219"/>
                </a:cubicBezTo>
                <a:cubicBezTo>
                  <a:pt x="1623" y="1224"/>
                  <a:pt x="1626" y="1228"/>
                  <a:pt x="1631" y="1228"/>
                </a:cubicBezTo>
                <a:cubicBezTo>
                  <a:pt x="1636" y="1228"/>
                  <a:pt x="1640" y="1224"/>
                  <a:pt x="1640" y="1219"/>
                </a:cubicBezTo>
                <a:close/>
                <a:moveTo>
                  <a:pt x="2207" y="1219"/>
                </a:moveTo>
                <a:cubicBezTo>
                  <a:pt x="2207" y="1214"/>
                  <a:pt x="2203" y="1210"/>
                  <a:pt x="2198" y="1210"/>
                </a:cubicBezTo>
                <a:cubicBezTo>
                  <a:pt x="2193" y="1210"/>
                  <a:pt x="2189" y="1214"/>
                  <a:pt x="2189" y="1219"/>
                </a:cubicBezTo>
                <a:cubicBezTo>
                  <a:pt x="2189" y="1224"/>
                  <a:pt x="2193" y="1228"/>
                  <a:pt x="2198" y="1228"/>
                </a:cubicBezTo>
                <a:cubicBezTo>
                  <a:pt x="2203" y="1228"/>
                  <a:pt x="2207" y="1224"/>
                  <a:pt x="2207" y="1219"/>
                </a:cubicBezTo>
                <a:close/>
                <a:moveTo>
                  <a:pt x="2232" y="1219"/>
                </a:moveTo>
                <a:cubicBezTo>
                  <a:pt x="2232" y="1214"/>
                  <a:pt x="2228" y="1210"/>
                  <a:pt x="2224" y="1210"/>
                </a:cubicBezTo>
                <a:cubicBezTo>
                  <a:pt x="2219" y="1210"/>
                  <a:pt x="2215" y="1214"/>
                  <a:pt x="2215" y="1219"/>
                </a:cubicBezTo>
                <a:cubicBezTo>
                  <a:pt x="2215" y="1224"/>
                  <a:pt x="2219" y="1228"/>
                  <a:pt x="2224" y="1228"/>
                </a:cubicBezTo>
                <a:cubicBezTo>
                  <a:pt x="2228" y="1228"/>
                  <a:pt x="2232" y="1224"/>
                  <a:pt x="2232" y="1219"/>
                </a:cubicBezTo>
                <a:close/>
                <a:moveTo>
                  <a:pt x="2258" y="1219"/>
                </a:moveTo>
                <a:cubicBezTo>
                  <a:pt x="2258" y="1214"/>
                  <a:pt x="2254" y="1210"/>
                  <a:pt x="2249" y="1210"/>
                </a:cubicBezTo>
                <a:cubicBezTo>
                  <a:pt x="2245" y="1210"/>
                  <a:pt x="2241" y="1214"/>
                  <a:pt x="2241" y="1219"/>
                </a:cubicBezTo>
                <a:cubicBezTo>
                  <a:pt x="2241" y="1224"/>
                  <a:pt x="2245" y="1228"/>
                  <a:pt x="2249" y="1228"/>
                </a:cubicBezTo>
                <a:cubicBezTo>
                  <a:pt x="2254" y="1228"/>
                  <a:pt x="2258" y="1224"/>
                  <a:pt x="2258" y="1219"/>
                </a:cubicBezTo>
                <a:close/>
                <a:moveTo>
                  <a:pt x="2284" y="1219"/>
                </a:moveTo>
                <a:cubicBezTo>
                  <a:pt x="2284" y="1214"/>
                  <a:pt x="2280" y="1210"/>
                  <a:pt x="2275" y="1210"/>
                </a:cubicBezTo>
                <a:cubicBezTo>
                  <a:pt x="2270" y="1210"/>
                  <a:pt x="2267" y="1214"/>
                  <a:pt x="2267" y="1219"/>
                </a:cubicBezTo>
                <a:cubicBezTo>
                  <a:pt x="2267" y="1224"/>
                  <a:pt x="2270" y="1228"/>
                  <a:pt x="2275" y="1228"/>
                </a:cubicBezTo>
                <a:cubicBezTo>
                  <a:pt x="2280" y="1228"/>
                  <a:pt x="2284" y="1224"/>
                  <a:pt x="2284" y="1219"/>
                </a:cubicBezTo>
                <a:close/>
                <a:moveTo>
                  <a:pt x="2310" y="1219"/>
                </a:moveTo>
                <a:cubicBezTo>
                  <a:pt x="2310" y="1214"/>
                  <a:pt x="2306" y="1210"/>
                  <a:pt x="2301" y="1210"/>
                </a:cubicBezTo>
                <a:cubicBezTo>
                  <a:pt x="2296" y="1210"/>
                  <a:pt x="2292" y="1214"/>
                  <a:pt x="2292" y="1219"/>
                </a:cubicBezTo>
                <a:cubicBezTo>
                  <a:pt x="2292" y="1224"/>
                  <a:pt x="2296" y="1228"/>
                  <a:pt x="2301" y="1228"/>
                </a:cubicBezTo>
                <a:cubicBezTo>
                  <a:pt x="2306" y="1228"/>
                  <a:pt x="2310" y="1224"/>
                  <a:pt x="2310" y="1219"/>
                </a:cubicBezTo>
                <a:close/>
                <a:moveTo>
                  <a:pt x="2335" y="1219"/>
                </a:moveTo>
                <a:cubicBezTo>
                  <a:pt x="2335" y="1214"/>
                  <a:pt x="2331" y="1210"/>
                  <a:pt x="2327" y="1210"/>
                </a:cubicBezTo>
                <a:cubicBezTo>
                  <a:pt x="2322" y="1210"/>
                  <a:pt x="2318" y="1214"/>
                  <a:pt x="2318" y="1219"/>
                </a:cubicBezTo>
                <a:cubicBezTo>
                  <a:pt x="2318" y="1224"/>
                  <a:pt x="2322" y="1228"/>
                  <a:pt x="2327" y="1228"/>
                </a:cubicBezTo>
                <a:cubicBezTo>
                  <a:pt x="2331" y="1228"/>
                  <a:pt x="2335" y="1224"/>
                  <a:pt x="2335" y="1219"/>
                </a:cubicBezTo>
                <a:close/>
                <a:moveTo>
                  <a:pt x="2361" y="1219"/>
                </a:moveTo>
                <a:cubicBezTo>
                  <a:pt x="2361" y="1214"/>
                  <a:pt x="2357" y="1210"/>
                  <a:pt x="2352" y="1210"/>
                </a:cubicBezTo>
                <a:cubicBezTo>
                  <a:pt x="2348" y="1210"/>
                  <a:pt x="2344" y="1214"/>
                  <a:pt x="2344" y="1219"/>
                </a:cubicBezTo>
                <a:cubicBezTo>
                  <a:pt x="2344" y="1224"/>
                  <a:pt x="2348" y="1228"/>
                  <a:pt x="2352" y="1228"/>
                </a:cubicBezTo>
                <a:cubicBezTo>
                  <a:pt x="2357" y="1228"/>
                  <a:pt x="2361" y="1224"/>
                  <a:pt x="2361" y="1219"/>
                </a:cubicBezTo>
                <a:close/>
                <a:moveTo>
                  <a:pt x="2387" y="1219"/>
                </a:moveTo>
                <a:cubicBezTo>
                  <a:pt x="2387" y="1214"/>
                  <a:pt x="2383" y="1210"/>
                  <a:pt x="2378" y="1210"/>
                </a:cubicBezTo>
                <a:cubicBezTo>
                  <a:pt x="2373" y="1210"/>
                  <a:pt x="2370" y="1214"/>
                  <a:pt x="2370" y="1219"/>
                </a:cubicBezTo>
                <a:cubicBezTo>
                  <a:pt x="2370" y="1224"/>
                  <a:pt x="2373" y="1228"/>
                  <a:pt x="2378" y="1228"/>
                </a:cubicBezTo>
                <a:cubicBezTo>
                  <a:pt x="2383" y="1228"/>
                  <a:pt x="2387" y="1224"/>
                  <a:pt x="2387" y="1219"/>
                </a:cubicBezTo>
                <a:close/>
                <a:moveTo>
                  <a:pt x="2413" y="1219"/>
                </a:moveTo>
                <a:cubicBezTo>
                  <a:pt x="2413" y="1214"/>
                  <a:pt x="2409" y="1210"/>
                  <a:pt x="2404" y="1210"/>
                </a:cubicBezTo>
                <a:cubicBezTo>
                  <a:pt x="2399" y="1210"/>
                  <a:pt x="2395" y="1214"/>
                  <a:pt x="2395" y="1219"/>
                </a:cubicBezTo>
                <a:cubicBezTo>
                  <a:pt x="2395" y="1224"/>
                  <a:pt x="2399" y="1228"/>
                  <a:pt x="2404" y="1228"/>
                </a:cubicBezTo>
                <a:cubicBezTo>
                  <a:pt x="2409" y="1228"/>
                  <a:pt x="2413" y="1224"/>
                  <a:pt x="2413" y="1219"/>
                </a:cubicBezTo>
                <a:close/>
                <a:moveTo>
                  <a:pt x="738" y="1245"/>
                </a:moveTo>
                <a:cubicBezTo>
                  <a:pt x="738" y="1240"/>
                  <a:pt x="734" y="1236"/>
                  <a:pt x="730" y="1236"/>
                </a:cubicBezTo>
                <a:cubicBezTo>
                  <a:pt x="725" y="1236"/>
                  <a:pt x="721" y="1240"/>
                  <a:pt x="721" y="1245"/>
                </a:cubicBezTo>
                <a:cubicBezTo>
                  <a:pt x="721" y="1249"/>
                  <a:pt x="725" y="1253"/>
                  <a:pt x="730" y="1253"/>
                </a:cubicBezTo>
                <a:cubicBezTo>
                  <a:pt x="734" y="1253"/>
                  <a:pt x="738" y="1249"/>
                  <a:pt x="738" y="1245"/>
                </a:cubicBezTo>
                <a:close/>
                <a:moveTo>
                  <a:pt x="764" y="1245"/>
                </a:moveTo>
                <a:cubicBezTo>
                  <a:pt x="764" y="1240"/>
                  <a:pt x="760" y="1236"/>
                  <a:pt x="755" y="1236"/>
                </a:cubicBezTo>
                <a:cubicBezTo>
                  <a:pt x="751" y="1236"/>
                  <a:pt x="747" y="1240"/>
                  <a:pt x="747" y="1245"/>
                </a:cubicBezTo>
                <a:cubicBezTo>
                  <a:pt x="747" y="1249"/>
                  <a:pt x="751" y="1253"/>
                  <a:pt x="755" y="1253"/>
                </a:cubicBezTo>
                <a:cubicBezTo>
                  <a:pt x="760" y="1253"/>
                  <a:pt x="764" y="1249"/>
                  <a:pt x="764" y="1245"/>
                </a:cubicBezTo>
                <a:close/>
                <a:moveTo>
                  <a:pt x="790" y="1245"/>
                </a:moveTo>
                <a:cubicBezTo>
                  <a:pt x="790" y="1240"/>
                  <a:pt x="786" y="1236"/>
                  <a:pt x="781" y="1236"/>
                </a:cubicBezTo>
                <a:cubicBezTo>
                  <a:pt x="776" y="1236"/>
                  <a:pt x="773" y="1240"/>
                  <a:pt x="773" y="1245"/>
                </a:cubicBezTo>
                <a:cubicBezTo>
                  <a:pt x="773" y="1249"/>
                  <a:pt x="776" y="1253"/>
                  <a:pt x="781" y="1253"/>
                </a:cubicBezTo>
                <a:cubicBezTo>
                  <a:pt x="786" y="1253"/>
                  <a:pt x="790" y="1249"/>
                  <a:pt x="790" y="1245"/>
                </a:cubicBezTo>
                <a:close/>
                <a:moveTo>
                  <a:pt x="816" y="1245"/>
                </a:moveTo>
                <a:cubicBezTo>
                  <a:pt x="816" y="1240"/>
                  <a:pt x="812" y="1236"/>
                  <a:pt x="807" y="1236"/>
                </a:cubicBezTo>
                <a:cubicBezTo>
                  <a:pt x="802" y="1236"/>
                  <a:pt x="798" y="1240"/>
                  <a:pt x="798" y="1245"/>
                </a:cubicBezTo>
                <a:cubicBezTo>
                  <a:pt x="798" y="1249"/>
                  <a:pt x="802" y="1253"/>
                  <a:pt x="807" y="1253"/>
                </a:cubicBezTo>
                <a:cubicBezTo>
                  <a:pt x="812" y="1253"/>
                  <a:pt x="816" y="1249"/>
                  <a:pt x="816" y="1245"/>
                </a:cubicBezTo>
                <a:close/>
                <a:moveTo>
                  <a:pt x="841" y="1245"/>
                </a:moveTo>
                <a:cubicBezTo>
                  <a:pt x="841" y="1240"/>
                  <a:pt x="837" y="1236"/>
                  <a:pt x="833" y="1236"/>
                </a:cubicBezTo>
                <a:cubicBezTo>
                  <a:pt x="828" y="1236"/>
                  <a:pt x="824" y="1240"/>
                  <a:pt x="824" y="1245"/>
                </a:cubicBezTo>
                <a:cubicBezTo>
                  <a:pt x="824" y="1249"/>
                  <a:pt x="828" y="1253"/>
                  <a:pt x="833" y="1253"/>
                </a:cubicBezTo>
                <a:cubicBezTo>
                  <a:pt x="837" y="1253"/>
                  <a:pt x="841" y="1249"/>
                  <a:pt x="841" y="1245"/>
                </a:cubicBezTo>
                <a:close/>
                <a:moveTo>
                  <a:pt x="867" y="1245"/>
                </a:moveTo>
                <a:cubicBezTo>
                  <a:pt x="867" y="1240"/>
                  <a:pt x="863" y="1236"/>
                  <a:pt x="858" y="1236"/>
                </a:cubicBezTo>
                <a:cubicBezTo>
                  <a:pt x="854" y="1236"/>
                  <a:pt x="850" y="1240"/>
                  <a:pt x="850" y="1245"/>
                </a:cubicBezTo>
                <a:cubicBezTo>
                  <a:pt x="850" y="1249"/>
                  <a:pt x="854" y="1253"/>
                  <a:pt x="858" y="1253"/>
                </a:cubicBezTo>
                <a:cubicBezTo>
                  <a:pt x="863" y="1253"/>
                  <a:pt x="867" y="1249"/>
                  <a:pt x="867" y="1245"/>
                </a:cubicBezTo>
                <a:close/>
                <a:moveTo>
                  <a:pt x="893" y="1245"/>
                </a:moveTo>
                <a:cubicBezTo>
                  <a:pt x="893" y="1240"/>
                  <a:pt x="889" y="1236"/>
                  <a:pt x="884" y="1236"/>
                </a:cubicBezTo>
                <a:cubicBezTo>
                  <a:pt x="879" y="1236"/>
                  <a:pt x="876" y="1240"/>
                  <a:pt x="876" y="1245"/>
                </a:cubicBezTo>
                <a:cubicBezTo>
                  <a:pt x="876" y="1249"/>
                  <a:pt x="879" y="1253"/>
                  <a:pt x="884" y="1253"/>
                </a:cubicBezTo>
                <a:cubicBezTo>
                  <a:pt x="889" y="1253"/>
                  <a:pt x="893" y="1249"/>
                  <a:pt x="893" y="1245"/>
                </a:cubicBezTo>
                <a:close/>
                <a:moveTo>
                  <a:pt x="919" y="1245"/>
                </a:moveTo>
                <a:cubicBezTo>
                  <a:pt x="919" y="1240"/>
                  <a:pt x="915" y="1236"/>
                  <a:pt x="910" y="1236"/>
                </a:cubicBezTo>
                <a:cubicBezTo>
                  <a:pt x="905" y="1236"/>
                  <a:pt x="901" y="1240"/>
                  <a:pt x="901" y="1245"/>
                </a:cubicBezTo>
                <a:cubicBezTo>
                  <a:pt x="901" y="1249"/>
                  <a:pt x="905" y="1253"/>
                  <a:pt x="910" y="1253"/>
                </a:cubicBezTo>
                <a:cubicBezTo>
                  <a:pt x="915" y="1253"/>
                  <a:pt x="919" y="1249"/>
                  <a:pt x="919" y="1245"/>
                </a:cubicBezTo>
                <a:close/>
                <a:moveTo>
                  <a:pt x="1408" y="1245"/>
                </a:moveTo>
                <a:cubicBezTo>
                  <a:pt x="1408" y="1240"/>
                  <a:pt x="1404" y="1236"/>
                  <a:pt x="1399" y="1236"/>
                </a:cubicBezTo>
                <a:cubicBezTo>
                  <a:pt x="1395" y="1236"/>
                  <a:pt x="1391" y="1240"/>
                  <a:pt x="1391" y="1245"/>
                </a:cubicBezTo>
                <a:cubicBezTo>
                  <a:pt x="1391" y="1249"/>
                  <a:pt x="1395" y="1253"/>
                  <a:pt x="1399" y="1253"/>
                </a:cubicBezTo>
                <a:cubicBezTo>
                  <a:pt x="1404" y="1253"/>
                  <a:pt x="1408" y="1249"/>
                  <a:pt x="1408" y="1245"/>
                </a:cubicBezTo>
                <a:close/>
                <a:moveTo>
                  <a:pt x="1434" y="1245"/>
                </a:moveTo>
                <a:cubicBezTo>
                  <a:pt x="1434" y="1240"/>
                  <a:pt x="1430" y="1236"/>
                  <a:pt x="1425" y="1236"/>
                </a:cubicBezTo>
                <a:cubicBezTo>
                  <a:pt x="1420" y="1236"/>
                  <a:pt x="1417" y="1240"/>
                  <a:pt x="1417" y="1245"/>
                </a:cubicBezTo>
                <a:cubicBezTo>
                  <a:pt x="1417" y="1249"/>
                  <a:pt x="1420" y="1253"/>
                  <a:pt x="1425" y="1253"/>
                </a:cubicBezTo>
                <a:cubicBezTo>
                  <a:pt x="1430" y="1253"/>
                  <a:pt x="1434" y="1249"/>
                  <a:pt x="1434" y="1245"/>
                </a:cubicBezTo>
                <a:close/>
                <a:moveTo>
                  <a:pt x="1459" y="1245"/>
                </a:moveTo>
                <a:cubicBezTo>
                  <a:pt x="1459" y="1240"/>
                  <a:pt x="1456" y="1236"/>
                  <a:pt x="1451" y="1236"/>
                </a:cubicBezTo>
                <a:cubicBezTo>
                  <a:pt x="1446" y="1236"/>
                  <a:pt x="1442" y="1240"/>
                  <a:pt x="1442" y="1245"/>
                </a:cubicBezTo>
                <a:cubicBezTo>
                  <a:pt x="1442" y="1249"/>
                  <a:pt x="1446" y="1253"/>
                  <a:pt x="1451" y="1253"/>
                </a:cubicBezTo>
                <a:cubicBezTo>
                  <a:pt x="1456" y="1253"/>
                  <a:pt x="1459" y="1249"/>
                  <a:pt x="1459" y="1245"/>
                </a:cubicBezTo>
                <a:close/>
                <a:moveTo>
                  <a:pt x="1485" y="1245"/>
                </a:moveTo>
                <a:cubicBezTo>
                  <a:pt x="1485" y="1240"/>
                  <a:pt x="1481" y="1236"/>
                  <a:pt x="1477" y="1236"/>
                </a:cubicBezTo>
                <a:cubicBezTo>
                  <a:pt x="1472" y="1236"/>
                  <a:pt x="1468" y="1240"/>
                  <a:pt x="1468" y="1245"/>
                </a:cubicBezTo>
                <a:cubicBezTo>
                  <a:pt x="1468" y="1249"/>
                  <a:pt x="1472" y="1253"/>
                  <a:pt x="1477" y="1253"/>
                </a:cubicBezTo>
                <a:cubicBezTo>
                  <a:pt x="1481" y="1253"/>
                  <a:pt x="1485" y="1249"/>
                  <a:pt x="1485" y="1245"/>
                </a:cubicBezTo>
                <a:close/>
                <a:moveTo>
                  <a:pt x="1511" y="1245"/>
                </a:moveTo>
                <a:cubicBezTo>
                  <a:pt x="1511" y="1240"/>
                  <a:pt x="1507" y="1236"/>
                  <a:pt x="1502" y="1236"/>
                </a:cubicBezTo>
                <a:cubicBezTo>
                  <a:pt x="1498" y="1236"/>
                  <a:pt x="1494" y="1240"/>
                  <a:pt x="1494" y="1245"/>
                </a:cubicBezTo>
                <a:cubicBezTo>
                  <a:pt x="1494" y="1249"/>
                  <a:pt x="1498" y="1253"/>
                  <a:pt x="1502" y="1253"/>
                </a:cubicBezTo>
                <a:cubicBezTo>
                  <a:pt x="1507" y="1253"/>
                  <a:pt x="1511" y="1249"/>
                  <a:pt x="1511" y="1245"/>
                </a:cubicBezTo>
                <a:close/>
                <a:moveTo>
                  <a:pt x="1537" y="1245"/>
                </a:moveTo>
                <a:cubicBezTo>
                  <a:pt x="1537" y="1240"/>
                  <a:pt x="1533" y="1236"/>
                  <a:pt x="1528" y="1236"/>
                </a:cubicBezTo>
                <a:cubicBezTo>
                  <a:pt x="1523" y="1236"/>
                  <a:pt x="1520" y="1240"/>
                  <a:pt x="1520" y="1245"/>
                </a:cubicBezTo>
                <a:cubicBezTo>
                  <a:pt x="1520" y="1249"/>
                  <a:pt x="1523" y="1253"/>
                  <a:pt x="1528" y="1253"/>
                </a:cubicBezTo>
                <a:cubicBezTo>
                  <a:pt x="1533" y="1253"/>
                  <a:pt x="1537" y="1249"/>
                  <a:pt x="1537" y="1245"/>
                </a:cubicBezTo>
                <a:close/>
                <a:moveTo>
                  <a:pt x="1614" y="1245"/>
                </a:moveTo>
                <a:cubicBezTo>
                  <a:pt x="1614" y="1240"/>
                  <a:pt x="1610" y="1236"/>
                  <a:pt x="1605" y="1236"/>
                </a:cubicBezTo>
                <a:cubicBezTo>
                  <a:pt x="1601" y="1236"/>
                  <a:pt x="1597" y="1240"/>
                  <a:pt x="1597" y="1245"/>
                </a:cubicBezTo>
                <a:cubicBezTo>
                  <a:pt x="1597" y="1249"/>
                  <a:pt x="1601" y="1253"/>
                  <a:pt x="1605" y="1253"/>
                </a:cubicBezTo>
                <a:cubicBezTo>
                  <a:pt x="1610" y="1253"/>
                  <a:pt x="1614" y="1249"/>
                  <a:pt x="1614" y="1245"/>
                </a:cubicBezTo>
                <a:close/>
                <a:moveTo>
                  <a:pt x="1640" y="1245"/>
                </a:moveTo>
                <a:cubicBezTo>
                  <a:pt x="1640" y="1240"/>
                  <a:pt x="1636" y="1236"/>
                  <a:pt x="1631" y="1236"/>
                </a:cubicBezTo>
                <a:cubicBezTo>
                  <a:pt x="1626" y="1236"/>
                  <a:pt x="1623" y="1240"/>
                  <a:pt x="1623" y="1245"/>
                </a:cubicBezTo>
                <a:cubicBezTo>
                  <a:pt x="1623" y="1249"/>
                  <a:pt x="1626" y="1253"/>
                  <a:pt x="1631" y="1253"/>
                </a:cubicBezTo>
                <a:cubicBezTo>
                  <a:pt x="1636" y="1253"/>
                  <a:pt x="1640" y="1249"/>
                  <a:pt x="1640" y="1245"/>
                </a:cubicBezTo>
                <a:close/>
                <a:moveTo>
                  <a:pt x="2155" y="1245"/>
                </a:moveTo>
                <a:cubicBezTo>
                  <a:pt x="2155" y="1240"/>
                  <a:pt x="2151" y="1236"/>
                  <a:pt x="2146" y="1236"/>
                </a:cubicBezTo>
                <a:cubicBezTo>
                  <a:pt x="2142" y="1236"/>
                  <a:pt x="2138" y="1240"/>
                  <a:pt x="2138" y="1245"/>
                </a:cubicBezTo>
                <a:cubicBezTo>
                  <a:pt x="2138" y="1249"/>
                  <a:pt x="2142" y="1253"/>
                  <a:pt x="2146" y="1253"/>
                </a:cubicBezTo>
                <a:cubicBezTo>
                  <a:pt x="2151" y="1253"/>
                  <a:pt x="2155" y="1249"/>
                  <a:pt x="2155" y="1245"/>
                </a:cubicBezTo>
                <a:close/>
                <a:moveTo>
                  <a:pt x="2181" y="1245"/>
                </a:moveTo>
                <a:cubicBezTo>
                  <a:pt x="2181" y="1240"/>
                  <a:pt x="2177" y="1236"/>
                  <a:pt x="2172" y="1236"/>
                </a:cubicBezTo>
                <a:cubicBezTo>
                  <a:pt x="2167" y="1236"/>
                  <a:pt x="2164" y="1240"/>
                  <a:pt x="2164" y="1245"/>
                </a:cubicBezTo>
                <a:cubicBezTo>
                  <a:pt x="2164" y="1249"/>
                  <a:pt x="2167" y="1253"/>
                  <a:pt x="2172" y="1253"/>
                </a:cubicBezTo>
                <a:cubicBezTo>
                  <a:pt x="2177" y="1253"/>
                  <a:pt x="2181" y="1249"/>
                  <a:pt x="2181" y="1245"/>
                </a:cubicBezTo>
                <a:close/>
                <a:moveTo>
                  <a:pt x="2207" y="1245"/>
                </a:moveTo>
                <a:cubicBezTo>
                  <a:pt x="2207" y="1240"/>
                  <a:pt x="2203" y="1236"/>
                  <a:pt x="2198" y="1236"/>
                </a:cubicBezTo>
                <a:cubicBezTo>
                  <a:pt x="2193" y="1236"/>
                  <a:pt x="2189" y="1240"/>
                  <a:pt x="2189" y="1245"/>
                </a:cubicBezTo>
                <a:cubicBezTo>
                  <a:pt x="2189" y="1249"/>
                  <a:pt x="2193" y="1253"/>
                  <a:pt x="2198" y="1253"/>
                </a:cubicBezTo>
                <a:cubicBezTo>
                  <a:pt x="2203" y="1253"/>
                  <a:pt x="2207" y="1249"/>
                  <a:pt x="2207" y="1245"/>
                </a:cubicBezTo>
                <a:close/>
                <a:moveTo>
                  <a:pt x="2232" y="1245"/>
                </a:moveTo>
                <a:cubicBezTo>
                  <a:pt x="2232" y="1240"/>
                  <a:pt x="2228" y="1236"/>
                  <a:pt x="2224" y="1236"/>
                </a:cubicBezTo>
                <a:cubicBezTo>
                  <a:pt x="2219" y="1236"/>
                  <a:pt x="2215" y="1240"/>
                  <a:pt x="2215" y="1245"/>
                </a:cubicBezTo>
                <a:cubicBezTo>
                  <a:pt x="2215" y="1249"/>
                  <a:pt x="2219" y="1253"/>
                  <a:pt x="2224" y="1253"/>
                </a:cubicBezTo>
                <a:cubicBezTo>
                  <a:pt x="2228" y="1253"/>
                  <a:pt x="2232" y="1249"/>
                  <a:pt x="2232" y="1245"/>
                </a:cubicBezTo>
                <a:close/>
                <a:moveTo>
                  <a:pt x="2258" y="1245"/>
                </a:moveTo>
                <a:cubicBezTo>
                  <a:pt x="2258" y="1240"/>
                  <a:pt x="2254" y="1236"/>
                  <a:pt x="2249" y="1236"/>
                </a:cubicBezTo>
                <a:cubicBezTo>
                  <a:pt x="2245" y="1236"/>
                  <a:pt x="2241" y="1240"/>
                  <a:pt x="2241" y="1245"/>
                </a:cubicBezTo>
                <a:cubicBezTo>
                  <a:pt x="2241" y="1249"/>
                  <a:pt x="2245" y="1253"/>
                  <a:pt x="2249" y="1253"/>
                </a:cubicBezTo>
                <a:cubicBezTo>
                  <a:pt x="2254" y="1253"/>
                  <a:pt x="2258" y="1249"/>
                  <a:pt x="2258" y="1245"/>
                </a:cubicBezTo>
                <a:close/>
                <a:moveTo>
                  <a:pt x="2284" y="1245"/>
                </a:moveTo>
                <a:cubicBezTo>
                  <a:pt x="2284" y="1240"/>
                  <a:pt x="2280" y="1236"/>
                  <a:pt x="2275" y="1236"/>
                </a:cubicBezTo>
                <a:cubicBezTo>
                  <a:pt x="2270" y="1236"/>
                  <a:pt x="2267" y="1240"/>
                  <a:pt x="2267" y="1245"/>
                </a:cubicBezTo>
                <a:cubicBezTo>
                  <a:pt x="2267" y="1249"/>
                  <a:pt x="2270" y="1253"/>
                  <a:pt x="2275" y="1253"/>
                </a:cubicBezTo>
                <a:cubicBezTo>
                  <a:pt x="2280" y="1253"/>
                  <a:pt x="2284" y="1249"/>
                  <a:pt x="2284" y="1245"/>
                </a:cubicBezTo>
                <a:close/>
                <a:moveTo>
                  <a:pt x="2310" y="1245"/>
                </a:moveTo>
                <a:cubicBezTo>
                  <a:pt x="2310" y="1240"/>
                  <a:pt x="2306" y="1236"/>
                  <a:pt x="2301" y="1236"/>
                </a:cubicBezTo>
                <a:cubicBezTo>
                  <a:pt x="2296" y="1236"/>
                  <a:pt x="2292" y="1240"/>
                  <a:pt x="2292" y="1245"/>
                </a:cubicBezTo>
                <a:cubicBezTo>
                  <a:pt x="2292" y="1249"/>
                  <a:pt x="2296" y="1253"/>
                  <a:pt x="2301" y="1253"/>
                </a:cubicBezTo>
                <a:cubicBezTo>
                  <a:pt x="2306" y="1253"/>
                  <a:pt x="2310" y="1249"/>
                  <a:pt x="2310" y="1245"/>
                </a:cubicBezTo>
                <a:close/>
                <a:moveTo>
                  <a:pt x="2335" y="1245"/>
                </a:moveTo>
                <a:cubicBezTo>
                  <a:pt x="2335" y="1240"/>
                  <a:pt x="2331" y="1236"/>
                  <a:pt x="2327" y="1236"/>
                </a:cubicBezTo>
                <a:cubicBezTo>
                  <a:pt x="2322" y="1236"/>
                  <a:pt x="2318" y="1240"/>
                  <a:pt x="2318" y="1245"/>
                </a:cubicBezTo>
                <a:cubicBezTo>
                  <a:pt x="2318" y="1249"/>
                  <a:pt x="2322" y="1253"/>
                  <a:pt x="2327" y="1253"/>
                </a:cubicBezTo>
                <a:cubicBezTo>
                  <a:pt x="2331" y="1253"/>
                  <a:pt x="2335" y="1249"/>
                  <a:pt x="2335" y="1245"/>
                </a:cubicBezTo>
                <a:close/>
                <a:moveTo>
                  <a:pt x="2361" y="1245"/>
                </a:moveTo>
                <a:cubicBezTo>
                  <a:pt x="2361" y="1240"/>
                  <a:pt x="2357" y="1236"/>
                  <a:pt x="2352" y="1236"/>
                </a:cubicBezTo>
                <a:cubicBezTo>
                  <a:pt x="2348" y="1236"/>
                  <a:pt x="2344" y="1240"/>
                  <a:pt x="2344" y="1245"/>
                </a:cubicBezTo>
                <a:cubicBezTo>
                  <a:pt x="2344" y="1249"/>
                  <a:pt x="2348" y="1253"/>
                  <a:pt x="2352" y="1253"/>
                </a:cubicBezTo>
                <a:cubicBezTo>
                  <a:pt x="2357" y="1253"/>
                  <a:pt x="2361" y="1249"/>
                  <a:pt x="2361" y="1245"/>
                </a:cubicBezTo>
                <a:close/>
                <a:moveTo>
                  <a:pt x="2387" y="1245"/>
                </a:moveTo>
                <a:cubicBezTo>
                  <a:pt x="2387" y="1240"/>
                  <a:pt x="2383" y="1236"/>
                  <a:pt x="2378" y="1236"/>
                </a:cubicBezTo>
                <a:cubicBezTo>
                  <a:pt x="2373" y="1236"/>
                  <a:pt x="2370" y="1240"/>
                  <a:pt x="2370" y="1245"/>
                </a:cubicBezTo>
                <a:cubicBezTo>
                  <a:pt x="2370" y="1249"/>
                  <a:pt x="2373" y="1253"/>
                  <a:pt x="2378" y="1253"/>
                </a:cubicBezTo>
                <a:cubicBezTo>
                  <a:pt x="2383" y="1253"/>
                  <a:pt x="2387" y="1249"/>
                  <a:pt x="2387" y="1245"/>
                </a:cubicBezTo>
                <a:close/>
                <a:moveTo>
                  <a:pt x="2413" y="1245"/>
                </a:moveTo>
                <a:cubicBezTo>
                  <a:pt x="2413" y="1240"/>
                  <a:pt x="2409" y="1236"/>
                  <a:pt x="2404" y="1236"/>
                </a:cubicBezTo>
                <a:cubicBezTo>
                  <a:pt x="2399" y="1236"/>
                  <a:pt x="2395" y="1240"/>
                  <a:pt x="2395" y="1245"/>
                </a:cubicBezTo>
                <a:cubicBezTo>
                  <a:pt x="2395" y="1249"/>
                  <a:pt x="2399" y="1253"/>
                  <a:pt x="2404" y="1253"/>
                </a:cubicBezTo>
                <a:cubicBezTo>
                  <a:pt x="2409" y="1253"/>
                  <a:pt x="2413" y="1249"/>
                  <a:pt x="2413" y="1245"/>
                </a:cubicBezTo>
                <a:close/>
                <a:moveTo>
                  <a:pt x="2438" y="1245"/>
                </a:moveTo>
                <a:cubicBezTo>
                  <a:pt x="2438" y="1240"/>
                  <a:pt x="2434" y="1236"/>
                  <a:pt x="2430" y="1236"/>
                </a:cubicBezTo>
                <a:cubicBezTo>
                  <a:pt x="2425" y="1236"/>
                  <a:pt x="2421" y="1240"/>
                  <a:pt x="2421" y="1245"/>
                </a:cubicBezTo>
                <a:cubicBezTo>
                  <a:pt x="2421" y="1249"/>
                  <a:pt x="2425" y="1253"/>
                  <a:pt x="2430" y="1253"/>
                </a:cubicBezTo>
                <a:cubicBezTo>
                  <a:pt x="2434" y="1253"/>
                  <a:pt x="2438" y="1249"/>
                  <a:pt x="2438" y="1245"/>
                </a:cubicBezTo>
                <a:close/>
                <a:moveTo>
                  <a:pt x="738" y="1270"/>
                </a:moveTo>
                <a:cubicBezTo>
                  <a:pt x="738" y="1266"/>
                  <a:pt x="734" y="1262"/>
                  <a:pt x="730" y="1262"/>
                </a:cubicBezTo>
                <a:cubicBezTo>
                  <a:pt x="725" y="1262"/>
                  <a:pt x="721" y="1266"/>
                  <a:pt x="721" y="1270"/>
                </a:cubicBezTo>
                <a:cubicBezTo>
                  <a:pt x="721" y="1275"/>
                  <a:pt x="725" y="1279"/>
                  <a:pt x="730" y="1279"/>
                </a:cubicBezTo>
                <a:cubicBezTo>
                  <a:pt x="734" y="1279"/>
                  <a:pt x="738" y="1275"/>
                  <a:pt x="738" y="1270"/>
                </a:cubicBezTo>
                <a:close/>
                <a:moveTo>
                  <a:pt x="764" y="1270"/>
                </a:moveTo>
                <a:cubicBezTo>
                  <a:pt x="764" y="1266"/>
                  <a:pt x="760" y="1262"/>
                  <a:pt x="755" y="1262"/>
                </a:cubicBezTo>
                <a:cubicBezTo>
                  <a:pt x="751" y="1262"/>
                  <a:pt x="747" y="1266"/>
                  <a:pt x="747" y="1270"/>
                </a:cubicBezTo>
                <a:cubicBezTo>
                  <a:pt x="747" y="1275"/>
                  <a:pt x="751" y="1279"/>
                  <a:pt x="755" y="1279"/>
                </a:cubicBezTo>
                <a:cubicBezTo>
                  <a:pt x="760" y="1279"/>
                  <a:pt x="764" y="1275"/>
                  <a:pt x="764" y="1270"/>
                </a:cubicBezTo>
                <a:close/>
                <a:moveTo>
                  <a:pt x="790" y="1270"/>
                </a:moveTo>
                <a:cubicBezTo>
                  <a:pt x="790" y="1266"/>
                  <a:pt x="786" y="1262"/>
                  <a:pt x="781" y="1262"/>
                </a:cubicBezTo>
                <a:cubicBezTo>
                  <a:pt x="776" y="1262"/>
                  <a:pt x="773" y="1266"/>
                  <a:pt x="773" y="1270"/>
                </a:cubicBezTo>
                <a:cubicBezTo>
                  <a:pt x="773" y="1275"/>
                  <a:pt x="776" y="1279"/>
                  <a:pt x="781" y="1279"/>
                </a:cubicBezTo>
                <a:cubicBezTo>
                  <a:pt x="786" y="1279"/>
                  <a:pt x="790" y="1275"/>
                  <a:pt x="790" y="1270"/>
                </a:cubicBezTo>
                <a:close/>
                <a:moveTo>
                  <a:pt x="816" y="1270"/>
                </a:moveTo>
                <a:cubicBezTo>
                  <a:pt x="816" y="1266"/>
                  <a:pt x="812" y="1262"/>
                  <a:pt x="807" y="1262"/>
                </a:cubicBezTo>
                <a:cubicBezTo>
                  <a:pt x="802" y="1262"/>
                  <a:pt x="798" y="1266"/>
                  <a:pt x="798" y="1270"/>
                </a:cubicBezTo>
                <a:cubicBezTo>
                  <a:pt x="798" y="1275"/>
                  <a:pt x="802" y="1279"/>
                  <a:pt x="807" y="1279"/>
                </a:cubicBezTo>
                <a:cubicBezTo>
                  <a:pt x="812" y="1279"/>
                  <a:pt x="816" y="1275"/>
                  <a:pt x="816" y="1270"/>
                </a:cubicBezTo>
                <a:close/>
                <a:moveTo>
                  <a:pt x="841" y="1270"/>
                </a:moveTo>
                <a:cubicBezTo>
                  <a:pt x="841" y="1266"/>
                  <a:pt x="837" y="1262"/>
                  <a:pt x="833" y="1262"/>
                </a:cubicBezTo>
                <a:cubicBezTo>
                  <a:pt x="828" y="1262"/>
                  <a:pt x="824" y="1266"/>
                  <a:pt x="824" y="1270"/>
                </a:cubicBezTo>
                <a:cubicBezTo>
                  <a:pt x="824" y="1275"/>
                  <a:pt x="828" y="1279"/>
                  <a:pt x="833" y="1279"/>
                </a:cubicBezTo>
                <a:cubicBezTo>
                  <a:pt x="837" y="1279"/>
                  <a:pt x="841" y="1275"/>
                  <a:pt x="841" y="1270"/>
                </a:cubicBezTo>
                <a:close/>
                <a:moveTo>
                  <a:pt x="867" y="1270"/>
                </a:moveTo>
                <a:cubicBezTo>
                  <a:pt x="867" y="1266"/>
                  <a:pt x="863" y="1262"/>
                  <a:pt x="858" y="1262"/>
                </a:cubicBezTo>
                <a:cubicBezTo>
                  <a:pt x="854" y="1262"/>
                  <a:pt x="850" y="1266"/>
                  <a:pt x="850" y="1270"/>
                </a:cubicBezTo>
                <a:cubicBezTo>
                  <a:pt x="850" y="1275"/>
                  <a:pt x="854" y="1279"/>
                  <a:pt x="858" y="1279"/>
                </a:cubicBezTo>
                <a:cubicBezTo>
                  <a:pt x="863" y="1279"/>
                  <a:pt x="867" y="1275"/>
                  <a:pt x="867" y="1270"/>
                </a:cubicBezTo>
                <a:close/>
                <a:moveTo>
                  <a:pt x="893" y="1270"/>
                </a:moveTo>
                <a:cubicBezTo>
                  <a:pt x="893" y="1266"/>
                  <a:pt x="889" y="1262"/>
                  <a:pt x="884" y="1262"/>
                </a:cubicBezTo>
                <a:cubicBezTo>
                  <a:pt x="879" y="1262"/>
                  <a:pt x="876" y="1266"/>
                  <a:pt x="876" y="1270"/>
                </a:cubicBezTo>
                <a:cubicBezTo>
                  <a:pt x="876" y="1275"/>
                  <a:pt x="879" y="1279"/>
                  <a:pt x="884" y="1279"/>
                </a:cubicBezTo>
                <a:cubicBezTo>
                  <a:pt x="889" y="1279"/>
                  <a:pt x="893" y="1275"/>
                  <a:pt x="893" y="1270"/>
                </a:cubicBezTo>
                <a:close/>
                <a:moveTo>
                  <a:pt x="1408" y="1270"/>
                </a:moveTo>
                <a:cubicBezTo>
                  <a:pt x="1408" y="1266"/>
                  <a:pt x="1404" y="1262"/>
                  <a:pt x="1399" y="1262"/>
                </a:cubicBezTo>
                <a:cubicBezTo>
                  <a:pt x="1395" y="1262"/>
                  <a:pt x="1391" y="1266"/>
                  <a:pt x="1391" y="1270"/>
                </a:cubicBezTo>
                <a:cubicBezTo>
                  <a:pt x="1391" y="1275"/>
                  <a:pt x="1395" y="1279"/>
                  <a:pt x="1399" y="1279"/>
                </a:cubicBezTo>
                <a:cubicBezTo>
                  <a:pt x="1404" y="1279"/>
                  <a:pt x="1408" y="1275"/>
                  <a:pt x="1408" y="1270"/>
                </a:cubicBezTo>
                <a:close/>
                <a:moveTo>
                  <a:pt x="1434" y="1270"/>
                </a:moveTo>
                <a:cubicBezTo>
                  <a:pt x="1434" y="1266"/>
                  <a:pt x="1430" y="1262"/>
                  <a:pt x="1425" y="1262"/>
                </a:cubicBezTo>
                <a:cubicBezTo>
                  <a:pt x="1420" y="1262"/>
                  <a:pt x="1417" y="1266"/>
                  <a:pt x="1417" y="1270"/>
                </a:cubicBezTo>
                <a:cubicBezTo>
                  <a:pt x="1417" y="1275"/>
                  <a:pt x="1420" y="1279"/>
                  <a:pt x="1425" y="1279"/>
                </a:cubicBezTo>
                <a:cubicBezTo>
                  <a:pt x="1430" y="1279"/>
                  <a:pt x="1434" y="1275"/>
                  <a:pt x="1434" y="1270"/>
                </a:cubicBezTo>
                <a:close/>
                <a:moveTo>
                  <a:pt x="1459" y="1270"/>
                </a:moveTo>
                <a:cubicBezTo>
                  <a:pt x="1459" y="1266"/>
                  <a:pt x="1456" y="1262"/>
                  <a:pt x="1451" y="1262"/>
                </a:cubicBezTo>
                <a:cubicBezTo>
                  <a:pt x="1446" y="1262"/>
                  <a:pt x="1442" y="1266"/>
                  <a:pt x="1442" y="1270"/>
                </a:cubicBezTo>
                <a:cubicBezTo>
                  <a:pt x="1442" y="1275"/>
                  <a:pt x="1446" y="1279"/>
                  <a:pt x="1451" y="1279"/>
                </a:cubicBezTo>
                <a:cubicBezTo>
                  <a:pt x="1456" y="1279"/>
                  <a:pt x="1459" y="1275"/>
                  <a:pt x="1459" y="1270"/>
                </a:cubicBezTo>
                <a:close/>
                <a:moveTo>
                  <a:pt x="1485" y="1270"/>
                </a:moveTo>
                <a:cubicBezTo>
                  <a:pt x="1485" y="1266"/>
                  <a:pt x="1481" y="1262"/>
                  <a:pt x="1477" y="1262"/>
                </a:cubicBezTo>
                <a:cubicBezTo>
                  <a:pt x="1472" y="1262"/>
                  <a:pt x="1468" y="1266"/>
                  <a:pt x="1468" y="1270"/>
                </a:cubicBezTo>
                <a:cubicBezTo>
                  <a:pt x="1468" y="1275"/>
                  <a:pt x="1472" y="1279"/>
                  <a:pt x="1477" y="1279"/>
                </a:cubicBezTo>
                <a:cubicBezTo>
                  <a:pt x="1481" y="1279"/>
                  <a:pt x="1485" y="1275"/>
                  <a:pt x="1485" y="1270"/>
                </a:cubicBezTo>
                <a:close/>
                <a:moveTo>
                  <a:pt x="1511" y="1270"/>
                </a:moveTo>
                <a:cubicBezTo>
                  <a:pt x="1511" y="1266"/>
                  <a:pt x="1507" y="1262"/>
                  <a:pt x="1502" y="1262"/>
                </a:cubicBezTo>
                <a:cubicBezTo>
                  <a:pt x="1498" y="1262"/>
                  <a:pt x="1494" y="1266"/>
                  <a:pt x="1494" y="1270"/>
                </a:cubicBezTo>
                <a:cubicBezTo>
                  <a:pt x="1494" y="1275"/>
                  <a:pt x="1498" y="1279"/>
                  <a:pt x="1502" y="1279"/>
                </a:cubicBezTo>
                <a:cubicBezTo>
                  <a:pt x="1507" y="1279"/>
                  <a:pt x="1511" y="1275"/>
                  <a:pt x="1511" y="1270"/>
                </a:cubicBezTo>
                <a:close/>
                <a:moveTo>
                  <a:pt x="1614" y="1270"/>
                </a:moveTo>
                <a:cubicBezTo>
                  <a:pt x="1614" y="1266"/>
                  <a:pt x="1610" y="1262"/>
                  <a:pt x="1605" y="1262"/>
                </a:cubicBezTo>
                <a:cubicBezTo>
                  <a:pt x="1601" y="1262"/>
                  <a:pt x="1597" y="1266"/>
                  <a:pt x="1597" y="1270"/>
                </a:cubicBezTo>
                <a:cubicBezTo>
                  <a:pt x="1597" y="1275"/>
                  <a:pt x="1601" y="1279"/>
                  <a:pt x="1605" y="1279"/>
                </a:cubicBezTo>
                <a:cubicBezTo>
                  <a:pt x="1610" y="1279"/>
                  <a:pt x="1614" y="1275"/>
                  <a:pt x="1614" y="1270"/>
                </a:cubicBezTo>
                <a:close/>
                <a:moveTo>
                  <a:pt x="2155" y="1270"/>
                </a:moveTo>
                <a:cubicBezTo>
                  <a:pt x="2155" y="1266"/>
                  <a:pt x="2151" y="1262"/>
                  <a:pt x="2146" y="1262"/>
                </a:cubicBezTo>
                <a:cubicBezTo>
                  <a:pt x="2142" y="1262"/>
                  <a:pt x="2138" y="1266"/>
                  <a:pt x="2138" y="1270"/>
                </a:cubicBezTo>
                <a:cubicBezTo>
                  <a:pt x="2138" y="1275"/>
                  <a:pt x="2142" y="1279"/>
                  <a:pt x="2146" y="1279"/>
                </a:cubicBezTo>
                <a:cubicBezTo>
                  <a:pt x="2151" y="1279"/>
                  <a:pt x="2155" y="1275"/>
                  <a:pt x="2155" y="1270"/>
                </a:cubicBezTo>
                <a:close/>
                <a:moveTo>
                  <a:pt x="2181" y="1270"/>
                </a:moveTo>
                <a:cubicBezTo>
                  <a:pt x="2181" y="1266"/>
                  <a:pt x="2177" y="1262"/>
                  <a:pt x="2172" y="1262"/>
                </a:cubicBezTo>
                <a:cubicBezTo>
                  <a:pt x="2167" y="1262"/>
                  <a:pt x="2164" y="1266"/>
                  <a:pt x="2164" y="1270"/>
                </a:cubicBezTo>
                <a:cubicBezTo>
                  <a:pt x="2164" y="1275"/>
                  <a:pt x="2167" y="1279"/>
                  <a:pt x="2172" y="1279"/>
                </a:cubicBezTo>
                <a:cubicBezTo>
                  <a:pt x="2177" y="1279"/>
                  <a:pt x="2181" y="1275"/>
                  <a:pt x="2181" y="1270"/>
                </a:cubicBezTo>
                <a:close/>
                <a:moveTo>
                  <a:pt x="2207" y="1270"/>
                </a:moveTo>
                <a:cubicBezTo>
                  <a:pt x="2207" y="1266"/>
                  <a:pt x="2203" y="1262"/>
                  <a:pt x="2198" y="1262"/>
                </a:cubicBezTo>
                <a:cubicBezTo>
                  <a:pt x="2193" y="1262"/>
                  <a:pt x="2189" y="1266"/>
                  <a:pt x="2189" y="1270"/>
                </a:cubicBezTo>
                <a:cubicBezTo>
                  <a:pt x="2189" y="1275"/>
                  <a:pt x="2193" y="1279"/>
                  <a:pt x="2198" y="1279"/>
                </a:cubicBezTo>
                <a:cubicBezTo>
                  <a:pt x="2203" y="1279"/>
                  <a:pt x="2207" y="1275"/>
                  <a:pt x="2207" y="1270"/>
                </a:cubicBezTo>
                <a:close/>
                <a:moveTo>
                  <a:pt x="2232" y="1270"/>
                </a:moveTo>
                <a:cubicBezTo>
                  <a:pt x="2232" y="1266"/>
                  <a:pt x="2228" y="1262"/>
                  <a:pt x="2224" y="1262"/>
                </a:cubicBezTo>
                <a:cubicBezTo>
                  <a:pt x="2219" y="1262"/>
                  <a:pt x="2215" y="1266"/>
                  <a:pt x="2215" y="1270"/>
                </a:cubicBezTo>
                <a:cubicBezTo>
                  <a:pt x="2215" y="1275"/>
                  <a:pt x="2219" y="1279"/>
                  <a:pt x="2224" y="1279"/>
                </a:cubicBezTo>
                <a:cubicBezTo>
                  <a:pt x="2228" y="1279"/>
                  <a:pt x="2232" y="1275"/>
                  <a:pt x="2232" y="1270"/>
                </a:cubicBezTo>
                <a:close/>
                <a:moveTo>
                  <a:pt x="2258" y="1270"/>
                </a:moveTo>
                <a:cubicBezTo>
                  <a:pt x="2258" y="1266"/>
                  <a:pt x="2254" y="1262"/>
                  <a:pt x="2249" y="1262"/>
                </a:cubicBezTo>
                <a:cubicBezTo>
                  <a:pt x="2245" y="1262"/>
                  <a:pt x="2241" y="1266"/>
                  <a:pt x="2241" y="1270"/>
                </a:cubicBezTo>
                <a:cubicBezTo>
                  <a:pt x="2241" y="1275"/>
                  <a:pt x="2245" y="1279"/>
                  <a:pt x="2249" y="1279"/>
                </a:cubicBezTo>
                <a:cubicBezTo>
                  <a:pt x="2254" y="1279"/>
                  <a:pt x="2258" y="1275"/>
                  <a:pt x="2258" y="1270"/>
                </a:cubicBezTo>
                <a:close/>
                <a:moveTo>
                  <a:pt x="2284" y="1270"/>
                </a:moveTo>
                <a:cubicBezTo>
                  <a:pt x="2284" y="1266"/>
                  <a:pt x="2280" y="1262"/>
                  <a:pt x="2275" y="1262"/>
                </a:cubicBezTo>
                <a:cubicBezTo>
                  <a:pt x="2270" y="1262"/>
                  <a:pt x="2267" y="1266"/>
                  <a:pt x="2267" y="1270"/>
                </a:cubicBezTo>
                <a:cubicBezTo>
                  <a:pt x="2267" y="1275"/>
                  <a:pt x="2270" y="1279"/>
                  <a:pt x="2275" y="1279"/>
                </a:cubicBezTo>
                <a:cubicBezTo>
                  <a:pt x="2280" y="1279"/>
                  <a:pt x="2284" y="1275"/>
                  <a:pt x="2284" y="1270"/>
                </a:cubicBezTo>
                <a:close/>
                <a:moveTo>
                  <a:pt x="2310" y="1270"/>
                </a:moveTo>
                <a:cubicBezTo>
                  <a:pt x="2310" y="1266"/>
                  <a:pt x="2306" y="1262"/>
                  <a:pt x="2301" y="1262"/>
                </a:cubicBezTo>
                <a:cubicBezTo>
                  <a:pt x="2296" y="1262"/>
                  <a:pt x="2292" y="1266"/>
                  <a:pt x="2292" y="1270"/>
                </a:cubicBezTo>
                <a:cubicBezTo>
                  <a:pt x="2292" y="1275"/>
                  <a:pt x="2296" y="1279"/>
                  <a:pt x="2301" y="1279"/>
                </a:cubicBezTo>
                <a:cubicBezTo>
                  <a:pt x="2306" y="1279"/>
                  <a:pt x="2310" y="1275"/>
                  <a:pt x="2310" y="1270"/>
                </a:cubicBezTo>
                <a:close/>
                <a:moveTo>
                  <a:pt x="2335" y="1270"/>
                </a:moveTo>
                <a:cubicBezTo>
                  <a:pt x="2335" y="1266"/>
                  <a:pt x="2331" y="1262"/>
                  <a:pt x="2327" y="1262"/>
                </a:cubicBezTo>
                <a:cubicBezTo>
                  <a:pt x="2322" y="1262"/>
                  <a:pt x="2318" y="1266"/>
                  <a:pt x="2318" y="1270"/>
                </a:cubicBezTo>
                <a:cubicBezTo>
                  <a:pt x="2318" y="1275"/>
                  <a:pt x="2322" y="1279"/>
                  <a:pt x="2327" y="1279"/>
                </a:cubicBezTo>
                <a:cubicBezTo>
                  <a:pt x="2331" y="1279"/>
                  <a:pt x="2335" y="1275"/>
                  <a:pt x="2335" y="1270"/>
                </a:cubicBezTo>
                <a:close/>
                <a:moveTo>
                  <a:pt x="2361" y="1270"/>
                </a:moveTo>
                <a:cubicBezTo>
                  <a:pt x="2361" y="1266"/>
                  <a:pt x="2357" y="1262"/>
                  <a:pt x="2352" y="1262"/>
                </a:cubicBezTo>
                <a:cubicBezTo>
                  <a:pt x="2348" y="1262"/>
                  <a:pt x="2344" y="1266"/>
                  <a:pt x="2344" y="1270"/>
                </a:cubicBezTo>
                <a:cubicBezTo>
                  <a:pt x="2344" y="1275"/>
                  <a:pt x="2348" y="1279"/>
                  <a:pt x="2352" y="1279"/>
                </a:cubicBezTo>
                <a:cubicBezTo>
                  <a:pt x="2357" y="1279"/>
                  <a:pt x="2361" y="1275"/>
                  <a:pt x="2361" y="1270"/>
                </a:cubicBezTo>
                <a:close/>
                <a:moveTo>
                  <a:pt x="2387" y="1270"/>
                </a:moveTo>
                <a:cubicBezTo>
                  <a:pt x="2387" y="1266"/>
                  <a:pt x="2383" y="1262"/>
                  <a:pt x="2378" y="1262"/>
                </a:cubicBezTo>
                <a:cubicBezTo>
                  <a:pt x="2373" y="1262"/>
                  <a:pt x="2370" y="1266"/>
                  <a:pt x="2370" y="1270"/>
                </a:cubicBezTo>
                <a:cubicBezTo>
                  <a:pt x="2370" y="1275"/>
                  <a:pt x="2373" y="1279"/>
                  <a:pt x="2378" y="1279"/>
                </a:cubicBezTo>
                <a:cubicBezTo>
                  <a:pt x="2383" y="1279"/>
                  <a:pt x="2387" y="1275"/>
                  <a:pt x="2387" y="1270"/>
                </a:cubicBezTo>
                <a:close/>
                <a:moveTo>
                  <a:pt x="2413" y="1270"/>
                </a:moveTo>
                <a:cubicBezTo>
                  <a:pt x="2413" y="1266"/>
                  <a:pt x="2409" y="1262"/>
                  <a:pt x="2404" y="1262"/>
                </a:cubicBezTo>
                <a:cubicBezTo>
                  <a:pt x="2399" y="1262"/>
                  <a:pt x="2395" y="1266"/>
                  <a:pt x="2395" y="1270"/>
                </a:cubicBezTo>
                <a:cubicBezTo>
                  <a:pt x="2395" y="1275"/>
                  <a:pt x="2399" y="1279"/>
                  <a:pt x="2404" y="1279"/>
                </a:cubicBezTo>
                <a:cubicBezTo>
                  <a:pt x="2409" y="1279"/>
                  <a:pt x="2413" y="1275"/>
                  <a:pt x="2413" y="1270"/>
                </a:cubicBezTo>
                <a:close/>
                <a:moveTo>
                  <a:pt x="2438" y="1270"/>
                </a:moveTo>
                <a:cubicBezTo>
                  <a:pt x="2438" y="1266"/>
                  <a:pt x="2434" y="1262"/>
                  <a:pt x="2430" y="1262"/>
                </a:cubicBezTo>
                <a:cubicBezTo>
                  <a:pt x="2425" y="1262"/>
                  <a:pt x="2421" y="1266"/>
                  <a:pt x="2421" y="1270"/>
                </a:cubicBezTo>
                <a:cubicBezTo>
                  <a:pt x="2421" y="1275"/>
                  <a:pt x="2425" y="1279"/>
                  <a:pt x="2430" y="1279"/>
                </a:cubicBezTo>
                <a:cubicBezTo>
                  <a:pt x="2434" y="1279"/>
                  <a:pt x="2438" y="1275"/>
                  <a:pt x="2438" y="1270"/>
                </a:cubicBezTo>
                <a:close/>
                <a:moveTo>
                  <a:pt x="738" y="1296"/>
                </a:moveTo>
                <a:cubicBezTo>
                  <a:pt x="738" y="1292"/>
                  <a:pt x="734" y="1288"/>
                  <a:pt x="730" y="1288"/>
                </a:cubicBezTo>
                <a:cubicBezTo>
                  <a:pt x="725" y="1288"/>
                  <a:pt x="721" y="1292"/>
                  <a:pt x="721" y="1296"/>
                </a:cubicBezTo>
                <a:cubicBezTo>
                  <a:pt x="721" y="1301"/>
                  <a:pt x="725" y="1305"/>
                  <a:pt x="730" y="1305"/>
                </a:cubicBezTo>
                <a:cubicBezTo>
                  <a:pt x="734" y="1305"/>
                  <a:pt x="738" y="1301"/>
                  <a:pt x="738" y="1296"/>
                </a:cubicBezTo>
                <a:close/>
                <a:moveTo>
                  <a:pt x="764" y="1296"/>
                </a:moveTo>
                <a:cubicBezTo>
                  <a:pt x="764" y="1292"/>
                  <a:pt x="760" y="1288"/>
                  <a:pt x="755" y="1288"/>
                </a:cubicBezTo>
                <a:cubicBezTo>
                  <a:pt x="751" y="1288"/>
                  <a:pt x="747" y="1292"/>
                  <a:pt x="747" y="1296"/>
                </a:cubicBezTo>
                <a:cubicBezTo>
                  <a:pt x="747" y="1301"/>
                  <a:pt x="751" y="1305"/>
                  <a:pt x="755" y="1305"/>
                </a:cubicBezTo>
                <a:cubicBezTo>
                  <a:pt x="760" y="1305"/>
                  <a:pt x="764" y="1301"/>
                  <a:pt x="764" y="1296"/>
                </a:cubicBezTo>
                <a:close/>
                <a:moveTo>
                  <a:pt x="790" y="1296"/>
                </a:moveTo>
                <a:cubicBezTo>
                  <a:pt x="790" y="1292"/>
                  <a:pt x="786" y="1288"/>
                  <a:pt x="781" y="1288"/>
                </a:cubicBezTo>
                <a:cubicBezTo>
                  <a:pt x="776" y="1288"/>
                  <a:pt x="773" y="1292"/>
                  <a:pt x="773" y="1296"/>
                </a:cubicBezTo>
                <a:cubicBezTo>
                  <a:pt x="773" y="1301"/>
                  <a:pt x="776" y="1305"/>
                  <a:pt x="781" y="1305"/>
                </a:cubicBezTo>
                <a:cubicBezTo>
                  <a:pt x="786" y="1305"/>
                  <a:pt x="790" y="1301"/>
                  <a:pt x="790" y="1296"/>
                </a:cubicBezTo>
                <a:close/>
                <a:moveTo>
                  <a:pt x="816" y="1296"/>
                </a:moveTo>
                <a:cubicBezTo>
                  <a:pt x="816" y="1292"/>
                  <a:pt x="812" y="1288"/>
                  <a:pt x="807" y="1288"/>
                </a:cubicBezTo>
                <a:cubicBezTo>
                  <a:pt x="802" y="1288"/>
                  <a:pt x="798" y="1292"/>
                  <a:pt x="798" y="1296"/>
                </a:cubicBezTo>
                <a:cubicBezTo>
                  <a:pt x="798" y="1301"/>
                  <a:pt x="802" y="1305"/>
                  <a:pt x="807" y="1305"/>
                </a:cubicBezTo>
                <a:cubicBezTo>
                  <a:pt x="812" y="1305"/>
                  <a:pt x="816" y="1301"/>
                  <a:pt x="816" y="1296"/>
                </a:cubicBezTo>
                <a:close/>
                <a:moveTo>
                  <a:pt x="841" y="1296"/>
                </a:moveTo>
                <a:cubicBezTo>
                  <a:pt x="841" y="1292"/>
                  <a:pt x="837" y="1288"/>
                  <a:pt x="833" y="1288"/>
                </a:cubicBezTo>
                <a:cubicBezTo>
                  <a:pt x="828" y="1288"/>
                  <a:pt x="824" y="1292"/>
                  <a:pt x="824" y="1296"/>
                </a:cubicBezTo>
                <a:cubicBezTo>
                  <a:pt x="824" y="1301"/>
                  <a:pt x="828" y="1305"/>
                  <a:pt x="833" y="1305"/>
                </a:cubicBezTo>
                <a:cubicBezTo>
                  <a:pt x="837" y="1305"/>
                  <a:pt x="841" y="1301"/>
                  <a:pt x="841" y="1296"/>
                </a:cubicBezTo>
                <a:close/>
                <a:moveTo>
                  <a:pt x="867" y="1296"/>
                </a:moveTo>
                <a:cubicBezTo>
                  <a:pt x="867" y="1292"/>
                  <a:pt x="863" y="1288"/>
                  <a:pt x="858" y="1288"/>
                </a:cubicBezTo>
                <a:cubicBezTo>
                  <a:pt x="854" y="1288"/>
                  <a:pt x="850" y="1292"/>
                  <a:pt x="850" y="1296"/>
                </a:cubicBezTo>
                <a:cubicBezTo>
                  <a:pt x="850" y="1301"/>
                  <a:pt x="854" y="1305"/>
                  <a:pt x="858" y="1305"/>
                </a:cubicBezTo>
                <a:cubicBezTo>
                  <a:pt x="863" y="1305"/>
                  <a:pt x="867" y="1301"/>
                  <a:pt x="867" y="1296"/>
                </a:cubicBezTo>
                <a:close/>
                <a:moveTo>
                  <a:pt x="893" y="1296"/>
                </a:moveTo>
                <a:cubicBezTo>
                  <a:pt x="893" y="1292"/>
                  <a:pt x="889" y="1288"/>
                  <a:pt x="884" y="1288"/>
                </a:cubicBezTo>
                <a:cubicBezTo>
                  <a:pt x="879" y="1288"/>
                  <a:pt x="876" y="1292"/>
                  <a:pt x="876" y="1296"/>
                </a:cubicBezTo>
                <a:cubicBezTo>
                  <a:pt x="876" y="1301"/>
                  <a:pt x="879" y="1305"/>
                  <a:pt x="884" y="1305"/>
                </a:cubicBezTo>
                <a:cubicBezTo>
                  <a:pt x="889" y="1305"/>
                  <a:pt x="893" y="1301"/>
                  <a:pt x="893" y="1296"/>
                </a:cubicBezTo>
                <a:close/>
                <a:moveTo>
                  <a:pt x="1408" y="1296"/>
                </a:moveTo>
                <a:cubicBezTo>
                  <a:pt x="1408" y="1292"/>
                  <a:pt x="1404" y="1288"/>
                  <a:pt x="1399" y="1288"/>
                </a:cubicBezTo>
                <a:cubicBezTo>
                  <a:pt x="1395" y="1288"/>
                  <a:pt x="1391" y="1292"/>
                  <a:pt x="1391" y="1296"/>
                </a:cubicBezTo>
                <a:cubicBezTo>
                  <a:pt x="1391" y="1301"/>
                  <a:pt x="1395" y="1305"/>
                  <a:pt x="1399" y="1305"/>
                </a:cubicBezTo>
                <a:cubicBezTo>
                  <a:pt x="1404" y="1305"/>
                  <a:pt x="1408" y="1301"/>
                  <a:pt x="1408" y="1296"/>
                </a:cubicBezTo>
                <a:close/>
                <a:moveTo>
                  <a:pt x="1434" y="1296"/>
                </a:moveTo>
                <a:cubicBezTo>
                  <a:pt x="1434" y="1292"/>
                  <a:pt x="1430" y="1288"/>
                  <a:pt x="1425" y="1288"/>
                </a:cubicBezTo>
                <a:cubicBezTo>
                  <a:pt x="1420" y="1288"/>
                  <a:pt x="1417" y="1292"/>
                  <a:pt x="1417" y="1296"/>
                </a:cubicBezTo>
                <a:cubicBezTo>
                  <a:pt x="1417" y="1301"/>
                  <a:pt x="1420" y="1305"/>
                  <a:pt x="1425" y="1305"/>
                </a:cubicBezTo>
                <a:cubicBezTo>
                  <a:pt x="1430" y="1305"/>
                  <a:pt x="1434" y="1301"/>
                  <a:pt x="1434" y="1296"/>
                </a:cubicBezTo>
                <a:close/>
                <a:moveTo>
                  <a:pt x="1459" y="1296"/>
                </a:moveTo>
                <a:cubicBezTo>
                  <a:pt x="1459" y="1292"/>
                  <a:pt x="1456" y="1288"/>
                  <a:pt x="1451" y="1288"/>
                </a:cubicBezTo>
                <a:cubicBezTo>
                  <a:pt x="1446" y="1288"/>
                  <a:pt x="1442" y="1292"/>
                  <a:pt x="1442" y="1296"/>
                </a:cubicBezTo>
                <a:cubicBezTo>
                  <a:pt x="1442" y="1301"/>
                  <a:pt x="1446" y="1305"/>
                  <a:pt x="1451" y="1305"/>
                </a:cubicBezTo>
                <a:cubicBezTo>
                  <a:pt x="1456" y="1305"/>
                  <a:pt x="1459" y="1301"/>
                  <a:pt x="1459" y="1296"/>
                </a:cubicBezTo>
                <a:close/>
                <a:moveTo>
                  <a:pt x="1485" y="1296"/>
                </a:moveTo>
                <a:cubicBezTo>
                  <a:pt x="1485" y="1292"/>
                  <a:pt x="1481" y="1288"/>
                  <a:pt x="1477" y="1288"/>
                </a:cubicBezTo>
                <a:cubicBezTo>
                  <a:pt x="1472" y="1288"/>
                  <a:pt x="1468" y="1292"/>
                  <a:pt x="1468" y="1296"/>
                </a:cubicBezTo>
                <a:cubicBezTo>
                  <a:pt x="1468" y="1301"/>
                  <a:pt x="1472" y="1305"/>
                  <a:pt x="1477" y="1305"/>
                </a:cubicBezTo>
                <a:cubicBezTo>
                  <a:pt x="1481" y="1305"/>
                  <a:pt x="1485" y="1301"/>
                  <a:pt x="1485" y="1296"/>
                </a:cubicBezTo>
                <a:close/>
                <a:moveTo>
                  <a:pt x="1511" y="1296"/>
                </a:moveTo>
                <a:cubicBezTo>
                  <a:pt x="1511" y="1292"/>
                  <a:pt x="1507" y="1288"/>
                  <a:pt x="1502" y="1288"/>
                </a:cubicBezTo>
                <a:cubicBezTo>
                  <a:pt x="1498" y="1288"/>
                  <a:pt x="1494" y="1292"/>
                  <a:pt x="1494" y="1296"/>
                </a:cubicBezTo>
                <a:cubicBezTo>
                  <a:pt x="1494" y="1301"/>
                  <a:pt x="1498" y="1305"/>
                  <a:pt x="1502" y="1305"/>
                </a:cubicBezTo>
                <a:cubicBezTo>
                  <a:pt x="1507" y="1305"/>
                  <a:pt x="1511" y="1301"/>
                  <a:pt x="1511" y="1296"/>
                </a:cubicBezTo>
                <a:close/>
                <a:moveTo>
                  <a:pt x="2155" y="1296"/>
                </a:moveTo>
                <a:cubicBezTo>
                  <a:pt x="2155" y="1292"/>
                  <a:pt x="2151" y="1288"/>
                  <a:pt x="2146" y="1288"/>
                </a:cubicBezTo>
                <a:cubicBezTo>
                  <a:pt x="2142" y="1288"/>
                  <a:pt x="2138" y="1292"/>
                  <a:pt x="2138" y="1296"/>
                </a:cubicBezTo>
                <a:cubicBezTo>
                  <a:pt x="2138" y="1301"/>
                  <a:pt x="2142" y="1305"/>
                  <a:pt x="2146" y="1305"/>
                </a:cubicBezTo>
                <a:cubicBezTo>
                  <a:pt x="2151" y="1305"/>
                  <a:pt x="2155" y="1301"/>
                  <a:pt x="2155" y="1296"/>
                </a:cubicBezTo>
                <a:close/>
                <a:moveTo>
                  <a:pt x="2181" y="1296"/>
                </a:moveTo>
                <a:cubicBezTo>
                  <a:pt x="2181" y="1292"/>
                  <a:pt x="2177" y="1288"/>
                  <a:pt x="2172" y="1288"/>
                </a:cubicBezTo>
                <a:cubicBezTo>
                  <a:pt x="2167" y="1288"/>
                  <a:pt x="2164" y="1292"/>
                  <a:pt x="2164" y="1296"/>
                </a:cubicBezTo>
                <a:cubicBezTo>
                  <a:pt x="2164" y="1301"/>
                  <a:pt x="2167" y="1305"/>
                  <a:pt x="2172" y="1305"/>
                </a:cubicBezTo>
                <a:cubicBezTo>
                  <a:pt x="2177" y="1305"/>
                  <a:pt x="2181" y="1301"/>
                  <a:pt x="2181" y="1296"/>
                </a:cubicBezTo>
                <a:close/>
                <a:moveTo>
                  <a:pt x="2207" y="1296"/>
                </a:moveTo>
                <a:cubicBezTo>
                  <a:pt x="2207" y="1292"/>
                  <a:pt x="2203" y="1288"/>
                  <a:pt x="2198" y="1288"/>
                </a:cubicBezTo>
                <a:cubicBezTo>
                  <a:pt x="2193" y="1288"/>
                  <a:pt x="2189" y="1292"/>
                  <a:pt x="2189" y="1296"/>
                </a:cubicBezTo>
                <a:cubicBezTo>
                  <a:pt x="2189" y="1301"/>
                  <a:pt x="2193" y="1305"/>
                  <a:pt x="2198" y="1305"/>
                </a:cubicBezTo>
                <a:cubicBezTo>
                  <a:pt x="2203" y="1305"/>
                  <a:pt x="2207" y="1301"/>
                  <a:pt x="2207" y="1296"/>
                </a:cubicBezTo>
                <a:close/>
                <a:moveTo>
                  <a:pt x="2232" y="1296"/>
                </a:moveTo>
                <a:cubicBezTo>
                  <a:pt x="2232" y="1292"/>
                  <a:pt x="2228" y="1288"/>
                  <a:pt x="2224" y="1288"/>
                </a:cubicBezTo>
                <a:cubicBezTo>
                  <a:pt x="2219" y="1288"/>
                  <a:pt x="2215" y="1292"/>
                  <a:pt x="2215" y="1296"/>
                </a:cubicBezTo>
                <a:cubicBezTo>
                  <a:pt x="2215" y="1301"/>
                  <a:pt x="2219" y="1305"/>
                  <a:pt x="2224" y="1305"/>
                </a:cubicBezTo>
                <a:cubicBezTo>
                  <a:pt x="2228" y="1305"/>
                  <a:pt x="2232" y="1301"/>
                  <a:pt x="2232" y="1296"/>
                </a:cubicBezTo>
                <a:close/>
                <a:moveTo>
                  <a:pt x="2258" y="1296"/>
                </a:moveTo>
                <a:cubicBezTo>
                  <a:pt x="2258" y="1292"/>
                  <a:pt x="2254" y="1288"/>
                  <a:pt x="2249" y="1288"/>
                </a:cubicBezTo>
                <a:cubicBezTo>
                  <a:pt x="2245" y="1288"/>
                  <a:pt x="2241" y="1292"/>
                  <a:pt x="2241" y="1296"/>
                </a:cubicBezTo>
                <a:cubicBezTo>
                  <a:pt x="2241" y="1301"/>
                  <a:pt x="2245" y="1305"/>
                  <a:pt x="2249" y="1305"/>
                </a:cubicBezTo>
                <a:cubicBezTo>
                  <a:pt x="2254" y="1305"/>
                  <a:pt x="2258" y="1301"/>
                  <a:pt x="2258" y="1296"/>
                </a:cubicBezTo>
                <a:close/>
                <a:moveTo>
                  <a:pt x="2284" y="1296"/>
                </a:moveTo>
                <a:cubicBezTo>
                  <a:pt x="2284" y="1292"/>
                  <a:pt x="2280" y="1288"/>
                  <a:pt x="2275" y="1288"/>
                </a:cubicBezTo>
                <a:cubicBezTo>
                  <a:pt x="2270" y="1288"/>
                  <a:pt x="2267" y="1292"/>
                  <a:pt x="2267" y="1296"/>
                </a:cubicBezTo>
                <a:cubicBezTo>
                  <a:pt x="2267" y="1301"/>
                  <a:pt x="2270" y="1305"/>
                  <a:pt x="2275" y="1305"/>
                </a:cubicBezTo>
                <a:cubicBezTo>
                  <a:pt x="2280" y="1305"/>
                  <a:pt x="2284" y="1301"/>
                  <a:pt x="2284" y="1296"/>
                </a:cubicBezTo>
                <a:close/>
                <a:moveTo>
                  <a:pt x="2310" y="1296"/>
                </a:moveTo>
                <a:cubicBezTo>
                  <a:pt x="2310" y="1292"/>
                  <a:pt x="2306" y="1288"/>
                  <a:pt x="2301" y="1288"/>
                </a:cubicBezTo>
                <a:cubicBezTo>
                  <a:pt x="2296" y="1288"/>
                  <a:pt x="2292" y="1292"/>
                  <a:pt x="2292" y="1296"/>
                </a:cubicBezTo>
                <a:cubicBezTo>
                  <a:pt x="2292" y="1301"/>
                  <a:pt x="2296" y="1305"/>
                  <a:pt x="2301" y="1305"/>
                </a:cubicBezTo>
                <a:cubicBezTo>
                  <a:pt x="2306" y="1305"/>
                  <a:pt x="2310" y="1301"/>
                  <a:pt x="2310" y="1296"/>
                </a:cubicBezTo>
                <a:close/>
                <a:moveTo>
                  <a:pt x="2335" y="1296"/>
                </a:moveTo>
                <a:cubicBezTo>
                  <a:pt x="2335" y="1292"/>
                  <a:pt x="2331" y="1288"/>
                  <a:pt x="2327" y="1288"/>
                </a:cubicBezTo>
                <a:cubicBezTo>
                  <a:pt x="2322" y="1288"/>
                  <a:pt x="2318" y="1292"/>
                  <a:pt x="2318" y="1296"/>
                </a:cubicBezTo>
                <a:cubicBezTo>
                  <a:pt x="2318" y="1301"/>
                  <a:pt x="2322" y="1305"/>
                  <a:pt x="2327" y="1305"/>
                </a:cubicBezTo>
                <a:cubicBezTo>
                  <a:pt x="2331" y="1305"/>
                  <a:pt x="2335" y="1301"/>
                  <a:pt x="2335" y="1296"/>
                </a:cubicBezTo>
                <a:close/>
                <a:moveTo>
                  <a:pt x="2361" y="1296"/>
                </a:moveTo>
                <a:cubicBezTo>
                  <a:pt x="2361" y="1292"/>
                  <a:pt x="2357" y="1288"/>
                  <a:pt x="2352" y="1288"/>
                </a:cubicBezTo>
                <a:cubicBezTo>
                  <a:pt x="2348" y="1288"/>
                  <a:pt x="2344" y="1292"/>
                  <a:pt x="2344" y="1296"/>
                </a:cubicBezTo>
                <a:cubicBezTo>
                  <a:pt x="2344" y="1301"/>
                  <a:pt x="2348" y="1305"/>
                  <a:pt x="2352" y="1305"/>
                </a:cubicBezTo>
                <a:cubicBezTo>
                  <a:pt x="2357" y="1305"/>
                  <a:pt x="2361" y="1301"/>
                  <a:pt x="2361" y="1296"/>
                </a:cubicBezTo>
                <a:close/>
                <a:moveTo>
                  <a:pt x="2387" y="1296"/>
                </a:moveTo>
                <a:cubicBezTo>
                  <a:pt x="2387" y="1292"/>
                  <a:pt x="2383" y="1288"/>
                  <a:pt x="2378" y="1288"/>
                </a:cubicBezTo>
                <a:cubicBezTo>
                  <a:pt x="2373" y="1288"/>
                  <a:pt x="2370" y="1292"/>
                  <a:pt x="2370" y="1296"/>
                </a:cubicBezTo>
                <a:cubicBezTo>
                  <a:pt x="2370" y="1301"/>
                  <a:pt x="2373" y="1305"/>
                  <a:pt x="2378" y="1305"/>
                </a:cubicBezTo>
                <a:cubicBezTo>
                  <a:pt x="2383" y="1305"/>
                  <a:pt x="2387" y="1301"/>
                  <a:pt x="2387" y="1296"/>
                </a:cubicBezTo>
                <a:close/>
                <a:moveTo>
                  <a:pt x="2413" y="1296"/>
                </a:moveTo>
                <a:cubicBezTo>
                  <a:pt x="2413" y="1292"/>
                  <a:pt x="2409" y="1288"/>
                  <a:pt x="2404" y="1288"/>
                </a:cubicBezTo>
                <a:cubicBezTo>
                  <a:pt x="2399" y="1288"/>
                  <a:pt x="2395" y="1292"/>
                  <a:pt x="2395" y="1296"/>
                </a:cubicBezTo>
                <a:cubicBezTo>
                  <a:pt x="2395" y="1301"/>
                  <a:pt x="2399" y="1305"/>
                  <a:pt x="2404" y="1305"/>
                </a:cubicBezTo>
                <a:cubicBezTo>
                  <a:pt x="2409" y="1305"/>
                  <a:pt x="2413" y="1301"/>
                  <a:pt x="2413" y="1296"/>
                </a:cubicBezTo>
                <a:close/>
                <a:moveTo>
                  <a:pt x="2438" y="1296"/>
                </a:moveTo>
                <a:cubicBezTo>
                  <a:pt x="2438" y="1292"/>
                  <a:pt x="2434" y="1288"/>
                  <a:pt x="2430" y="1288"/>
                </a:cubicBezTo>
                <a:cubicBezTo>
                  <a:pt x="2425" y="1288"/>
                  <a:pt x="2421" y="1292"/>
                  <a:pt x="2421" y="1296"/>
                </a:cubicBezTo>
                <a:cubicBezTo>
                  <a:pt x="2421" y="1301"/>
                  <a:pt x="2425" y="1305"/>
                  <a:pt x="2430" y="1305"/>
                </a:cubicBezTo>
                <a:cubicBezTo>
                  <a:pt x="2434" y="1305"/>
                  <a:pt x="2438" y="1301"/>
                  <a:pt x="2438" y="1296"/>
                </a:cubicBezTo>
                <a:close/>
                <a:moveTo>
                  <a:pt x="2464" y="1296"/>
                </a:moveTo>
                <a:cubicBezTo>
                  <a:pt x="2464" y="1292"/>
                  <a:pt x="2460" y="1288"/>
                  <a:pt x="2456" y="1288"/>
                </a:cubicBezTo>
                <a:cubicBezTo>
                  <a:pt x="2451" y="1288"/>
                  <a:pt x="2447" y="1292"/>
                  <a:pt x="2447" y="1296"/>
                </a:cubicBezTo>
                <a:cubicBezTo>
                  <a:pt x="2447" y="1301"/>
                  <a:pt x="2451" y="1305"/>
                  <a:pt x="2456" y="1305"/>
                </a:cubicBezTo>
                <a:cubicBezTo>
                  <a:pt x="2460" y="1305"/>
                  <a:pt x="2464" y="1301"/>
                  <a:pt x="2464" y="1296"/>
                </a:cubicBezTo>
                <a:close/>
                <a:moveTo>
                  <a:pt x="738" y="1322"/>
                </a:moveTo>
                <a:cubicBezTo>
                  <a:pt x="738" y="1317"/>
                  <a:pt x="734" y="1313"/>
                  <a:pt x="730" y="1313"/>
                </a:cubicBezTo>
                <a:cubicBezTo>
                  <a:pt x="725" y="1313"/>
                  <a:pt x="721" y="1317"/>
                  <a:pt x="721" y="1322"/>
                </a:cubicBezTo>
                <a:cubicBezTo>
                  <a:pt x="721" y="1327"/>
                  <a:pt x="725" y="1331"/>
                  <a:pt x="730" y="1331"/>
                </a:cubicBezTo>
                <a:cubicBezTo>
                  <a:pt x="734" y="1331"/>
                  <a:pt x="738" y="1327"/>
                  <a:pt x="738" y="1322"/>
                </a:cubicBezTo>
                <a:close/>
                <a:moveTo>
                  <a:pt x="764" y="1322"/>
                </a:moveTo>
                <a:cubicBezTo>
                  <a:pt x="764" y="1317"/>
                  <a:pt x="760" y="1313"/>
                  <a:pt x="755" y="1313"/>
                </a:cubicBezTo>
                <a:cubicBezTo>
                  <a:pt x="751" y="1313"/>
                  <a:pt x="747" y="1317"/>
                  <a:pt x="747" y="1322"/>
                </a:cubicBezTo>
                <a:cubicBezTo>
                  <a:pt x="747" y="1327"/>
                  <a:pt x="751" y="1331"/>
                  <a:pt x="755" y="1331"/>
                </a:cubicBezTo>
                <a:cubicBezTo>
                  <a:pt x="760" y="1331"/>
                  <a:pt x="764" y="1327"/>
                  <a:pt x="764" y="1322"/>
                </a:cubicBezTo>
                <a:close/>
                <a:moveTo>
                  <a:pt x="790" y="1322"/>
                </a:moveTo>
                <a:cubicBezTo>
                  <a:pt x="790" y="1317"/>
                  <a:pt x="786" y="1313"/>
                  <a:pt x="781" y="1313"/>
                </a:cubicBezTo>
                <a:cubicBezTo>
                  <a:pt x="776" y="1313"/>
                  <a:pt x="773" y="1317"/>
                  <a:pt x="773" y="1322"/>
                </a:cubicBezTo>
                <a:cubicBezTo>
                  <a:pt x="773" y="1327"/>
                  <a:pt x="776" y="1331"/>
                  <a:pt x="781" y="1331"/>
                </a:cubicBezTo>
                <a:cubicBezTo>
                  <a:pt x="786" y="1331"/>
                  <a:pt x="790" y="1327"/>
                  <a:pt x="790" y="1322"/>
                </a:cubicBezTo>
                <a:close/>
                <a:moveTo>
                  <a:pt x="816" y="1322"/>
                </a:moveTo>
                <a:cubicBezTo>
                  <a:pt x="816" y="1317"/>
                  <a:pt x="812" y="1313"/>
                  <a:pt x="807" y="1313"/>
                </a:cubicBezTo>
                <a:cubicBezTo>
                  <a:pt x="802" y="1313"/>
                  <a:pt x="798" y="1317"/>
                  <a:pt x="798" y="1322"/>
                </a:cubicBezTo>
                <a:cubicBezTo>
                  <a:pt x="798" y="1327"/>
                  <a:pt x="802" y="1331"/>
                  <a:pt x="807" y="1331"/>
                </a:cubicBezTo>
                <a:cubicBezTo>
                  <a:pt x="812" y="1331"/>
                  <a:pt x="816" y="1327"/>
                  <a:pt x="816" y="1322"/>
                </a:cubicBezTo>
                <a:close/>
                <a:moveTo>
                  <a:pt x="841" y="1322"/>
                </a:moveTo>
                <a:cubicBezTo>
                  <a:pt x="841" y="1317"/>
                  <a:pt x="837" y="1313"/>
                  <a:pt x="833" y="1313"/>
                </a:cubicBezTo>
                <a:cubicBezTo>
                  <a:pt x="828" y="1313"/>
                  <a:pt x="824" y="1317"/>
                  <a:pt x="824" y="1322"/>
                </a:cubicBezTo>
                <a:cubicBezTo>
                  <a:pt x="824" y="1327"/>
                  <a:pt x="828" y="1331"/>
                  <a:pt x="833" y="1331"/>
                </a:cubicBezTo>
                <a:cubicBezTo>
                  <a:pt x="837" y="1331"/>
                  <a:pt x="841" y="1327"/>
                  <a:pt x="841" y="1322"/>
                </a:cubicBezTo>
                <a:close/>
                <a:moveTo>
                  <a:pt x="867" y="1322"/>
                </a:moveTo>
                <a:cubicBezTo>
                  <a:pt x="867" y="1317"/>
                  <a:pt x="863" y="1313"/>
                  <a:pt x="858" y="1313"/>
                </a:cubicBezTo>
                <a:cubicBezTo>
                  <a:pt x="854" y="1313"/>
                  <a:pt x="850" y="1317"/>
                  <a:pt x="850" y="1322"/>
                </a:cubicBezTo>
                <a:cubicBezTo>
                  <a:pt x="850" y="1327"/>
                  <a:pt x="854" y="1331"/>
                  <a:pt x="858" y="1331"/>
                </a:cubicBezTo>
                <a:cubicBezTo>
                  <a:pt x="863" y="1331"/>
                  <a:pt x="867" y="1327"/>
                  <a:pt x="867" y="1322"/>
                </a:cubicBezTo>
                <a:close/>
                <a:moveTo>
                  <a:pt x="1408" y="1322"/>
                </a:moveTo>
                <a:cubicBezTo>
                  <a:pt x="1408" y="1317"/>
                  <a:pt x="1404" y="1313"/>
                  <a:pt x="1399" y="1313"/>
                </a:cubicBezTo>
                <a:cubicBezTo>
                  <a:pt x="1395" y="1313"/>
                  <a:pt x="1391" y="1317"/>
                  <a:pt x="1391" y="1322"/>
                </a:cubicBezTo>
                <a:cubicBezTo>
                  <a:pt x="1391" y="1327"/>
                  <a:pt x="1395" y="1331"/>
                  <a:pt x="1399" y="1331"/>
                </a:cubicBezTo>
                <a:cubicBezTo>
                  <a:pt x="1404" y="1331"/>
                  <a:pt x="1408" y="1327"/>
                  <a:pt x="1408" y="1322"/>
                </a:cubicBezTo>
                <a:close/>
                <a:moveTo>
                  <a:pt x="1434" y="1322"/>
                </a:moveTo>
                <a:cubicBezTo>
                  <a:pt x="1434" y="1317"/>
                  <a:pt x="1430" y="1313"/>
                  <a:pt x="1425" y="1313"/>
                </a:cubicBezTo>
                <a:cubicBezTo>
                  <a:pt x="1420" y="1313"/>
                  <a:pt x="1417" y="1317"/>
                  <a:pt x="1417" y="1322"/>
                </a:cubicBezTo>
                <a:cubicBezTo>
                  <a:pt x="1417" y="1327"/>
                  <a:pt x="1420" y="1331"/>
                  <a:pt x="1425" y="1331"/>
                </a:cubicBezTo>
                <a:cubicBezTo>
                  <a:pt x="1430" y="1331"/>
                  <a:pt x="1434" y="1327"/>
                  <a:pt x="1434" y="1322"/>
                </a:cubicBezTo>
                <a:close/>
                <a:moveTo>
                  <a:pt x="1459" y="1322"/>
                </a:moveTo>
                <a:cubicBezTo>
                  <a:pt x="1459" y="1317"/>
                  <a:pt x="1456" y="1313"/>
                  <a:pt x="1451" y="1313"/>
                </a:cubicBezTo>
                <a:cubicBezTo>
                  <a:pt x="1446" y="1313"/>
                  <a:pt x="1442" y="1317"/>
                  <a:pt x="1442" y="1322"/>
                </a:cubicBezTo>
                <a:cubicBezTo>
                  <a:pt x="1442" y="1327"/>
                  <a:pt x="1446" y="1331"/>
                  <a:pt x="1451" y="1331"/>
                </a:cubicBezTo>
                <a:cubicBezTo>
                  <a:pt x="1456" y="1331"/>
                  <a:pt x="1459" y="1327"/>
                  <a:pt x="1459" y="1322"/>
                </a:cubicBezTo>
                <a:close/>
                <a:moveTo>
                  <a:pt x="1485" y="1322"/>
                </a:moveTo>
                <a:cubicBezTo>
                  <a:pt x="1485" y="1317"/>
                  <a:pt x="1481" y="1313"/>
                  <a:pt x="1477" y="1313"/>
                </a:cubicBezTo>
                <a:cubicBezTo>
                  <a:pt x="1472" y="1313"/>
                  <a:pt x="1468" y="1317"/>
                  <a:pt x="1468" y="1322"/>
                </a:cubicBezTo>
                <a:cubicBezTo>
                  <a:pt x="1468" y="1327"/>
                  <a:pt x="1472" y="1331"/>
                  <a:pt x="1477" y="1331"/>
                </a:cubicBezTo>
                <a:cubicBezTo>
                  <a:pt x="1481" y="1331"/>
                  <a:pt x="1485" y="1327"/>
                  <a:pt x="1485" y="1322"/>
                </a:cubicBezTo>
                <a:close/>
                <a:moveTo>
                  <a:pt x="2181" y="1322"/>
                </a:moveTo>
                <a:cubicBezTo>
                  <a:pt x="2181" y="1317"/>
                  <a:pt x="2177" y="1313"/>
                  <a:pt x="2172" y="1313"/>
                </a:cubicBezTo>
                <a:cubicBezTo>
                  <a:pt x="2167" y="1313"/>
                  <a:pt x="2164" y="1317"/>
                  <a:pt x="2164" y="1322"/>
                </a:cubicBezTo>
                <a:cubicBezTo>
                  <a:pt x="2164" y="1327"/>
                  <a:pt x="2167" y="1331"/>
                  <a:pt x="2172" y="1331"/>
                </a:cubicBezTo>
                <a:cubicBezTo>
                  <a:pt x="2177" y="1331"/>
                  <a:pt x="2181" y="1327"/>
                  <a:pt x="2181" y="1322"/>
                </a:cubicBezTo>
                <a:close/>
                <a:moveTo>
                  <a:pt x="2207" y="1322"/>
                </a:moveTo>
                <a:cubicBezTo>
                  <a:pt x="2207" y="1317"/>
                  <a:pt x="2203" y="1313"/>
                  <a:pt x="2198" y="1313"/>
                </a:cubicBezTo>
                <a:cubicBezTo>
                  <a:pt x="2193" y="1313"/>
                  <a:pt x="2189" y="1317"/>
                  <a:pt x="2189" y="1322"/>
                </a:cubicBezTo>
                <a:cubicBezTo>
                  <a:pt x="2189" y="1327"/>
                  <a:pt x="2193" y="1331"/>
                  <a:pt x="2198" y="1331"/>
                </a:cubicBezTo>
                <a:cubicBezTo>
                  <a:pt x="2203" y="1331"/>
                  <a:pt x="2207" y="1327"/>
                  <a:pt x="2207" y="1322"/>
                </a:cubicBezTo>
                <a:close/>
                <a:moveTo>
                  <a:pt x="2310" y="1322"/>
                </a:moveTo>
                <a:cubicBezTo>
                  <a:pt x="2310" y="1317"/>
                  <a:pt x="2306" y="1313"/>
                  <a:pt x="2301" y="1313"/>
                </a:cubicBezTo>
                <a:cubicBezTo>
                  <a:pt x="2296" y="1313"/>
                  <a:pt x="2292" y="1317"/>
                  <a:pt x="2292" y="1322"/>
                </a:cubicBezTo>
                <a:cubicBezTo>
                  <a:pt x="2292" y="1327"/>
                  <a:pt x="2296" y="1331"/>
                  <a:pt x="2301" y="1331"/>
                </a:cubicBezTo>
                <a:cubicBezTo>
                  <a:pt x="2306" y="1331"/>
                  <a:pt x="2310" y="1327"/>
                  <a:pt x="2310" y="1322"/>
                </a:cubicBezTo>
                <a:close/>
                <a:moveTo>
                  <a:pt x="2335" y="1322"/>
                </a:moveTo>
                <a:cubicBezTo>
                  <a:pt x="2335" y="1317"/>
                  <a:pt x="2331" y="1313"/>
                  <a:pt x="2327" y="1313"/>
                </a:cubicBezTo>
                <a:cubicBezTo>
                  <a:pt x="2322" y="1313"/>
                  <a:pt x="2318" y="1317"/>
                  <a:pt x="2318" y="1322"/>
                </a:cubicBezTo>
                <a:cubicBezTo>
                  <a:pt x="2318" y="1327"/>
                  <a:pt x="2322" y="1331"/>
                  <a:pt x="2327" y="1331"/>
                </a:cubicBezTo>
                <a:cubicBezTo>
                  <a:pt x="2331" y="1331"/>
                  <a:pt x="2335" y="1327"/>
                  <a:pt x="2335" y="1322"/>
                </a:cubicBezTo>
                <a:close/>
                <a:moveTo>
                  <a:pt x="2361" y="1322"/>
                </a:moveTo>
                <a:cubicBezTo>
                  <a:pt x="2361" y="1317"/>
                  <a:pt x="2357" y="1313"/>
                  <a:pt x="2352" y="1313"/>
                </a:cubicBezTo>
                <a:cubicBezTo>
                  <a:pt x="2348" y="1313"/>
                  <a:pt x="2344" y="1317"/>
                  <a:pt x="2344" y="1322"/>
                </a:cubicBezTo>
                <a:cubicBezTo>
                  <a:pt x="2344" y="1327"/>
                  <a:pt x="2348" y="1331"/>
                  <a:pt x="2352" y="1331"/>
                </a:cubicBezTo>
                <a:cubicBezTo>
                  <a:pt x="2357" y="1331"/>
                  <a:pt x="2361" y="1327"/>
                  <a:pt x="2361" y="1322"/>
                </a:cubicBezTo>
                <a:close/>
                <a:moveTo>
                  <a:pt x="2387" y="1322"/>
                </a:moveTo>
                <a:cubicBezTo>
                  <a:pt x="2387" y="1317"/>
                  <a:pt x="2383" y="1313"/>
                  <a:pt x="2378" y="1313"/>
                </a:cubicBezTo>
                <a:cubicBezTo>
                  <a:pt x="2373" y="1313"/>
                  <a:pt x="2370" y="1317"/>
                  <a:pt x="2370" y="1322"/>
                </a:cubicBezTo>
                <a:cubicBezTo>
                  <a:pt x="2370" y="1327"/>
                  <a:pt x="2373" y="1331"/>
                  <a:pt x="2378" y="1331"/>
                </a:cubicBezTo>
                <a:cubicBezTo>
                  <a:pt x="2383" y="1331"/>
                  <a:pt x="2387" y="1327"/>
                  <a:pt x="2387" y="1322"/>
                </a:cubicBezTo>
                <a:close/>
                <a:moveTo>
                  <a:pt x="2413" y="1322"/>
                </a:moveTo>
                <a:cubicBezTo>
                  <a:pt x="2413" y="1317"/>
                  <a:pt x="2409" y="1313"/>
                  <a:pt x="2404" y="1313"/>
                </a:cubicBezTo>
                <a:cubicBezTo>
                  <a:pt x="2399" y="1313"/>
                  <a:pt x="2395" y="1317"/>
                  <a:pt x="2395" y="1322"/>
                </a:cubicBezTo>
                <a:cubicBezTo>
                  <a:pt x="2395" y="1327"/>
                  <a:pt x="2399" y="1331"/>
                  <a:pt x="2404" y="1331"/>
                </a:cubicBezTo>
                <a:cubicBezTo>
                  <a:pt x="2409" y="1331"/>
                  <a:pt x="2413" y="1327"/>
                  <a:pt x="2413" y="1322"/>
                </a:cubicBezTo>
                <a:close/>
                <a:moveTo>
                  <a:pt x="2438" y="1322"/>
                </a:moveTo>
                <a:cubicBezTo>
                  <a:pt x="2438" y="1317"/>
                  <a:pt x="2434" y="1313"/>
                  <a:pt x="2430" y="1313"/>
                </a:cubicBezTo>
                <a:cubicBezTo>
                  <a:pt x="2425" y="1313"/>
                  <a:pt x="2421" y="1317"/>
                  <a:pt x="2421" y="1322"/>
                </a:cubicBezTo>
                <a:cubicBezTo>
                  <a:pt x="2421" y="1327"/>
                  <a:pt x="2425" y="1331"/>
                  <a:pt x="2430" y="1331"/>
                </a:cubicBezTo>
                <a:cubicBezTo>
                  <a:pt x="2434" y="1331"/>
                  <a:pt x="2438" y="1327"/>
                  <a:pt x="2438" y="1322"/>
                </a:cubicBezTo>
                <a:close/>
                <a:moveTo>
                  <a:pt x="738" y="1348"/>
                </a:moveTo>
                <a:cubicBezTo>
                  <a:pt x="738" y="1343"/>
                  <a:pt x="734" y="1339"/>
                  <a:pt x="730" y="1339"/>
                </a:cubicBezTo>
                <a:cubicBezTo>
                  <a:pt x="725" y="1339"/>
                  <a:pt x="721" y="1343"/>
                  <a:pt x="721" y="1348"/>
                </a:cubicBezTo>
                <a:cubicBezTo>
                  <a:pt x="721" y="1353"/>
                  <a:pt x="725" y="1356"/>
                  <a:pt x="730" y="1356"/>
                </a:cubicBezTo>
                <a:cubicBezTo>
                  <a:pt x="734" y="1356"/>
                  <a:pt x="738" y="1353"/>
                  <a:pt x="738" y="1348"/>
                </a:cubicBezTo>
                <a:close/>
                <a:moveTo>
                  <a:pt x="764" y="1348"/>
                </a:moveTo>
                <a:cubicBezTo>
                  <a:pt x="764" y="1343"/>
                  <a:pt x="760" y="1339"/>
                  <a:pt x="755" y="1339"/>
                </a:cubicBezTo>
                <a:cubicBezTo>
                  <a:pt x="751" y="1339"/>
                  <a:pt x="747" y="1343"/>
                  <a:pt x="747" y="1348"/>
                </a:cubicBezTo>
                <a:cubicBezTo>
                  <a:pt x="747" y="1353"/>
                  <a:pt x="751" y="1356"/>
                  <a:pt x="755" y="1356"/>
                </a:cubicBezTo>
                <a:cubicBezTo>
                  <a:pt x="760" y="1356"/>
                  <a:pt x="764" y="1353"/>
                  <a:pt x="764" y="1348"/>
                </a:cubicBezTo>
                <a:close/>
                <a:moveTo>
                  <a:pt x="790" y="1348"/>
                </a:moveTo>
                <a:cubicBezTo>
                  <a:pt x="790" y="1343"/>
                  <a:pt x="786" y="1339"/>
                  <a:pt x="781" y="1339"/>
                </a:cubicBezTo>
                <a:cubicBezTo>
                  <a:pt x="776" y="1339"/>
                  <a:pt x="773" y="1343"/>
                  <a:pt x="773" y="1348"/>
                </a:cubicBezTo>
                <a:cubicBezTo>
                  <a:pt x="773" y="1353"/>
                  <a:pt x="776" y="1356"/>
                  <a:pt x="781" y="1356"/>
                </a:cubicBezTo>
                <a:cubicBezTo>
                  <a:pt x="786" y="1356"/>
                  <a:pt x="790" y="1353"/>
                  <a:pt x="790" y="1348"/>
                </a:cubicBezTo>
                <a:close/>
                <a:moveTo>
                  <a:pt x="816" y="1348"/>
                </a:moveTo>
                <a:cubicBezTo>
                  <a:pt x="816" y="1343"/>
                  <a:pt x="812" y="1339"/>
                  <a:pt x="807" y="1339"/>
                </a:cubicBezTo>
                <a:cubicBezTo>
                  <a:pt x="802" y="1339"/>
                  <a:pt x="798" y="1343"/>
                  <a:pt x="798" y="1348"/>
                </a:cubicBezTo>
                <a:cubicBezTo>
                  <a:pt x="798" y="1353"/>
                  <a:pt x="802" y="1356"/>
                  <a:pt x="807" y="1356"/>
                </a:cubicBezTo>
                <a:cubicBezTo>
                  <a:pt x="812" y="1356"/>
                  <a:pt x="816" y="1353"/>
                  <a:pt x="816" y="1348"/>
                </a:cubicBezTo>
                <a:close/>
                <a:moveTo>
                  <a:pt x="2310" y="1348"/>
                </a:moveTo>
                <a:cubicBezTo>
                  <a:pt x="2310" y="1343"/>
                  <a:pt x="2306" y="1339"/>
                  <a:pt x="2301" y="1339"/>
                </a:cubicBezTo>
                <a:cubicBezTo>
                  <a:pt x="2296" y="1339"/>
                  <a:pt x="2292" y="1343"/>
                  <a:pt x="2292" y="1348"/>
                </a:cubicBezTo>
                <a:cubicBezTo>
                  <a:pt x="2292" y="1353"/>
                  <a:pt x="2296" y="1356"/>
                  <a:pt x="2301" y="1356"/>
                </a:cubicBezTo>
                <a:cubicBezTo>
                  <a:pt x="2306" y="1356"/>
                  <a:pt x="2310" y="1353"/>
                  <a:pt x="2310" y="1348"/>
                </a:cubicBezTo>
                <a:close/>
                <a:moveTo>
                  <a:pt x="2335" y="1348"/>
                </a:moveTo>
                <a:cubicBezTo>
                  <a:pt x="2335" y="1343"/>
                  <a:pt x="2331" y="1339"/>
                  <a:pt x="2327" y="1339"/>
                </a:cubicBezTo>
                <a:cubicBezTo>
                  <a:pt x="2322" y="1339"/>
                  <a:pt x="2318" y="1343"/>
                  <a:pt x="2318" y="1348"/>
                </a:cubicBezTo>
                <a:cubicBezTo>
                  <a:pt x="2318" y="1353"/>
                  <a:pt x="2322" y="1356"/>
                  <a:pt x="2327" y="1356"/>
                </a:cubicBezTo>
                <a:cubicBezTo>
                  <a:pt x="2331" y="1356"/>
                  <a:pt x="2335" y="1353"/>
                  <a:pt x="2335" y="1348"/>
                </a:cubicBezTo>
                <a:close/>
                <a:moveTo>
                  <a:pt x="2361" y="1348"/>
                </a:moveTo>
                <a:cubicBezTo>
                  <a:pt x="2361" y="1343"/>
                  <a:pt x="2357" y="1339"/>
                  <a:pt x="2352" y="1339"/>
                </a:cubicBezTo>
                <a:cubicBezTo>
                  <a:pt x="2348" y="1339"/>
                  <a:pt x="2344" y="1343"/>
                  <a:pt x="2344" y="1348"/>
                </a:cubicBezTo>
                <a:cubicBezTo>
                  <a:pt x="2344" y="1353"/>
                  <a:pt x="2348" y="1356"/>
                  <a:pt x="2352" y="1356"/>
                </a:cubicBezTo>
                <a:cubicBezTo>
                  <a:pt x="2357" y="1356"/>
                  <a:pt x="2361" y="1353"/>
                  <a:pt x="2361" y="1348"/>
                </a:cubicBezTo>
                <a:close/>
                <a:moveTo>
                  <a:pt x="2387" y="1348"/>
                </a:moveTo>
                <a:cubicBezTo>
                  <a:pt x="2387" y="1343"/>
                  <a:pt x="2383" y="1339"/>
                  <a:pt x="2378" y="1339"/>
                </a:cubicBezTo>
                <a:cubicBezTo>
                  <a:pt x="2373" y="1339"/>
                  <a:pt x="2370" y="1343"/>
                  <a:pt x="2370" y="1348"/>
                </a:cubicBezTo>
                <a:cubicBezTo>
                  <a:pt x="2370" y="1353"/>
                  <a:pt x="2373" y="1356"/>
                  <a:pt x="2378" y="1356"/>
                </a:cubicBezTo>
                <a:cubicBezTo>
                  <a:pt x="2383" y="1356"/>
                  <a:pt x="2387" y="1353"/>
                  <a:pt x="2387" y="1348"/>
                </a:cubicBezTo>
                <a:close/>
                <a:moveTo>
                  <a:pt x="2413" y="1348"/>
                </a:moveTo>
                <a:cubicBezTo>
                  <a:pt x="2413" y="1343"/>
                  <a:pt x="2409" y="1339"/>
                  <a:pt x="2404" y="1339"/>
                </a:cubicBezTo>
                <a:cubicBezTo>
                  <a:pt x="2399" y="1339"/>
                  <a:pt x="2395" y="1343"/>
                  <a:pt x="2395" y="1348"/>
                </a:cubicBezTo>
                <a:cubicBezTo>
                  <a:pt x="2395" y="1353"/>
                  <a:pt x="2399" y="1356"/>
                  <a:pt x="2404" y="1356"/>
                </a:cubicBezTo>
                <a:cubicBezTo>
                  <a:pt x="2409" y="1356"/>
                  <a:pt x="2413" y="1353"/>
                  <a:pt x="2413" y="1348"/>
                </a:cubicBezTo>
                <a:close/>
                <a:moveTo>
                  <a:pt x="738" y="1374"/>
                </a:moveTo>
                <a:cubicBezTo>
                  <a:pt x="738" y="1369"/>
                  <a:pt x="734" y="1365"/>
                  <a:pt x="730" y="1365"/>
                </a:cubicBezTo>
                <a:cubicBezTo>
                  <a:pt x="725" y="1365"/>
                  <a:pt x="721" y="1369"/>
                  <a:pt x="721" y="1374"/>
                </a:cubicBezTo>
                <a:cubicBezTo>
                  <a:pt x="721" y="1378"/>
                  <a:pt x="725" y="1382"/>
                  <a:pt x="730" y="1382"/>
                </a:cubicBezTo>
                <a:cubicBezTo>
                  <a:pt x="734" y="1382"/>
                  <a:pt x="738" y="1378"/>
                  <a:pt x="738" y="1374"/>
                </a:cubicBezTo>
                <a:close/>
                <a:moveTo>
                  <a:pt x="764" y="1374"/>
                </a:moveTo>
                <a:cubicBezTo>
                  <a:pt x="764" y="1369"/>
                  <a:pt x="760" y="1365"/>
                  <a:pt x="755" y="1365"/>
                </a:cubicBezTo>
                <a:cubicBezTo>
                  <a:pt x="751" y="1365"/>
                  <a:pt x="747" y="1369"/>
                  <a:pt x="747" y="1374"/>
                </a:cubicBezTo>
                <a:cubicBezTo>
                  <a:pt x="747" y="1378"/>
                  <a:pt x="751" y="1382"/>
                  <a:pt x="755" y="1382"/>
                </a:cubicBezTo>
                <a:cubicBezTo>
                  <a:pt x="760" y="1382"/>
                  <a:pt x="764" y="1378"/>
                  <a:pt x="764" y="1374"/>
                </a:cubicBezTo>
                <a:close/>
                <a:moveTo>
                  <a:pt x="790" y="1374"/>
                </a:moveTo>
                <a:cubicBezTo>
                  <a:pt x="790" y="1369"/>
                  <a:pt x="786" y="1365"/>
                  <a:pt x="781" y="1365"/>
                </a:cubicBezTo>
                <a:cubicBezTo>
                  <a:pt x="776" y="1365"/>
                  <a:pt x="773" y="1369"/>
                  <a:pt x="773" y="1374"/>
                </a:cubicBezTo>
                <a:cubicBezTo>
                  <a:pt x="773" y="1378"/>
                  <a:pt x="776" y="1382"/>
                  <a:pt x="781" y="1382"/>
                </a:cubicBezTo>
                <a:cubicBezTo>
                  <a:pt x="786" y="1382"/>
                  <a:pt x="790" y="1378"/>
                  <a:pt x="790" y="1374"/>
                </a:cubicBezTo>
                <a:close/>
                <a:moveTo>
                  <a:pt x="816" y="1374"/>
                </a:moveTo>
                <a:cubicBezTo>
                  <a:pt x="816" y="1369"/>
                  <a:pt x="812" y="1365"/>
                  <a:pt x="807" y="1365"/>
                </a:cubicBezTo>
                <a:cubicBezTo>
                  <a:pt x="802" y="1365"/>
                  <a:pt x="798" y="1369"/>
                  <a:pt x="798" y="1374"/>
                </a:cubicBezTo>
                <a:cubicBezTo>
                  <a:pt x="798" y="1378"/>
                  <a:pt x="802" y="1382"/>
                  <a:pt x="807" y="1382"/>
                </a:cubicBezTo>
                <a:cubicBezTo>
                  <a:pt x="812" y="1382"/>
                  <a:pt x="816" y="1378"/>
                  <a:pt x="816" y="1374"/>
                </a:cubicBezTo>
                <a:close/>
                <a:moveTo>
                  <a:pt x="2361" y="1374"/>
                </a:moveTo>
                <a:cubicBezTo>
                  <a:pt x="2361" y="1369"/>
                  <a:pt x="2357" y="1365"/>
                  <a:pt x="2352" y="1365"/>
                </a:cubicBezTo>
                <a:cubicBezTo>
                  <a:pt x="2348" y="1365"/>
                  <a:pt x="2344" y="1369"/>
                  <a:pt x="2344" y="1374"/>
                </a:cubicBezTo>
                <a:cubicBezTo>
                  <a:pt x="2344" y="1378"/>
                  <a:pt x="2348" y="1382"/>
                  <a:pt x="2352" y="1382"/>
                </a:cubicBezTo>
                <a:cubicBezTo>
                  <a:pt x="2357" y="1382"/>
                  <a:pt x="2361" y="1378"/>
                  <a:pt x="2361" y="1374"/>
                </a:cubicBezTo>
                <a:close/>
                <a:moveTo>
                  <a:pt x="2387" y="1374"/>
                </a:moveTo>
                <a:cubicBezTo>
                  <a:pt x="2387" y="1369"/>
                  <a:pt x="2383" y="1365"/>
                  <a:pt x="2378" y="1365"/>
                </a:cubicBezTo>
                <a:cubicBezTo>
                  <a:pt x="2373" y="1365"/>
                  <a:pt x="2370" y="1369"/>
                  <a:pt x="2370" y="1374"/>
                </a:cubicBezTo>
                <a:cubicBezTo>
                  <a:pt x="2370" y="1378"/>
                  <a:pt x="2373" y="1382"/>
                  <a:pt x="2378" y="1382"/>
                </a:cubicBezTo>
                <a:cubicBezTo>
                  <a:pt x="2383" y="1382"/>
                  <a:pt x="2387" y="1378"/>
                  <a:pt x="2387" y="1374"/>
                </a:cubicBezTo>
                <a:close/>
                <a:moveTo>
                  <a:pt x="2413" y="1374"/>
                </a:moveTo>
                <a:cubicBezTo>
                  <a:pt x="2413" y="1369"/>
                  <a:pt x="2409" y="1365"/>
                  <a:pt x="2404" y="1365"/>
                </a:cubicBezTo>
                <a:cubicBezTo>
                  <a:pt x="2399" y="1365"/>
                  <a:pt x="2395" y="1369"/>
                  <a:pt x="2395" y="1374"/>
                </a:cubicBezTo>
                <a:cubicBezTo>
                  <a:pt x="2395" y="1378"/>
                  <a:pt x="2399" y="1382"/>
                  <a:pt x="2404" y="1382"/>
                </a:cubicBezTo>
                <a:cubicBezTo>
                  <a:pt x="2409" y="1382"/>
                  <a:pt x="2413" y="1378"/>
                  <a:pt x="2413" y="1374"/>
                </a:cubicBezTo>
                <a:close/>
                <a:moveTo>
                  <a:pt x="2619" y="1374"/>
                </a:moveTo>
                <a:cubicBezTo>
                  <a:pt x="2619" y="1369"/>
                  <a:pt x="2615" y="1365"/>
                  <a:pt x="2610" y="1365"/>
                </a:cubicBezTo>
                <a:cubicBezTo>
                  <a:pt x="2605" y="1365"/>
                  <a:pt x="2601" y="1369"/>
                  <a:pt x="2601" y="1374"/>
                </a:cubicBezTo>
                <a:cubicBezTo>
                  <a:pt x="2601" y="1378"/>
                  <a:pt x="2605" y="1382"/>
                  <a:pt x="2610" y="1382"/>
                </a:cubicBezTo>
                <a:cubicBezTo>
                  <a:pt x="2615" y="1382"/>
                  <a:pt x="2619" y="1378"/>
                  <a:pt x="2619" y="1374"/>
                </a:cubicBezTo>
                <a:close/>
                <a:moveTo>
                  <a:pt x="2644" y="1374"/>
                </a:moveTo>
                <a:cubicBezTo>
                  <a:pt x="2644" y="1369"/>
                  <a:pt x="2641" y="1365"/>
                  <a:pt x="2636" y="1365"/>
                </a:cubicBezTo>
                <a:cubicBezTo>
                  <a:pt x="2631" y="1365"/>
                  <a:pt x="2627" y="1369"/>
                  <a:pt x="2627" y="1374"/>
                </a:cubicBezTo>
                <a:cubicBezTo>
                  <a:pt x="2627" y="1378"/>
                  <a:pt x="2631" y="1382"/>
                  <a:pt x="2636" y="1382"/>
                </a:cubicBezTo>
                <a:cubicBezTo>
                  <a:pt x="2641" y="1382"/>
                  <a:pt x="2644" y="1378"/>
                  <a:pt x="2644" y="1374"/>
                </a:cubicBezTo>
                <a:close/>
                <a:moveTo>
                  <a:pt x="738" y="1399"/>
                </a:moveTo>
                <a:cubicBezTo>
                  <a:pt x="738" y="1395"/>
                  <a:pt x="734" y="1391"/>
                  <a:pt x="730" y="1391"/>
                </a:cubicBezTo>
                <a:cubicBezTo>
                  <a:pt x="725" y="1391"/>
                  <a:pt x="721" y="1395"/>
                  <a:pt x="721" y="1399"/>
                </a:cubicBezTo>
                <a:cubicBezTo>
                  <a:pt x="721" y="1404"/>
                  <a:pt x="725" y="1408"/>
                  <a:pt x="730" y="1408"/>
                </a:cubicBezTo>
                <a:cubicBezTo>
                  <a:pt x="734" y="1408"/>
                  <a:pt x="738" y="1404"/>
                  <a:pt x="738" y="1399"/>
                </a:cubicBezTo>
                <a:close/>
                <a:moveTo>
                  <a:pt x="764" y="1399"/>
                </a:moveTo>
                <a:cubicBezTo>
                  <a:pt x="764" y="1395"/>
                  <a:pt x="760" y="1391"/>
                  <a:pt x="755" y="1391"/>
                </a:cubicBezTo>
                <a:cubicBezTo>
                  <a:pt x="751" y="1391"/>
                  <a:pt x="747" y="1395"/>
                  <a:pt x="747" y="1399"/>
                </a:cubicBezTo>
                <a:cubicBezTo>
                  <a:pt x="747" y="1404"/>
                  <a:pt x="751" y="1408"/>
                  <a:pt x="755" y="1408"/>
                </a:cubicBezTo>
                <a:cubicBezTo>
                  <a:pt x="760" y="1408"/>
                  <a:pt x="764" y="1404"/>
                  <a:pt x="764" y="1399"/>
                </a:cubicBezTo>
                <a:close/>
                <a:moveTo>
                  <a:pt x="790" y="1399"/>
                </a:moveTo>
                <a:cubicBezTo>
                  <a:pt x="790" y="1395"/>
                  <a:pt x="786" y="1391"/>
                  <a:pt x="781" y="1391"/>
                </a:cubicBezTo>
                <a:cubicBezTo>
                  <a:pt x="776" y="1391"/>
                  <a:pt x="773" y="1395"/>
                  <a:pt x="773" y="1399"/>
                </a:cubicBezTo>
                <a:cubicBezTo>
                  <a:pt x="773" y="1404"/>
                  <a:pt x="776" y="1408"/>
                  <a:pt x="781" y="1408"/>
                </a:cubicBezTo>
                <a:cubicBezTo>
                  <a:pt x="786" y="1408"/>
                  <a:pt x="790" y="1404"/>
                  <a:pt x="790" y="1399"/>
                </a:cubicBezTo>
                <a:close/>
                <a:moveTo>
                  <a:pt x="2593" y="1399"/>
                </a:moveTo>
                <a:cubicBezTo>
                  <a:pt x="2593" y="1395"/>
                  <a:pt x="2589" y="1391"/>
                  <a:pt x="2584" y="1391"/>
                </a:cubicBezTo>
                <a:cubicBezTo>
                  <a:pt x="2580" y="1391"/>
                  <a:pt x="2576" y="1395"/>
                  <a:pt x="2576" y="1399"/>
                </a:cubicBezTo>
                <a:cubicBezTo>
                  <a:pt x="2576" y="1404"/>
                  <a:pt x="2580" y="1408"/>
                  <a:pt x="2584" y="1408"/>
                </a:cubicBezTo>
                <a:cubicBezTo>
                  <a:pt x="2589" y="1408"/>
                  <a:pt x="2593" y="1404"/>
                  <a:pt x="2593" y="1399"/>
                </a:cubicBezTo>
                <a:close/>
                <a:moveTo>
                  <a:pt x="738" y="1425"/>
                </a:moveTo>
                <a:cubicBezTo>
                  <a:pt x="738" y="1420"/>
                  <a:pt x="734" y="1416"/>
                  <a:pt x="730" y="1416"/>
                </a:cubicBezTo>
                <a:cubicBezTo>
                  <a:pt x="725" y="1416"/>
                  <a:pt x="721" y="1420"/>
                  <a:pt x="721" y="1425"/>
                </a:cubicBezTo>
                <a:cubicBezTo>
                  <a:pt x="721" y="1430"/>
                  <a:pt x="725" y="1434"/>
                  <a:pt x="730" y="1434"/>
                </a:cubicBezTo>
                <a:cubicBezTo>
                  <a:pt x="734" y="1434"/>
                  <a:pt x="738" y="1430"/>
                  <a:pt x="738" y="1425"/>
                </a:cubicBezTo>
                <a:close/>
                <a:moveTo>
                  <a:pt x="764" y="1425"/>
                </a:moveTo>
                <a:cubicBezTo>
                  <a:pt x="764" y="1420"/>
                  <a:pt x="760" y="1416"/>
                  <a:pt x="755" y="1416"/>
                </a:cubicBezTo>
                <a:cubicBezTo>
                  <a:pt x="751" y="1416"/>
                  <a:pt x="747" y="1420"/>
                  <a:pt x="747" y="1425"/>
                </a:cubicBezTo>
                <a:cubicBezTo>
                  <a:pt x="747" y="1430"/>
                  <a:pt x="751" y="1434"/>
                  <a:pt x="755" y="1434"/>
                </a:cubicBezTo>
                <a:cubicBezTo>
                  <a:pt x="760" y="1434"/>
                  <a:pt x="764" y="1430"/>
                  <a:pt x="764" y="1425"/>
                </a:cubicBezTo>
                <a:close/>
                <a:moveTo>
                  <a:pt x="790" y="1425"/>
                </a:moveTo>
                <a:cubicBezTo>
                  <a:pt x="790" y="1420"/>
                  <a:pt x="786" y="1416"/>
                  <a:pt x="781" y="1416"/>
                </a:cubicBezTo>
                <a:cubicBezTo>
                  <a:pt x="776" y="1416"/>
                  <a:pt x="773" y="1420"/>
                  <a:pt x="773" y="1425"/>
                </a:cubicBezTo>
                <a:cubicBezTo>
                  <a:pt x="773" y="1430"/>
                  <a:pt x="776" y="1434"/>
                  <a:pt x="781" y="1434"/>
                </a:cubicBezTo>
                <a:cubicBezTo>
                  <a:pt x="786" y="1434"/>
                  <a:pt x="790" y="1430"/>
                  <a:pt x="790" y="1425"/>
                </a:cubicBezTo>
                <a:close/>
                <a:moveTo>
                  <a:pt x="2567" y="1425"/>
                </a:moveTo>
                <a:cubicBezTo>
                  <a:pt x="2567" y="1420"/>
                  <a:pt x="2563" y="1416"/>
                  <a:pt x="2559" y="1416"/>
                </a:cubicBezTo>
                <a:cubicBezTo>
                  <a:pt x="2554" y="1416"/>
                  <a:pt x="2550" y="1420"/>
                  <a:pt x="2550" y="1425"/>
                </a:cubicBezTo>
                <a:cubicBezTo>
                  <a:pt x="2550" y="1430"/>
                  <a:pt x="2554" y="1434"/>
                  <a:pt x="2559" y="1434"/>
                </a:cubicBezTo>
                <a:cubicBezTo>
                  <a:pt x="2563" y="1434"/>
                  <a:pt x="2567" y="1430"/>
                  <a:pt x="2567" y="1425"/>
                </a:cubicBezTo>
                <a:close/>
                <a:moveTo>
                  <a:pt x="2593" y="1425"/>
                </a:moveTo>
                <a:cubicBezTo>
                  <a:pt x="2593" y="1420"/>
                  <a:pt x="2589" y="1416"/>
                  <a:pt x="2584" y="1416"/>
                </a:cubicBezTo>
                <a:cubicBezTo>
                  <a:pt x="2580" y="1416"/>
                  <a:pt x="2576" y="1420"/>
                  <a:pt x="2576" y="1425"/>
                </a:cubicBezTo>
                <a:cubicBezTo>
                  <a:pt x="2576" y="1430"/>
                  <a:pt x="2580" y="1434"/>
                  <a:pt x="2584" y="1434"/>
                </a:cubicBezTo>
                <a:cubicBezTo>
                  <a:pt x="2589" y="1434"/>
                  <a:pt x="2593" y="1430"/>
                  <a:pt x="2593" y="1425"/>
                </a:cubicBezTo>
                <a:close/>
                <a:moveTo>
                  <a:pt x="2619" y="1425"/>
                </a:moveTo>
                <a:cubicBezTo>
                  <a:pt x="2619" y="1420"/>
                  <a:pt x="2615" y="1416"/>
                  <a:pt x="2610" y="1416"/>
                </a:cubicBezTo>
                <a:cubicBezTo>
                  <a:pt x="2605" y="1416"/>
                  <a:pt x="2601" y="1420"/>
                  <a:pt x="2601" y="1425"/>
                </a:cubicBezTo>
                <a:cubicBezTo>
                  <a:pt x="2601" y="1430"/>
                  <a:pt x="2605" y="1434"/>
                  <a:pt x="2610" y="1434"/>
                </a:cubicBezTo>
                <a:cubicBezTo>
                  <a:pt x="2615" y="1434"/>
                  <a:pt x="2619" y="1430"/>
                  <a:pt x="2619" y="1425"/>
                </a:cubicBezTo>
                <a:close/>
                <a:moveTo>
                  <a:pt x="738" y="1451"/>
                </a:moveTo>
                <a:cubicBezTo>
                  <a:pt x="738" y="1446"/>
                  <a:pt x="734" y="1442"/>
                  <a:pt x="730" y="1442"/>
                </a:cubicBezTo>
                <a:cubicBezTo>
                  <a:pt x="725" y="1442"/>
                  <a:pt x="721" y="1446"/>
                  <a:pt x="721" y="1451"/>
                </a:cubicBezTo>
                <a:cubicBezTo>
                  <a:pt x="721" y="1456"/>
                  <a:pt x="725" y="1459"/>
                  <a:pt x="730" y="1459"/>
                </a:cubicBezTo>
                <a:cubicBezTo>
                  <a:pt x="734" y="1459"/>
                  <a:pt x="738" y="1456"/>
                  <a:pt x="738" y="1451"/>
                </a:cubicBezTo>
                <a:close/>
                <a:moveTo>
                  <a:pt x="764" y="1451"/>
                </a:moveTo>
                <a:cubicBezTo>
                  <a:pt x="764" y="1446"/>
                  <a:pt x="760" y="1442"/>
                  <a:pt x="755" y="1442"/>
                </a:cubicBezTo>
                <a:cubicBezTo>
                  <a:pt x="751" y="1442"/>
                  <a:pt x="747" y="1446"/>
                  <a:pt x="747" y="1451"/>
                </a:cubicBezTo>
                <a:cubicBezTo>
                  <a:pt x="747" y="1456"/>
                  <a:pt x="751" y="1459"/>
                  <a:pt x="755" y="1459"/>
                </a:cubicBezTo>
                <a:cubicBezTo>
                  <a:pt x="760" y="1459"/>
                  <a:pt x="764" y="1456"/>
                  <a:pt x="764" y="1451"/>
                </a:cubicBezTo>
                <a:close/>
                <a:moveTo>
                  <a:pt x="790" y="1451"/>
                </a:moveTo>
                <a:cubicBezTo>
                  <a:pt x="790" y="1446"/>
                  <a:pt x="786" y="1442"/>
                  <a:pt x="781" y="1442"/>
                </a:cubicBezTo>
                <a:cubicBezTo>
                  <a:pt x="776" y="1442"/>
                  <a:pt x="773" y="1446"/>
                  <a:pt x="773" y="1451"/>
                </a:cubicBezTo>
                <a:cubicBezTo>
                  <a:pt x="773" y="1456"/>
                  <a:pt x="776" y="1459"/>
                  <a:pt x="781" y="1459"/>
                </a:cubicBezTo>
                <a:cubicBezTo>
                  <a:pt x="786" y="1459"/>
                  <a:pt x="790" y="1456"/>
                  <a:pt x="790" y="1451"/>
                </a:cubicBezTo>
                <a:close/>
                <a:moveTo>
                  <a:pt x="2541" y="1451"/>
                </a:moveTo>
                <a:cubicBezTo>
                  <a:pt x="2541" y="1446"/>
                  <a:pt x="2538" y="1442"/>
                  <a:pt x="2533" y="1442"/>
                </a:cubicBezTo>
                <a:cubicBezTo>
                  <a:pt x="2528" y="1442"/>
                  <a:pt x="2524" y="1446"/>
                  <a:pt x="2524" y="1451"/>
                </a:cubicBezTo>
                <a:cubicBezTo>
                  <a:pt x="2524" y="1456"/>
                  <a:pt x="2528" y="1459"/>
                  <a:pt x="2533" y="1459"/>
                </a:cubicBezTo>
                <a:cubicBezTo>
                  <a:pt x="2538" y="1459"/>
                  <a:pt x="2541" y="1456"/>
                  <a:pt x="2541" y="1451"/>
                </a:cubicBezTo>
                <a:close/>
                <a:moveTo>
                  <a:pt x="2567" y="1451"/>
                </a:moveTo>
                <a:cubicBezTo>
                  <a:pt x="2567" y="1446"/>
                  <a:pt x="2563" y="1442"/>
                  <a:pt x="2559" y="1442"/>
                </a:cubicBezTo>
                <a:cubicBezTo>
                  <a:pt x="2554" y="1442"/>
                  <a:pt x="2550" y="1446"/>
                  <a:pt x="2550" y="1451"/>
                </a:cubicBezTo>
                <a:cubicBezTo>
                  <a:pt x="2550" y="1456"/>
                  <a:pt x="2554" y="1459"/>
                  <a:pt x="2559" y="1459"/>
                </a:cubicBezTo>
                <a:cubicBezTo>
                  <a:pt x="2563" y="1459"/>
                  <a:pt x="2567" y="1456"/>
                  <a:pt x="2567" y="1451"/>
                </a:cubicBezTo>
                <a:close/>
                <a:moveTo>
                  <a:pt x="2593" y="1451"/>
                </a:moveTo>
                <a:cubicBezTo>
                  <a:pt x="2593" y="1446"/>
                  <a:pt x="2589" y="1442"/>
                  <a:pt x="2584" y="1442"/>
                </a:cubicBezTo>
                <a:cubicBezTo>
                  <a:pt x="2580" y="1442"/>
                  <a:pt x="2576" y="1446"/>
                  <a:pt x="2576" y="1451"/>
                </a:cubicBezTo>
                <a:cubicBezTo>
                  <a:pt x="2576" y="1456"/>
                  <a:pt x="2580" y="1459"/>
                  <a:pt x="2584" y="1459"/>
                </a:cubicBezTo>
                <a:cubicBezTo>
                  <a:pt x="2589" y="1459"/>
                  <a:pt x="2593" y="1456"/>
                  <a:pt x="2593" y="1451"/>
                </a:cubicBezTo>
                <a:close/>
                <a:moveTo>
                  <a:pt x="764" y="1477"/>
                </a:moveTo>
                <a:cubicBezTo>
                  <a:pt x="764" y="1472"/>
                  <a:pt x="760" y="1468"/>
                  <a:pt x="755" y="1468"/>
                </a:cubicBezTo>
                <a:cubicBezTo>
                  <a:pt x="751" y="1468"/>
                  <a:pt x="747" y="1472"/>
                  <a:pt x="747" y="1477"/>
                </a:cubicBezTo>
                <a:cubicBezTo>
                  <a:pt x="747" y="1481"/>
                  <a:pt x="751" y="1485"/>
                  <a:pt x="755" y="1485"/>
                </a:cubicBezTo>
                <a:cubicBezTo>
                  <a:pt x="760" y="1485"/>
                  <a:pt x="764" y="1481"/>
                  <a:pt x="764" y="1477"/>
                </a:cubicBezTo>
                <a:close/>
                <a:moveTo>
                  <a:pt x="2567" y="1477"/>
                </a:moveTo>
                <a:cubicBezTo>
                  <a:pt x="2567" y="1472"/>
                  <a:pt x="2563" y="1468"/>
                  <a:pt x="2559" y="1468"/>
                </a:cubicBezTo>
                <a:cubicBezTo>
                  <a:pt x="2554" y="1468"/>
                  <a:pt x="2550" y="1472"/>
                  <a:pt x="2550" y="1477"/>
                </a:cubicBezTo>
                <a:cubicBezTo>
                  <a:pt x="2550" y="1481"/>
                  <a:pt x="2554" y="1485"/>
                  <a:pt x="2559" y="1485"/>
                </a:cubicBezTo>
                <a:cubicBezTo>
                  <a:pt x="2563" y="1485"/>
                  <a:pt x="2567" y="1481"/>
                  <a:pt x="2567" y="1477"/>
                </a:cubicBezTo>
                <a:close/>
                <a:moveTo>
                  <a:pt x="790" y="1502"/>
                </a:moveTo>
                <a:cubicBezTo>
                  <a:pt x="790" y="1498"/>
                  <a:pt x="786" y="1494"/>
                  <a:pt x="781" y="1494"/>
                </a:cubicBezTo>
                <a:cubicBezTo>
                  <a:pt x="776" y="1494"/>
                  <a:pt x="773" y="1498"/>
                  <a:pt x="773" y="1502"/>
                </a:cubicBezTo>
                <a:cubicBezTo>
                  <a:pt x="773" y="1507"/>
                  <a:pt x="776" y="1511"/>
                  <a:pt x="781" y="1511"/>
                </a:cubicBezTo>
                <a:cubicBezTo>
                  <a:pt x="786" y="1511"/>
                  <a:pt x="790" y="1507"/>
                  <a:pt x="790" y="1502"/>
                </a:cubicBezTo>
                <a:close/>
              </a:path>
            </a:pathLst>
          </a:custGeom>
          <a:solidFill>
            <a:schemeClr val="tx1">
              <a:alpha val="20000"/>
            </a:schemeClr>
          </a:solidFill>
          <a:ln>
            <a:noFill/>
          </a:ln>
        </p:spPr>
        <p:txBody>
          <a:bodyPr vert="horz" wrap="square" lIns="68580" tIns="34290" rIns="68580" bIns="34290" numCol="1" anchor="t" anchorCtr="0" compatLnSpc="1">
            <a:prstTxWarp prst="textNoShape">
              <a:avLst/>
            </a:prstTxWarp>
          </a:bodyPr>
          <a:lstStyle/>
          <a:p>
            <a:endParaRPr lang="en-US">
              <a:latin typeface="Segoe UI" pitchFamily="34" charset="0"/>
              <a:cs typeface="Segoe UI" pitchFamily="34" charset="0"/>
            </a:endParaRPr>
          </a:p>
        </p:txBody>
      </p:sp>
    </p:spTree>
    <p:extLst>
      <p:ext uri="{BB962C8B-B14F-4D97-AF65-F5344CB8AC3E}">
        <p14:creationId xmlns:p14="http://schemas.microsoft.com/office/powerpoint/2010/main" val="5980805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E4E2B14-6378-4C91-AF5B-F26E776B605F}"/>
              </a:ext>
            </a:extLst>
          </p:cNvPr>
          <p:cNvSpPr/>
          <p:nvPr userDrawn="1"/>
        </p:nvSpPr>
        <p:spPr>
          <a:xfrm>
            <a:off x="467544" y="4578670"/>
            <a:ext cx="7848872" cy="441352"/>
          </a:xfrm>
          <a:prstGeom prst="rect">
            <a:avLst/>
          </a:prstGeom>
        </p:spPr>
        <p:txBody>
          <a:bodyPr wrap="square" lIns="71323" tIns="35662" rIns="71323" bIns="35662">
            <a:spAutoFit/>
          </a:bodyPr>
          <a:lstStyle/>
          <a:p>
            <a:pPr defTabSz="450620" fontAlgn="base">
              <a:defRPr/>
            </a:pPr>
            <a:r>
              <a:rPr lang="en-US" sz="600" dirty="0">
                <a:solidFill>
                  <a:srgbClr val="828282"/>
                </a:solidFill>
                <a:latin typeface="Segoe UI" pitchFamily="34" charset="0"/>
                <a:cs typeface="Segoe UI" pitchFamily="34" charset="0"/>
              </a:rPr>
              <a:t>© Copyright 2026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Global Services Limited and its subsidiaries (hereinafter jointly referred as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All rights reserved.</a:t>
            </a:r>
          </a:p>
          <a:p>
            <a:pPr defTabSz="450620" fontAlgn="base">
              <a:defRPr/>
            </a:pPr>
            <a:r>
              <a:rPr lang="en-US" sz="600" dirty="0">
                <a:solidFill>
                  <a:srgbClr val="828282"/>
                </a:solidFill>
                <a:latin typeface="Segoe UI" pitchFamily="34" charset="0"/>
                <a:cs typeface="Segoe UI" pitchFamily="34" charset="0"/>
              </a:rPr>
              <a:t> </a:t>
            </a:r>
          </a:p>
          <a:p>
            <a:pPr defTabSz="450620" fontAlgn="base">
              <a:defRPr/>
            </a:pPr>
            <a:r>
              <a:rPr lang="en-US" sz="600" dirty="0">
                <a:solidFill>
                  <a:srgbClr val="828282"/>
                </a:solidFill>
                <a:latin typeface="Segoe UI" pitchFamily="34" charset="0"/>
                <a:cs typeface="Segoe UI" pitchFamily="34" charset="0"/>
              </a:rPr>
              <a:t>Contents in this document are confidential and proprietary to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No part of this document should be reproduced, published, transmitted or distributed in any form or by any means, electronic, mechanical, photocopying, recording or otherwise, nor should be disclosed to third parties without prior written approval from the marketing team at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a:t>
            </a:r>
          </a:p>
        </p:txBody>
      </p:sp>
      <p:grpSp>
        <p:nvGrpSpPr>
          <p:cNvPr id="19" name="Group 11"/>
          <p:cNvGrpSpPr/>
          <p:nvPr userDrawn="1"/>
        </p:nvGrpSpPr>
        <p:grpSpPr>
          <a:xfrm>
            <a:off x="526852" y="727132"/>
            <a:ext cx="1623429" cy="188434"/>
            <a:chOff x="9685338" y="627063"/>
            <a:chExt cx="4535487" cy="528637"/>
          </a:xfrm>
        </p:grpSpPr>
        <p:sp>
          <p:nvSpPr>
            <p:cNvPr id="20"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pic>
        <p:nvPicPr>
          <p:cNvPr id="44" name="Picture 43" descr="Line-01.png"/>
          <p:cNvPicPr>
            <a:picLocks noChangeAspect="1"/>
          </p:cNvPicPr>
          <p:nvPr userDrawn="1"/>
        </p:nvPicPr>
        <p:blipFill>
          <a:blip r:embed="rId2" cstate="print"/>
          <a:stretch>
            <a:fillRect/>
          </a:stretch>
        </p:blipFill>
        <p:spPr>
          <a:xfrm>
            <a:off x="611560" y="3291583"/>
            <a:ext cx="7560840" cy="432295"/>
          </a:xfrm>
          <a:prstGeom prst="rect">
            <a:avLst/>
          </a:prstGeom>
        </p:spPr>
      </p:pic>
      <p:pic>
        <p:nvPicPr>
          <p:cNvPr id="45" name="Picture 44" descr="Line-02.png"/>
          <p:cNvPicPr>
            <a:picLocks noChangeAspect="1"/>
          </p:cNvPicPr>
          <p:nvPr userDrawn="1"/>
        </p:nvPicPr>
        <p:blipFill rotWithShape="1">
          <a:blip r:embed="rId3" cstate="print"/>
          <a:srcRect r="8403"/>
          <a:stretch/>
        </p:blipFill>
        <p:spPr>
          <a:xfrm>
            <a:off x="5831632" y="2859782"/>
            <a:ext cx="3312368" cy="432048"/>
          </a:xfrm>
          <a:prstGeom prst="rect">
            <a:avLst/>
          </a:prstGeom>
        </p:spPr>
      </p:pic>
      <p:sp>
        <p:nvSpPr>
          <p:cNvPr id="47" name="Rectangle 46"/>
          <p:cNvSpPr/>
          <p:nvPr userDrawn="1"/>
        </p:nvSpPr>
        <p:spPr>
          <a:xfrm>
            <a:off x="8460432" y="0"/>
            <a:ext cx="683568" cy="555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D7D0ACB2-79BD-4D4B-8E69-8B145CB87034}"/>
              </a:ext>
            </a:extLst>
          </p:cNvPr>
          <p:cNvSpPr>
            <a:spLocks noGrp="1"/>
          </p:cNvSpPr>
          <p:nvPr userDrawn="1">
            <p:ph type="title" hasCustomPrompt="1"/>
          </p:nvPr>
        </p:nvSpPr>
        <p:spPr>
          <a:xfrm>
            <a:off x="842408" y="1636291"/>
            <a:ext cx="3945616" cy="1151483"/>
          </a:xfrm>
        </p:spPr>
        <p:txBody>
          <a:bodyPr>
            <a:normAutofit/>
          </a:bodyPr>
          <a:lstStyle>
            <a:lvl1pPr>
              <a:defRPr sz="4800" b="1">
                <a:solidFill>
                  <a:srgbClr val="474747"/>
                </a:solidFill>
              </a:defRPr>
            </a:lvl1pPr>
          </a:lstStyle>
          <a:p>
            <a:r>
              <a:rPr lang="en-US" dirty="0"/>
              <a:t>Thank You</a:t>
            </a:r>
          </a:p>
        </p:txBody>
      </p:sp>
      <p:sp>
        <p:nvSpPr>
          <p:cNvPr id="18" name="Text Placeholder 2"/>
          <p:cNvSpPr>
            <a:spLocks noGrp="1"/>
          </p:cNvSpPr>
          <p:nvPr>
            <p:ph type="body" sz="quarter" idx="10"/>
          </p:nvPr>
        </p:nvSpPr>
        <p:spPr>
          <a:xfrm>
            <a:off x="893763" y="3940175"/>
            <a:ext cx="3822700" cy="360363"/>
          </a:xfrm>
        </p:spPr>
        <p:txBody>
          <a:bodyPr/>
          <a:lstStyle>
            <a:lvl1pPr>
              <a:defRPr/>
            </a:lvl1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0400" y="399600"/>
            <a:ext cx="7560000" cy="7200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70400" y="1152000"/>
            <a:ext cx="7560000" cy="339447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DAA74D3-E2FB-432A-B0D7-30229C880941}"/>
              </a:ext>
            </a:extLst>
          </p:cNvPr>
          <p:cNvCxnSpPr>
            <a:cxnSpLocks/>
          </p:cNvCxnSpPr>
          <p:nvPr/>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84119B5-58B1-4925-9E4F-6F6870001A19}"/>
              </a:ext>
            </a:extLst>
          </p:cNvPr>
          <p:cNvSpPr/>
          <p:nvPr/>
        </p:nvSpPr>
        <p:spPr>
          <a:xfrm>
            <a:off x="597426" y="-263525"/>
            <a:ext cx="1543049" cy="169151"/>
          </a:xfrm>
          <a:prstGeom prst="rect">
            <a:avLst/>
          </a:prstGeom>
          <a:solidFill>
            <a:srgbClr val="C00D0D"/>
          </a:solidFill>
          <a:ln>
            <a:noFill/>
          </a:ln>
          <a:effectLst>
            <a:outerShdw blurRad="381000" dist="127000" dir="5400000" algn="t" rotWithShape="0">
              <a:srgbClr val="C00D0D">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pic>
        <p:nvPicPr>
          <p:cNvPr id="10" name="Picture 2" descr="C:\Users\manish.madhavi\Desktop\Datamatics-Responsive-Logo.png">
            <a:extLst>
              <a:ext uri="{FF2B5EF4-FFF2-40B4-BE49-F238E27FC236}">
                <a16:creationId xmlns:a16="http://schemas.microsoft.com/office/drawing/2014/main" id="{EBB50A23-94CE-3647-BB94-B5F6FD1D307F}"/>
              </a:ext>
            </a:extLst>
          </p:cNvPr>
          <p:cNvPicPr>
            <a:picLocks noChangeAspect="1" noChangeArrowheads="1"/>
          </p:cNvPicPr>
          <p:nvPr/>
        </p:nvPicPr>
        <p:blipFill>
          <a:blip r:embed="rId23" cstate="print"/>
          <a:stretch>
            <a:fillRect/>
          </a:stretch>
        </p:blipFill>
        <p:spPr bwMode="auto">
          <a:xfrm>
            <a:off x="8688496" y="162521"/>
            <a:ext cx="315899" cy="315899"/>
          </a:xfrm>
          <a:prstGeom prst="rect">
            <a:avLst/>
          </a:prstGeom>
          <a:noFill/>
        </p:spPr>
      </p:pic>
      <p:sp>
        <p:nvSpPr>
          <p:cNvPr id="9" name="Slide Number Placeholder 5"/>
          <p:cNvSpPr txBox="1">
            <a:spLocks/>
          </p:cNvSpPr>
          <p:nvPr/>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0" r:id="rId3"/>
    <p:sldLayoutId id="2147483777" r:id="rId4"/>
    <p:sldLayoutId id="2147483778" r:id="rId5"/>
    <p:sldLayoutId id="2147483785" r:id="rId6"/>
    <p:sldLayoutId id="2147483666" r:id="rId7"/>
    <p:sldLayoutId id="2147483789" r:id="rId8"/>
    <p:sldLayoutId id="2147483790" r:id="rId9"/>
    <p:sldLayoutId id="2147483792" r:id="rId10"/>
    <p:sldLayoutId id="2147483791" r:id="rId11"/>
    <p:sldLayoutId id="2147483781" r:id="rId12"/>
    <p:sldLayoutId id="2147483782" r:id="rId13"/>
    <p:sldLayoutId id="2147483783" r:id="rId14"/>
    <p:sldLayoutId id="2147483685" r:id="rId15"/>
    <p:sldLayoutId id="2147483787" r:id="rId16"/>
    <p:sldLayoutId id="2147483696" r:id="rId17"/>
    <p:sldLayoutId id="2147483788" r:id="rId18"/>
    <p:sldLayoutId id="2147483754" r:id="rId19"/>
    <p:sldLayoutId id="2147483756" r:id="rId20"/>
    <p:sldLayoutId id="2147483779" r:id="rId21"/>
  </p:sldLayoutIdLst>
  <p:txStyles>
    <p:titleStyle>
      <a:lvl1pPr algn="l" defTabSz="685800" rtl="0" eaLnBrk="1" latinLnBrk="0" hangingPunct="1">
        <a:lnSpc>
          <a:spcPct val="110000"/>
        </a:lnSpc>
        <a:spcBef>
          <a:spcPct val="0"/>
        </a:spcBef>
        <a:buNone/>
        <a:defRPr lang="en-US" sz="2100" kern="1200" dirty="0">
          <a:solidFill>
            <a:srgbClr val="05050F"/>
          </a:solidFill>
          <a:latin typeface="Segoe UI" pitchFamily="34" charset="0"/>
          <a:ea typeface="+mj-ea"/>
          <a:cs typeface="Segoe UI" pitchFamily="34" charset="0"/>
        </a:defRPr>
      </a:lvl1pPr>
    </p:titleStyle>
    <p:body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hyperlink" Target="https://twitter.com/Datamatics" TargetMode="External"/><Relationship Id="rId2" Type="http://schemas.openxmlformats.org/officeDocument/2006/relationships/hyperlink" Target="https://www.datamatics.com/" TargetMode="External"/><Relationship Id="rId1" Type="http://schemas.openxmlformats.org/officeDocument/2006/relationships/slideLayout" Target="../slideLayouts/slideLayout21.xml"/><Relationship Id="rId5" Type="http://schemas.openxmlformats.org/officeDocument/2006/relationships/hyperlink" Target="https://www.linkedin.com/company/datamatics/" TargetMode="External"/><Relationship Id="rId4" Type="http://schemas.openxmlformats.org/officeDocument/2006/relationships/hyperlink" Target="https://www.facebook.com/Datama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sz="quarter" idx="10"/>
          </p:nvPr>
        </p:nvSpPr>
        <p:spPr/>
        <p:txBody>
          <a:bodyPr/>
          <a:lstStyle/>
          <a:p>
            <a:endParaRPr lang="en-IN"/>
          </a:p>
        </p:txBody>
      </p:sp>
    </p:spTree>
    <p:extLst>
      <p:ext uri="{BB962C8B-B14F-4D97-AF65-F5344CB8AC3E}">
        <p14:creationId xmlns:p14="http://schemas.microsoft.com/office/powerpoint/2010/main" val="2411519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1"/>
          </p:nvPr>
        </p:nvSpPr>
        <p:spPr/>
        <p:txBody>
          <a:bodyPr/>
          <a:lstStyle/>
          <a:p>
            <a:endParaRPr lang="en-US"/>
          </a:p>
        </p:txBody>
      </p:sp>
      <p:sp>
        <p:nvSpPr>
          <p:cNvPr id="3" name="Title 2"/>
          <p:cNvSpPr>
            <a:spLocks noGrp="1"/>
          </p:cNvSpPr>
          <p:nvPr>
            <p:ph type="title"/>
          </p:nvPr>
        </p:nvSpPr>
        <p:spPr/>
        <p:txBody>
          <a:bodyPr/>
          <a:lstStyle/>
          <a:p>
            <a:endParaRPr lang="en-IN"/>
          </a:p>
        </p:txBody>
      </p:sp>
      <p:sp>
        <p:nvSpPr>
          <p:cNvPr id="4" name="Text Placeholder 3"/>
          <p:cNvSpPr>
            <a:spLocks noGrp="1"/>
          </p:cNvSpPr>
          <p:nvPr>
            <p:ph type="body" sz="quarter" idx="10"/>
          </p:nvPr>
        </p:nvSpPr>
        <p:spPr/>
        <p:txBody>
          <a:bodyPr/>
          <a:lstStyle/>
          <a:p>
            <a:endParaRPr lang="en-IN"/>
          </a:p>
        </p:txBody>
      </p:sp>
    </p:spTree>
    <p:extLst>
      <p:ext uri="{BB962C8B-B14F-4D97-AF65-F5344CB8AC3E}">
        <p14:creationId xmlns:p14="http://schemas.microsoft.com/office/powerpoint/2010/main" val="2945960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spTree>
    <p:extLst>
      <p:ext uri="{BB962C8B-B14F-4D97-AF65-F5344CB8AC3E}">
        <p14:creationId xmlns:p14="http://schemas.microsoft.com/office/powerpoint/2010/main" val="2738439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Content Placeholder 3"/>
          <p:cNvSpPr>
            <a:spLocks noGrp="1"/>
          </p:cNvSpPr>
          <p:nvPr>
            <p:ph idx="1"/>
          </p:nvPr>
        </p:nvSpPr>
        <p:spPr/>
        <p:txBody>
          <a:bodyPr/>
          <a:lstStyle/>
          <a:p>
            <a:endParaRPr lang="en-IN"/>
          </a:p>
        </p:txBody>
      </p:sp>
    </p:spTree>
    <p:extLst>
      <p:ext uri="{BB962C8B-B14F-4D97-AF65-F5344CB8AC3E}">
        <p14:creationId xmlns:p14="http://schemas.microsoft.com/office/powerpoint/2010/main" val="2479621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27584" y="1851670"/>
            <a:ext cx="3744417" cy="1006429"/>
          </a:xfrm>
          <a:prstGeom prst="rect">
            <a:avLst/>
          </a:prstGeom>
        </p:spPr>
        <p:txBody>
          <a:bodyPr wrap="square">
            <a:spAutoFit/>
          </a:bodyPr>
          <a:lstStyle/>
          <a:p>
            <a:pPr lvl="0" algn="r" defTabSz="685800">
              <a:lnSpc>
                <a:spcPct val="110000"/>
              </a:lnSpc>
              <a:spcBef>
                <a:spcPts val="600"/>
              </a:spcBef>
            </a:pPr>
            <a:r>
              <a:rPr lang="en-US" sz="5400" b="1" dirty="0"/>
              <a:t>Thank You</a:t>
            </a:r>
          </a:p>
        </p:txBody>
      </p:sp>
      <p:sp>
        <p:nvSpPr>
          <p:cNvPr id="4" name="Text Placeholder 3"/>
          <p:cNvSpPr>
            <a:spLocks noGrp="1"/>
          </p:cNvSpPr>
          <p:nvPr>
            <p:ph type="body" sz="quarter" idx="10"/>
          </p:nvPr>
        </p:nvSpPr>
        <p:spPr/>
        <p:txBody>
          <a:bodyPr/>
          <a:lstStyle/>
          <a:p>
            <a:endParaRPr lang="en-IN"/>
          </a:p>
        </p:txBody>
      </p:sp>
    </p:spTree>
    <p:extLst>
      <p:ext uri="{BB962C8B-B14F-4D97-AF65-F5344CB8AC3E}">
        <p14:creationId xmlns:p14="http://schemas.microsoft.com/office/powerpoint/2010/main" val="844955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27584" y="1851670"/>
            <a:ext cx="3744417" cy="1006429"/>
          </a:xfrm>
          <a:prstGeom prst="rect">
            <a:avLst/>
          </a:prstGeom>
        </p:spPr>
        <p:txBody>
          <a:bodyPr wrap="square">
            <a:spAutoFit/>
          </a:bodyPr>
          <a:lstStyle/>
          <a:p>
            <a:pPr lvl="0" algn="r" defTabSz="685800">
              <a:lnSpc>
                <a:spcPct val="110000"/>
              </a:lnSpc>
              <a:spcBef>
                <a:spcPts val="600"/>
              </a:spcBef>
            </a:pPr>
            <a:r>
              <a:rPr lang="en-US" sz="5400" b="1" dirty="0"/>
              <a:t>Thank You</a:t>
            </a:r>
          </a:p>
        </p:txBody>
      </p:sp>
      <p:sp>
        <p:nvSpPr>
          <p:cNvPr id="4" name="Text Placeholder 3"/>
          <p:cNvSpPr>
            <a:spLocks noGrp="1"/>
          </p:cNvSpPr>
          <p:nvPr>
            <p:ph type="body" sz="quarter" idx="10"/>
          </p:nvPr>
        </p:nvSpPr>
        <p:spPr/>
        <p:txBody>
          <a:bodyPr/>
          <a:lstStyle/>
          <a:p>
            <a:r>
              <a:rPr lang="en-US" dirty="0">
                <a:solidFill>
                  <a:schemeClr val="tx1"/>
                </a:solidFill>
                <a:hlinkClick r:id="rId2"/>
              </a:rPr>
              <a:t>www.datamatics.com</a:t>
            </a:r>
            <a:endParaRPr lang="en-IN" dirty="0">
              <a:solidFill>
                <a:schemeClr val="tx1"/>
              </a:solidFill>
            </a:endParaRPr>
          </a:p>
        </p:txBody>
      </p:sp>
      <p:sp>
        <p:nvSpPr>
          <p:cNvPr id="5" name="Shape 2859">
            <a:hlinkClick r:id="rId3"/>
            <a:extLst>
              <a:ext uri="{FF2B5EF4-FFF2-40B4-BE49-F238E27FC236}">
                <a16:creationId xmlns:a16="http://schemas.microsoft.com/office/drawing/2014/main" id="{0D18A377-1A71-4B0B-BA25-1C928D3742D3}"/>
              </a:ext>
            </a:extLst>
          </p:cNvPr>
          <p:cNvSpPr>
            <a:spLocks noChangeAspect="1"/>
          </p:cNvSpPr>
          <p:nvPr/>
        </p:nvSpPr>
        <p:spPr>
          <a:xfrm>
            <a:off x="6367685"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6" name="Shape 2860">
            <a:hlinkClick r:id="rId4"/>
            <a:extLst>
              <a:ext uri="{FF2B5EF4-FFF2-40B4-BE49-F238E27FC236}">
                <a16:creationId xmlns:a16="http://schemas.microsoft.com/office/drawing/2014/main" id="{C54162B6-DF11-4B6B-95FC-D0A066C5D359}"/>
              </a:ext>
            </a:extLst>
          </p:cNvPr>
          <p:cNvSpPr>
            <a:spLocks noChangeAspect="1"/>
          </p:cNvSpPr>
          <p:nvPr/>
        </p:nvSpPr>
        <p:spPr>
          <a:xfrm>
            <a:off x="6804248"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7" name="Shape 2865">
            <a:hlinkClick r:id="rId5"/>
            <a:extLst>
              <a:ext uri="{FF2B5EF4-FFF2-40B4-BE49-F238E27FC236}">
                <a16:creationId xmlns:a16="http://schemas.microsoft.com/office/drawing/2014/main" id="{CCBFF9B7-C51B-4FDD-A0BB-7CE3FD80B7AF}"/>
              </a:ext>
            </a:extLst>
          </p:cNvPr>
          <p:cNvSpPr>
            <a:spLocks noChangeAspect="1"/>
          </p:cNvSpPr>
          <p:nvPr/>
        </p:nvSpPr>
        <p:spPr>
          <a:xfrm>
            <a:off x="7240811"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Tree>
    <p:extLst>
      <p:ext uri="{BB962C8B-B14F-4D97-AF65-F5344CB8AC3E}">
        <p14:creationId xmlns:p14="http://schemas.microsoft.com/office/powerpoint/2010/main" val="2204634131"/>
      </p:ext>
    </p:extLst>
  </p:cSld>
  <p:clrMapOvr>
    <a:masterClrMapping/>
  </p:clrMapOvr>
</p:sld>
</file>

<file path=ppt/theme/theme1.xml><?xml version="1.0" encoding="utf-8"?>
<a:theme xmlns:a="http://schemas.openxmlformats.org/drawingml/2006/main" name="datamatics-light">
  <a:themeElements>
    <a:clrScheme name="datamatics1">
      <a:dk1>
        <a:srgbClr val="000000"/>
      </a:dk1>
      <a:lt1>
        <a:srgbClr val="FFFFFF"/>
      </a:lt1>
      <a:dk2>
        <a:srgbClr val="FFFFFF"/>
      </a:dk2>
      <a:lt2>
        <a:srgbClr val="11112F"/>
      </a:lt2>
      <a:accent1>
        <a:srgbClr val="BDCCD4"/>
      </a:accent1>
      <a:accent2>
        <a:srgbClr val="2F93E9"/>
      </a:accent2>
      <a:accent3>
        <a:srgbClr val="30BD7E"/>
      </a:accent3>
      <a:accent4>
        <a:srgbClr val="F65857"/>
      </a:accent4>
      <a:accent5>
        <a:srgbClr val="F79E3A"/>
      </a:accent5>
      <a:accent6>
        <a:srgbClr val="595958"/>
      </a:accent6>
      <a:hlink>
        <a:srgbClr val="891111"/>
      </a:hlink>
      <a:folHlink>
        <a:srgbClr val="954F72"/>
      </a:folHlink>
    </a:clrScheme>
    <a:fontScheme name="Datamatics">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one">
      <a:srgbClr val="BDCCD4"/>
    </a:custClr>
    <a:custClr name="two">
      <a:srgbClr val="2F93E9"/>
    </a:custClr>
    <a:custClr name="three">
      <a:srgbClr val="30BD7E"/>
    </a:custClr>
    <a:custClr name="four">
      <a:srgbClr val="F65857"/>
    </a:custClr>
    <a:custClr name="five">
      <a:srgbClr val="F79E3A"/>
    </a:custClr>
    <a:custClr name="six">
      <a:srgbClr val="595958"/>
    </a:custClr>
  </a:custClrLst>
  <a:extLst>
    <a:ext uri="{05A4C25C-085E-4340-85A3-A5531E510DB2}">
      <thm15:themeFamily xmlns:thm15="http://schemas.microsoft.com/office/thememl/2012/main" name="Presentation1" id="{4F885922-9AE1-45E5-90E3-CAF817FEB8CC}" vid="{81FA929D-F8FD-4553-BA6D-B1AA99196D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Datamatics Presentation-Template-Light-March2024</Template>
  <TotalTime>2</TotalTime>
  <Words>10</Words>
  <Application>Microsoft Office PowerPoint</Application>
  <PresentationFormat>On-screen Show (16:9)</PresentationFormat>
  <Paragraphs>4</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Gill Sans</vt:lpstr>
      <vt:lpstr>Segoe UI</vt:lpstr>
      <vt:lpstr>Wingdings</vt:lpstr>
      <vt:lpstr>datamatics-light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Christy Jose</dc:creator>
  <cp:lastModifiedBy>Christy Jose</cp:lastModifiedBy>
  <cp:revision>3</cp:revision>
  <dcterms:created xsi:type="dcterms:W3CDTF">2024-03-06T12:15:25Z</dcterms:created>
  <dcterms:modified xsi:type="dcterms:W3CDTF">2026-01-23T10:31:54Z</dcterms:modified>
</cp:coreProperties>
</file>