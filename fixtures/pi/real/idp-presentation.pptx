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375" r:id="rId5"/>
    <p:sldId id="2142534856" r:id="rId6"/>
    <p:sldId id="2142534828" r:id="rId7"/>
    <p:sldId id="2142534842" r:id="rId8"/>
    <p:sldId id="2142534857" r:id="rId9"/>
    <p:sldId id="783" r:id="rId10"/>
    <p:sldId id="2142534843" r:id="rId11"/>
    <p:sldId id="2142534845" r:id="rId12"/>
    <p:sldId id="2142534849" r:id="rId13"/>
    <p:sldId id="2142534841" r:id="rId14"/>
    <p:sldId id="2142534839" r:id="rId15"/>
    <p:sldId id="709" r:id="rId16"/>
    <p:sldId id="2142534851" r:id="rId17"/>
    <p:sldId id="2142534850" r:id="rId18"/>
    <p:sldId id="790" r:id="rId19"/>
    <p:sldId id="494"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CFCFC"/>
    <a:srgbClr val="9E0000"/>
    <a:srgbClr val="167ACC"/>
    <a:srgbClr val="F3F3F3"/>
    <a:srgbClr val="F5F5F5"/>
    <a:srgbClr val="FAFAFA"/>
    <a:srgbClr val="C3C3C3"/>
    <a:srgbClr val="B3C4CD"/>
    <a:srgbClr val="97AE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a:wholeTbl>
      <a:tcTxStyle>
        <a:fontRef idx="minor">
          <a:prstClr val="black"/>
        </a:fontRef>
        <a:schemeClr val="accent6"/>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4249" autoAdjust="0"/>
  </p:normalViewPr>
  <p:slideViewPr>
    <p:cSldViewPr>
      <p:cViewPr varScale="1">
        <p:scale>
          <a:sx n="139" d="100"/>
          <a:sy n="139" d="100"/>
        </p:scale>
        <p:origin x="504" y="176"/>
      </p:cViewPr>
      <p:guideLst>
        <p:guide orient="horz" pos="1620"/>
        <p:guide pos="2880"/>
      </p:guideLst>
    </p:cSldViewPr>
  </p:slideViewPr>
  <p:notesTextViewPr>
    <p:cViewPr>
      <p:scale>
        <a:sx n="75" d="100"/>
        <a:sy n="75" d="100"/>
      </p:scale>
      <p:origin x="0" y="0"/>
    </p:cViewPr>
  </p:notesTextViewPr>
  <p:sorterViewPr>
    <p:cViewPr>
      <p:scale>
        <a:sx n="100" d="100"/>
        <a:sy n="100" d="100"/>
      </p:scale>
      <p:origin x="0" y="0"/>
    </p:cViewPr>
  </p:sorterViewPr>
  <p:notesViewPr>
    <p:cSldViewPr>
      <p:cViewPr>
        <p:scale>
          <a:sx n="100" d="100"/>
          <a:sy n="100" d="100"/>
        </p:scale>
        <p:origin x="3468" y="-3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22D655-5597-499B-9306-168FEE270C6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E7E74132-5518-4236-972F-A0FD3C359101}">
      <dgm:prSet custT="1"/>
      <dgm:spPr>
        <a:noFill/>
        <a:ln>
          <a:solidFill>
            <a:srgbClr val="BCBCBC"/>
          </a:solidFill>
        </a:ln>
      </dgm:spPr>
      <dgm:t>
        <a:bodyPr/>
        <a:lstStyle/>
        <a:p>
          <a:pPr rtl="0"/>
          <a:endParaRPr lang="en-US" sz="1050" dirty="0">
            <a:solidFill>
              <a:sysClr val="windowText" lastClr="000000"/>
            </a:solidFill>
          </a:endParaRPr>
        </a:p>
        <a:p>
          <a:pPr rtl="0"/>
          <a:endParaRPr lang="en-US" sz="1050" dirty="0">
            <a:solidFill>
              <a:sysClr val="windowText" lastClr="000000"/>
            </a:solidFill>
          </a:endParaRPr>
        </a:p>
        <a:p>
          <a:pPr rtl="0"/>
          <a:r>
            <a:rPr lang="en-IN" sz="1050" b="1" dirty="0">
              <a:solidFill>
                <a:srgbClr val="C00000"/>
              </a:solidFill>
            </a:rPr>
            <a:t>Competitive Landscape: Intelligent Document Processing Platform Providers</a:t>
          </a:r>
          <a:endParaRPr lang="en-US" sz="1050" b="1" dirty="0">
            <a:solidFill>
              <a:srgbClr val="C00000"/>
            </a:solidFill>
          </a:endParaRPr>
        </a:p>
      </dgm:t>
    </dgm:pt>
    <dgm:pt modelId="{2BBE48C5-2F06-431D-9F2B-1DC1B2984D85}" type="parTrans" cxnId="{329B15B9-B2E2-4B05-BB0D-1EC8F236693E}">
      <dgm:prSet/>
      <dgm:spPr/>
      <dgm:t>
        <a:bodyPr/>
        <a:lstStyle/>
        <a:p>
          <a:endParaRPr lang="en-IN" sz="1400"/>
        </a:p>
      </dgm:t>
    </dgm:pt>
    <dgm:pt modelId="{BA1C4AA8-3F20-4A8F-A698-65AF3E8B3A4E}" type="sibTrans" cxnId="{329B15B9-B2E2-4B05-BB0D-1EC8F236693E}">
      <dgm:prSet/>
      <dgm:spPr/>
      <dgm:t>
        <a:bodyPr/>
        <a:lstStyle/>
        <a:p>
          <a:endParaRPr lang="en-IN" sz="1400"/>
        </a:p>
      </dgm:t>
    </dgm:pt>
    <dgm:pt modelId="{4D499E67-94C9-4997-94CE-7A9370E20E65}">
      <dgm:prSet custT="1"/>
      <dgm:spPr>
        <a:noFill/>
        <a:ln>
          <a:solidFill>
            <a:srgbClr val="BCBCBC"/>
          </a:solidFill>
        </a:ln>
      </dgm:spPr>
      <dgm:t>
        <a:bodyPr/>
        <a:lstStyle/>
        <a:p>
          <a:pPr rtl="0"/>
          <a:endParaRPr lang="en-US" sz="1050" b="1" dirty="0">
            <a:solidFill>
              <a:sysClr val="windowText" lastClr="000000"/>
            </a:solidFill>
          </a:endParaRPr>
        </a:p>
        <a:p>
          <a:pPr rtl="0"/>
          <a:endParaRPr lang="en-US" sz="1050" b="1" dirty="0">
            <a:solidFill>
              <a:sysClr val="windowText" lastClr="000000"/>
            </a:solidFill>
          </a:endParaRPr>
        </a:p>
        <a:p>
          <a:pPr rtl="0"/>
          <a:r>
            <a:rPr lang="en-US" sz="1050" b="1" dirty="0">
              <a:solidFill>
                <a:srgbClr val="C00000"/>
              </a:solidFill>
            </a:rPr>
            <a:t>Technology Leaders</a:t>
          </a:r>
        </a:p>
        <a:p>
          <a:pPr rtl="0"/>
          <a:r>
            <a:rPr lang="en-IN" sz="700" dirty="0">
              <a:solidFill>
                <a:sysClr val="windowText" lastClr="000000"/>
              </a:solidFill>
            </a:rPr>
            <a:t>SPARK Matrix™: </a:t>
          </a:r>
          <a:r>
            <a:rPr lang="en-US" sz="700" dirty="0">
              <a:solidFill>
                <a:sysClr val="windowText" lastClr="000000"/>
              </a:solidFill>
            </a:rPr>
            <a:t>Intelligent Document Processing</a:t>
          </a:r>
          <a:r>
            <a:rPr lang="en-IN" sz="700" dirty="0">
              <a:solidFill>
                <a:sysClr val="windowText" lastClr="000000"/>
              </a:solidFill>
            </a:rPr>
            <a:t> (IDP), 2021</a:t>
          </a:r>
        </a:p>
      </dgm:t>
    </dgm:pt>
    <dgm:pt modelId="{A531F708-87F3-46E5-A221-85D408A87769}" type="parTrans" cxnId="{0DB7DBC1-794B-4553-83E9-2F568B167C06}">
      <dgm:prSet/>
      <dgm:spPr/>
      <dgm:t>
        <a:bodyPr/>
        <a:lstStyle/>
        <a:p>
          <a:endParaRPr lang="en-IN" sz="1400"/>
        </a:p>
      </dgm:t>
    </dgm:pt>
    <dgm:pt modelId="{81984BE5-C7B7-4EBA-92B2-D56ABB32BC1F}" type="sibTrans" cxnId="{0DB7DBC1-794B-4553-83E9-2F568B167C06}">
      <dgm:prSet/>
      <dgm:spPr/>
      <dgm:t>
        <a:bodyPr/>
        <a:lstStyle/>
        <a:p>
          <a:endParaRPr lang="en-IN" sz="1400"/>
        </a:p>
      </dgm:t>
    </dgm:pt>
    <dgm:pt modelId="{EAB5D996-2768-4D91-8764-ACB2849ABED5}">
      <dgm:prSet custT="1"/>
      <dgm:spPr>
        <a:noFill/>
        <a:ln>
          <a:solidFill>
            <a:srgbClr val="BCBCBC"/>
          </a:solidFill>
        </a:ln>
      </dgm:spPr>
      <dgm:t>
        <a:bodyPr/>
        <a:lstStyle/>
        <a:p>
          <a:pPr rtl="0"/>
          <a:endParaRPr lang="en-US" sz="1050" b="1" dirty="0">
            <a:solidFill>
              <a:sysClr val="windowText" lastClr="000000"/>
            </a:solidFill>
          </a:endParaRPr>
        </a:p>
        <a:p>
          <a:pPr rtl="0"/>
          <a:endParaRPr lang="en-US" sz="1050" b="1" dirty="0">
            <a:solidFill>
              <a:sysClr val="windowText" lastClr="000000"/>
            </a:solidFill>
          </a:endParaRPr>
        </a:p>
        <a:p>
          <a:pPr rtl="0"/>
          <a:r>
            <a:rPr lang="en-IN" sz="1050" b="1" dirty="0">
              <a:solidFill>
                <a:srgbClr val="C00000"/>
              </a:solidFill>
            </a:rPr>
            <a:t>Emerging Technologies and Trends Impact Radar: </a:t>
          </a:r>
          <a:br>
            <a:rPr lang="en-IN" sz="1050" b="1" dirty="0">
              <a:solidFill>
                <a:srgbClr val="C00000"/>
              </a:solidFill>
            </a:rPr>
          </a:br>
          <a:r>
            <a:rPr lang="en-IN" sz="1050" b="1" dirty="0">
              <a:solidFill>
                <a:srgbClr val="C00000"/>
              </a:solidFill>
            </a:rPr>
            <a:t>Enterprise Software</a:t>
          </a:r>
          <a:endParaRPr lang="en-US" sz="1050" b="1" dirty="0">
            <a:solidFill>
              <a:srgbClr val="C00000"/>
            </a:solidFill>
          </a:endParaRPr>
        </a:p>
      </dgm:t>
    </dgm:pt>
    <dgm:pt modelId="{A1A372AF-F19E-4141-B688-D76EBAFF6810}" type="parTrans" cxnId="{917E366B-8048-4920-8950-737B03D7F77B}">
      <dgm:prSet/>
      <dgm:spPr/>
      <dgm:t>
        <a:bodyPr/>
        <a:lstStyle/>
        <a:p>
          <a:endParaRPr lang="en-IN" sz="1400"/>
        </a:p>
      </dgm:t>
    </dgm:pt>
    <dgm:pt modelId="{7FD135B4-3155-42CC-9F32-8B134817C70C}" type="sibTrans" cxnId="{917E366B-8048-4920-8950-737B03D7F77B}">
      <dgm:prSet/>
      <dgm:spPr/>
      <dgm:t>
        <a:bodyPr/>
        <a:lstStyle/>
        <a:p>
          <a:endParaRPr lang="en-IN" sz="1400"/>
        </a:p>
      </dgm:t>
    </dgm:pt>
    <dgm:pt modelId="{01E7F235-134B-4158-88AD-EEA4FDB6CA58}">
      <dgm:prSet custT="1"/>
      <dgm:spPr>
        <a:noFill/>
        <a:ln>
          <a:solidFill>
            <a:srgbClr val="BCBCBC"/>
          </a:solidFill>
        </a:ln>
      </dgm:spPr>
      <dgm:t>
        <a:bodyPr/>
        <a:lstStyle/>
        <a:p>
          <a:pPr rtl="0"/>
          <a:endParaRPr lang="en-US" sz="1050" b="1" dirty="0">
            <a:solidFill>
              <a:sysClr val="windowText" lastClr="000000"/>
            </a:solidFill>
          </a:endParaRPr>
        </a:p>
        <a:p>
          <a:pPr rtl="0"/>
          <a:endParaRPr lang="en-US" sz="1050" b="1" dirty="0">
            <a:solidFill>
              <a:sysClr val="windowText" lastClr="000000"/>
            </a:solidFill>
          </a:endParaRPr>
        </a:p>
        <a:p>
          <a:pPr rtl="0"/>
          <a:r>
            <a:rPr lang="en-US" sz="1050" b="1" dirty="0">
              <a:solidFill>
                <a:srgbClr val="C00000"/>
              </a:solidFill>
            </a:rPr>
            <a:t>Major Contender</a:t>
          </a:r>
        </a:p>
        <a:p>
          <a:pPr rtl="0"/>
          <a:r>
            <a:rPr lang="en-US" sz="700" dirty="0">
              <a:solidFill>
                <a:sysClr val="windowText" lastClr="000000"/>
              </a:solidFill>
            </a:rPr>
            <a:t>Intelligent Document Processing</a:t>
          </a:r>
          <a:br>
            <a:rPr lang="en-US" sz="700" dirty="0">
              <a:solidFill>
                <a:sysClr val="windowText" lastClr="000000"/>
              </a:solidFill>
            </a:rPr>
          </a:br>
          <a:r>
            <a:rPr lang="en-US" sz="700" dirty="0">
              <a:solidFill>
                <a:sysClr val="windowText" lastClr="000000"/>
              </a:solidFill>
            </a:rPr>
            <a:t>(IDP) Products PEAK Matrix – 2022</a:t>
          </a:r>
          <a:endParaRPr lang="en-IN" sz="700" dirty="0">
            <a:solidFill>
              <a:sysClr val="windowText" lastClr="000000"/>
            </a:solidFill>
          </a:endParaRPr>
        </a:p>
      </dgm:t>
    </dgm:pt>
    <dgm:pt modelId="{92E3F753-40BA-4A42-9B3D-817444772CC9}" type="parTrans" cxnId="{D7740F60-06AD-46D5-9D39-39B8C527ACB6}">
      <dgm:prSet/>
      <dgm:spPr/>
      <dgm:t>
        <a:bodyPr/>
        <a:lstStyle/>
        <a:p>
          <a:endParaRPr lang="en-IN" sz="1400"/>
        </a:p>
      </dgm:t>
    </dgm:pt>
    <dgm:pt modelId="{196D6D5E-5086-4238-A10E-9304928876A1}" type="sibTrans" cxnId="{D7740F60-06AD-46D5-9D39-39B8C527ACB6}">
      <dgm:prSet/>
      <dgm:spPr/>
      <dgm:t>
        <a:bodyPr/>
        <a:lstStyle/>
        <a:p>
          <a:endParaRPr lang="en-IN" sz="1400"/>
        </a:p>
      </dgm:t>
    </dgm:pt>
    <dgm:pt modelId="{82BD15DC-CA6D-4E37-9649-443E4E04D1B7}">
      <dgm:prSet custT="1"/>
      <dgm:spPr>
        <a:noFill/>
        <a:ln>
          <a:solidFill>
            <a:srgbClr val="BCBCBC"/>
          </a:solidFill>
        </a:ln>
      </dgm:spPr>
      <dgm:t>
        <a:bodyPr/>
        <a:lstStyle/>
        <a:p>
          <a:pPr rtl="0"/>
          <a:endParaRPr lang="en-US" sz="1050" dirty="0">
            <a:solidFill>
              <a:sysClr val="windowText" lastClr="000000"/>
            </a:solidFill>
          </a:endParaRPr>
        </a:p>
        <a:p>
          <a:pPr rtl="0"/>
          <a:endParaRPr lang="en-US" sz="1050" dirty="0">
            <a:solidFill>
              <a:sysClr val="windowText" lastClr="000000"/>
            </a:solidFill>
          </a:endParaRPr>
        </a:p>
        <a:p>
          <a:pPr rtl="0"/>
          <a:r>
            <a:rPr lang="en-US" sz="1050" b="1" dirty="0">
              <a:solidFill>
                <a:srgbClr val="C00000"/>
              </a:solidFill>
            </a:rPr>
            <a:t>Market Prospects</a:t>
          </a:r>
          <a:endParaRPr lang="en-IN" sz="1050" b="1" dirty="0">
            <a:solidFill>
              <a:srgbClr val="C00000"/>
            </a:solidFill>
          </a:endParaRPr>
        </a:p>
        <a:p>
          <a:pPr rtl="0"/>
          <a:r>
            <a:rPr lang="en-IN" sz="700" dirty="0">
              <a:solidFill>
                <a:sysClr val="windowText" lastClr="000000"/>
              </a:solidFill>
            </a:rPr>
            <a:t>Omdia Universe: Selecting an RPA &amp; Intelligent Automation Solution, 2021–22</a:t>
          </a:r>
        </a:p>
      </dgm:t>
    </dgm:pt>
    <dgm:pt modelId="{2B1C0C01-C6F9-48D3-9781-383253E62580}" type="parTrans" cxnId="{CC9D0A93-BA36-4E80-A71B-179B2DC8CC58}">
      <dgm:prSet/>
      <dgm:spPr/>
      <dgm:t>
        <a:bodyPr/>
        <a:lstStyle/>
        <a:p>
          <a:endParaRPr lang="en-IN" sz="1400"/>
        </a:p>
      </dgm:t>
    </dgm:pt>
    <dgm:pt modelId="{A0BE5236-5BAA-417D-9929-87A66BA2BC61}" type="sibTrans" cxnId="{CC9D0A93-BA36-4E80-A71B-179B2DC8CC58}">
      <dgm:prSet/>
      <dgm:spPr/>
      <dgm:t>
        <a:bodyPr/>
        <a:lstStyle/>
        <a:p>
          <a:endParaRPr lang="en-IN" sz="1400"/>
        </a:p>
      </dgm:t>
    </dgm:pt>
    <dgm:pt modelId="{C24832E3-B3F5-42AA-8DB7-BBFBA4465082}">
      <dgm:prSet custT="1"/>
      <dgm:spPr>
        <a:noFill/>
        <a:ln>
          <a:solidFill>
            <a:srgbClr val="BCBCBC"/>
          </a:solidFill>
        </a:ln>
      </dgm:spPr>
      <dgm:t>
        <a:bodyPr/>
        <a:lstStyle/>
        <a:p>
          <a:pPr rtl="0"/>
          <a:endParaRPr lang="en-IN" sz="1050" dirty="0">
            <a:solidFill>
              <a:sysClr val="windowText" lastClr="000000"/>
            </a:solidFill>
          </a:endParaRPr>
        </a:p>
        <a:p>
          <a:pPr rtl="0"/>
          <a:endParaRPr lang="en-IN" sz="1050" dirty="0">
            <a:solidFill>
              <a:sysClr val="windowText" lastClr="000000"/>
            </a:solidFill>
          </a:endParaRPr>
        </a:p>
        <a:p>
          <a:pPr rtl="0"/>
          <a:r>
            <a:rPr lang="en-IN" sz="1050" b="1" dirty="0">
              <a:solidFill>
                <a:srgbClr val="C00000"/>
              </a:solidFill>
            </a:rPr>
            <a:t>Major Player</a:t>
          </a:r>
        </a:p>
        <a:p>
          <a:pPr rtl="0"/>
          <a:r>
            <a:rPr lang="en-IN" sz="700" dirty="0">
              <a:solidFill>
                <a:sysClr val="windowText" lastClr="000000"/>
              </a:solidFill>
            </a:rPr>
            <a:t>IDC </a:t>
          </a:r>
          <a:r>
            <a:rPr lang="en-IN" sz="700" dirty="0" err="1">
              <a:solidFill>
                <a:sysClr val="windowText" lastClr="000000"/>
              </a:solidFill>
            </a:rPr>
            <a:t>MarketScape</a:t>
          </a:r>
          <a:r>
            <a:rPr lang="en-IN" sz="700" dirty="0">
              <a:solidFill>
                <a:sysClr val="windowText" lastClr="000000"/>
              </a:solidFill>
            </a:rPr>
            <a:t> Asia/Pacific Intelligent Automation Services 2021 Vendor Assessment</a:t>
          </a:r>
        </a:p>
      </dgm:t>
    </dgm:pt>
    <dgm:pt modelId="{248CD7ED-0E71-4D7F-BE48-2B304740266E}" type="parTrans" cxnId="{16974F2F-EB15-437E-A970-5FD888D8AD77}">
      <dgm:prSet/>
      <dgm:spPr/>
      <dgm:t>
        <a:bodyPr/>
        <a:lstStyle/>
        <a:p>
          <a:endParaRPr lang="en-IN" sz="1400"/>
        </a:p>
      </dgm:t>
    </dgm:pt>
    <dgm:pt modelId="{4ABF2B46-8C26-409C-A6C2-4E194249B3AE}" type="sibTrans" cxnId="{16974F2F-EB15-437E-A970-5FD888D8AD77}">
      <dgm:prSet/>
      <dgm:spPr/>
      <dgm:t>
        <a:bodyPr/>
        <a:lstStyle/>
        <a:p>
          <a:endParaRPr lang="en-IN" sz="1400"/>
        </a:p>
      </dgm:t>
    </dgm:pt>
    <dgm:pt modelId="{987659EB-1113-482E-B431-13CF5C51CD1C}">
      <dgm:prSet custT="1"/>
      <dgm:spPr>
        <a:noFill/>
        <a:ln>
          <a:solidFill>
            <a:srgbClr val="BCBCBC"/>
          </a:solidFill>
        </a:ln>
      </dgm:spPr>
      <dgm:t>
        <a:bodyPr/>
        <a:lstStyle/>
        <a:p>
          <a:pPr rtl="0"/>
          <a:endParaRPr lang="en-IN" sz="1050" b="1" dirty="0">
            <a:solidFill>
              <a:sysClr val="windowText" lastClr="000000"/>
            </a:solidFill>
          </a:endParaRPr>
        </a:p>
        <a:p>
          <a:pPr rtl="0"/>
          <a:endParaRPr lang="en-IN" sz="1050" b="1" dirty="0">
            <a:solidFill>
              <a:sysClr val="windowText" lastClr="000000"/>
            </a:solidFill>
          </a:endParaRPr>
        </a:p>
        <a:p>
          <a:pPr rtl="0"/>
          <a:r>
            <a:rPr lang="en-IN" sz="1050" b="1" dirty="0">
              <a:solidFill>
                <a:srgbClr val="C00000"/>
              </a:solidFill>
            </a:rPr>
            <a:t>Market Guide for Artificial Intelligence Service Providers 2021</a:t>
          </a:r>
        </a:p>
      </dgm:t>
    </dgm:pt>
    <dgm:pt modelId="{1F11984B-19B4-4960-B209-5D6DD6D7069E}" type="parTrans" cxnId="{A9D81C52-242D-4901-ABB3-90AC46312549}">
      <dgm:prSet/>
      <dgm:spPr/>
      <dgm:t>
        <a:bodyPr/>
        <a:lstStyle/>
        <a:p>
          <a:endParaRPr lang="en-IN" sz="1400"/>
        </a:p>
      </dgm:t>
    </dgm:pt>
    <dgm:pt modelId="{1DC4ED37-0A88-4B8D-92F5-4D525C52F90F}" type="sibTrans" cxnId="{A9D81C52-242D-4901-ABB3-90AC46312549}">
      <dgm:prSet/>
      <dgm:spPr/>
      <dgm:t>
        <a:bodyPr/>
        <a:lstStyle/>
        <a:p>
          <a:endParaRPr lang="en-IN" sz="1400"/>
        </a:p>
      </dgm:t>
    </dgm:pt>
    <dgm:pt modelId="{B01E317B-0AA8-431C-BE04-1807D7D00BDC}">
      <dgm:prSet custT="1"/>
      <dgm:spPr>
        <a:noFill/>
        <a:ln>
          <a:solidFill>
            <a:srgbClr val="BCBCBC"/>
          </a:solidFill>
        </a:ln>
      </dgm:spPr>
      <dgm:t>
        <a:bodyPr/>
        <a:lstStyle/>
        <a:p>
          <a:pPr rtl="0"/>
          <a:endParaRPr lang="en-US" sz="1050" b="1" dirty="0">
            <a:solidFill>
              <a:sysClr val="windowText" lastClr="000000"/>
            </a:solidFill>
          </a:endParaRPr>
        </a:p>
        <a:p>
          <a:pPr rtl="0"/>
          <a:endParaRPr lang="en-US" sz="1050" b="1" dirty="0">
            <a:solidFill>
              <a:srgbClr val="C00000"/>
            </a:solidFill>
          </a:endParaRPr>
        </a:p>
        <a:p>
          <a:pPr rtl="0"/>
          <a:r>
            <a:rPr lang="en-US" sz="1050" b="1" dirty="0">
              <a:solidFill>
                <a:srgbClr val="C00000"/>
              </a:solidFill>
            </a:rPr>
            <a:t>Technology Leaders </a:t>
          </a:r>
        </a:p>
        <a:p>
          <a:pPr rtl="0"/>
          <a:r>
            <a:rPr lang="en-IN" sz="700" dirty="0">
              <a:solidFill>
                <a:sysClr val="windowText" lastClr="000000"/>
              </a:solidFill>
            </a:rPr>
            <a:t>SPARK Matrix: Intelligent Process Automation Solutions and Services (IPA), 2021</a:t>
          </a:r>
        </a:p>
      </dgm:t>
    </dgm:pt>
    <dgm:pt modelId="{BB0BBAE8-F212-4663-9381-26E463A69F65}" type="parTrans" cxnId="{3C003838-A08B-4BED-A817-31D159550BC6}">
      <dgm:prSet/>
      <dgm:spPr/>
      <dgm:t>
        <a:bodyPr/>
        <a:lstStyle/>
        <a:p>
          <a:endParaRPr lang="en-IN" sz="1400"/>
        </a:p>
      </dgm:t>
    </dgm:pt>
    <dgm:pt modelId="{796161AD-DA30-486F-A1B5-F8E51594AA73}" type="sibTrans" cxnId="{3C003838-A08B-4BED-A817-31D159550BC6}">
      <dgm:prSet/>
      <dgm:spPr/>
      <dgm:t>
        <a:bodyPr/>
        <a:lstStyle/>
        <a:p>
          <a:endParaRPr lang="en-IN" sz="1400"/>
        </a:p>
      </dgm:t>
    </dgm:pt>
    <dgm:pt modelId="{FB0292C5-E9B4-4976-8495-74359908948E}">
      <dgm:prSet custT="1"/>
      <dgm:spPr>
        <a:noFill/>
        <a:ln>
          <a:solidFill>
            <a:srgbClr val="BCBCBC"/>
          </a:solidFill>
        </a:ln>
      </dgm:spPr>
      <dgm:t>
        <a:bodyPr/>
        <a:lstStyle/>
        <a:p>
          <a:pPr rtl="0"/>
          <a:endParaRPr lang="en-US" sz="1050" b="1" dirty="0">
            <a:solidFill>
              <a:sysClr val="windowText" lastClr="000000"/>
            </a:solidFill>
          </a:endParaRPr>
        </a:p>
        <a:p>
          <a:pPr rtl="0"/>
          <a:endParaRPr lang="en-US" sz="1050" b="1" dirty="0">
            <a:solidFill>
              <a:schemeClr val="bg2"/>
            </a:solidFill>
          </a:endParaRPr>
        </a:p>
        <a:p>
          <a:pPr rtl="0"/>
          <a:r>
            <a:rPr lang="en-US" sz="1050" b="1" dirty="0">
              <a:solidFill>
                <a:srgbClr val="C00000"/>
              </a:solidFill>
            </a:rPr>
            <a:t>Datamatics' RPA-powered intelligent document processing approach</a:t>
          </a:r>
          <a:endParaRPr lang="en-IN" sz="700" dirty="0">
            <a:solidFill>
              <a:srgbClr val="C00000"/>
            </a:solidFill>
          </a:endParaRPr>
        </a:p>
      </dgm:t>
    </dgm:pt>
    <dgm:pt modelId="{14DBA6FA-137F-4C46-AD6C-B33D1A53CF55}" type="parTrans" cxnId="{D78C8240-2AB5-49E9-88F4-65ACE9A179DE}">
      <dgm:prSet/>
      <dgm:spPr/>
      <dgm:t>
        <a:bodyPr/>
        <a:lstStyle/>
        <a:p>
          <a:endParaRPr lang="en-IN" sz="1400"/>
        </a:p>
      </dgm:t>
    </dgm:pt>
    <dgm:pt modelId="{F68033F1-9DCD-4C6F-82A7-716074D9AF72}" type="sibTrans" cxnId="{D78C8240-2AB5-49E9-88F4-65ACE9A179DE}">
      <dgm:prSet/>
      <dgm:spPr/>
      <dgm:t>
        <a:bodyPr/>
        <a:lstStyle/>
        <a:p>
          <a:endParaRPr lang="en-IN" sz="1400"/>
        </a:p>
      </dgm:t>
    </dgm:pt>
    <dgm:pt modelId="{26274797-D97E-4DBB-9EA0-EAE9BA3622F9}">
      <dgm:prSet custT="1"/>
      <dgm:spPr>
        <a:noFill/>
        <a:ln>
          <a:solidFill>
            <a:srgbClr val="BCBCBC"/>
          </a:solidFill>
        </a:ln>
      </dgm:spPr>
      <dgm:t>
        <a:bodyPr/>
        <a:lstStyle/>
        <a:p>
          <a:pPr rtl="0"/>
          <a:endParaRPr lang="en-IN" sz="1050" b="1" dirty="0">
            <a:solidFill>
              <a:sysClr val="windowText" lastClr="000000"/>
            </a:solidFill>
          </a:endParaRPr>
        </a:p>
        <a:p>
          <a:pPr rtl="0"/>
          <a:endParaRPr lang="en-IN" sz="1050" b="1" dirty="0">
            <a:solidFill>
              <a:sysClr val="windowText" lastClr="000000"/>
            </a:solidFill>
          </a:endParaRPr>
        </a:p>
        <a:p>
          <a:pPr rtl="0"/>
          <a:endParaRPr lang="en-IN" sz="1050" b="1" dirty="0">
            <a:solidFill>
              <a:schemeClr val="bg2"/>
            </a:solidFill>
          </a:endParaRPr>
        </a:p>
        <a:p>
          <a:pPr rtl="0"/>
          <a:r>
            <a:rPr lang="en-IN" sz="1050" b="1" dirty="0">
              <a:solidFill>
                <a:srgbClr val="C00000"/>
              </a:solidFill>
            </a:rPr>
            <a:t>Market Landscape: Intelligent Document Processing 2021</a:t>
          </a:r>
          <a:br>
            <a:rPr lang="en-US" sz="1050" b="1" dirty="0">
              <a:solidFill>
                <a:schemeClr val="bg2"/>
              </a:solidFill>
            </a:rPr>
          </a:br>
          <a:endParaRPr lang="en-IN" sz="1050" b="1" dirty="0">
            <a:solidFill>
              <a:schemeClr val="bg2"/>
            </a:solidFill>
          </a:endParaRPr>
        </a:p>
      </dgm:t>
    </dgm:pt>
    <dgm:pt modelId="{C6AA8220-50EE-424A-A9D7-E934AA8B4E6E}" type="parTrans" cxnId="{573B5DBE-9AEB-4B21-AB0D-8F4E80A60775}">
      <dgm:prSet/>
      <dgm:spPr/>
      <dgm:t>
        <a:bodyPr/>
        <a:lstStyle/>
        <a:p>
          <a:endParaRPr lang="en-IN" sz="1400"/>
        </a:p>
      </dgm:t>
    </dgm:pt>
    <dgm:pt modelId="{CA01149D-5C6C-43A8-BB5D-5060355028CA}" type="sibTrans" cxnId="{573B5DBE-9AEB-4B21-AB0D-8F4E80A60775}">
      <dgm:prSet/>
      <dgm:spPr/>
      <dgm:t>
        <a:bodyPr/>
        <a:lstStyle/>
        <a:p>
          <a:endParaRPr lang="en-IN" sz="1400"/>
        </a:p>
      </dgm:t>
    </dgm:pt>
    <dgm:pt modelId="{EC7A788E-7364-4189-B0B9-A15B0C731F17}">
      <dgm:prSet custT="1"/>
      <dgm:spPr>
        <a:noFill/>
        <a:ln>
          <a:solidFill>
            <a:srgbClr val="BCBCBC"/>
          </a:solidFill>
        </a:ln>
      </dgm:spPr>
      <dgm:t>
        <a:bodyPr/>
        <a:lstStyle/>
        <a:p>
          <a:pPr rtl="0"/>
          <a:endParaRPr lang="en-IN" sz="1050" b="1" dirty="0">
            <a:solidFill>
              <a:sysClr val="windowText" lastClr="000000"/>
            </a:solidFill>
          </a:endParaRPr>
        </a:p>
        <a:p>
          <a:pPr rtl="0"/>
          <a:endParaRPr lang="en-IN" sz="1050" b="1" dirty="0">
            <a:solidFill>
              <a:sysClr val="windowText" lastClr="000000"/>
            </a:solidFill>
          </a:endParaRPr>
        </a:p>
        <a:p>
          <a:pPr rtl="0"/>
          <a:r>
            <a:rPr lang="en-IN" sz="1050" b="1" dirty="0">
              <a:solidFill>
                <a:srgbClr val="C00000"/>
              </a:solidFill>
            </a:rPr>
            <a:t>Breakout Zone</a:t>
          </a:r>
        </a:p>
        <a:p>
          <a:pPr rtl="0"/>
          <a:r>
            <a:rPr lang="en-IN" sz="700" dirty="0" err="1">
              <a:solidFill>
                <a:sysClr val="windowText" lastClr="000000"/>
              </a:solidFill>
            </a:rPr>
            <a:t>Zinnov</a:t>
          </a:r>
          <a:r>
            <a:rPr lang="en-IN" sz="700" dirty="0">
              <a:solidFill>
                <a:sysClr val="windowText" lastClr="000000"/>
              </a:solidFill>
            </a:rPr>
            <a:t> Zones – Hyper Intelligent Automation – H1 2022</a:t>
          </a:r>
        </a:p>
      </dgm:t>
    </dgm:pt>
    <dgm:pt modelId="{1386BAE6-3401-41B2-9494-513A8DCE105F}" type="parTrans" cxnId="{54AC03EC-7598-454F-B520-64C7EE14C819}">
      <dgm:prSet/>
      <dgm:spPr/>
      <dgm:t>
        <a:bodyPr/>
        <a:lstStyle/>
        <a:p>
          <a:endParaRPr lang="en-IN" sz="1400"/>
        </a:p>
      </dgm:t>
    </dgm:pt>
    <dgm:pt modelId="{B88D239B-01BC-4AD4-8DB6-13677A4364AE}" type="sibTrans" cxnId="{54AC03EC-7598-454F-B520-64C7EE14C819}">
      <dgm:prSet/>
      <dgm:spPr/>
      <dgm:t>
        <a:bodyPr/>
        <a:lstStyle/>
        <a:p>
          <a:endParaRPr lang="en-IN" sz="1400"/>
        </a:p>
      </dgm:t>
    </dgm:pt>
    <dgm:pt modelId="{A6366430-737B-46C9-A27F-DFCD9C3FC899}">
      <dgm:prSet custT="1"/>
      <dgm:spPr>
        <a:noFill/>
        <a:ln>
          <a:solidFill>
            <a:srgbClr val="BCBCBC"/>
          </a:solidFill>
        </a:ln>
      </dgm:spPr>
      <dgm:t>
        <a:bodyPr/>
        <a:lstStyle/>
        <a:p>
          <a:pPr rtl="0"/>
          <a:br>
            <a:rPr lang="en-US" sz="1050" b="1" dirty="0">
              <a:solidFill>
                <a:sysClr val="windowText" lastClr="000000"/>
              </a:solidFill>
            </a:rPr>
          </a:br>
          <a:br>
            <a:rPr lang="en-US" sz="1050" b="1" dirty="0">
              <a:solidFill>
                <a:sysClr val="windowText" lastClr="000000"/>
              </a:solidFill>
            </a:rPr>
          </a:br>
          <a:r>
            <a:rPr lang="en-IN" sz="1050" b="1" dirty="0">
              <a:solidFill>
                <a:srgbClr val="C00000"/>
              </a:solidFill>
            </a:rPr>
            <a:t>Market Guide for Intelligent Document Processing Solutions</a:t>
          </a:r>
        </a:p>
      </dgm:t>
    </dgm:pt>
    <dgm:pt modelId="{BC34E4FB-BEB2-403F-9A8C-E299B5B35C48}" type="parTrans" cxnId="{90932B2E-D1A0-4090-83A3-8A0113378365}">
      <dgm:prSet/>
      <dgm:spPr/>
      <dgm:t>
        <a:bodyPr/>
        <a:lstStyle/>
        <a:p>
          <a:endParaRPr lang="en-IN" sz="1400"/>
        </a:p>
      </dgm:t>
    </dgm:pt>
    <dgm:pt modelId="{3FD1ABC5-6603-4739-92AF-63B93B48485C}" type="sibTrans" cxnId="{90932B2E-D1A0-4090-83A3-8A0113378365}">
      <dgm:prSet/>
      <dgm:spPr/>
      <dgm:t>
        <a:bodyPr/>
        <a:lstStyle/>
        <a:p>
          <a:endParaRPr lang="en-IN" sz="1400"/>
        </a:p>
      </dgm:t>
    </dgm:pt>
    <dgm:pt modelId="{46357035-CA9E-4C7C-88DD-17E23DB5C11C}" type="pres">
      <dgm:prSet presAssocID="{F022D655-5597-499B-9306-168FEE270C69}" presName="diagram" presStyleCnt="0">
        <dgm:presLayoutVars>
          <dgm:dir/>
          <dgm:resizeHandles val="exact"/>
        </dgm:presLayoutVars>
      </dgm:prSet>
      <dgm:spPr/>
    </dgm:pt>
    <dgm:pt modelId="{199479B5-9B90-43C1-BD59-422B0718D27B}" type="pres">
      <dgm:prSet presAssocID="{E7E74132-5518-4236-972F-A0FD3C359101}" presName="node" presStyleLbl="node1" presStyleIdx="0" presStyleCnt="12">
        <dgm:presLayoutVars>
          <dgm:bulletEnabled val="1"/>
        </dgm:presLayoutVars>
      </dgm:prSet>
      <dgm:spPr/>
    </dgm:pt>
    <dgm:pt modelId="{3F55EEC8-1CEE-4B5F-AAAA-BE82F69BE20A}" type="pres">
      <dgm:prSet presAssocID="{BA1C4AA8-3F20-4A8F-A698-65AF3E8B3A4E}" presName="sibTrans" presStyleCnt="0"/>
      <dgm:spPr/>
    </dgm:pt>
    <dgm:pt modelId="{86BAA77D-45BD-4216-BE21-F975250C3800}" type="pres">
      <dgm:prSet presAssocID="{A6366430-737B-46C9-A27F-DFCD9C3FC899}" presName="node" presStyleLbl="node1" presStyleIdx="1" presStyleCnt="12">
        <dgm:presLayoutVars>
          <dgm:bulletEnabled val="1"/>
        </dgm:presLayoutVars>
      </dgm:prSet>
      <dgm:spPr/>
    </dgm:pt>
    <dgm:pt modelId="{AA355075-187A-40BF-B20D-010771EE3E5F}" type="pres">
      <dgm:prSet presAssocID="{3FD1ABC5-6603-4739-92AF-63B93B48485C}" presName="sibTrans" presStyleCnt="0"/>
      <dgm:spPr/>
    </dgm:pt>
    <dgm:pt modelId="{E94E0858-026F-41C5-AB92-DCCB6A7032B9}" type="pres">
      <dgm:prSet presAssocID="{4D499E67-94C9-4997-94CE-7A9370E20E65}" presName="node" presStyleLbl="node1" presStyleIdx="2" presStyleCnt="12">
        <dgm:presLayoutVars>
          <dgm:bulletEnabled val="1"/>
        </dgm:presLayoutVars>
      </dgm:prSet>
      <dgm:spPr/>
    </dgm:pt>
    <dgm:pt modelId="{85CDA48F-79BB-4653-A19C-9796571777FC}" type="pres">
      <dgm:prSet presAssocID="{81984BE5-C7B7-4EBA-92B2-D56ABB32BC1F}" presName="sibTrans" presStyleCnt="0"/>
      <dgm:spPr/>
    </dgm:pt>
    <dgm:pt modelId="{02B8421B-6F5D-4291-9779-85EFD2CF99F7}" type="pres">
      <dgm:prSet presAssocID="{EAB5D996-2768-4D91-8764-ACB2849ABED5}" presName="node" presStyleLbl="node1" presStyleIdx="3" presStyleCnt="12">
        <dgm:presLayoutVars>
          <dgm:bulletEnabled val="1"/>
        </dgm:presLayoutVars>
      </dgm:prSet>
      <dgm:spPr/>
    </dgm:pt>
    <dgm:pt modelId="{CB7BE588-6C01-4C22-8500-49A92839C59D}" type="pres">
      <dgm:prSet presAssocID="{7FD135B4-3155-42CC-9F32-8B134817C70C}" presName="sibTrans" presStyleCnt="0"/>
      <dgm:spPr/>
    </dgm:pt>
    <dgm:pt modelId="{43C8C619-522D-42E0-A602-38AD10A90933}" type="pres">
      <dgm:prSet presAssocID="{01E7F235-134B-4158-88AD-EEA4FDB6CA58}" presName="node" presStyleLbl="node1" presStyleIdx="4" presStyleCnt="12">
        <dgm:presLayoutVars>
          <dgm:bulletEnabled val="1"/>
        </dgm:presLayoutVars>
      </dgm:prSet>
      <dgm:spPr/>
    </dgm:pt>
    <dgm:pt modelId="{B2421C1C-6504-4977-A382-3A250C5FDE6E}" type="pres">
      <dgm:prSet presAssocID="{196D6D5E-5086-4238-A10E-9304928876A1}" presName="sibTrans" presStyleCnt="0"/>
      <dgm:spPr/>
    </dgm:pt>
    <dgm:pt modelId="{5BA82F66-B254-4FF3-9240-934CE67F84D0}" type="pres">
      <dgm:prSet presAssocID="{82BD15DC-CA6D-4E37-9649-443E4E04D1B7}" presName="node" presStyleLbl="node1" presStyleIdx="5" presStyleCnt="12">
        <dgm:presLayoutVars>
          <dgm:bulletEnabled val="1"/>
        </dgm:presLayoutVars>
      </dgm:prSet>
      <dgm:spPr/>
    </dgm:pt>
    <dgm:pt modelId="{AF34C6A8-2FE9-4E9D-9190-DE9E4A19AEDA}" type="pres">
      <dgm:prSet presAssocID="{A0BE5236-5BAA-417D-9929-87A66BA2BC61}" presName="sibTrans" presStyleCnt="0"/>
      <dgm:spPr/>
    </dgm:pt>
    <dgm:pt modelId="{D202C2F8-A345-479E-A6CE-DCC259FC49C4}" type="pres">
      <dgm:prSet presAssocID="{C24832E3-B3F5-42AA-8DB7-BBFBA4465082}" presName="node" presStyleLbl="node1" presStyleIdx="6" presStyleCnt="12">
        <dgm:presLayoutVars>
          <dgm:bulletEnabled val="1"/>
        </dgm:presLayoutVars>
      </dgm:prSet>
      <dgm:spPr/>
    </dgm:pt>
    <dgm:pt modelId="{C75BC86E-51E6-458E-A996-450EA82716C3}" type="pres">
      <dgm:prSet presAssocID="{4ABF2B46-8C26-409C-A6C2-4E194249B3AE}" presName="sibTrans" presStyleCnt="0"/>
      <dgm:spPr/>
    </dgm:pt>
    <dgm:pt modelId="{7694D299-0A10-4B75-B986-05C427E82F66}" type="pres">
      <dgm:prSet presAssocID="{987659EB-1113-482E-B431-13CF5C51CD1C}" presName="node" presStyleLbl="node1" presStyleIdx="7" presStyleCnt="12">
        <dgm:presLayoutVars>
          <dgm:bulletEnabled val="1"/>
        </dgm:presLayoutVars>
      </dgm:prSet>
      <dgm:spPr/>
    </dgm:pt>
    <dgm:pt modelId="{9D9A85AB-1015-428C-91E3-10CDEFE4D1CB}" type="pres">
      <dgm:prSet presAssocID="{1DC4ED37-0A88-4B8D-92F5-4D525C52F90F}" presName="sibTrans" presStyleCnt="0"/>
      <dgm:spPr/>
    </dgm:pt>
    <dgm:pt modelId="{4A484F35-2026-473D-85AA-C113E7CC98D3}" type="pres">
      <dgm:prSet presAssocID="{FB0292C5-E9B4-4976-8495-74359908948E}" presName="node" presStyleLbl="node1" presStyleIdx="8" presStyleCnt="12">
        <dgm:presLayoutVars>
          <dgm:bulletEnabled val="1"/>
        </dgm:presLayoutVars>
      </dgm:prSet>
      <dgm:spPr/>
    </dgm:pt>
    <dgm:pt modelId="{66A11EC7-224F-4C4F-B782-E5CA3A464AE1}" type="pres">
      <dgm:prSet presAssocID="{F68033F1-9DCD-4C6F-82A7-716074D9AF72}" presName="sibTrans" presStyleCnt="0"/>
      <dgm:spPr/>
    </dgm:pt>
    <dgm:pt modelId="{8E7A35DC-EEDD-41F8-84CA-7BCEC3CDB89D}" type="pres">
      <dgm:prSet presAssocID="{B01E317B-0AA8-431C-BE04-1807D7D00BDC}" presName="node" presStyleLbl="node1" presStyleIdx="9" presStyleCnt="12">
        <dgm:presLayoutVars>
          <dgm:bulletEnabled val="1"/>
        </dgm:presLayoutVars>
      </dgm:prSet>
      <dgm:spPr/>
    </dgm:pt>
    <dgm:pt modelId="{E0FEB071-D729-4C8F-8315-37ABE4F748C8}" type="pres">
      <dgm:prSet presAssocID="{796161AD-DA30-486F-A1B5-F8E51594AA73}" presName="sibTrans" presStyleCnt="0"/>
      <dgm:spPr/>
    </dgm:pt>
    <dgm:pt modelId="{42590B69-5561-489A-8CF9-AD432C2FC3F9}" type="pres">
      <dgm:prSet presAssocID="{26274797-D97E-4DBB-9EA0-EAE9BA3622F9}" presName="node" presStyleLbl="node1" presStyleIdx="10" presStyleCnt="12">
        <dgm:presLayoutVars>
          <dgm:bulletEnabled val="1"/>
        </dgm:presLayoutVars>
      </dgm:prSet>
      <dgm:spPr/>
    </dgm:pt>
    <dgm:pt modelId="{16BE67E1-BE43-4807-A079-EBE1B8C72403}" type="pres">
      <dgm:prSet presAssocID="{CA01149D-5C6C-43A8-BB5D-5060355028CA}" presName="sibTrans" presStyleCnt="0"/>
      <dgm:spPr/>
    </dgm:pt>
    <dgm:pt modelId="{F8100A76-2008-46D1-BE22-BAFB8572A122}" type="pres">
      <dgm:prSet presAssocID="{EC7A788E-7364-4189-B0B9-A15B0C731F17}" presName="node" presStyleLbl="node1" presStyleIdx="11" presStyleCnt="12">
        <dgm:presLayoutVars>
          <dgm:bulletEnabled val="1"/>
        </dgm:presLayoutVars>
      </dgm:prSet>
      <dgm:spPr/>
    </dgm:pt>
  </dgm:ptLst>
  <dgm:cxnLst>
    <dgm:cxn modelId="{E785481A-FC44-43ED-A0FE-EA5F02C60405}" type="presOf" srcId="{01E7F235-134B-4158-88AD-EEA4FDB6CA58}" destId="{43C8C619-522D-42E0-A602-38AD10A90933}" srcOrd="0" destOrd="0" presId="urn:microsoft.com/office/officeart/2005/8/layout/default"/>
    <dgm:cxn modelId="{EA1DEF26-912D-468B-BE04-C897CA7351D4}" type="presOf" srcId="{26274797-D97E-4DBB-9EA0-EAE9BA3622F9}" destId="{42590B69-5561-489A-8CF9-AD432C2FC3F9}" srcOrd="0" destOrd="0" presId="urn:microsoft.com/office/officeart/2005/8/layout/default"/>
    <dgm:cxn modelId="{D6C9CB2A-DFA0-4C8F-A892-326786787579}" type="presOf" srcId="{E7E74132-5518-4236-972F-A0FD3C359101}" destId="{199479B5-9B90-43C1-BD59-422B0718D27B}" srcOrd="0" destOrd="0" presId="urn:microsoft.com/office/officeart/2005/8/layout/default"/>
    <dgm:cxn modelId="{40D0562B-4F9F-4321-8082-E82CCFB84A23}" type="presOf" srcId="{F022D655-5597-499B-9306-168FEE270C69}" destId="{46357035-CA9E-4C7C-88DD-17E23DB5C11C}" srcOrd="0" destOrd="0" presId="urn:microsoft.com/office/officeart/2005/8/layout/default"/>
    <dgm:cxn modelId="{90932B2E-D1A0-4090-83A3-8A0113378365}" srcId="{F022D655-5597-499B-9306-168FEE270C69}" destId="{A6366430-737B-46C9-A27F-DFCD9C3FC899}" srcOrd="1" destOrd="0" parTransId="{BC34E4FB-BEB2-403F-9A8C-E299B5B35C48}" sibTransId="{3FD1ABC5-6603-4739-92AF-63B93B48485C}"/>
    <dgm:cxn modelId="{16974F2F-EB15-437E-A970-5FD888D8AD77}" srcId="{F022D655-5597-499B-9306-168FEE270C69}" destId="{C24832E3-B3F5-42AA-8DB7-BBFBA4465082}" srcOrd="6" destOrd="0" parTransId="{248CD7ED-0E71-4D7F-BE48-2B304740266E}" sibTransId="{4ABF2B46-8C26-409C-A6C2-4E194249B3AE}"/>
    <dgm:cxn modelId="{3C003838-A08B-4BED-A817-31D159550BC6}" srcId="{F022D655-5597-499B-9306-168FEE270C69}" destId="{B01E317B-0AA8-431C-BE04-1807D7D00BDC}" srcOrd="9" destOrd="0" parTransId="{BB0BBAE8-F212-4663-9381-26E463A69F65}" sibTransId="{796161AD-DA30-486F-A1B5-F8E51594AA73}"/>
    <dgm:cxn modelId="{D78C8240-2AB5-49E9-88F4-65ACE9A179DE}" srcId="{F022D655-5597-499B-9306-168FEE270C69}" destId="{FB0292C5-E9B4-4976-8495-74359908948E}" srcOrd="8" destOrd="0" parTransId="{14DBA6FA-137F-4C46-AD6C-B33D1A53CF55}" sibTransId="{F68033F1-9DCD-4C6F-82A7-716074D9AF72}"/>
    <dgm:cxn modelId="{BACDEC4E-BE7F-426A-963A-C8E83C376E22}" type="presOf" srcId="{A6366430-737B-46C9-A27F-DFCD9C3FC899}" destId="{86BAA77D-45BD-4216-BE21-F975250C3800}" srcOrd="0" destOrd="0" presId="urn:microsoft.com/office/officeart/2005/8/layout/default"/>
    <dgm:cxn modelId="{A9D81C52-242D-4901-ABB3-90AC46312549}" srcId="{F022D655-5597-499B-9306-168FEE270C69}" destId="{987659EB-1113-482E-B431-13CF5C51CD1C}" srcOrd="7" destOrd="0" parTransId="{1F11984B-19B4-4960-B209-5D6DD6D7069E}" sibTransId="{1DC4ED37-0A88-4B8D-92F5-4D525C52F90F}"/>
    <dgm:cxn modelId="{D7740F60-06AD-46D5-9D39-39B8C527ACB6}" srcId="{F022D655-5597-499B-9306-168FEE270C69}" destId="{01E7F235-134B-4158-88AD-EEA4FDB6CA58}" srcOrd="4" destOrd="0" parTransId="{92E3F753-40BA-4A42-9B3D-817444772CC9}" sibTransId="{196D6D5E-5086-4238-A10E-9304928876A1}"/>
    <dgm:cxn modelId="{917E366B-8048-4920-8950-737B03D7F77B}" srcId="{F022D655-5597-499B-9306-168FEE270C69}" destId="{EAB5D996-2768-4D91-8764-ACB2849ABED5}" srcOrd="3" destOrd="0" parTransId="{A1A372AF-F19E-4141-B688-D76EBAFF6810}" sibTransId="{7FD135B4-3155-42CC-9F32-8B134817C70C}"/>
    <dgm:cxn modelId="{17122485-95E0-47A0-8C31-6B53ACD1F91A}" type="presOf" srcId="{EAB5D996-2768-4D91-8764-ACB2849ABED5}" destId="{02B8421B-6F5D-4291-9779-85EFD2CF99F7}" srcOrd="0" destOrd="0" presId="urn:microsoft.com/office/officeart/2005/8/layout/default"/>
    <dgm:cxn modelId="{CC9D0A93-BA36-4E80-A71B-179B2DC8CC58}" srcId="{F022D655-5597-499B-9306-168FEE270C69}" destId="{82BD15DC-CA6D-4E37-9649-443E4E04D1B7}" srcOrd="5" destOrd="0" parTransId="{2B1C0C01-C6F9-48D3-9781-383253E62580}" sibTransId="{A0BE5236-5BAA-417D-9929-87A66BA2BC61}"/>
    <dgm:cxn modelId="{DA6CFBA6-06EF-4AF7-AC64-0CCAF66DCEE1}" type="presOf" srcId="{C24832E3-B3F5-42AA-8DB7-BBFBA4465082}" destId="{D202C2F8-A345-479E-A6CE-DCC259FC49C4}" srcOrd="0" destOrd="0" presId="urn:microsoft.com/office/officeart/2005/8/layout/default"/>
    <dgm:cxn modelId="{0F4E58AB-B83C-4D2A-BBA8-C9287947054B}" type="presOf" srcId="{4D499E67-94C9-4997-94CE-7A9370E20E65}" destId="{E94E0858-026F-41C5-AB92-DCCB6A7032B9}" srcOrd="0" destOrd="0" presId="urn:microsoft.com/office/officeart/2005/8/layout/default"/>
    <dgm:cxn modelId="{329B15B9-B2E2-4B05-BB0D-1EC8F236693E}" srcId="{F022D655-5597-499B-9306-168FEE270C69}" destId="{E7E74132-5518-4236-972F-A0FD3C359101}" srcOrd="0" destOrd="0" parTransId="{2BBE48C5-2F06-431D-9F2B-1DC1B2984D85}" sibTransId="{BA1C4AA8-3F20-4A8F-A698-65AF3E8B3A4E}"/>
    <dgm:cxn modelId="{573B5DBE-9AEB-4B21-AB0D-8F4E80A60775}" srcId="{F022D655-5597-499B-9306-168FEE270C69}" destId="{26274797-D97E-4DBB-9EA0-EAE9BA3622F9}" srcOrd="10" destOrd="0" parTransId="{C6AA8220-50EE-424A-A9D7-E934AA8B4E6E}" sibTransId="{CA01149D-5C6C-43A8-BB5D-5060355028CA}"/>
    <dgm:cxn modelId="{0DB7DBC1-794B-4553-83E9-2F568B167C06}" srcId="{F022D655-5597-499B-9306-168FEE270C69}" destId="{4D499E67-94C9-4997-94CE-7A9370E20E65}" srcOrd="2" destOrd="0" parTransId="{A531F708-87F3-46E5-A221-85D408A87769}" sibTransId="{81984BE5-C7B7-4EBA-92B2-D56ABB32BC1F}"/>
    <dgm:cxn modelId="{FE7636C4-D6FA-42FC-A6DE-AD5EAF3F8659}" type="presOf" srcId="{B01E317B-0AA8-431C-BE04-1807D7D00BDC}" destId="{8E7A35DC-EEDD-41F8-84CA-7BCEC3CDB89D}" srcOrd="0" destOrd="0" presId="urn:microsoft.com/office/officeart/2005/8/layout/default"/>
    <dgm:cxn modelId="{C7433CCB-8715-4EA2-9D57-687598ECB400}" type="presOf" srcId="{987659EB-1113-482E-B431-13CF5C51CD1C}" destId="{7694D299-0A10-4B75-B986-05C427E82F66}" srcOrd="0" destOrd="0" presId="urn:microsoft.com/office/officeart/2005/8/layout/default"/>
    <dgm:cxn modelId="{358F41CB-4094-48D8-BD98-039FDA17BE3C}" type="presOf" srcId="{FB0292C5-E9B4-4976-8495-74359908948E}" destId="{4A484F35-2026-473D-85AA-C113E7CC98D3}" srcOrd="0" destOrd="0" presId="urn:microsoft.com/office/officeart/2005/8/layout/default"/>
    <dgm:cxn modelId="{9B601DE3-B84B-42AC-8B99-79B637F529E7}" type="presOf" srcId="{EC7A788E-7364-4189-B0B9-A15B0C731F17}" destId="{F8100A76-2008-46D1-BE22-BAFB8572A122}" srcOrd="0" destOrd="0" presId="urn:microsoft.com/office/officeart/2005/8/layout/default"/>
    <dgm:cxn modelId="{54AC03EC-7598-454F-B520-64C7EE14C819}" srcId="{F022D655-5597-499B-9306-168FEE270C69}" destId="{EC7A788E-7364-4189-B0B9-A15B0C731F17}" srcOrd="11" destOrd="0" parTransId="{1386BAE6-3401-41B2-9494-513A8DCE105F}" sibTransId="{B88D239B-01BC-4AD4-8DB6-13677A4364AE}"/>
    <dgm:cxn modelId="{1436B1FA-A4F1-4D76-A17F-102E12674844}" type="presOf" srcId="{82BD15DC-CA6D-4E37-9649-443E4E04D1B7}" destId="{5BA82F66-B254-4FF3-9240-934CE67F84D0}" srcOrd="0" destOrd="0" presId="urn:microsoft.com/office/officeart/2005/8/layout/default"/>
    <dgm:cxn modelId="{9FC17915-4B60-4A0B-94BE-EDFAA1B5E6F3}" type="presParOf" srcId="{46357035-CA9E-4C7C-88DD-17E23DB5C11C}" destId="{199479B5-9B90-43C1-BD59-422B0718D27B}" srcOrd="0" destOrd="0" presId="urn:microsoft.com/office/officeart/2005/8/layout/default"/>
    <dgm:cxn modelId="{7710B825-621D-4AD9-8E54-8807A359E1AF}" type="presParOf" srcId="{46357035-CA9E-4C7C-88DD-17E23DB5C11C}" destId="{3F55EEC8-1CEE-4B5F-AAAA-BE82F69BE20A}" srcOrd="1" destOrd="0" presId="urn:microsoft.com/office/officeart/2005/8/layout/default"/>
    <dgm:cxn modelId="{B93F9F7A-DAE4-4874-A999-3D1D6C649017}" type="presParOf" srcId="{46357035-CA9E-4C7C-88DD-17E23DB5C11C}" destId="{86BAA77D-45BD-4216-BE21-F975250C3800}" srcOrd="2" destOrd="0" presId="urn:microsoft.com/office/officeart/2005/8/layout/default"/>
    <dgm:cxn modelId="{C0DC9161-F6A2-4684-9C14-763132BB6465}" type="presParOf" srcId="{46357035-CA9E-4C7C-88DD-17E23DB5C11C}" destId="{AA355075-187A-40BF-B20D-010771EE3E5F}" srcOrd="3" destOrd="0" presId="urn:microsoft.com/office/officeart/2005/8/layout/default"/>
    <dgm:cxn modelId="{2728E9FB-60DD-454C-8B40-023C9DC4DF26}" type="presParOf" srcId="{46357035-CA9E-4C7C-88DD-17E23DB5C11C}" destId="{E94E0858-026F-41C5-AB92-DCCB6A7032B9}" srcOrd="4" destOrd="0" presId="urn:microsoft.com/office/officeart/2005/8/layout/default"/>
    <dgm:cxn modelId="{788B0752-9627-4636-BE5E-205049449A4A}" type="presParOf" srcId="{46357035-CA9E-4C7C-88DD-17E23DB5C11C}" destId="{85CDA48F-79BB-4653-A19C-9796571777FC}" srcOrd="5" destOrd="0" presId="urn:microsoft.com/office/officeart/2005/8/layout/default"/>
    <dgm:cxn modelId="{70C70347-0B7E-449A-A11D-B38A1A13E830}" type="presParOf" srcId="{46357035-CA9E-4C7C-88DD-17E23DB5C11C}" destId="{02B8421B-6F5D-4291-9779-85EFD2CF99F7}" srcOrd="6" destOrd="0" presId="urn:microsoft.com/office/officeart/2005/8/layout/default"/>
    <dgm:cxn modelId="{35EB631B-0CD6-4229-9E55-1A619AA2BC7D}" type="presParOf" srcId="{46357035-CA9E-4C7C-88DD-17E23DB5C11C}" destId="{CB7BE588-6C01-4C22-8500-49A92839C59D}" srcOrd="7" destOrd="0" presId="urn:microsoft.com/office/officeart/2005/8/layout/default"/>
    <dgm:cxn modelId="{AD2959C5-80E0-4BD0-91D4-B54F7B09642B}" type="presParOf" srcId="{46357035-CA9E-4C7C-88DD-17E23DB5C11C}" destId="{43C8C619-522D-42E0-A602-38AD10A90933}" srcOrd="8" destOrd="0" presId="urn:microsoft.com/office/officeart/2005/8/layout/default"/>
    <dgm:cxn modelId="{09F6CD06-990D-4D60-ADDE-8ED6324C8DB2}" type="presParOf" srcId="{46357035-CA9E-4C7C-88DD-17E23DB5C11C}" destId="{B2421C1C-6504-4977-A382-3A250C5FDE6E}" srcOrd="9" destOrd="0" presId="urn:microsoft.com/office/officeart/2005/8/layout/default"/>
    <dgm:cxn modelId="{BB453239-5312-447B-B14F-CB0F1D7A695C}" type="presParOf" srcId="{46357035-CA9E-4C7C-88DD-17E23DB5C11C}" destId="{5BA82F66-B254-4FF3-9240-934CE67F84D0}" srcOrd="10" destOrd="0" presId="urn:microsoft.com/office/officeart/2005/8/layout/default"/>
    <dgm:cxn modelId="{2C39A684-FEC4-4708-B4E1-C3C90D1667B1}" type="presParOf" srcId="{46357035-CA9E-4C7C-88DD-17E23DB5C11C}" destId="{AF34C6A8-2FE9-4E9D-9190-DE9E4A19AEDA}" srcOrd="11" destOrd="0" presId="urn:microsoft.com/office/officeart/2005/8/layout/default"/>
    <dgm:cxn modelId="{A8BC381E-76AB-4B77-91A2-AF6B71D37794}" type="presParOf" srcId="{46357035-CA9E-4C7C-88DD-17E23DB5C11C}" destId="{D202C2F8-A345-479E-A6CE-DCC259FC49C4}" srcOrd="12" destOrd="0" presId="urn:microsoft.com/office/officeart/2005/8/layout/default"/>
    <dgm:cxn modelId="{F8A65846-D74D-486B-BB04-609B6A27CE1F}" type="presParOf" srcId="{46357035-CA9E-4C7C-88DD-17E23DB5C11C}" destId="{C75BC86E-51E6-458E-A996-450EA82716C3}" srcOrd="13" destOrd="0" presId="urn:microsoft.com/office/officeart/2005/8/layout/default"/>
    <dgm:cxn modelId="{97778453-DE5D-4BAF-8C7F-C281AC0BB6C2}" type="presParOf" srcId="{46357035-CA9E-4C7C-88DD-17E23DB5C11C}" destId="{7694D299-0A10-4B75-B986-05C427E82F66}" srcOrd="14" destOrd="0" presId="urn:microsoft.com/office/officeart/2005/8/layout/default"/>
    <dgm:cxn modelId="{6CAA65A7-5FAD-4741-8E88-61D50818E05F}" type="presParOf" srcId="{46357035-CA9E-4C7C-88DD-17E23DB5C11C}" destId="{9D9A85AB-1015-428C-91E3-10CDEFE4D1CB}" srcOrd="15" destOrd="0" presId="urn:microsoft.com/office/officeart/2005/8/layout/default"/>
    <dgm:cxn modelId="{116ADCCC-23CA-435A-84CB-12E60A6C439D}" type="presParOf" srcId="{46357035-CA9E-4C7C-88DD-17E23DB5C11C}" destId="{4A484F35-2026-473D-85AA-C113E7CC98D3}" srcOrd="16" destOrd="0" presId="urn:microsoft.com/office/officeart/2005/8/layout/default"/>
    <dgm:cxn modelId="{FAB061B3-97AA-4EEE-95D0-9042784E2F5B}" type="presParOf" srcId="{46357035-CA9E-4C7C-88DD-17E23DB5C11C}" destId="{66A11EC7-224F-4C4F-B782-E5CA3A464AE1}" srcOrd="17" destOrd="0" presId="urn:microsoft.com/office/officeart/2005/8/layout/default"/>
    <dgm:cxn modelId="{B6E63405-78B9-4C5B-B460-F90E63DC4B38}" type="presParOf" srcId="{46357035-CA9E-4C7C-88DD-17E23DB5C11C}" destId="{8E7A35DC-EEDD-41F8-84CA-7BCEC3CDB89D}" srcOrd="18" destOrd="0" presId="urn:microsoft.com/office/officeart/2005/8/layout/default"/>
    <dgm:cxn modelId="{2E9ECC9E-68E4-4A6C-BE90-47AA4306E3A7}" type="presParOf" srcId="{46357035-CA9E-4C7C-88DD-17E23DB5C11C}" destId="{E0FEB071-D729-4C8F-8315-37ABE4F748C8}" srcOrd="19" destOrd="0" presId="urn:microsoft.com/office/officeart/2005/8/layout/default"/>
    <dgm:cxn modelId="{EDE6274A-2034-4663-A44D-919DBAA17492}" type="presParOf" srcId="{46357035-CA9E-4C7C-88DD-17E23DB5C11C}" destId="{42590B69-5561-489A-8CF9-AD432C2FC3F9}" srcOrd="20" destOrd="0" presId="urn:microsoft.com/office/officeart/2005/8/layout/default"/>
    <dgm:cxn modelId="{63805356-498B-4EC4-9F45-4A4C4735B2C0}" type="presParOf" srcId="{46357035-CA9E-4C7C-88DD-17E23DB5C11C}" destId="{16BE67E1-BE43-4807-A079-EBE1B8C72403}" srcOrd="21" destOrd="0" presId="urn:microsoft.com/office/officeart/2005/8/layout/default"/>
    <dgm:cxn modelId="{402316D1-2ED9-4BE7-A683-1E6988D25976}" type="presParOf" srcId="{46357035-CA9E-4C7C-88DD-17E23DB5C11C}" destId="{F8100A76-2008-46D1-BE22-BAFB8572A122}" srcOrd="22"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9479B5-9B90-43C1-BD59-422B0718D27B}">
      <dsp:nvSpPr>
        <dsp:cNvPr id="0" name=""/>
        <dsp:cNvSpPr/>
      </dsp:nvSpPr>
      <dsp:spPr>
        <a:xfrm>
          <a:off x="117488" y="1392"/>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kern="1200" dirty="0">
            <a:solidFill>
              <a:sysClr val="windowText" lastClr="000000"/>
            </a:solidFill>
          </a:endParaRPr>
        </a:p>
        <a:p>
          <a:pPr marL="0" lvl="0" indent="0" algn="ctr" defTabSz="466725" rtl="0">
            <a:lnSpc>
              <a:spcPct val="90000"/>
            </a:lnSpc>
            <a:spcBef>
              <a:spcPct val="0"/>
            </a:spcBef>
            <a:spcAft>
              <a:spcPct val="35000"/>
            </a:spcAft>
            <a:buNone/>
          </a:pPr>
          <a:endParaRPr lang="en-US" sz="1050" kern="1200" dirty="0">
            <a:solidFill>
              <a:sysClr val="windowText" lastClr="000000"/>
            </a:solidFill>
          </a:endParaRPr>
        </a:p>
        <a:p>
          <a:pPr marL="0" lvl="0" indent="0" algn="ctr" defTabSz="466725" rtl="0">
            <a:lnSpc>
              <a:spcPct val="90000"/>
            </a:lnSpc>
            <a:spcBef>
              <a:spcPct val="0"/>
            </a:spcBef>
            <a:spcAft>
              <a:spcPct val="35000"/>
            </a:spcAft>
            <a:buNone/>
          </a:pPr>
          <a:r>
            <a:rPr lang="en-IN" sz="1050" b="1" kern="1200" dirty="0">
              <a:solidFill>
                <a:srgbClr val="C00000"/>
              </a:solidFill>
            </a:rPr>
            <a:t>Competitive Landscape: Intelligent Document Processing Platform Providers</a:t>
          </a:r>
          <a:endParaRPr lang="en-US" sz="1050" b="1" kern="1200" dirty="0">
            <a:solidFill>
              <a:srgbClr val="C00000"/>
            </a:solidFill>
          </a:endParaRPr>
        </a:p>
      </dsp:txBody>
      <dsp:txXfrm>
        <a:off x="117488" y="1392"/>
        <a:ext cx="1982019" cy="1189211"/>
      </dsp:txXfrm>
    </dsp:sp>
    <dsp:sp modelId="{86BAA77D-45BD-4216-BE21-F975250C3800}">
      <dsp:nvSpPr>
        <dsp:cNvPr id="0" name=""/>
        <dsp:cNvSpPr/>
      </dsp:nvSpPr>
      <dsp:spPr>
        <a:xfrm>
          <a:off x="2297709" y="1392"/>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br>
            <a:rPr lang="en-US" sz="1050" b="1" kern="1200" dirty="0">
              <a:solidFill>
                <a:sysClr val="windowText" lastClr="000000"/>
              </a:solidFill>
            </a:rPr>
          </a:br>
          <a:br>
            <a:rPr lang="en-US" sz="1050" b="1" kern="1200" dirty="0">
              <a:solidFill>
                <a:sysClr val="windowText" lastClr="000000"/>
              </a:solidFill>
            </a:rPr>
          </a:br>
          <a:r>
            <a:rPr lang="en-IN" sz="1050" b="1" kern="1200" dirty="0">
              <a:solidFill>
                <a:srgbClr val="C00000"/>
              </a:solidFill>
            </a:rPr>
            <a:t>Market Guide for Intelligent Document Processing Solutions</a:t>
          </a:r>
        </a:p>
      </dsp:txBody>
      <dsp:txXfrm>
        <a:off x="2297709" y="1392"/>
        <a:ext cx="1982019" cy="1189211"/>
      </dsp:txXfrm>
    </dsp:sp>
    <dsp:sp modelId="{E94E0858-026F-41C5-AB92-DCCB6A7032B9}">
      <dsp:nvSpPr>
        <dsp:cNvPr id="0" name=""/>
        <dsp:cNvSpPr/>
      </dsp:nvSpPr>
      <dsp:spPr>
        <a:xfrm>
          <a:off x="4477930" y="1392"/>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r>
            <a:rPr lang="en-US" sz="1050" b="1" kern="1200" dirty="0">
              <a:solidFill>
                <a:srgbClr val="C00000"/>
              </a:solidFill>
            </a:rPr>
            <a:t>Technology Leaders</a:t>
          </a:r>
        </a:p>
        <a:p>
          <a:pPr marL="0" lvl="0" indent="0" algn="ctr" defTabSz="466725" rtl="0">
            <a:lnSpc>
              <a:spcPct val="90000"/>
            </a:lnSpc>
            <a:spcBef>
              <a:spcPct val="0"/>
            </a:spcBef>
            <a:spcAft>
              <a:spcPct val="35000"/>
            </a:spcAft>
            <a:buNone/>
          </a:pPr>
          <a:r>
            <a:rPr lang="en-IN" sz="700" kern="1200" dirty="0">
              <a:solidFill>
                <a:sysClr val="windowText" lastClr="000000"/>
              </a:solidFill>
            </a:rPr>
            <a:t>SPARK Matrix™: </a:t>
          </a:r>
          <a:r>
            <a:rPr lang="en-US" sz="700" kern="1200" dirty="0">
              <a:solidFill>
                <a:sysClr val="windowText" lastClr="000000"/>
              </a:solidFill>
            </a:rPr>
            <a:t>Intelligent Document Processing</a:t>
          </a:r>
          <a:r>
            <a:rPr lang="en-IN" sz="700" kern="1200" dirty="0">
              <a:solidFill>
                <a:sysClr val="windowText" lastClr="000000"/>
              </a:solidFill>
            </a:rPr>
            <a:t> (IDP), 2021</a:t>
          </a:r>
        </a:p>
      </dsp:txBody>
      <dsp:txXfrm>
        <a:off x="4477930" y="1392"/>
        <a:ext cx="1982019" cy="1189211"/>
      </dsp:txXfrm>
    </dsp:sp>
    <dsp:sp modelId="{02B8421B-6F5D-4291-9779-85EFD2CF99F7}">
      <dsp:nvSpPr>
        <dsp:cNvPr id="0" name=""/>
        <dsp:cNvSpPr/>
      </dsp:nvSpPr>
      <dsp:spPr>
        <a:xfrm>
          <a:off x="6658151" y="1392"/>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r>
            <a:rPr lang="en-IN" sz="1050" b="1" kern="1200" dirty="0">
              <a:solidFill>
                <a:srgbClr val="C00000"/>
              </a:solidFill>
            </a:rPr>
            <a:t>Emerging Technologies and Trends Impact Radar: </a:t>
          </a:r>
          <a:br>
            <a:rPr lang="en-IN" sz="1050" b="1" kern="1200" dirty="0">
              <a:solidFill>
                <a:srgbClr val="C00000"/>
              </a:solidFill>
            </a:rPr>
          </a:br>
          <a:r>
            <a:rPr lang="en-IN" sz="1050" b="1" kern="1200" dirty="0">
              <a:solidFill>
                <a:srgbClr val="C00000"/>
              </a:solidFill>
            </a:rPr>
            <a:t>Enterprise Software</a:t>
          </a:r>
          <a:endParaRPr lang="en-US" sz="1050" b="1" kern="1200" dirty="0">
            <a:solidFill>
              <a:srgbClr val="C00000"/>
            </a:solidFill>
          </a:endParaRPr>
        </a:p>
      </dsp:txBody>
      <dsp:txXfrm>
        <a:off x="6658151" y="1392"/>
        <a:ext cx="1982019" cy="1189211"/>
      </dsp:txXfrm>
    </dsp:sp>
    <dsp:sp modelId="{43C8C619-522D-42E0-A602-38AD10A90933}">
      <dsp:nvSpPr>
        <dsp:cNvPr id="0" name=""/>
        <dsp:cNvSpPr/>
      </dsp:nvSpPr>
      <dsp:spPr>
        <a:xfrm>
          <a:off x="117488" y="1388806"/>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r>
            <a:rPr lang="en-US" sz="1050" b="1" kern="1200" dirty="0">
              <a:solidFill>
                <a:srgbClr val="C00000"/>
              </a:solidFill>
            </a:rPr>
            <a:t>Major Contender</a:t>
          </a:r>
        </a:p>
        <a:p>
          <a:pPr marL="0" lvl="0" indent="0" algn="ctr" defTabSz="466725" rtl="0">
            <a:lnSpc>
              <a:spcPct val="90000"/>
            </a:lnSpc>
            <a:spcBef>
              <a:spcPct val="0"/>
            </a:spcBef>
            <a:spcAft>
              <a:spcPct val="35000"/>
            </a:spcAft>
            <a:buNone/>
          </a:pPr>
          <a:r>
            <a:rPr lang="en-US" sz="700" kern="1200" dirty="0">
              <a:solidFill>
                <a:sysClr val="windowText" lastClr="000000"/>
              </a:solidFill>
            </a:rPr>
            <a:t>Intelligent Document Processing</a:t>
          </a:r>
          <a:br>
            <a:rPr lang="en-US" sz="700" kern="1200" dirty="0">
              <a:solidFill>
                <a:sysClr val="windowText" lastClr="000000"/>
              </a:solidFill>
            </a:rPr>
          </a:br>
          <a:r>
            <a:rPr lang="en-US" sz="700" kern="1200" dirty="0">
              <a:solidFill>
                <a:sysClr val="windowText" lastClr="000000"/>
              </a:solidFill>
            </a:rPr>
            <a:t>(IDP) Products PEAK Matrix – 2022</a:t>
          </a:r>
          <a:endParaRPr lang="en-IN" sz="700" kern="1200" dirty="0">
            <a:solidFill>
              <a:sysClr val="windowText" lastClr="000000"/>
            </a:solidFill>
          </a:endParaRPr>
        </a:p>
      </dsp:txBody>
      <dsp:txXfrm>
        <a:off x="117488" y="1388806"/>
        <a:ext cx="1982019" cy="1189211"/>
      </dsp:txXfrm>
    </dsp:sp>
    <dsp:sp modelId="{5BA82F66-B254-4FF3-9240-934CE67F84D0}">
      <dsp:nvSpPr>
        <dsp:cNvPr id="0" name=""/>
        <dsp:cNvSpPr/>
      </dsp:nvSpPr>
      <dsp:spPr>
        <a:xfrm>
          <a:off x="2297709" y="1388806"/>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kern="1200" dirty="0">
            <a:solidFill>
              <a:sysClr val="windowText" lastClr="000000"/>
            </a:solidFill>
          </a:endParaRPr>
        </a:p>
        <a:p>
          <a:pPr marL="0" lvl="0" indent="0" algn="ctr" defTabSz="466725" rtl="0">
            <a:lnSpc>
              <a:spcPct val="90000"/>
            </a:lnSpc>
            <a:spcBef>
              <a:spcPct val="0"/>
            </a:spcBef>
            <a:spcAft>
              <a:spcPct val="35000"/>
            </a:spcAft>
            <a:buNone/>
          </a:pPr>
          <a:endParaRPr lang="en-US" sz="1050" kern="1200" dirty="0">
            <a:solidFill>
              <a:sysClr val="windowText" lastClr="000000"/>
            </a:solidFill>
          </a:endParaRPr>
        </a:p>
        <a:p>
          <a:pPr marL="0" lvl="0" indent="0" algn="ctr" defTabSz="466725" rtl="0">
            <a:lnSpc>
              <a:spcPct val="90000"/>
            </a:lnSpc>
            <a:spcBef>
              <a:spcPct val="0"/>
            </a:spcBef>
            <a:spcAft>
              <a:spcPct val="35000"/>
            </a:spcAft>
            <a:buNone/>
          </a:pPr>
          <a:r>
            <a:rPr lang="en-US" sz="1050" b="1" kern="1200" dirty="0">
              <a:solidFill>
                <a:srgbClr val="C00000"/>
              </a:solidFill>
            </a:rPr>
            <a:t>Market Prospects</a:t>
          </a:r>
          <a:endParaRPr lang="en-IN" sz="1050" b="1" kern="1200" dirty="0">
            <a:solidFill>
              <a:srgbClr val="C00000"/>
            </a:solidFill>
          </a:endParaRPr>
        </a:p>
        <a:p>
          <a:pPr marL="0" lvl="0" indent="0" algn="ctr" defTabSz="466725" rtl="0">
            <a:lnSpc>
              <a:spcPct val="90000"/>
            </a:lnSpc>
            <a:spcBef>
              <a:spcPct val="0"/>
            </a:spcBef>
            <a:spcAft>
              <a:spcPct val="35000"/>
            </a:spcAft>
            <a:buNone/>
          </a:pPr>
          <a:r>
            <a:rPr lang="en-IN" sz="700" kern="1200" dirty="0">
              <a:solidFill>
                <a:sysClr val="windowText" lastClr="000000"/>
              </a:solidFill>
            </a:rPr>
            <a:t>Omdia Universe: Selecting an RPA &amp; Intelligent Automation Solution, 2021–22</a:t>
          </a:r>
        </a:p>
      </dsp:txBody>
      <dsp:txXfrm>
        <a:off x="2297709" y="1388806"/>
        <a:ext cx="1982019" cy="1189211"/>
      </dsp:txXfrm>
    </dsp:sp>
    <dsp:sp modelId="{D202C2F8-A345-479E-A6CE-DCC259FC49C4}">
      <dsp:nvSpPr>
        <dsp:cNvPr id="0" name=""/>
        <dsp:cNvSpPr/>
      </dsp:nvSpPr>
      <dsp:spPr>
        <a:xfrm>
          <a:off x="4477930" y="1388806"/>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IN" sz="1050" kern="1200" dirty="0">
            <a:solidFill>
              <a:sysClr val="windowText" lastClr="000000"/>
            </a:solidFill>
          </a:endParaRPr>
        </a:p>
        <a:p>
          <a:pPr marL="0" lvl="0" indent="0" algn="ctr" defTabSz="466725" rtl="0">
            <a:lnSpc>
              <a:spcPct val="90000"/>
            </a:lnSpc>
            <a:spcBef>
              <a:spcPct val="0"/>
            </a:spcBef>
            <a:spcAft>
              <a:spcPct val="35000"/>
            </a:spcAft>
            <a:buNone/>
          </a:pPr>
          <a:endParaRPr lang="en-IN" sz="1050" kern="1200" dirty="0">
            <a:solidFill>
              <a:sysClr val="windowText" lastClr="000000"/>
            </a:solidFill>
          </a:endParaRPr>
        </a:p>
        <a:p>
          <a:pPr marL="0" lvl="0" indent="0" algn="ctr" defTabSz="466725" rtl="0">
            <a:lnSpc>
              <a:spcPct val="90000"/>
            </a:lnSpc>
            <a:spcBef>
              <a:spcPct val="0"/>
            </a:spcBef>
            <a:spcAft>
              <a:spcPct val="35000"/>
            </a:spcAft>
            <a:buNone/>
          </a:pPr>
          <a:r>
            <a:rPr lang="en-IN" sz="1050" b="1" kern="1200" dirty="0">
              <a:solidFill>
                <a:srgbClr val="C00000"/>
              </a:solidFill>
            </a:rPr>
            <a:t>Major Player</a:t>
          </a:r>
        </a:p>
        <a:p>
          <a:pPr marL="0" lvl="0" indent="0" algn="ctr" defTabSz="466725" rtl="0">
            <a:lnSpc>
              <a:spcPct val="90000"/>
            </a:lnSpc>
            <a:spcBef>
              <a:spcPct val="0"/>
            </a:spcBef>
            <a:spcAft>
              <a:spcPct val="35000"/>
            </a:spcAft>
            <a:buNone/>
          </a:pPr>
          <a:r>
            <a:rPr lang="en-IN" sz="700" kern="1200" dirty="0">
              <a:solidFill>
                <a:sysClr val="windowText" lastClr="000000"/>
              </a:solidFill>
            </a:rPr>
            <a:t>IDC </a:t>
          </a:r>
          <a:r>
            <a:rPr lang="en-IN" sz="700" kern="1200" dirty="0" err="1">
              <a:solidFill>
                <a:sysClr val="windowText" lastClr="000000"/>
              </a:solidFill>
            </a:rPr>
            <a:t>MarketScape</a:t>
          </a:r>
          <a:r>
            <a:rPr lang="en-IN" sz="700" kern="1200" dirty="0">
              <a:solidFill>
                <a:sysClr val="windowText" lastClr="000000"/>
              </a:solidFill>
            </a:rPr>
            <a:t> Asia/Pacific Intelligent Automation Services 2021 Vendor Assessment</a:t>
          </a:r>
        </a:p>
      </dsp:txBody>
      <dsp:txXfrm>
        <a:off x="4477930" y="1388806"/>
        <a:ext cx="1982019" cy="1189211"/>
      </dsp:txXfrm>
    </dsp:sp>
    <dsp:sp modelId="{7694D299-0A10-4B75-B986-05C427E82F66}">
      <dsp:nvSpPr>
        <dsp:cNvPr id="0" name=""/>
        <dsp:cNvSpPr/>
      </dsp:nvSpPr>
      <dsp:spPr>
        <a:xfrm>
          <a:off x="6658151" y="1388806"/>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r>
            <a:rPr lang="en-IN" sz="1050" b="1" kern="1200" dirty="0">
              <a:solidFill>
                <a:srgbClr val="C00000"/>
              </a:solidFill>
            </a:rPr>
            <a:t>Market Guide for Artificial Intelligence Service Providers 2021</a:t>
          </a:r>
        </a:p>
      </dsp:txBody>
      <dsp:txXfrm>
        <a:off x="6658151" y="1388806"/>
        <a:ext cx="1982019" cy="1189211"/>
      </dsp:txXfrm>
    </dsp:sp>
    <dsp:sp modelId="{4A484F35-2026-473D-85AA-C113E7CC98D3}">
      <dsp:nvSpPr>
        <dsp:cNvPr id="0" name=""/>
        <dsp:cNvSpPr/>
      </dsp:nvSpPr>
      <dsp:spPr>
        <a:xfrm>
          <a:off x="117488" y="2776219"/>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endParaRPr lang="en-US" sz="1050" b="1" kern="1200" dirty="0">
            <a:solidFill>
              <a:schemeClr val="bg2"/>
            </a:solidFill>
          </a:endParaRPr>
        </a:p>
        <a:p>
          <a:pPr marL="0" lvl="0" indent="0" algn="ctr" defTabSz="466725" rtl="0">
            <a:lnSpc>
              <a:spcPct val="90000"/>
            </a:lnSpc>
            <a:spcBef>
              <a:spcPct val="0"/>
            </a:spcBef>
            <a:spcAft>
              <a:spcPct val="35000"/>
            </a:spcAft>
            <a:buNone/>
          </a:pPr>
          <a:r>
            <a:rPr lang="en-US" sz="1050" b="1" kern="1200" dirty="0">
              <a:solidFill>
                <a:srgbClr val="C00000"/>
              </a:solidFill>
            </a:rPr>
            <a:t>Datamatics' RPA-powered intelligent document processing approach</a:t>
          </a:r>
          <a:endParaRPr lang="en-IN" sz="700" kern="1200" dirty="0">
            <a:solidFill>
              <a:srgbClr val="C00000"/>
            </a:solidFill>
          </a:endParaRPr>
        </a:p>
      </dsp:txBody>
      <dsp:txXfrm>
        <a:off x="117488" y="2776219"/>
        <a:ext cx="1982019" cy="1189211"/>
      </dsp:txXfrm>
    </dsp:sp>
    <dsp:sp modelId="{8E7A35DC-EEDD-41F8-84CA-7BCEC3CDB89D}">
      <dsp:nvSpPr>
        <dsp:cNvPr id="0" name=""/>
        <dsp:cNvSpPr/>
      </dsp:nvSpPr>
      <dsp:spPr>
        <a:xfrm>
          <a:off x="2297709" y="2776219"/>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US" sz="1050" b="1" kern="1200" dirty="0">
            <a:solidFill>
              <a:sysClr val="windowText" lastClr="000000"/>
            </a:solidFill>
          </a:endParaRPr>
        </a:p>
        <a:p>
          <a:pPr marL="0" lvl="0" indent="0" algn="ctr" defTabSz="466725" rtl="0">
            <a:lnSpc>
              <a:spcPct val="90000"/>
            </a:lnSpc>
            <a:spcBef>
              <a:spcPct val="0"/>
            </a:spcBef>
            <a:spcAft>
              <a:spcPct val="35000"/>
            </a:spcAft>
            <a:buNone/>
          </a:pPr>
          <a:endParaRPr lang="en-US" sz="1050" b="1" kern="1200" dirty="0">
            <a:solidFill>
              <a:srgbClr val="C00000"/>
            </a:solidFill>
          </a:endParaRPr>
        </a:p>
        <a:p>
          <a:pPr marL="0" lvl="0" indent="0" algn="ctr" defTabSz="466725" rtl="0">
            <a:lnSpc>
              <a:spcPct val="90000"/>
            </a:lnSpc>
            <a:spcBef>
              <a:spcPct val="0"/>
            </a:spcBef>
            <a:spcAft>
              <a:spcPct val="35000"/>
            </a:spcAft>
            <a:buNone/>
          </a:pPr>
          <a:r>
            <a:rPr lang="en-US" sz="1050" b="1" kern="1200" dirty="0">
              <a:solidFill>
                <a:srgbClr val="C00000"/>
              </a:solidFill>
            </a:rPr>
            <a:t>Technology Leaders </a:t>
          </a:r>
        </a:p>
        <a:p>
          <a:pPr marL="0" lvl="0" indent="0" algn="ctr" defTabSz="466725" rtl="0">
            <a:lnSpc>
              <a:spcPct val="90000"/>
            </a:lnSpc>
            <a:spcBef>
              <a:spcPct val="0"/>
            </a:spcBef>
            <a:spcAft>
              <a:spcPct val="35000"/>
            </a:spcAft>
            <a:buNone/>
          </a:pPr>
          <a:r>
            <a:rPr lang="en-IN" sz="700" kern="1200" dirty="0">
              <a:solidFill>
                <a:sysClr val="windowText" lastClr="000000"/>
              </a:solidFill>
            </a:rPr>
            <a:t>SPARK Matrix: Intelligent Process Automation Solutions and Services (IPA), 2021</a:t>
          </a:r>
        </a:p>
      </dsp:txBody>
      <dsp:txXfrm>
        <a:off x="2297709" y="2776219"/>
        <a:ext cx="1982019" cy="1189211"/>
      </dsp:txXfrm>
    </dsp:sp>
    <dsp:sp modelId="{42590B69-5561-489A-8CF9-AD432C2FC3F9}">
      <dsp:nvSpPr>
        <dsp:cNvPr id="0" name=""/>
        <dsp:cNvSpPr/>
      </dsp:nvSpPr>
      <dsp:spPr>
        <a:xfrm>
          <a:off x="4477930" y="2776219"/>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endParaRPr lang="en-IN" sz="1050" b="1" kern="1200" dirty="0">
            <a:solidFill>
              <a:schemeClr val="bg2"/>
            </a:solidFill>
          </a:endParaRPr>
        </a:p>
        <a:p>
          <a:pPr marL="0" lvl="0" indent="0" algn="ctr" defTabSz="466725" rtl="0">
            <a:lnSpc>
              <a:spcPct val="90000"/>
            </a:lnSpc>
            <a:spcBef>
              <a:spcPct val="0"/>
            </a:spcBef>
            <a:spcAft>
              <a:spcPct val="35000"/>
            </a:spcAft>
            <a:buNone/>
          </a:pPr>
          <a:r>
            <a:rPr lang="en-IN" sz="1050" b="1" kern="1200" dirty="0">
              <a:solidFill>
                <a:srgbClr val="C00000"/>
              </a:solidFill>
            </a:rPr>
            <a:t>Market Landscape: Intelligent Document Processing 2021</a:t>
          </a:r>
          <a:br>
            <a:rPr lang="en-US" sz="1050" b="1" kern="1200" dirty="0">
              <a:solidFill>
                <a:schemeClr val="bg2"/>
              </a:solidFill>
            </a:rPr>
          </a:br>
          <a:endParaRPr lang="en-IN" sz="1050" b="1" kern="1200" dirty="0">
            <a:solidFill>
              <a:schemeClr val="bg2"/>
            </a:solidFill>
          </a:endParaRPr>
        </a:p>
      </dsp:txBody>
      <dsp:txXfrm>
        <a:off x="4477930" y="2776219"/>
        <a:ext cx="1982019" cy="1189211"/>
      </dsp:txXfrm>
    </dsp:sp>
    <dsp:sp modelId="{F8100A76-2008-46D1-BE22-BAFB8572A122}">
      <dsp:nvSpPr>
        <dsp:cNvPr id="0" name=""/>
        <dsp:cNvSpPr/>
      </dsp:nvSpPr>
      <dsp:spPr>
        <a:xfrm>
          <a:off x="6658151" y="2776219"/>
          <a:ext cx="1982019" cy="1189211"/>
        </a:xfrm>
        <a:prstGeom prst="rect">
          <a:avLst/>
        </a:prstGeom>
        <a:noFill/>
        <a:ln w="12700" cap="flat" cmpd="sng" algn="ctr">
          <a:solidFill>
            <a:srgbClr val="BCBCBC"/>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endParaRPr lang="en-IN" sz="1050" b="1" kern="1200" dirty="0">
            <a:solidFill>
              <a:sysClr val="windowText" lastClr="000000"/>
            </a:solidFill>
          </a:endParaRPr>
        </a:p>
        <a:p>
          <a:pPr marL="0" lvl="0" indent="0" algn="ctr" defTabSz="466725" rtl="0">
            <a:lnSpc>
              <a:spcPct val="90000"/>
            </a:lnSpc>
            <a:spcBef>
              <a:spcPct val="0"/>
            </a:spcBef>
            <a:spcAft>
              <a:spcPct val="35000"/>
            </a:spcAft>
            <a:buNone/>
          </a:pPr>
          <a:r>
            <a:rPr lang="en-IN" sz="1050" b="1" kern="1200" dirty="0">
              <a:solidFill>
                <a:srgbClr val="C00000"/>
              </a:solidFill>
            </a:rPr>
            <a:t>Breakout Zone</a:t>
          </a:r>
        </a:p>
        <a:p>
          <a:pPr marL="0" lvl="0" indent="0" algn="ctr" defTabSz="466725" rtl="0">
            <a:lnSpc>
              <a:spcPct val="90000"/>
            </a:lnSpc>
            <a:spcBef>
              <a:spcPct val="0"/>
            </a:spcBef>
            <a:spcAft>
              <a:spcPct val="35000"/>
            </a:spcAft>
            <a:buNone/>
          </a:pPr>
          <a:r>
            <a:rPr lang="en-IN" sz="700" kern="1200" dirty="0" err="1">
              <a:solidFill>
                <a:sysClr val="windowText" lastClr="000000"/>
              </a:solidFill>
            </a:rPr>
            <a:t>Zinnov</a:t>
          </a:r>
          <a:r>
            <a:rPr lang="en-IN" sz="700" kern="1200" dirty="0">
              <a:solidFill>
                <a:sysClr val="windowText" lastClr="000000"/>
              </a:solidFill>
            </a:rPr>
            <a:t> Zones – Hyper Intelligent Automation – H1 2022</a:t>
          </a:r>
        </a:p>
      </dsp:txBody>
      <dsp:txXfrm>
        <a:off x="6658151" y="2776219"/>
        <a:ext cx="1982019" cy="118921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2D600A-4E33-49E9-B6C5-9CB6A6A68EE2}" type="datetimeFigureOut">
              <a:rPr lang="en-IN" smtClean="0"/>
              <a:t>13/10/22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F003F-D8D6-48BA-AD45-348F12818E02}" type="slidenum">
              <a:rPr lang="en-IN" smtClean="0"/>
              <a:t>‹#›</a:t>
            </a:fld>
            <a:endParaRPr lang="en-IN"/>
          </a:p>
        </p:txBody>
      </p:sp>
    </p:spTree>
    <p:extLst>
      <p:ext uri="{BB962C8B-B14F-4D97-AF65-F5344CB8AC3E}">
        <p14:creationId xmlns:p14="http://schemas.microsoft.com/office/powerpoint/2010/main" val="3410441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9BF003F-D8D6-48BA-AD45-348F12818E02}" type="slidenum">
              <a:rPr lang="en-IN" smtClean="0"/>
              <a:t>1</a:t>
            </a:fld>
            <a:endParaRPr lang="en-IN"/>
          </a:p>
        </p:txBody>
      </p:sp>
    </p:spTree>
    <p:extLst>
      <p:ext uri="{BB962C8B-B14F-4D97-AF65-F5344CB8AC3E}">
        <p14:creationId xmlns:p14="http://schemas.microsoft.com/office/powerpoint/2010/main" val="2150765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BF003F-D8D6-48BA-AD45-348F12818E02}" type="slidenum">
              <a:rPr lang="en-IN" smtClean="0"/>
              <a:t>6</a:t>
            </a:fld>
            <a:endParaRPr lang="en-IN"/>
          </a:p>
        </p:txBody>
      </p:sp>
    </p:spTree>
    <p:extLst>
      <p:ext uri="{BB962C8B-B14F-4D97-AF65-F5344CB8AC3E}">
        <p14:creationId xmlns:p14="http://schemas.microsoft.com/office/powerpoint/2010/main" val="195397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BF003F-D8D6-48BA-AD45-348F12818E02}" type="slidenum">
              <a:rPr lang="en-IN" smtClean="0"/>
              <a:t>8</a:t>
            </a:fld>
            <a:endParaRPr lang="en-IN"/>
          </a:p>
        </p:txBody>
      </p:sp>
    </p:spTree>
    <p:extLst>
      <p:ext uri="{BB962C8B-B14F-4D97-AF65-F5344CB8AC3E}">
        <p14:creationId xmlns:p14="http://schemas.microsoft.com/office/powerpoint/2010/main" val="362014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C8FEE72-5D9A-413C-ACB5-F2EAFDFE3AE4}" type="slidenum">
              <a:rPr lang="en-GB"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3231881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9BF003F-D8D6-48BA-AD45-348F12818E02}" type="slidenum">
              <a:rPr lang="en-IN" smtClean="0"/>
              <a:t>15</a:t>
            </a:fld>
            <a:endParaRPr lang="en-IN"/>
          </a:p>
        </p:txBody>
      </p:sp>
    </p:spTree>
    <p:extLst>
      <p:ext uri="{BB962C8B-B14F-4D97-AF65-F5344CB8AC3E}">
        <p14:creationId xmlns:p14="http://schemas.microsoft.com/office/powerpoint/2010/main" val="16625328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out customer logo">
    <p:spTree>
      <p:nvGrpSpPr>
        <p:cNvPr id="1" name=""/>
        <p:cNvGrpSpPr/>
        <p:nvPr/>
      </p:nvGrpSpPr>
      <p:grpSpPr>
        <a:xfrm>
          <a:off x="0" y="0"/>
          <a:ext cx="0" cy="0"/>
          <a:chOff x="0" y="0"/>
          <a:chExt cx="0" cy="0"/>
        </a:xfrm>
      </p:grpSpPr>
      <p:grpSp>
        <p:nvGrpSpPr>
          <p:cNvPr id="25" name="Group 11"/>
          <p:cNvGrpSpPr/>
          <p:nvPr userDrawn="1"/>
        </p:nvGrpSpPr>
        <p:grpSpPr>
          <a:xfrm>
            <a:off x="526852" y="727132"/>
            <a:ext cx="1623429" cy="188434"/>
            <a:chOff x="9685338" y="627063"/>
            <a:chExt cx="4535487" cy="528637"/>
          </a:xfrm>
        </p:grpSpPr>
        <p:sp>
          <p:nvSpPr>
            <p:cNvPr id="27"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Title 1"/>
          <p:cNvSpPr>
            <a:spLocks noGrp="1"/>
          </p:cNvSpPr>
          <p:nvPr userDrawn="1">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11" name="Text Placeholder 9"/>
          <p:cNvSpPr>
            <a:spLocks noGrp="1"/>
          </p:cNvSpPr>
          <p:nvPr userDrawn="1">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sp>
        <p:nvSpPr>
          <p:cNvPr id="42" name="Rectangle 41"/>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1" name="Picture 20"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2" name="Picture 21"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sp>
        <p:nvSpPr>
          <p:cNvPr id="26" name="Rectangle 25"/>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8" name="Picture 27"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9" name="Picture 28"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
        <p:nvSpPr>
          <p:cNvPr id="8" name="Rectangle 7"/>
          <p:cNvSpPr/>
          <p:nvPr userDrawn="1"/>
        </p:nvSpPr>
        <p:spPr>
          <a:xfrm>
            <a:off x="436728" y="3998795"/>
            <a:ext cx="2138832" cy="836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9" name="Picture Placeholder 9"/>
          <p:cNvSpPr>
            <a:spLocks noGrp="1"/>
          </p:cNvSpPr>
          <p:nvPr>
            <p:ph type="pic" sz="quarter" idx="11"/>
          </p:nvPr>
        </p:nvSpPr>
        <p:spPr>
          <a:xfrm>
            <a:off x="562760" y="4131388"/>
            <a:ext cx="1886769" cy="571748"/>
          </a:xfrm>
          <a:solidFill>
            <a:schemeClr val="bg1"/>
          </a:solidFill>
        </p:spPr>
        <p:txBody>
          <a:bodyPr vert="horz" wrap="square" lIns="0" tIns="0" rIns="0" bIns="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lang="en-US" sz="800" kern="1200" smtClean="0">
                <a:solidFill>
                  <a:schemeClr val="tx1"/>
                </a:solidFill>
                <a:latin typeface="Segoe UI" pitchFamily="34" charset="0"/>
                <a:ea typeface="+mn-ea"/>
                <a:cs typeface="Segoe UI" pitchFamily="34" charset="0"/>
              </a:defRPr>
            </a:lvl1pPr>
          </a:lstStyle>
          <a:p>
            <a:r>
              <a:rPr lang="en-US"/>
              <a:t>Click icon to add picture</a:t>
            </a:r>
            <a:endParaRPr lang="en-US" dirty="0"/>
          </a:p>
        </p:txBody>
      </p:sp>
      <p:sp>
        <p:nvSpPr>
          <p:cNvPr id="51" name="Title 1"/>
          <p:cNvSpPr>
            <a:spLocks noGrp="1"/>
          </p:cNvSpPr>
          <p:nvPr>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52" name="Text Placeholder 9"/>
          <p:cNvSpPr>
            <a:spLocks noGrp="1"/>
          </p:cNvSpPr>
          <p:nvPr>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grpSp>
        <p:nvGrpSpPr>
          <p:cNvPr id="57" name="Group 11"/>
          <p:cNvGrpSpPr/>
          <p:nvPr userDrawn="1"/>
        </p:nvGrpSpPr>
        <p:grpSpPr>
          <a:xfrm>
            <a:off x="526852" y="727132"/>
            <a:ext cx="1623429" cy="188434"/>
            <a:chOff x="9685338" y="627063"/>
            <a:chExt cx="4535487" cy="528637"/>
          </a:xfrm>
        </p:grpSpPr>
        <p:sp>
          <p:nvSpPr>
            <p:cNvPr id="58"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1" name="Rectangle 70"/>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70400" y="1306294"/>
            <a:ext cx="7560000" cy="3085884"/>
          </a:xfrm>
        </p:spPr>
        <p:txBody>
          <a:bodyPr/>
          <a:lstStyle>
            <a:lvl1pPr>
              <a:defRPr sz="1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sz="half" idx="1"/>
          </p:nvPr>
        </p:nvSpPr>
        <p:spPr>
          <a:xfrm>
            <a:off x="770400" y="1370013"/>
            <a:ext cx="3729592"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Content Placeholder 3"/>
          <p:cNvSpPr>
            <a:spLocks noGrp="1"/>
          </p:cNvSpPr>
          <p:nvPr>
            <p:ph sz="half" idx="2"/>
          </p:nvPr>
        </p:nvSpPr>
        <p:spPr>
          <a:xfrm>
            <a:off x="4648200" y="1370013"/>
            <a:ext cx="368220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out text 1">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Tree>
    <p:extLst>
      <p:ext uri="{BB962C8B-B14F-4D97-AF65-F5344CB8AC3E}">
        <p14:creationId xmlns:p14="http://schemas.microsoft.com/office/powerpoint/2010/main" val="356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out text 2">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
        <p:nvSpPr>
          <p:cNvPr id="3" name="Picture Placeholder 7">
            <a:extLst>
              <a:ext uri="{FF2B5EF4-FFF2-40B4-BE49-F238E27FC236}">
                <a16:creationId xmlns:a16="http://schemas.microsoft.com/office/drawing/2014/main" id="{AECE2944-37C3-4636-BD65-3917BCEDBE4F}"/>
              </a:ext>
            </a:extLst>
          </p:cNvPr>
          <p:cNvSpPr>
            <a:spLocks noGrp="1"/>
          </p:cNvSpPr>
          <p:nvPr>
            <p:ph type="pic" sz="quarter" idx="11"/>
          </p:nvPr>
        </p:nvSpPr>
        <p:spPr>
          <a:xfrm>
            <a:off x="7006234" y="1"/>
            <a:ext cx="2137766" cy="2136073"/>
          </a:xfrm>
          <a:custGeom>
            <a:avLst/>
            <a:gdLst>
              <a:gd name="connsiteX0" fmla="*/ 25 w 2850355"/>
              <a:gd name="connsiteY0" fmla="*/ 0 h 2848097"/>
              <a:gd name="connsiteX1" fmla="*/ 1182415 w 2850355"/>
              <a:gd name="connsiteY1" fmla="*/ 0 h 2848097"/>
              <a:gd name="connsiteX2" fmla="*/ 1182386 w 2850355"/>
              <a:gd name="connsiteY2" fmla="*/ 446 h 2848097"/>
              <a:gd name="connsiteX3" fmla="*/ 1409668 w 2850355"/>
              <a:gd name="connsiteY3" fmla="*/ 840561 h 2848097"/>
              <a:gd name="connsiteX4" fmla="*/ 2649304 w 2850355"/>
              <a:gd name="connsiteY4" fmla="*/ 1655840 h 2848097"/>
              <a:gd name="connsiteX5" fmla="*/ 2850355 w 2850355"/>
              <a:gd name="connsiteY5" fmla="*/ 1666649 h 2848097"/>
              <a:gd name="connsiteX6" fmla="*/ 2850355 w 2850355"/>
              <a:gd name="connsiteY6" fmla="*/ 2848097 h 2848097"/>
              <a:gd name="connsiteX7" fmla="*/ 2506780 w 2850355"/>
              <a:gd name="connsiteY7" fmla="*/ 2829626 h 2848097"/>
              <a:gd name="connsiteX8" fmla="*/ 388397 w 2850355"/>
              <a:gd name="connsiteY8" fmla="*/ 1436414 h 2848097"/>
              <a:gd name="connsiteX9" fmla="*/ 0 w 2850355"/>
              <a:gd name="connsiteY9" fmla="*/ 762 h 284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0355" h="2848097">
                <a:moveTo>
                  <a:pt x="25" y="0"/>
                </a:moveTo>
                <a:lnTo>
                  <a:pt x="1182415" y="0"/>
                </a:lnTo>
                <a:lnTo>
                  <a:pt x="1182386" y="446"/>
                </a:lnTo>
                <a:cubicBezTo>
                  <a:pt x="1182464" y="290732"/>
                  <a:pt x="1258227" y="580997"/>
                  <a:pt x="1409668" y="840561"/>
                </a:cubicBezTo>
                <a:cubicBezTo>
                  <a:pt x="1674690" y="1294798"/>
                  <a:pt x="2135610" y="1593542"/>
                  <a:pt x="2649304" y="1655840"/>
                </a:cubicBezTo>
                <a:lnTo>
                  <a:pt x="2850355" y="1666649"/>
                </a:lnTo>
                <a:lnTo>
                  <a:pt x="2850355" y="2848097"/>
                </a:lnTo>
                <a:lnTo>
                  <a:pt x="2506780" y="2829626"/>
                </a:lnTo>
                <a:cubicBezTo>
                  <a:pt x="1628941" y="2723166"/>
                  <a:pt x="841286" y="2212649"/>
                  <a:pt x="388397" y="1436414"/>
                </a:cubicBezTo>
                <a:cubicBezTo>
                  <a:pt x="129603" y="992852"/>
                  <a:pt x="133" y="496824"/>
                  <a:pt x="0" y="762"/>
                </a:cubicBezTo>
                <a:close/>
              </a:path>
            </a:pathLst>
          </a:cu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28DE896-FA0A-1C47-BEB2-4C6614ED3DD7}"/>
              </a:ext>
            </a:extLst>
          </p:cNvPr>
          <p:cNvCxnSpPr/>
          <p:nvPr userDrawn="1"/>
        </p:nvCxnSpPr>
        <p:spPr>
          <a:xfrm>
            <a:off x="0" y="1779662"/>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43ECA0E-7D3E-CF46-BAD4-5CBCF0C2FC55}"/>
              </a:ext>
            </a:extLst>
          </p:cNvPr>
          <p:cNvCxnSpPr/>
          <p:nvPr userDrawn="1"/>
        </p:nvCxnSpPr>
        <p:spPr>
          <a:xfrm>
            <a:off x="0" y="2403731"/>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C476B31-7D50-A145-A22B-EBE2BA88D832}"/>
              </a:ext>
            </a:extLst>
          </p:cNvPr>
          <p:cNvCxnSpPr/>
          <p:nvPr userDrawn="1"/>
        </p:nvCxnSpPr>
        <p:spPr>
          <a:xfrm>
            <a:off x="0" y="30278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78B2E72-3846-0343-BA57-4EA861B0E586}"/>
              </a:ext>
            </a:extLst>
          </p:cNvPr>
          <p:cNvPicPr>
            <a:picLocks noChangeAspect="1"/>
          </p:cNvPicPr>
          <p:nvPr userDrawn="1"/>
        </p:nvPicPr>
        <p:blipFill>
          <a:blip r:embed="rId2"/>
          <a:stretch>
            <a:fillRect/>
          </a:stretch>
        </p:blipFill>
        <p:spPr>
          <a:xfrm>
            <a:off x="5292080" y="2499742"/>
            <a:ext cx="720080" cy="405045"/>
          </a:xfrm>
          <a:prstGeom prst="rect">
            <a:avLst/>
          </a:prstGeom>
        </p:spPr>
      </p:pic>
      <p:sp>
        <p:nvSpPr>
          <p:cNvPr id="11" name="Text Placeholder 8"/>
          <p:cNvSpPr>
            <a:spLocks noGrp="1"/>
          </p:cNvSpPr>
          <p:nvPr>
            <p:ph type="body" sz="quarter" idx="10" hasCustomPrompt="1"/>
          </p:nvPr>
        </p:nvSpPr>
        <p:spPr>
          <a:xfrm>
            <a:off x="794436" y="1779662"/>
            <a:ext cx="4497644" cy="1247702"/>
          </a:xfrm>
        </p:spPr>
        <p:txBody>
          <a:bodyPr>
            <a:noAutofit/>
          </a:bodyPr>
          <a:lstStyle>
            <a:lvl1pPr>
              <a:defRPr lang="en-US" sz="3600" kern="1200" dirty="0" smtClean="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74840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7" name="Fill shape">
            <a:extLst>
              <a:ext uri="{FF2B5EF4-FFF2-40B4-BE49-F238E27FC236}">
                <a16:creationId xmlns:a16="http://schemas.microsoft.com/office/drawing/2014/main" id="{907CB2E3-5B18-7F45-A53F-5A586A41CF63}"/>
              </a:ext>
            </a:extLst>
          </p:cNvPr>
          <p:cNvSpPr/>
          <p:nvPr userDrawn="1"/>
        </p:nvSpPr>
        <p:spPr>
          <a:xfrm>
            <a:off x="827584" y="663538"/>
            <a:ext cx="7488832" cy="3816424"/>
          </a:xfrm>
          <a:prstGeom prst="roundRect">
            <a:avLst>
              <a:gd name="adj" fmla="val 50000"/>
            </a:avLst>
          </a:prstGeom>
          <a:no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sz="900" dirty="0">
              <a:solidFill>
                <a:schemeClr val="tx1"/>
              </a:solidFill>
              <a:latin typeface="Segoe UI" pitchFamily="34" charset="0"/>
              <a:cs typeface="Segoe UI" pitchFamily="34" charset="0"/>
            </a:endParaRPr>
          </a:p>
        </p:txBody>
      </p:sp>
      <p:pic>
        <p:nvPicPr>
          <p:cNvPr id="9" name="Picture 8">
            <a:extLst>
              <a:ext uri="{FF2B5EF4-FFF2-40B4-BE49-F238E27FC236}">
                <a16:creationId xmlns:a16="http://schemas.microsoft.com/office/drawing/2014/main" id="{1DC30AFD-2B7D-FD46-AED5-1A72A28D9A9A}"/>
              </a:ext>
            </a:extLst>
          </p:cNvPr>
          <p:cNvPicPr>
            <a:picLocks noChangeAspect="1"/>
          </p:cNvPicPr>
          <p:nvPr userDrawn="1"/>
        </p:nvPicPr>
        <p:blipFill>
          <a:blip r:embed="rId2"/>
          <a:stretch>
            <a:fillRect/>
          </a:stretch>
        </p:blipFill>
        <p:spPr>
          <a:xfrm>
            <a:off x="4211960" y="3435846"/>
            <a:ext cx="720080" cy="405045"/>
          </a:xfrm>
          <a:prstGeom prst="rect">
            <a:avLst/>
          </a:prstGeom>
        </p:spPr>
      </p:pic>
      <p:sp>
        <p:nvSpPr>
          <p:cNvPr id="12" name="Text Placeholder 8"/>
          <p:cNvSpPr>
            <a:spLocks noGrp="1"/>
          </p:cNvSpPr>
          <p:nvPr>
            <p:ph type="body" sz="quarter" idx="10" hasCustomPrompt="1"/>
          </p:nvPr>
        </p:nvSpPr>
        <p:spPr>
          <a:xfrm>
            <a:off x="2323178" y="1828104"/>
            <a:ext cx="4497644" cy="1247702"/>
          </a:xfrm>
        </p:spPr>
        <p:txBody>
          <a:bodyPr>
            <a:noAutofit/>
          </a:bodyPr>
          <a:lstStyle>
            <a:lvl1pPr marL="0" algn="ctr"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49971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Divider 2">
    <p:spTree>
      <p:nvGrpSpPr>
        <p:cNvPr id="1" name=""/>
        <p:cNvGrpSpPr/>
        <p:nvPr/>
      </p:nvGrpSpPr>
      <p:grpSpPr>
        <a:xfrm>
          <a:off x="0" y="0"/>
          <a:ext cx="0" cy="0"/>
          <a:chOff x="0" y="0"/>
          <a:chExt cx="0" cy="0"/>
        </a:xfrm>
      </p:grpSpPr>
      <p:sp>
        <p:nvSpPr>
          <p:cNvPr id="8" name="Oval 7"/>
          <p:cNvSpPr/>
          <p:nvPr userDrawn="1"/>
        </p:nvSpPr>
        <p:spPr>
          <a:xfrm>
            <a:off x="1849760" y="-150490"/>
            <a:ext cx="5444480" cy="544448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1691680" y="4227934"/>
            <a:ext cx="5760640" cy="440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Picture 14" descr="Line-01.png"/>
          <p:cNvPicPr>
            <a:picLocks noChangeAspect="1"/>
          </p:cNvPicPr>
          <p:nvPr userDrawn="1"/>
        </p:nvPicPr>
        <p:blipFill rotWithShape="1">
          <a:blip r:embed="rId2" cstate="print"/>
          <a:srcRect r="3809"/>
          <a:stretch/>
        </p:blipFill>
        <p:spPr>
          <a:xfrm>
            <a:off x="1871192" y="3804023"/>
            <a:ext cx="7272808" cy="432295"/>
          </a:xfrm>
          <a:prstGeom prst="rect">
            <a:avLst/>
          </a:prstGeom>
        </p:spPr>
      </p:pic>
      <p:pic>
        <p:nvPicPr>
          <p:cNvPr id="16" name="Picture 15" descr="Line-02.png"/>
          <p:cNvPicPr>
            <a:picLocks noChangeAspect="1"/>
          </p:cNvPicPr>
          <p:nvPr userDrawn="1"/>
        </p:nvPicPr>
        <p:blipFill>
          <a:blip r:embed="rId3" cstate="print"/>
          <a:stretch>
            <a:fillRect/>
          </a:stretch>
        </p:blipFill>
        <p:spPr>
          <a:xfrm>
            <a:off x="4796408" y="4236318"/>
            <a:ext cx="3616242" cy="432048"/>
          </a:xfrm>
          <a:prstGeom prst="rect">
            <a:avLst/>
          </a:prstGeom>
        </p:spPr>
      </p:pic>
      <p:sp>
        <p:nvSpPr>
          <p:cNvPr id="18" name="Text Placeholder 8"/>
          <p:cNvSpPr>
            <a:spLocks noGrp="1"/>
          </p:cNvSpPr>
          <p:nvPr>
            <p:ph type="body" sz="quarter" idx="10" hasCustomPrompt="1"/>
          </p:nvPr>
        </p:nvSpPr>
        <p:spPr>
          <a:xfrm>
            <a:off x="2097185" y="1779662"/>
            <a:ext cx="4949630" cy="1247702"/>
          </a:xfrm>
        </p:spPr>
        <p:txBody>
          <a:bodyPr anchor="ctr">
            <a:noAutofit/>
          </a:bodyPr>
          <a:lstStyle>
            <a:lvl1pPr marL="0" algn="ctr" defTabSz="685800" rtl="0" eaLnBrk="1" latinLnBrk="0" hangingPunct="1">
              <a:lnSpc>
                <a:spcPct val="90000"/>
              </a:lnSpc>
              <a:spcBef>
                <a:spcPct val="0"/>
              </a:spcBef>
              <a:buNone/>
              <a:defRPr lang="en-IN" sz="3200" kern="1200" dirty="0">
                <a:solidFill>
                  <a:schemeClr val="tx1"/>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231411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ection Divider 2">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1871192" y="1419622"/>
            <a:ext cx="4949630" cy="1247702"/>
          </a:xfrm>
        </p:spPr>
        <p:txBody>
          <a:bodyPr>
            <a:noAutofit/>
          </a:bodyPr>
          <a:lstStyle>
            <a:lvl1pPr marL="0" algn="l"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pic>
        <p:nvPicPr>
          <p:cNvPr id="6" name="Picture 5">
            <a:extLst>
              <a:ext uri="{FF2B5EF4-FFF2-40B4-BE49-F238E27FC236}">
                <a16:creationId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67493" r="3913" b="32463"/>
          <a:stretch/>
        </p:blipFill>
        <p:spPr>
          <a:xfrm>
            <a:off x="7308304" y="2385834"/>
            <a:ext cx="2195736" cy="1667945"/>
          </a:xfrm>
          <a:prstGeom prst="rect">
            <a:avLst/>
          </a:prstGeom>
        </p:spPr>
      </p:pic>
      <p:pic>
        <p:nvPicPr>
          <p:cNvPr id="8" name="Picture 7" descr="Line-01.png"/>
          <p:cNvPicPr>
            <a:picLocks noChangeAspect="1"/>
          </p:cNvPicPr>
          <p:nvPr userDrawn="1"/>
        </p:nvPicPr>
        <p:blipFill rotWithShape="1">
          <a:blip r:embed="rId3" cstate="print"/>
          <a:srcRect r="3809"/>
          <a:stretch/>
        </p:blipFill>
        <p:spPr>
          <a:xfrm>
            <a:off x="1871192" y="3651623"/>
            <a:ext cx="7272808" cy="432295"/>
          </a:xfrm>
          <a:prstGeom prst="rect">
            <a:avLst/>
          </a:prstGeom>
        </p:spPr>
      </p:pic>
      <p:pic>
        <p:nvPicPr>
          <p:cNvPr id="10" name="Picture 9" descr="Line-02.png"/>
          <p:cNvPicPr>
            <a:picLocks noChangeAspect="1"/>
          </p:cNvPicPr>
          <p:nvPr userDrawn="1"/>
        </p:nvPicPr>
        <p:blipFill>
          <a:blip r:embed="rId4" cstate="print"/>
          <a:stretch>
            <a:fillRect/>
          </a:stretch>
        </p:blipFill>
        <p:spPr>
          <a:xfrm>
            <a:off x="4644008" y="4083918"/>
            <a:ext cx="3616242" cy="432048"/>
          </a:xfrm>
          <a:prstGeom prst="rect">
            <a:avLst/>
          </a:prstGeom>
        </p:spPr>
      </p:pic>
    </p:spTree>
    <p:extLst>
      <p:ext uri="{BB962C8B-B14F-4D97-AF65-F5344CB8AC3E}">
        <p14:creationId xmlns:p14="http://schemas.microsoft.com/office/powerpoint/2010/main" val="1520694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ase study 1">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916214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ase study 2">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cxnSp>
        <p:nvCxnSpPr>
          <p:cNvPr id="11" name="Straight Connector 10"/>
          <p:cNvCxnSpPr/>
          <p:nvPr userDrawn="1"/>
        </p:nvCxnSpPr>
        <p:spPr>
          <a:xfrm>
            <a:off x="7437405" y="3875761"/>
            <a:ext cx="0" cy="64020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179205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ase study 3">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grpSp>
        <p:nvGrpSpPr>
          <p:cNvPr id="25" name="Group 24"/>
          <p:cNvGrpSpPr/>
          <p:nvPr userDrawn="1"/>
        </p:nvGrpSpPr>
        <p:grpSpPr>
          <a:xfrm>
            <a:off x="5451269" y="1419622"/>
            <a:ext cx="3713775" cy="2298309"/>
            <a:chOff x="-660730" y="1528642"/>
            <a:chExt cx="8541904" cy="5286213"/>
          </a:xfrm>
        </p:grpSpPr>
        <p:pic>
          <p:nvPicPr>
            <p:cNvPr id="26" name="Picture 25">
              <a:extLst>
                <a:ext uri="{FF2B5EF4-FFF2-40B4-BE49-F238E27FC236}">
                  <a16:creationId xmlns:a16="http://schemas.microsoft.com/office/drawing/2014/main" id="{99B160CC-CEA6-43E1-8F66-92E52D034B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730" y="1528642"/>
              <a:ext cx="8541904" cy="5286213"/>
            </a:xfrm>
            <a:prstGeom prst="rect">
              <a:avLst/>
            </a:prstGeom>
          </p:spPr>
        </p:pic>
        <p:sp>
          <p:nvSpPr>
            <p:cNvPr id="27" name="Rectangle 26">
              <a:extLst>
                <a:ext uri="{FF2B5EF4-FFF2-40B4-BE49-F238E27FC236}">
                  <a16:creationId xmlns:a16="http://schemas.microsoft.com/office/drawing/2014/main" id="{94F40020-71B1-44B5-9794-6D75B24E18C5}"/>
                </a:ext>
              </a:extLst>
            </p:cNvPr>
            <p:cNvSpPr/>
            <p:nvPr/>
          </p:nvSpPr>
          <p:spPr>
            <a:xfrm>
              <a:off x="3171574" y="6278940"/>
              <a:ext cx="877298"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Picture Placeholder 2"/>
          <p:cNvSpPr>
            <a:spLocks noGrp="1"/>
          </p:cNvSpPr>
          <p:nvPr>
            <p:ph type="pic" sz="quarter" idx="31"/>
          </p:nvPr>
        </p:nvSpPr>
        <p:spPr>
          <a:xfrm>
            <a:off x="5907733" y="1692867"/>
            <a:ext cx="2801141" cy="17640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dirty="0"/>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690984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9083" y="809622"/>
            <a:ext cx="5577018" cy="4498185"/>
          </a:xfrm>
          <a:prstGeom prst="rect">
            <a:avLst/>
          </a:prstGeom>
        </p:spPr>
      </p:pic>
      <p:sp>
        <p:nvSpPr>
          <p:cNvPr id="40" name="Picture Placeholder 13">
            <a:extLst>
              <a:ext uri="{FF2B5EF4-FFF2-40B4-BE49-F238E27FC236}">
                <a16:creationId xmlns:a16="http://schemas.microsoft.com/office/drawing/2014/main" id="{2FABAE3D-61F4-46A0-8222-345BCB7D6C48}"/>
              </a:ext>
            </a:extLst>
          </p:cNvPr>
          <p:cNvSpPr>
            <a:spLocks noGrp="1"/>
          </p:cNvSpPr>
          <p:nvPr>
            <p:ph type="pic" sz="quarter" idx="12"/>
          </p:nvPr>
        </p:nvSpPr>
        <p:spPr>
          <a:xfrm>
            <a:off x="935619" y="1330748"/>
            <a:ext cx="4301018" cy="3229822"/>
          </a:xfrm>
          <a:prstGeom prst="roundRect">
            <a:avLst>
              <a:gd name="adj" fmla="val 2601"/>
            </a:avLst>
          </a:prstGeom>
          <a:gradFill>
            <a:gsLst>
              <a:gs pos="0">
                <a:schemeClr val="bg1">
                  <a:lumMod val="95000"/>
                </a:schemeClr>
              </a:gs>
              <a:gs pos="100000">
                <a:schemeClr val="bg1">
                  <a:lumMod val="8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1831877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imag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grpSp>
        <p:nvGrpSpPr>
          <p:cNvPr id="3" name="Group 6"/>
          <p:cNvGrpSpPr/>
          <p:nvPr userDrawn="1"/>
        </p:nvGrpSpPr>
        <p:grpSpPr>
          <a:xfrm>
            <a:off x="1331640" y="656158"/>
            <a:ext cx="6406431" cy="3964688"/>
            <a:chOff x="1825046" y="1152977"/>
            <a:chExt cx="8541908" cy="5286250"/>
          </a:xfrm>
        </p:grpSpPr>
        <p:pic>
          <p:nvPicPr>
            <p:cNvPr id="4" name="Picture 3">
              <a:extLst>
                <a:ext uri="{FF2B5EF4-FFF2-40B4-BE49-F238E27FC236}">
                  <a16:creationId xmlns:a16="http://schemas.microsoft.com/office/drawing/2014/main" id="{99B160CC-CEA6-43E1-8F66-92E52D034B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25046" y="1152977"/>
              <a:ext cx="8541908" cy="5286250"/>
            </a:xfrm>
            <a:prstGeom prst="rect">
              <a:avLst/>
            </a:prstGeom>
          </p:spPr>
        </p:pic>
        <p:sp>
          <p:nvSpPr>
            <p:cNvPr id="5" name="Rectangle 4">
              <a:extLst>
                <a:ext uri="{FF2B5EF4-FFF2-40B4-BE49-F238E27FC236}">
                  <a16:creationId xmlns:a16="http://schemas.microsoft.com/office/drawing/2014/main" id="{94F40020-71B1-44B5-9794-6D75B24E18C5}"/>
                </a:ext>
              </a:extLst>
            </p:cNvPr>
            <p:cNvSpPr/>
            <p:nvPr userDrawn="1"/>
          </p:nvSpPr>
          <p:spPr>
            <a:xfrm>
              <a:off x="5657350" y="5911956"/>
              <a:ext cx="877300"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itchFamily="34" charset="0"/>
                <a:cs typeface="Segoe UI" pitchFamily="34" charset="0"/>
              </a:endParaRPr>
            </a:p>
          </p:txBody>
        </p:sp>
      </p:grpSp>
      <p:sp>
        <p:nvSpPr>
          <p:cNvPr id="6" name="Picture Placeholder 13">
            <a:extLst>
              <a:ext uri="{FF2B5EF4-FFF2-40B4-BE49-F238E27FC236}">
                <a16:creationId xmlns:a16="http://schemas.microsoft.com/office/drawing/2014/main" id="{2B64A4BA-2084-41F7-9865-21BEA10D6341}"/>
              </a:ext>
            </a:extLst>
          </p:cNvPr>
          <p:cNvSpPr>
            <a:spLocks noGrp="1"/>
          </p:cNvSpPr>
          <p:nvPr>
            <p:ph type="pic" sz="quarter" idx="22"/>
          </p:nvPr>
        </p:nvSpPr>
        <p:spPr>
          <a:xfrm>
            <a:off x="2117085" y="1315339"/>
            <a:ext cx="4835543" cy="3183108"/>
          </a:xfrm>
          <a:prstGeom prst="roundRect">
            <a:avLst>
              <a:gd name="adj" fmla="val 1973"/>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2251259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th content and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DE31-47C2-45A3-B197-4F59252497F8}"/>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37" name="Picture Placeholder 13">
            <a:extLst>
              <a:ext uri="{FF2B5EF4-FFF2-40B4-BE49-F238E27FC236}">
                <a16:creationId xmlns:a16="http://schemas.microsoft.com/office/drawing/2014/main" id="{13CF0DDD-AEDC-40C4-BCE7-2A703C125BCE}"/>
              </a:ext>
            </a:extLst>
          </p:cNvPr>
          <p:cNvSpPr>
            <a:spLocks noGrp="1"/>
          </p:cNvSpPr>
          <p:nvPr>
            <p:ph type="pic" sz="quarter" idx="10"/>
          </p:nvPr>
        </p:nvSpPr>
        <p:spPr>
          <a:xfrm>
            <a:off x="771525" y="3743902"/>
            <a:ext cx="7600951" cy="1399598"/>
          </a:xfrm>
          <a:prstGeom prst="round2SameRect">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
        <p:nvSpPr>
          <p:cNvPr id="4" name="Text Placeholder 3"/>
          <p:cNvSpPr>
            <a:spLocks noGrp="1"/>
          </p:cNvSpPr>
          <p:nvPr>
            <p:ph type="body" sz="quarter" idx="11"/>
          </p:nvPr>
        </p:nvSpPr>
        <p:spPr>
          <a:xfrm>
            <a:off x="771525" y="1419225"/>
            <a:ext cx="7600950" cy="208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646246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out titl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3132138" cy="51435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Tree>
    <p:extLst>
      <p:ext uri="{BB962C8B-B14F-4D97-AF65-F5344CB8AC3E}">
        <p14:creationId xmlns:p14="http://schemas.microsoft.com/office/powerpoint/2010/main" val="2470670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content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25" name="Trapezoid 24">
            <a:extLst>
              <a:ext uri="{FF2B5EF4-FFF2-40B4-BE49-F238E27FC236}">
                <a16:creationId xmlns:a16="http://schemas.microsoft.com/office/drawing/2014/main" id="{04876DA9-2632-47A3-A250-BA3A1FAC3D87}"/>
              </a:ext>
            </a:extLst>
          </p:cNvPr>
          <p:cNvSpPr/>
          <p:nvPr userDrawn="1"/>
        </p:nvSpPr>
        <p:spPr>
          <a:xfrm rot="10800000">
            <a:off x="1317331" y="2697092"/>
            <a:ext cx="6509335" cy="1060160"/>
          </a:xfrm>
          <a:prstGeom prst="trapezoid">
            <a:avLst>
              <a:gd name="adj" fmla="val 54289"/>
            </a:avLst>
          </a:prstGeom>
          <a:solidFill>
            <a:srgbClr val="C00000"/>
          </a:solidFill>
          <a:ln>
            <a:noFill/>
          </a:ln>
          <a:effectLst>
            <a:outerShdw blurRad="1168400" dist="139700" dir="15600000" algn="t" rotWithShape="0">
              <a:schemeClr val="bg1">
                <a:lumMod val="75000"/>
                <a:alpha val="8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atin typeface="Segoe UI" pitchFamily="34" charset="0"/>
              <a:cs typeface="Segoe UI" pitchFamily="34" charset="0"/>
            </a:endParaRPr>
          </a:p>
        </p:txBody>
      </p:sp>
      <p:pic>
        <p:nvPicPr>
          <p:cNvPr id="30" name="Picture 29">
            <a:extLst>
              <a:ext uri="{FF2B5EF4-FFF2-40B4-BE49-F238E27FC236}">
                <a16:creationId xmlns:a16="http://schemas.microsoft.com/office/drawing/2014/main" id="{D81E8C8A-BC94-4E85-867B-8E337C3E7A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3674" y="2371008"/>
            <a:ext cx="6976652" cy="2772493"/>
          </a:xfrm>
          <a:prstGeom prst="rect">
            <a:avLst/>
          </a:prstGeom>
        </p:spPr>
      </p:pic>
      <p:sp>
        <p:nvSpPr>
          <p:cNvPr id="31" name="Picture Placeholder 13">
            <a:extLst>
              <a:ext uri="{FF2B5EF4-FFF2-40B4-BE49-F238E27FC236}">
                <a16:creationId xmlns:a16="http://schemas.microsoft.com/office/drawing/2014/main" id="{E298634D-1348-4909-BD40-7BB70D313451}"/>
              </a:ext>
            </a:extLst>
          </p:cNvPr>
          <p:cNvSpPr>
            <a:spLocks noGrp="1"/>
          </p:cNvSpPr>
          <p:nvPr>
            <p:ph type="pic" sz="quarter" idx="18"/>
          </p:nvPr>
        </p:nvSpPr>
        <p:spPr>
          <a:xfrm>
            <a:off x="1602321" y="1431372"/>
            <a:ext cx="5939357" cy="3525736"/>
          </a:xfrm>
          <a:prstGeom prst="roundRect">
            <a:avLst>
              <a:gd name="adj" fmla="val 892"/>
            </a:avLst>
          </a:prstGeom>
          <a:gradFill>
            <a:gsLst>
              <a:gs pos="0">
                <a:schemeClr val="bg1">
                  <a:lumMod val="50000"/>
                  <a:lumOff val="50000"/>
                </a:schemeClr>
              </a:gs>
              <a:gs pos="100000">
                <a:schemeClr val="bg1">
                  <a:lumMod val="75000"/>
                  <a:lumOff val="25000"/>
                </a:schemeClr>
              </a:gs>
            </a:gsLst>
            <a:lin ang="5400000" scaled="1"/>
          </a:gradFill>
          <a:scene3d>
            <a:camera prst="perspectiveBelow" fov="1620000">
              <a:rot lat="4200000" lon="0" rev="0"/>
            </a:camera>
            <a:lightRig rig="threePt" dir="t"/>
          </a:scene3d>
        </p:spPr>
        <p:txBody>
          <a:bodyPr anchor="ctr">
            <a:normAutofit/>
          </a:bodyPr>
          <a:lstStyle>
            <a:lvl1pPr algn="ctr">
              <a:defRPr sz="800">
                <a:latin typeface="Segoe UI" pitchFamily="34" charset="0"/>
                <a:cs typeface="Segoe UI" pitchFamily="34" charset="0"/>
              </a:defRPr>
            </a:lvl1pPr>
          </a:lstStyle>
          <a:p>
            <a:r>
              <a:rPr lang="en-US"/>
              <a:t>Click icon to add picture</a:t>
            </a:r>
            <a:endParaRPr lang="en-US" dirty="0"/>
          </a:p>
        </p:txBody>
      </p:sp>
      <p:sp>
        <p:nvSpPr>
          <p:cNvPr id="34" name="Text Placeholder 33"/>
          <p:cNvSpPr>
            <a:spLocks noGrp="1"/>
          </p:cNvSpPr>
          <p:nvPr>
            <p:ph type="body" sz="quarter" idx="19"/>
          </p:nvPr>
        </p:nvSpPr>
        <p:spPr>
          <a:xfrm>
            <a:off x="2031029" y="1242060"/>
            <a:ext cx="5066066" cy="882293"/>
          </a:xfrm>
          <a:prstGeom prst="rect">
            <a:avLst/>
          </a:prstGeom>
          <a:noFill/>
        </p:spPr>
        <p:txBody>
          <a:bodyPr wrap="none" lIns="0" tIns="0" rIns="0" bIns="0" rtlCol="0">
            <a:spAutoFit/>
          </a:bodyPr>
          <a:lstStyle>
            <a:lvl1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1pPr>
            <a:lvl2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2pPr>
            <a:lvl3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3pPr>
            <a:lvl4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4pPr>
            <a:lvl5pPr marL="0" algn="ctr" defTabSz="685800" rtl="0" eaLnBrk="1" latinLnBrk="0" hangingPunct="1">
              <a:defRPr lang="en-US" sz="3000" kern="1200" dirty="0">
                <a:solidFill>
                  <a:schemeClr val="tx1"/>
                </a:solidFill>
                <a:latin typeface="Segoe UI" pitchFamily="34" charset="0"/>
                <a:ea typeface="+mn-ea"/>
                <a:cs typeface="Segoe UI"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31877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F3A2-367D-49A0-B746-5038CF8F2BE7}"/>
              </a:ext>
            </a:extLst>
          </p:cNvPr>
          <p:cNvSpPr>
            <a:spLocks noGrp="1"/>
          </p:cNvSpPr>
          <p:nvPr>
            <p:ph type="title"/>
          </p:nvPr>
        </p:nvSpPr>
        <p:spPr>
          <a:xfrm>
            <a:off x="771525" y="400051"/>
            <a:ext cx="7600951" cy="771518"/>
          </a:xfrm>
          <a:prstGeom prst="rect">
            <a:avLst/>
          </a:prstGeom>
        </p:spPr>
        <p:txBody>
          <a:bodyPr/>
          <a:lstStyle/>
          <a:p>
            <a:r>
              <a:rPr lang="en-US"/>
              <a:t>Click to edit Master title style</a:t>
            </a:r>
            <a:endParaRPr lang="en-US" dirty="0"/>
          </a:p>
        </p:txBody>
      </p:sp>
      <p:sp>
        <p:nvSpPr>
          <p:cNvPr id="3" name="world map">
            <a:extLst>
              <a:ext uri="{FF2B5EF4-FFF2-40B4-BE49-F238E27FC236}">
                <a16:creationId xmlns:a16="http://schemas.microsoft.com/office/drawing/2014/main" id="{52F80A47-E2F6-4588-BAC2-7F22C8FE3910}"/>
              </a:ext>
            </a:extLst>
          </p:cNvPr>
          <p:cNvSpPr>
            <a:spLocks noEditPoints="1"/>
          </p:cNvSpPr>
          <p:nvPr userDrawn="1"/>
        </p:nvSpPr>
        <p:spPr bwMode="auto">
          <a:xfrm>
            <a:off x="1074839" y="1019550"/>
            <a:ext cx="6994322" cy="3888140"/>
          </a:xfrm>
          <a:custGeom>
            <a:avLst/>
            <a:gdLst>
              <a:gd name="T0" fmla="*/ 1073 w 2722"/>
              <a:gd name="T1" fmla="*/ 60 h 1511"/>
              <a:gd name="T2" fmla="*/ 807 w 2722"/>
              <a:gd name="T3" fmla="*/ 129 h 1511"/>
              <a:gd name="T4" fmla="*/ 2086 w 2722"/>
              <a:gd name="T5" fmla="*/ 163 h 1511"/>
              <a:gd name="T6" fmla="*/ 1966 w 2722"/>
              <a:gd name="T7" fmla="*/ 223 h 1511"/>
              <a:gd name="T8" fmla="*/ 2361 w 2722"/>
              <a:gd name="T9" fmla="*/ 240 h 1511"/>
              <a:gd name="T10" fmla="*/ 2361 w 2722"/>
              <a:gd name="T11" fmla="*/ 266 h 1511"/>
              <a:gd name="T12" fmla="*/ 2249 w 2722"/>
              <a:gd name="T13" fmla="*/ 283 h 1511"/>
              <a:gd name="T14" fmla="*/ 1803 w 2722"/>
              <a:gd name="T15" fmla="*/ 317 h 1511"/>
              <a:gd name="T16" fmla="*/ 2662 w 2722"/>
              <a:gd name="T17" fmla="*/ 326 h 1511"/>
              <a:gd name="T18" fmla="*/ 1794 w 2722"/>
              <a:gd name="T19" fmla="*/ 343 h 1511"/>
              <a:gd name="T20" fmla="*/ 2670 w 2722"/>
              <a:gd name="T21" fmla="*/ 343 h 1511"/>
              <a:gd name="T22" fmla="*/ 1554 w 2722"/>
              <a:gd name="T23" fmla="*/ 360 h 1511"/>
              <a:gd name="T24" fmla="*/ 2421 w 2722"/>
              <a:gd name="T25" fmla="*/ 369 h 1511"/>
              <a:gd name="T26" fmla="*/ 575 w 2722"/>
              <a:gd name="T27" fmla="*/ 403 h 1511"/>
              <a:gd name="T28" fmla="*/ 2026 w 2722"/>
              <a:gd name="T29" fmla="*/ 395 h 1511"/>
              <a:gd name="T30" fmla="*/ 197 w 2722"/>
              <a:gd name="T31" fmla="*/ 420 h 1511"/>
              <a:gd name="T32" fmla="*/ 1605 w 2722"/>
              <a:gd name="T33" fmla="*/ 412 h 1511"/>
              <a:gd name="T34" fmla="*/ 2447 w 2722"/>
              <a:gd name="T35" fmla="*/ 420 h 1511"/>
              <a:gd name="T36" fmla="*/ 936 w 2722"/>
              <a:gd name="T37" fmla="*/ 455 h 1511"/>
              <a:gd name="T38" fmla="*/ 2181 w 2722"/>
              <a:gd name="T39" fmla="*/ 446 h 1511"/>
              <a:gd name="T40" fmla="*/ 506 w 2722"/>
              <a:gd name="T41" fmla="*/ 472 h 1511"/>
              <a:gd name="T42" fmla="*/ 2121 w 2722"/>
              <a:gd name="T43" fmla="*/ 463 h 1511"/>
              <a:gd name="T44" fmla="*/ 463 w 2722"/>
              <a:gd name="T45" fmla="*/ 498 h 1511"/>
              <a:gd name="T46" fmla="*/ 2043 w 2722"/>
              <a:gd name="T47" fmla="*/ 506 h 1511"/>
              <a:gd name="T48" fmla="*/ 532 w 2722"/>
              <a:gd name="T49" fmla="*/ 523 h 1511"/>
              <a:gd name="T50" fmla="*/ 2103 w 2722"/>
              <a:gd name="T51" fmla="*/ 523 h 1511"/>
              <a:gd name="T52" fmla="*/ 1477 w 2722"/>
              <a:gd name="T53" fmla="*/ 541 h 1511"/>
              <a:gd name="T54" fmla="*/ 2473 w 2722"/>
              <a:gd name="T55" fmla="*/ 549 h 1511"/>
              <a:gd name="T56" fmla="*/ 1451 w 2722"/>
              <a:gd name="T57" fmla="*/ 584 h 1511"/>
              <a:gd name="T58" fmla="*/ 2310 w 2722"/>
              <a:gd name="T59" fmla="*/ 575 h 1511"/>
              <a:gd name="T60" fmla="*/ 1485 w 2722"/>
              <a:gd name="T61" fmla="*/ 601 h 1511"/>
              <a:gd name="T62" fmla="*/ 2327 w 2722"/>
              <a:gd name="T63" fmla="*/ 592 h 1511"/>
              <a:gd name="T64" fmla="*/ 1545 w 2722"/>
              <a:gd name="T65" fmla="*/ 627 h 1511"/>
              <a:gd name="T66" fmla="*/ 343 w 2722"/>
              <a:gd name="T67" fmla="*/ 661 h 1511"/>
              <a:gd name="T68" fmla="*/ 1691 w 2722"/>
              <a:gd name="T69" fmla="*/ 652 h 1511"/>
              <a:gd name="T70" fmla="*/ 532 w 2722"/>
              <a:gd name="T71" fmla="*/ 678 h 1511"/>
              <a:gd name="T72" fmla="*/ 1889 w 2722"/>
              <a:gd name="T73" fmla="*/ 669 h 1511"/>
              <a:gd name="T74" fmla="*/ 1185 w 2722"/>
              <a:gd name="T75" fmla="*/ 704 h 1511"/>
              <a:gd name="T76" fmla="*/ 2146 w 2722"/>
              <a:gd name="T77" fmla="*/ 712 h 1511"/>
              <a:gd name="T78" fmla="*/ 1666 w 2722"/>
              <a:gd name="T79" fmla="*/ 730 h 1511"/>
              <a:gd name="T80" fmla="*/ 584 w 2722"/>
              <a:gd name="T81" fmla="*/ 755 h 1511"/>
              <a:gd name="T82" fmla="*/ 2121 w 2722"/>
              <a:gd name="T83" fmla="*/ 747 h 1511"/>
              <a:gd name="T84" fmla="*/ 1777 w 2722"/>
              <a:gd name="T85" fmla="*/ 781 h 1511"/>
              <a:gd name="T86" fmla="*/ 1271 w 2722"/>
              <a:gd name="T87" fmla="*/ 815 h 1511"/>
              <a:gd name="T88" fmla="*/ 2181 w 2722"/>
              <a:gd name="T89" fmla="*/ 807 h 1511"/>
              <a:gd name="T90" fmla="*/ 1949 w 2722"/>
              <a:gd name="T91" fmla="*/ 833 h 1511"/>
              <a:gd name="T92" fmla="*/ 1786 w 2722"/>
              <a:gd name="T93" fmla="*/ 850 h 1511"/>
              <a:gd name="T94" fmla="*/ 1442 w 2722"/>
              <a:gd name="T95" fmla="*/ 884 h 1511"/>
              <a:gd name="T96" fmla="*/ 1245 w 2722"/>
              <a:gd name="T97" fmla="*/ 918 h 1511"/>
              <a:gd name="T98" fmla="*/ 1202 w 2722"/>
              <a:gd name="T99" fmla="*/ 936 h 1511"/>
              <a:gd name="T100" fmla="*/ 1279 w 2722"/>
              <a:gd name="T101" fmla="*/ 961 h 1511"/>
              <a:gd name="T102" fmla="*/ 1296 w 2722"/>
              <a:gd name="T103" fmla="*/ 979 h 1511"/>
              <a:gd name="T104" fmla="*/ 1442 w 2722"/>
              <a:gd name="T105" fmla="*/ 1013 h 1511"/>
              <a:gd name="T106" fmla="*/ 2146 w 2722"/>
              <a:gd name="T107" fmla="*/ 1047 h 1511"/>
              <a:gd name="T108" fmla="*/ 764 w 2722"/>
              <a:gd name="T109" fmla="*/ 1090 h 1511"/>
              <a:gd name="T110" fmla="*/ 841 w 2722"/>
              <a:gd name="T111" fmla="*/ 1116 h 1511"/>
              <a:gd name="T112" fmla="*/ 961 w 2722"/>
              <a:gd name="T113" fmla="*/ 1133 h 1511"/>
              <a:gd name="T114" fmla="*/ 2344 w 2722"/>
              <a:gd name="T115" fmla="*/ 1167 h 1511"/>
              <a:gd name="T116" fmla="*/ 833 w 2722"/>
              <a:gd name="T117" fmla="*/ 1228 h 1511"/>
              <a:gd name="T118" fmla="*/ 1459 w 2722"/>
              <a:gd name="T119" fmla="*/ 1245 h 1511"/>
              <a:gd name="T120" fmla="*/ 2232 w 2722"/>
              <a:gd name="T121" fmla="*/ 1270 h 1511"/>
              <a:gd name="T122" fmla="*/ 2456 w 2722"/>
              <a:gd name="T123" fmla="*/ 1288 h 1511"/>
              <a:gd name="T124" fmla="*/ 2370 w 2722"/>
              <a:gd name="T125" fmla="*/ 1374 h 1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22" h="1511">
                <a:moveTo>
                  <a:pt x="781" y="43"/>
                </a:moveTo>
                <a:cubicBezTo>
                  <a:pt x="776" y="43"/>
                  <a:pt x="773" y="39"/>
                  <a:pt x="773" y="34"/>
                </a:cubicBezTo>
                <a:cubicBezTo>
                  <a:pt x="773" y="29"/>
                  <a:pt x="776" y="25"/>
                  <a:pt x="781" y="25"/>
                </a:cubicBezTo>
                <a:cubicBezTo>
                  <a:pt x="786" y="25"/>
                  <a:pt x="790" y="29"/>
                  <a:pt x="790" y="34"/>
                </a:cubicBezTo>
                <a:cubicBezTo>
                  <a:pt x="790" y="39"/>
                  <a:pt x="786" y="43"/>
                  <a:pt x="781" y="43"/>
                </a:cubicBezTo>
                <a:close/>
                <a:moveTo>
                  <a:pt x="816" y="34"/>
                </a:moveTo>
                <a:cubicBezTo>
                  <a:pt x="816" y="29"/>
                  <a:pt x="812" y="25"/>
                  <a:pt x="807" y="25"/>
                </a:cubicBezTo>
                <a:cubicBezTo>
                  <a:pt x="802" y="25"/>
                  <a:pt x="798" y="29"/>
                  <a:pt x="798" y="34"/>
                </a:cubicBezTo>
                <a:cubicBezTo>
                  <a:pt x="798" y="39"/>
                  <a:pt x="802" y="43"/>
                  <a:pt x="807" y="43"/>
                </a:cubicBezTo>
                <a:cubicBezTo>
                  <a:pt x="812" y="43"/>
                  <a:pt x="816" y="39"/>
                  <a:pt x="816" y="34"/>
                </a:cubicBezTo>
                <a:close/>
                <a:moveTo>
                  <a:pt x="841" y="34"/>
                </a:moveTo>
                <a:cubicBezTo>
                  <a:pt x="841" y="29"/>
                  <a:pt x="837" y="25"/>
                  <a:pt x="833" y="25"/>
                </a:cubicBezTo>
                <a:cubicBezTo>
                  <a:pt x="828" y="25"/>
                  <a:pt x="824" y="29"/>
                  <a:pt x="824" y="34"/>
                </a:cubicBezTo>
                <a:cubicBezTo>
                  <a:pt x="824" y="39"/>
                  <a:pt x="828" y="43"/>
                  <a:pt x="833" y="43"/>
                </a:cubicBezTo>
                <a:cubicBezTo>
                  <a:pt x="837" y="43"/>
                  <a:pt x="841" y="39"/>
                  <a:pt x="841" y="34"/>
                </a:cubicBezTo>
                <a:close/>
                <a:moveTo>
                  <a:pt x="867" y="34"/>
                </a:moveTo>
                <a:cubicBezTo>
                  <a:pt x="867" y="29"/>
                  <a:pt x="863" y="25"/>
                  <a:pt x="858" y="25"/>
                </a:cubicBezTo>
                <a:cubicBezTo>
                  <a:pt x="854" y="25"/>
                  <a:pt x="850" y="29"/>
                  <a:pt x="850" y="34"/>
                </a:cubicBezTo>
                <a:cubicBezTo>
                  <a:pt x="850" y="39"/>
                  <a:pt x="854" y="43"/>
                  <a:pt x="858" y="43"/>
                </a:cubicBezTo>
                <a:cubicBezTo>
                  <a:pt x="863" y="43"/>
                  <a:pt x="867" y="39"/>
                  <a:pt x="867" y="34"/>
                </a:cubicBezTo>
                <a:close/>
                <a:moveTo>
                  <a:pt x="867" y="8"/>
                </a:moveTo>
                <a:cubicBezTo>
                  <a:pt x="867" y="4"/>
                  <a:pt x="863" y="0"/>
                  <a:pt x="858" y="0"/>
                </a:cubicBezTo>
                <a:cubicBezTo>
                  <a:pt x="854" y="0"/>
                  <a:pt x="850" y="4"/>
                  <a:pt x="850" y="8"/>
                </a:cubicBezTo>
                <a:cubicBezTo>
                  <a:pt x="850" y="13"/>
                  <a:pt x="854" y="17"/>
                  <a:pt x="858" y="17"/>
                </a:cubicBezTo>
                <a:cubicBezTo>
                  <a:pt x="863" y="17"/>
                  <a:pt x="867" y="13"/>
                  <a:pt x="867" y="8"/>
                </a:cubicBezTo>
                <a:close/>
                <a:moveTo>
                  <a:pt x="893" y="34"/>
                </a:moveTo>
                <a:cubicBezTo>
                  <a:pt x="893" y="29"/>
                  <a:pt x="889" y="25"/>
                  <a:pt x="884" y="25"/>
                </a:cubicBezTo>
                <a:cubicBezTo>
                  <a:pt x="879" y="25"/>
                  <a:pt x="876" y="29"/>
                  <a:pt x="876" y="34"/>
                </a:cubicBezTo>
                <a:cubicBezTo>
                  <a:pt x="876" y="39"/>
                  <a:pt x="879" y="43"/>
                  <a:pt x="884" y="43"/>
                </a:cubicBezTo>
                <a:cubicBezTo>
                  <a:pt x="889" y="43"/>
                  <a:pt x="893" y="39"/>
                  <a:pt x="893" y="34"/>
                </a:cubicBezTo>
                <a:close/>
                <a:moveTo>
                  <a:pt x="893" y="8"/>
                </a:moveTo>
                <a:cubicBezTo>
                  <a:pt x="893" y="4"/>
                  <a:pt x="889" y="0"/>
                  <a:pt x="884" y="0"/>
                </a:cubicBezTo>
                <a:cubicBezTo>
                  <a:pt x="879" y="0"/>
                  <a:pt x="876" y="4"/>
                  <a:pt x="876" y="8"/>
                </a:cubicBezTo>
                <a:cubicBezTo>
                  <a:pt x="876" y="13"/>
                  <a:pt x="879" y="17"/>
                  <a:pt x="884" y="17"/>
                </a:cubicBezTo>
                <a:cubicBezTo>
                  <a:pt x="889" y="17"/>
                  <a:pt x="893" y="13"/>
                  <a:pt x="893" y="8"/>
                </a:cubicBezTo>
                <a:close/>
                <a:moveTo>
                  <a:pt x="919" y="34"/>
                </a:moveTo>
                <a:cubicBezTo>
                  <a:pt x="919" y="29"/>
                  <a:pt x="915" y="25"/>
                  <a:pt x="910" y="25"/>
                </a:cubicBezTo>
                <a:cubicBezTo>
                  <a:pt x="905" y="25"/>
                  <a:pt x="901" y="29"/>
                  <a:pt x="901" y="34"/>
                </a:cubicBezTo>
                <a:cubicBezTo>
                  <a:pt x="901" y="39"/>
                  <a:pt x="905" y="43"/>
                  <a:pt x="910" y="43"/>
                </a:cubicBezTo>
                <a:cubicBezTo>
                  <a:pt x="915" y="43"/>
                  <a:pt x="919" y="39"/>
                  <a:pt x="919" y="34"/>
                </a:cubicBezTo>
                <a:close/>
                <a:moveTo>
                  <a:pt x="944" y="34"/>
                </a:moveTo>
                <a:cubicBezTo>
                  <a:pt x="944" y="29"/>
                  <a:pt x="940" y="25"/>
                  <a:pt x="936" y="25"/>
                </a:cubicBezTo>
                <a:cubicBezTo>
                  <a:pt x="931" y="25"/>
                  <a:pt x="927" y="29"/>
                  <a:pt x="927" y="34"/>
                </a:cubicBezTo>
                <a:cubicBezTo>
                  <a:pt x="927" y="39"/>
                  <a:pt x="931" y="43"/>
                  <a:pt x="936" y="43"/>
                </a:cubicBezTo>
                <a:cubicBezTo>
                  <a:pt x="940" y="43"/>
                  <a:pt x="944" y="39"/>
                  <a:pt x="944" y="34"/>
                </a:cubicBezTo>
                <a:close/>
                <a:moveTo>
                  <a:pt x="970" y="34"/>
                </a:moveTo>
                <a:cubicBezTo>
                  <a:pt x="970" y="29"/>
                  <a:pt x="966" y="25"/>
                  <a:pt x="961" y="25"/>
                </a:cubicBezTo>
                <a:cubicBezTo>
                  <a:pt x="957" y="25"/>
                  <a:pt x="953" y="29"/>
                  <a:pt x="953" y="34"/>
                </a:cubicBezTo>
                <a:cubicBezTo>
                  <a:pt x="953" y="39"/>
                  <a:pt x="957" y="43"/>
                  <a:pt x="961" y="43"/>
                </a:cubicBezTo>
                <a:cubicBezTo>
                  <a:pt x="966" y="43"/>
                  <a:pt x="970" y="39"/>
                  <a:pt x="970" y="34"/>
                </a:cubicBezTo>
                <a:close/>
                <a:moveTo>
                  <a:pt x="970" y="8"/>
                </a:moveTo>
                <a:cubicBezTo>
                  <a:pt x="970" y="4"/>
                  <a:pt x="966" y="0"/>
                  <a:pt x="961" y="0"/>
                </a:cubicBezTo>
                <a:cubicBezTo>
                  <a:pt x="957" y="0"/>
                  <a:pt x="953" y="4"/>
                  <a:pt x="953" y="8"/>
                </a:cubicBezTo>
                <a:cubicBezTo>
                  <a:pt x="953" y="13"/>
                  <a:pt x="957" y="17"/>
                  <a:pt x="961" y="17"/>
                </a:cubicBezTo>
                <a:cubicBezTo>
                  <a:pt x="966" y="17"/>
                  <a:pt x="970" y="13"/>
                  <a:pt x="970" y="8"/>
                </a:cubicBezTo>
                <a:close/>
                <a:moveTo>
                  <a:pt x="996" y="34"/>
                </a:moveTo>
                <a:cubicBezTo>
                  <a:pt x="996" y="29"/>
                  <a:pt x="992" y="25"/>
                  <a:pt x="987" y="25"/>
                </a:cubicBezTo>
                <a:cubicBezTo>
                  <a:pt x="983" y="25"/>
                  <a:pt x="979" y="29"/>
                  <a:pt x="979" y="34"/>
                </a:cubicBezTo>
                <a:cubicBezTo>
                  <a:pt x="979" y="39"/>
                  <a:pt x="983" y="43"/>
                  <a:pt x="987" y="43"/>
                </a:cubicBezTo>
                <a:cubicBezTo>
                  <a:pt x="992" y="43"/>
                  <a:pt x="996" y="39"/>
                  <a:pt x="996" y="34"/>
                </a:cubicBezTo>
                <a:close/>
                <a:moveTo>
                  <a:pt x="996" y="8"/>
                </a:moveTo>
                <a:cubicBezTo>
                  <a:pt x="996" y="4"/>
                  <a:pt x="992" y="0"/>
                  <a:pt x="987" y="0"/>
                </a:cubicBezTo>
                <a:cubicBezTo>
                  <a:pt x="983" y="0"/>
                  <a:pt x="979" y="4"/>
                  <a:pt x="979" y="8"/>
                </a:cubicBezTo>
                <a:cubicBezTo>
                  <a:pt x="979" y="13"/>
                  <a:pt x="983" y="17"/>
                  <a:pt x="987" y="17"/>
                </a:cubicBezTo>
                <a:cubicBezTo>
                  <a:pt x="992" y="17"/>
                  <a:pt x="996" y="13"/>
                  <a:pt x="996" y="8"/>
                </a:cubicBezTo>
                <a:close/>
                <a:moveTo>
                  <a:pt x="1022" y="34"/>
                </a:moveTo>
                <a:cubicBezTo>
                  <a:pt x="1022" y="29"/>
                  <a:pt x="1018" y="25"/>
                  <a:pt x="1013" y="25"/>
                </a:cubicBezTo>
                <a:cubicBezTo>
                  <a:pt x="1008" y="25"/>
                  <a:pt x="1004" y="29"/>
                  <a:pt x="1004" y="34"/>
                </a:cubicBezTo>
                <a:cubicBezTo>
                  <a:pt x="1004" y="39"/>
                  <a:pt x="1008" y="43"/>
                  <a:pt x="1013" y="43"/>
                </a:cubicBezTo>
                <a:cubicBezTo>
                  <a:pt x="1018" y="43"/>
                  <a:pt x="1022" y="39"/>
                  <a:pt x="1022" y="34"/>
                </a:cubicBezTo>
                <a:close/>
                <a:moveTo>
                  <a:pt x="1022" y="8"/>
                </a:moveTo>
                <a:cubicBezTo>
                  <a:pt x="1022" y="4"/>
                  <a:pt x="1018" y="0"/>
                  <a:pt x="1013" y="0"/>
                </a:cubicBezTo>
                <a:cubicBezTo>
                  <a:pt x="1008" y="0"/>
                  <a:pt x="1004" y="4"/>
                  <a:pt x="1004" y="8"/>
                </a:cubicBezTo>
                <a:cubicBezTo>
                  <a:pt x="1004" y="13"/>
                  <a:pt x="1008" y="17"/>
                  <a:pt x="1013" y="17"/>
                </a:cubicBezTo>
                <a:cubicBezTo>
                  <a:pt x="1018" y="17"/>
                  <a:pt x="1022" y="13"/>
                  <a:pt x="1022" y="8"/>
                </a:cubicBezTo>
                <a:close/>
                <a:moveTo>
                  <a:pt x="1047" y="34"/>
                </a:moveTo>
                <a:cubicBezTo>
                  <a:pt x="1047" y="29"/>
                  <a:pt x="1044" y="25"/>
                  <a:pt x="1039" y="25"/>
                </a:cubicBezTo>
                <a:cubicBezTo>
                  <a:pt x="1034" y="25"/>
                  <a:pt x="1030" y="29"/>
                  <a:pt x="1030" y="34"/>
                </a:cubicBezTo>
                <a:cubicBezTo>
                  <a:pt x="1030" y="39"/>
                  <a:pt x="1034" y="43"/>
                  <a:pt x="1039" y="43"/>
                </a:cubicBezTo>
                <a:cubicBezTo>
                  <a:pt x="1044" y="43"/>
                  <a:pt x="1047" y="39"/>
                  <a:pt x="1047" y="34"/>
                </a:cubicBezTo>
                <a:close/>
                <a:moveTo>
                  <a:pt x="1047" y="8"/>
                </a:moveTo>
                <a:cubicBezTo>
                  <a:pt x="1047" y="4"/>
                  <a:pt x="1044" y="0"/>
                  <a:pt x="1039" y="0"/>
                </a:cubicBezTo>
                <a:cubicBezTo>
                  <a:pt x="1034" y="0"/>
                  <a:pt x="1030" y="4"/>
                  <a:pt x="1030" y="8"/>
                </a:cubicBezTo>
                <a:cubicBezTo>
                  <a:pt x="1030" y="13"/>
                  <a:pt x="1034" y="17"/>
                  <a:pt x="1039" y="17"/>
                </a:cubicBezTo>
                <a:cubicBezTo>
                  <a:pt x="1044" y="17"/>
                  <a:pt x="1047" y="13"/>
                  <a:pt x="1047" y="8"/>
                </a:cubicBezTo>
                <a:close/>
                <a:moveTo>
                  <a:pt x="1073" y="34"/>
                </a:moveTo>
                <a:cubicBezTo>
                  <a:pt x="1073" y="29"/>
                  <a:pt x="1069" y="25"/>
                  <a:pt x="1065" y="25"/>
                </a:cubicBezTo>
                <a:cubicBezTo>
                  <a:pt x="1060" y="25"/>
                  <a:pt x="1056" y="29"/>
                  <a:pt x="1056" y="34"/>
                </a:cubicBezTo>
                <a:cubicBezTo>
                  <a:pt x="1056" y="39"/>
                  <a:pt x="1060" y="43"/>
                  <a:pt x="1065" y="43"/>
                </a:cubicBezTo>
                <a:cubicBezTo>
                  <a:pt x="1069" y="43"/>
                  <a:pt x="1073" y="39"/>
                  <a:pt x="1073" y="34"/>
                </a:cubicBezTo>
                <a:close/>
                <a:moveTo>
                  <a:pt x="1073" y="8"/>
                </a:moveTo>
                <a:cubicBezTo>
                  <a:pt x="1073" y="4"/>
                  <a:pt x="1069" y="0"/>
                  <a:pt x="1065" y="0"/>
                </a:cubicBezTo>
                <a:cubicBezTo>
                  <a:pt x="1060" y="0"/>
                  <a:pt x="1056" y="4"/>
                  <a:pt x="1056" y="8"/>
                </a:cubicBezTo>
                <a:cubicBezTo>
                  <a:pt x="1056" y="13"/>
                  <a:pt x="1060" y="17"/>
                  <a:pt x="1065" y="17"/>
                </a:cubicBezTo>
                <a:cubicBezTo>
                  <a:pt x="1069" y="17"/>
                  <a:pt x="1073" y="13"/>
                  <a:pt x="1073" y="8"/>
                </a:cubicBezTo>
                <a:close/>
                <a:moveTo>
                  <a:pt x="1099" y="34"/>
                </a:moveTo>
                <a:cubicBezTo>
                  <a:pt x="1099" y="29"/>
                  <a:pt x="1095" y="25"/>
                  <a:pt x="1090" y="25"/>
                </a:cubicBezTo>
                <a:cubicBezTo>
                  <a:pt x="1086" y="25"/>
                  <a:pt x="1082" y="29"/>
                  <a:pt x="1082" y="34"/>
                </a:cubicBezTo>
                <a:cubicBezTo>
                  <a:pt x="1082" y="39"/>
                  <a:pt x="1086" y="43"/>
                  <a:pt x="1090" y="43"/>
                </a:cubicBezTo>
                <a:cubicBezTo>
                  <a:pt x="1095" y="43"/>
                  <a:pt x="1099" y="39"/>
                  <a:pt x="1099" y="34"/>
                </a:cubicBezTo>
                <a:close/>
                <a:moveTo>
                  <a:pt x="1099" y="8"/>
                </a:moveTo>
                <a:cubicBezTo>
                  <a:pt x="1099" y="4"/>
                  <a:pt x="1095" y="0"/>
                  <a:pt x="1090" y="0"/>
                </a:cubicBezTo>
                <a:cubicBezTo>
                  <a:pt x="1086" y="0"/>
                  <a:pt x="1082" y="4"/>
                  <a:pt x="1082" y="8"/>
                </a:cubicBezTo>
                <a:cubicBezTo>
                  <a:pt x="1082" y="13"/>
                  <a:pt x="1086" y="17"/>
                  <a:pt x="1090" y="17"/>
                </a:cubicBezTo>
                <a:cubicBezTo>
                  <a:pt x="1095" y="17"/>
                  <a:pt x="1099" y="13"/>
                  <a:pt x="1099" y="8"/>
                </a:cubicBezTo>
                <a:close/>
                <a:moveTo>
                  <a:pt x="1125" y="34"/>
                </a:moveTo>
                <a:cubicBezTo>
                  <a:pt x="1125" y="29"/>
                  <a:pt x="1121" y="25"/>
                  <a:pt x="1116" y="25"/>
                </a:cubicBezTo>
                <a:cubicBezTo>
                  <a:pt x="1111" y="25"/>
                  <a:pt x="1107" y="29"/>
                  <a:pt x="1107" y="34"/>
                </a:cubicBezTo>
                <a:cubicBezTo>
                  <a:pt x="1107" y="39"/>
                  <a:pt x="1111" y="43"/>
                  <a:pt x="1116" y="43"/>
                </a:cubicBezTo>
                <a:cubicBezTo>
                  <a:pt x="1121" y="43"/>
                  <a:pt x="1125" y="39"/>
                  <a:pt x="1125" y="34"/>
                </a:cubicBezTo>
                <a:close/>
                <a:moveTo>
                  <a:pt x="790" y="60"/>
                </a:moveTo>
                <a:cubicBezTo>
                  <a:pt x="790" y="55"/>
                  <a:pt x="786" y="51"/>
                  <a:pt x="781" y="51"/>
                </a:cubicBezTo>
                <a:cubicBezTo>
                  <a:pt x="776" y="51"/>
                  <a:pt x="773" y="55"/>
                  <a:pt x="773" y="60"/>
                </a:cubicBezTo>
                <a:cubicBezTo>
                  <a:pt x="773" y="65"/>
                  <a:pt x="776" y="68"/>
                  <a:pt x="781" y="68"/>
                </a:cubicBezTo>
                <a:cubicBezTo>
                  <a:pt x="786" y="68"/>
                  <a:pt x="790" y="65"/>
                  <a:pt x="790" y="60"/>
                </a:cubicBezTo>
                <a:close/>
                <a:moveTo>
                  <a:pt x="816" y="60"/>
                </a:moveTo>
                <a:cubicBezTo>
                  <a:pt x="816" y="55"/>
                  <a:pt x="812" y="51"/>
                  <a:pt x="807" y="51"/>
                </a:cubicBezTo>
                <a:cubicBezTo>
                  <a:pt x="802" y="51"/>
                  <a:pt x="798" y="55"/>
                  <a:pt x="798" y="60"/>
                </a:cubicBezTo>
                <a:cubicBezTo>
                  <a:pt x="798" y="65"/>
                  <a:pt x="802" y="68"/>
                  <a:pt x="807" y="68"/>
                </a:cubicBezTo>
                <a:cubicBezTo>
                  <a:pt x="812" y="68"/>
                  <a:pt x="816" y="65"/>
                  <a:pt x="816" y="60"/>
                </a:cubicBezTo>
                <a:close/>
                <a:moveTo>
                  <a:pt x="841" y="60"/>
                </a:moveTo>
                <a:cubicBezTo>
                  <a:pt x="841" y="55"/>
                  <a:pt x="837" y="51"/>
                  <a:pt x="833" y="51"/>
                </a:cubicBezTo>
                <a:cubicBezTo>
                  <a:pt x="828" y="51"/>
                  <a:pt x="824" y="55"/>
                  <a:pt x="824" y="60"/>
                </a:cubicBezTo>
                <a:cubicBezTo>
                  <a:pt x="824" y="65"/>
                  <a:pt x="828" y="68"/>
                  <a:pt x="833" y="68"/>
                </a:cubicBezTo>
                <a:cubicBezTo>
                  <a:pt x="837" y="68"/>
                  <a:pt x="841" y="65"/>
                  <a:pt x="841" y="60"/>
                </a:cubicBezTo>
                <a:close/>
                <a:moveTo>
                  <a:pt x="867" y="60"/>
                </a:moveTo>
                <a:cubicBezTo>
                  <a:pt x="867" y="55"/>
                  <a:pt x="863" y="51"/>
                  <a:pt x="858" y="51"/>
                </a:cubicBezTo>
                <a:cubicBezTo>
                  <a:pt x="854" y="51"/>
                  <a:pt x="850" y="55"/>
                  <a:pt x="850" y="60"/>
                </a:cubicBezTo>
                <a:cubicBezTo>
                  <a:pt x="850" y="65"/>
                  <a:pt x="854" y="68"/>
                  <a:pt x="858" y="68"/>
                </a:cubicBezTo>
                <a:cubicBezTo>
                  <a:pt x="863" y="68"/>
                  <a:pt x="867" y="65"/>
                  <a:pt x="867" y="60"/>
                </a:cubicBezTo>
                <a:close/>
                <a:moveTo>
                  <a:pt x="893" y="60"/>
                </a:moveTo>
                <a:cubicBezTo>
                  <a:pt x="893" y="55"/>
                  <a:pt x="889" y="51"/>
                  <a:pt x="884" y="51"/>
                </a:cubicBezTo>
                <a:cubicBezTo>
                  <a:pt x="879" y="51"/>
                  <a:pt x="876" y="55"/>
                  <a:pt x="876" y="60"/>
                </a:cubicBezTo>
                <a:cubicBezTo>
                  <a:pt x="876" y="65"/>
                  <a:pt x="879" y="68"/>
                  <a:pt x="884" y="68"/>
                </a:cubicBezTo>
                <a:cubicBezTo>
                  <a:pt x="889" y="68"/>
                  <a:pt x="893" y="65"/>
                  <a:pt x="893" y="60"/>
                </a:cubicBezTo>
                <a:close/>
                <a:moveTo>
                  <a:pt x="919" y="60"/>
                </a:moveTo>
                <a:cubicBezTo>
                  <a:pt x="919" y="55"/>
                  <a:pt x="915" y="51"/>
                  <a:pt x="910" y="51"/>
                </a:cubicBezTo>
                <a:cubicBezTo>
                  <a:pt x="905" y="51"/>
                  <a:pt x="901" y="55"/>
                  <a:pt x="901" y="60"/>
                </a:cubicBezTo>
                <a:cubicBezTo>
                  <a:pt x="901" y="65"/>
                  <a:pt x="905" y="68"/>
                  <a:pt x="910" y="68"/>
                </a:cubicBezTo>
                <a:cubicBezTo>
                  <a:pt x="915" y="68"/>
                  <a:pt x="919" y="65"/>
                  <a:pt x="919" y="60"/>
                </a:cubicBezTo>
                <a:close/>
                <a:moveTo>
                  <a:pt x="944" y="60"/>
                </a:moveTo>
                <a:cubicBezTo>
                  <a:pt x="944" y="55"/>
                  <a:pt x="940" y="51"/>
                  <a:pt x="936" y="51"/>
                </a:cubicBezTo>
                <a:cubicBezTo>
                  <a:pt x="931" y="51"/>
                  <a:pt x="927" y="55"/>
                  <a:pt x="927" y="60"/>
                </a:cubicBezTo>
                <a:cubicBezTo>
                  <a:pt x="927" y="65"/>
                  <a:pt x="931" y="68"/>
                  <a:pt x="936" y="68"/>
                </a:cubicBezTo>
                <a:cubicBezTo>
                  <a:pt x="940" y="68"/>
                  <a:pt x="944" y="65"/>
                  <a:pt x="944" y="60"/>
                </a:cubicBezTo>
                <a:close/>
                <a:moveTo>
                  <a:pt x="970" y="60"/>
                </a:moveTo>
                <a:cubicBezTo>
                  <a:pt x="970" y="55"/>
                  <a:pt x="966" y="51"/>
                  <a:pt x="961" y="51"/>
                </a:cubicBezTo>
                <a:cubicBezTo>
                  <a:pt x="957" y="51"/>
                  <a:pt x="953" y="55"/>
                  <a:pt x="953" y="60"/>
                </a:cubicBezTo>
                <a:cubicBezTo>
                  <a:pt x="953" y="65"/>
                  <a:pt x="957" y="68"/>
                  <a:pt x="961" y="68"/>
                </a:cubicBezTo>
                <a:cubicBezTo>
                  <a:pt x="966" y="68"/>
                  <a:pt x="970" y="65"/>
                  <a:pt x="970" y="60"/>
                </a:cubicBezTo>
                <a:close/>
                <a:moveTo>
                  <a:pt x="996" y="60"/>
                </a:moveTo>
                <a:cubicBezTo>
                  <a:pt x="996" y="55"/>
                  <a:pt x="992" y="51"/>
                  <a:pt x="987" y="51"/>
                </a:cubicBezTo>
                <a:cubicBezTo>
                  <a:pt x="983" y="51"/>
                  <a:pt x="979" y="55"/>
                  <a:pt x="979" y="60"/>
                </a:cubicBezTo>
                <a:cubicBezTo>
                  <a:pt x="979" y="65"/>
                  <a:pt x="983" y="68"/>
                  <a:pt x="987" y="68"/>
                </a:cubicBezTo>
                <a:cubicBezTo>
                  <a:pt x="992" y="68"/>
                  <a:pt x="996" y="65"/>
                  <a:pt x="996" y="60"/>
                </a:cubicBezTo>
                <a:close/>
                <a:moveTo>
                  <a:pt x="1022" y="60"/>
                </a:moveTo>
                <a:cubicBezTo>
                  <a:pt x="1022" y="55"/>
                  <a:pt x="1018" y="51"/>
                  <a:pt x="1013" y="51"/>
                </a:cubicBezTo>
                <a:cubicBezTo>
                  <a:pt x="1008" y="51"/>
                  <a:pt x="1004" y="55"/>
                  <a:pt x="1004" y="60"/>
                </a:cubicBezTo>
                <a:cubicBezTo>
                  <a:pt x="1004" y="65"/>
                  <a:pt x="1008" y="68"/>
                  <a:pt x="1013" y="68"/>
                </a:cubicBezTo>
                <a:cubicBezTo>
                  <a:pt x="1018" y="68"/>
                  <a:pt x="1022" y="65"/>
                  <a:pt x="1022" y="60"/>
                </a:cubicBezTo>
                <a:close/>
                <a:moveTo>
                  <a:pt x="1047" y="60"/>
                </a:moveTo>
                <a:cubicBezTo>
                  <a:pt x="1047" y="55"/>
                  <a:pt x="1044" y="51"/>
                  <a:pt x="1039" y="51"/>
                </a:cubicBezTo>
                <a:cubicBezTo>
                  <a:pt x="1034" y="51"/>
                  <a:pt x="1030" y="55"/>
                  <a:pt x="1030" y="60"/>
                </a:cubicBezTo>
                <a:cubicBezTo>
                  <a:pt x="1030" y="65"/>
                  <a:pt x="1034" y="68"/>
                  <a:pt x="1039" y="68"/>
                </a:cubicBezTo>
                <a:cubicBezTo>
                  <a:pt x="1044" y="68"/>
                  <a:pt x="1047" y="65"/>
                  <a:pt x="1047" y="60"/>
                </a:cubicBezTo>
                <a:close/>
                <a:moveTo>
                  <a:pt x="1073" y="60"/>
                </a:moveTo>
                <a:cubicBezTo>
                  <a:pt x="1073" y="55"/>
                  <a:pt x="1069" y="51"/>
                  <a:pt x="1065" y="51"/>
                </a:cubicBezTo>
                <a:cubicBezTo>
                  <a:pt x="1060" y="51"/>
                  <a:pt x="1056" y="55"/>
                  <a:pt x="1056" y="60"/>
                </a:cubicBezTo>
                <a:cubicBezTo>
                  <a:pt x="1056" y="65"/>
                  <a:pt x="1060" y="68"/>
                  <a:pt x="1065" y="68"/>
                </a:cubicBezTo>
                <a:cubicBezTo>
                  <a:pt x="1069" y="68"/>
                  <a:pt x="1073" y="65"/>
                  <a:pt x="1073" y="60"/>
                </a:cubicBezTo>
                <a:close/>
                <a:moveTo>
                  <a:pt x="1099" y="60"/>
                </a:moveTo>
                <a:cubicBezTo>
                  <a:pt x="1099" y="55"/>
                  <a:pt x="1095" y="51"/>
                  <a:pt x="1090" y="51"/>
                </a:cubicBezTo>
                <a:cubicBezTo>
                  <a:pt x="1086" y="51"/>
                  <a:pt x="1082" y="55"/>
                  <a:pt x="1082" y="60"/>
                </a:cubicBezTo>
                <a:cubicBezTo>
                  <a:pt x="1082" y="65"/>
                  <a:pt x="1086" y="68"/>
                  <a:pt x="1090" y="68"/>
                </a:cubicBezTo>
                <a:cubicBezTo>
                  <a:pt x="1095" y="68"/>
                  <a:pt x="1099" y="65"/>
                  <a:pt x="1099" y="60"/>
                </a:cubicBezTo>
                <a:close/>
                <a:moveTo>
                  <a:pt x="1125" y="60"/>
                </a:moveTo>
                <a:cubicBezTo>
                  <a:pt x="1125" y="55"/>
                  <a:pt x="1121" y="51"/>
                  <a:pt x="1116" y="51"/>
                </a:cubicBezTo>
                <a:cubicBezTo>
                  <a:pt x="1111" y="51"/>
                  <a:pt x="1107" y="55"/>
                  <a:pt x="1107" y="60"/>
                </a:cubicBezTo>
                <a:cubicBezTo>
                  <a:pt x="1107" y="65"/>
                  <a:pt x="1111" y="68"/>
                  <a:pt x="1116" y="68"/>
                </a:cubicBezTo>
                <a:cubicBezTo>
                  <a:pt x="1121" y="68"/>
                  <a:pt x="1125" y="65"/>
                  <a:pt x="1125" y="60"/>
                </a:cubicBezTo>
                <a:close/>
                <a:moveTo>
                  <a:pt x="790" y="86"/>
                </a:moveTo>
                <a:cubicBezTo>
                  <a:pt x="790" y="81"/>
                  <a:pt x="786" y="77"/>
                  <a:pt x="781" y="77"/>
                </a:cubicBezTo>
                <a:cubicBezTo>
                  <a:pt x="776" y="77"/>
                  <a:pt x="773" y="81"/>
                  <a:pt x="773" y="86"/>
                </a:cubicBezTo>
                <a:cubicBezTo>
                  <a:pt x="773" y="90"/>
                  <a:pt x="776" y="94"/>
                  <a:pt x="781" y="94"/>
                </a:cubicBezTo>
                <a:cubicBezTo>
                  <a:pt x="786" y="94"/>
                  <a:pt x="790" y="90"/>
                  <a:pt x="790" y="86"/>
                </a:cubicBezTo>
                <a:close/>
                <a:moveTo>
                  <a:pt x="816" y="86"/>
                </a:moveTo>
                <a:cubicBezTo>
                  <a:pt x="816" y="81"/>
                  <a:pt x="812" y="77"/>
                  <a:pt x="807" y="77"/>
                </a:cubicBezTo>
                <a:cubicBezTo>
                  <a:pt x="802" y="77"/>
                  <a:pt x="798" y="81"/>
                  <a:pt x="798" y="86"/>
                </a:cubicBezTo>
                <a:cubicBezTo>
                  <a:pt x="798" y="90"/>
                  <a:pt x="802" y="94"/>
                  <a:pt x="807" y="94"/>
                </a:cubicBezTo>
                <a:cubicBezTo>
                  <a:pt x="812" y="94"/>
                  <a:pt x="816" y="90"/>
                  <a:pt x="816" y="86"/>
                </a:cubicBezTo>
                <a:close/>
                <a:moveTo>
                  <a:pt x="841" y="86"/>
                </a:moveTo>
                <a:cubicBezTo>
                  <a:pt x="841" y="81"/>
                  <a:pt x="837" y="77"/>
                  <a:pt x="833" y="77"/>
                </a:cubicBezTo>
                <a:cubicBezTo>
                  <a:pt x="828" y="77"/>
                  <a:pt x="824" y="81"/>
                  <a:pt x="824" y="86"/>
                </a:cubicBezTo>
                <a:cubicBezTo>
                  <a:pt x="824" y="90"/>
                  <a:pt x="828" y="94"/>
                  <a:pt x="833" y="94"/>
                </a:cubicBezTo>
                <a:cubicBezTo>
                  <a:pt x="837" y="94"/>
                  <a:pt x="841" y="90"/>
                  <a:pt x="841" y="86"/>
                </a:cubicBezTo>
                <a:close/>
                <a:moveTo>
                  <a:pt x="867" y="86"/>
                </a:moveTo>
                <a:cubicBezTo>
                  <a:pt x="867" y="81"/>
                  <a:pt x="863" y="77"/>
                  <a:pt x="858" y="77"/>
                </a:cubicBezTo>
                <a:cubicBezTo>
                  <a:pt x="854" y="77"/>
                  <a:pt x="850" y="81"/>
                  <a:pt x="850" y="86"/>
                </a:cubicBezTo>
                <a:cubicBezTo>
                  <a:pt x="850" y="90"/>
                  <a:pt x="854" y="94"/>
                  <a:pt x="858" y="94"/>
                </a:cubicBezTo>
                <a:cubicBezTo>
                  <a:pt x="863" y="94"/>
                  <a:pt x="867" y="90"/>
                  <a:pt x="867" y="86"/>
                </a:cubicBezTo>
                <a:close/>
                <a:moveTo>
                  <a:pt x="893" y="86"/>
                </a:moveTo>
                <a:cubicBezTo>
                  <a:pt x="893" y="81"/>
                  <a:pt x="889" y="77"/>
                  <a:pt x="884" y="77"/>
                </a:cubicBezTo>
                <a:cubicBezTo>
                  <a:pt x="879" y="77"/>
                  <a:pt x="876" y="81"/>
                  <a:pt x="876" y="86"/>
                </a:cubicBezTo>
                <a:cubicBezTo>
                  <a:pt x="876" y="90"/>
                  <a:pt x="879" y="94"/>
                  <a:pt x="884" y="94"/>
                </a:cubicBezTo>
                <a:cubicBezTo>
                  <a:pt x="889" y="94"/>
                  <a:pt x="893" y="90"/>
                  <a:pt x="893" y="86"/>
                </a:cubicBezTo>
                <a:close/>
                <a:moveTo>
                  <a:pt x="919" y="86"/>
                </a:moveTo>
                <a:cubicBezTo>
                  <a:pt x="919" y="81"/>
                  <a:pt x="915" y="77"/>
                  <a:pt x="910" y="77"/>
                </a:cubicBezTo>
                <a:cubicBezTo>
                  <a:pt x="905" y="77"/>
                  <a:pt x="901" y="81"/>
                  <a:pt x="901" y="86"/>
                </a:cubicBezTo>
                <a:cubicBezTo>
                  <a:pt x="901" y="90"/>
                  <a:pt x="905" y="94"/>
                  <a:pt x="910" y="94"/>
                </a:cubicBezTo>
                <a:cubicBezTo>
                  <a:pt x="915" y="94"/>
                  <a:pt x="919" y="90"/>
                  <a:pt x="919" y="86"/>
                </a:cubicBezTo>
                <a:close/>
                <a:moveTo>
                  <a:pt x="944" y="86"/>
                </a:moveTo>
                <a:cubicBezTo>
                  <a:pt x="944" y="81"/>
                  <a:pt x="940" y="77"/>
                  <a:pt x="936" y="77"/>
                </a:cubicBezTo>
                <a:cubicBezTo>
                  <a:pt x="931" y="77"/>
                  <a:pt x="927" y="81"/>
                  <a:pt x="927" y="86"/>
                </a:cubicBezTo>
                <a:cubicBezTo>
                  <a:pt x="927" y="90"/>
                  <a:pt x="931" y="94"/>
                  <a:pt x="936" y="94"/>
                </a:cubicBezTo>
                <a:cubicBezTo>
                  <a:pt x="940" y="94"/>
                  <a:pt x="944" y="90"/>
                  <a:pt x="944" y="86"/>
                </a:cubicBezTo>
                <a:close/>
                <a:moveTo>
                  <a:pt x="970" y="86"/>
                </a:moveTo>
                <a:cubicBezTo>
                  <a:pt x="970" y="81"/>
                  <a:pt x="966" y="77"/>
                  <a:pt x="961" y="77"/>
                </a:cubicBezTo>
                <a:cubicBezTo>
                  <a:pt x="957" y="77"/>
                  <a:pt x="953" y="81"/>
                  <a:pt x="953" y="86"/>
                </a:cubicBezTo>
                <a:cubicBezTo>
                  <a:pt x="953" y="90"/>
                  <a:pt x="957" y="94"/>
                  <a:pt x="961" y="94"/>
                </a:cubicBezTo>
                <a:cubicBezTo>
                  <a:pt x="966" y="94"/>
                  <a:pt x="970" y="90"/>
                  <a:pt x="970" y="86"/>
                </a:cubicBezTo>
                <a:close/>
                <a:moveTo>
                  <a:pt x="996" y="86"/>
                </a:moveTo>
                <a:cubicBezTo>
                  <a:pt x="996" y="81"/>
                  <a:pt x="992" y="77"/>
                  <a:pt x="987" y="77"/>
                </a:cubicBezTo>
                <a:cubicBezTo>
                  <a:pt x="983" y="77"/>
                  <a:pt x="979" y="81"/>
                  <a:pt x="979" y="86"/>
                </a:cubicBezTo>
                <a:cubicBezTo>
                  <a:pt x="979" y="90"/>
                  <a:pt x="983" y="94"/>
                  <a:pt x="987" y="94"/>
                </a:cubicBezTo>
                <a:cubicBezTo>
                  <a:pt x="992" y="94"/>
                  <a:pt x="996" y="90"/>
                  <a:pt x="996" y="86"/>
                </a:cubicBezTo>
                <a:close/>
                <a:moveTo>
                  <a:pt x="1022" y="86"/>
                </a:moveTo>
                <a:cubicBezTo>
                  <a:pt x="1022" y="81"/>
                  <a:pt x="1018" y="77"/>
                  <a:pt x="1013" y="77"/>
                </a:cubicBezTo>
                <a:cubicBezTo>
                  <a:pt x="1008" y="77"/>
                  <a:pt x="1004" y="81"/>
                  <a:pt x="1004" y="86"/>
                </a:cubicBezTo>
                <a:cubicBezTo>
                  <a:pt x="1004" y="90"/>
                  <a:pt x="1008" y="94"/>
                  <a:pt x="1013" y="94"/>
                </a:cubicBezTo>
                <a:cubicBezTo>
                  <a:pt x="1018" y="94"/>
                  <a:pt x="1022" y="90"/>
                  <a:pt x="1022" y="86"/>
                </a:cubicBezTo>
                <a:close/>
                <a:moveTo>
                  <a:pt x="1047" y="86"/>
                </a:moveTo>
                <a:cubicBezTo>
                  <a:pt x="1047" y="81"/>
                  <a:pt x="1044" y="77"/>
                  <a:pt x="1039" y="77"/>
                </a:cubicBezTo>
                <a:cubicBezTo>
                  <a:pt x="1034" y="77"/>
                  <a:pt x="1030" y="81"/>
                  <a:pt x="1030" y="86"/>
                </a:cubicBezTo>
                <a:cubicBezTo>
                  <a:pt x="1030" y="90"/>
                  <a:pt x="1034" y="94"/>
                  <a:pt x="1039" y="94"/>
                </a:cubicBezTo>
                <a:cubicBezTo>
                  <a:pt x="1044" y="94"/>
                  <a:pt x="1047" y="90"/>
                  <a:pt x="1047" y="86"/>
                </a:cubicBezTo>
                <a:close/>
                <a:moveTo>
                  <a:pt x="1073" y="86"/>
                </a:moveTo>
                <a:cubicBezTo>
                  <a:pt x="1073" y="81"/>
                  <a:pt x="1069" y="77"/>
                  <a:pt x="1065" y="77"/>
                </a:cubicBezTo>
                <a:cubicBezTo>
                  <a:pt x="1060" y="77"/>
                  <a:pt x="1056" y="81"/>
                  <a:pt x="1056" y="86"/>
                </a:cubicBezTo>
                <a:cubicBezTo>
                  <a:pt x="1056" y="90"/>
                  <a:pt x="1060" y="94"/>
                  <a:pt x="1065" y="94"/>
                </a:cubicBezTo>
                <a:cubicBezTo>
                  <a:pt x="1069" y="94"/>
                  <a:pt x="1073" y="90"/>
                  <a:pt x="1073" y="86"/>
                </a:cubicBezTo>
                <a:close/>
                <a:moveTo>
                  <a:pt x="1099" y="86"/>
                </a:moveTo>
                <a:cubicBezTo>
                  <a:pt x="1099" y="81"/>
                  <a:pt x="1095" y="77"/>
                  <a:pt x="1090" y="77"/>
                </a:cubicBezTo>
                <a:cubicBezTo>
                  <a:pt x="1086" y="77"/>
                  <a:pt x="1082" y="81"/>
                  <a:pt x="1082" y="86"/>
                </a:cubicBezTo>
                <a:cubicBezTo>
                  <a:pt x="1082" y="90"/>
                  <a:pt x="1086" y="94"/>
                  <a:pt x="1090" y="94"/>
                </a:cubicBezTo>
                <a:cubicBezTo>
                  <a:pt x="1095" y="94"/>
                  <a:pt x="1099" y="90"/>
                  <a:pt x="1099" y="86"/>
                </a:cubicBezTo>
                <a:close/>
                <a:moveTo>
                  <a:pt x="1125" y="86"/>
                </a:moveTo>
                <a:cubicBezTo>
                  <a:pt x="1125" y="81"/>
                  <a:pt x="1121" y="77"/>
                  <a:pt x="1116" y="77"/>
                </a:cubicBezTo>
                <a:cubicBezTo>
                  <a:pt x="1111" y="77"/>
                  <a:pt x="1107" y="81"/>
                  <a:pt x="1107" y="86"/>
                </a:cubicBezTo>
                <a:cubicBezTo>
                  <a:pt x="1107" y="90"/>
                  <a:pt x="1111" y="94"/>
                  <a:pt x="1116" y="94"/>
                </a:cubicBezTo>
                <a:cubicBezTo>
                  <a:pt x="1121" y="94"/>
                  <a:pt x="1125" y="90"/>
                  <a:pt x="1125" y="86"/>
                </a:cubicBezTo>
                <a:close/>
                <a:moveTo>
                  <a:pt x="790" y="111"/>
                </a:moveTo>
                <a:cubicBezTo>
                  <a:pt x="790" y="107"/>
                  <a:pt x="786" y="103"/>
                  <a:pt x="781" y="103"/>
                </a:cubicBezTo>
                <a:cubicBezTo>
                  <a:pt x="776" y="103"/>
                  <a:pt x="773" y="107"/>
                  <a:pt x="773" y="111"/>
                </a:cubicBezTo>
                <a:cubicBezTo>
                  <a:pt x="773" y="116"/>
                  <a:pt x="776" y="120"/>
                  <a:pt x="781" y="120"/>
                </a:cubicBezTo>
                <a:cubicBezTo>
                  <a:pt x="786" y="120"/>
                  <a:pt x="790" y="116"/>
                  <a:pt x="790" y="111"/>
                </a:cubicBezTo>
                <a:close/>
                <a:moveTo>
                  <a:pt x="816" y="111"/>
                </a:moveTo>
                <a:cubicBezTo>
                  <a:pt x="816" y="107"/>
                  <a:pt x="812" y="103"/>
                  <a:pt x="807" y="103"/>
                </a:cubicBezTo>
                <a:cubicBezTo>
                  <a:pt x="802" y="103"/>
                  <a:pt x="798" y="107"/>
                  <a:pt x="798" y="111"/>
                </a:cubicBezTo>
                <a:cubicBezTo>
                  <a:pt x="798" y="116"/>
                  <a:pt x="802" y="120"/>
                  <a:pt x="807" y="120"/>
                </a:cubicBezTo>
                <a:cubicBezTo>
                  <a:pt x="812" y="120"/>
                  <a:pt x="816" y="116"/>
                  <a:pt x="816" y="111"/>
                </a:cubicBezTo>
                <a:close/>
                <a:moveTo>
                  <a:pt x="841" y="111"/>
                </a:moveTo>
                <a:cubicBezTo>
                  <a:pt x="841" y="107"/>
                  <a:pt x="837" y="103"/>
                  <a:pt x="833" y="103"/>
                </a:cubicBezTo>
                <a:cubicBezTo>
                  <a:pt x="828" y="103"/>
                  <a:pt x="824" y="107"/>
                  <a:pt x="824" y="111"/>
                </a:cubicBezTo>
                <a:cubicBezTo>
                  <a:pt x="824" y="116"/>
                  <a:pt x="828" y="120"/>
                  <a:pt x="833" y="120"/>
                </a:cubicBezTo>
                <a:cubicBezTo>
                  <a:pt x="837" y="120"/>
                  <a:pt x="841" y="116"/>
                  <a:pt x="841" y="111"/>
                </a:cubicBezTo>
                <a:close/>
                <a:moveTo>
                  <a:pt x="867" y="111"/>
                </a:moveTo>
                <a:cubicBezTo>
                  <a:pt x="867" y="107"/>
                  <a:pt x="863" y="103"/>
                  <a:pt x="858" y="103"/>
                </a:cubicBezTo>
                <a:cubicBezTo>
                  <a:pt x="854" y="103"/>
                  <a:pt x="850" y="107"/>
                  <a:pt x="850" y="111"/>
                </a:cubicBezTo>
                <a:cubicBezTo>
                  <a:pt x="850" y="116"/>
                  <a:pt x="854" y="120"/>
                  <a:pt x="858" y="120"/>
                </a:cubicBezTo>
                <a:cubicBezTo>
                  <a:pt x="863" y="120"/>
                  <a:pt x="867" y="116"/>
                  <a:pt x="867" y="111"/>
                </a:cubicBezTo>
                <a:close/>
                <a:moveTo>
                  <a:pt x="893" y="111"/>
                </a:moveTo>
                <a:cubicBezTo>
                  <a:pt x="893" y="107"/>
                  <a:pt x="889" y="103"/>
                  <a:pt x="884" y="103"/>
                </a:cubicBezTo>
                <a:cubicBezTo>
                  <a:pt x="879" y="103"/>
                  <a:pt x="876" y="107"/>
                  <a:pt x="876" y="111"/>
                </a:cubicBezTo>
                <a:cubicBezTo>
                  <a:pt x="876" y="116"/>
                  <a:pt x="879" y="120"/>
                  <a:pt x="884" y="120"/>
                </a:cubicBezTo>
                <a:cubicBezTo>
                  <a:pt x="889" y="120"/>
                  <a:pt x="893" y="116"/>
                  <a:pt x="893" y="111"/>
                </a:cubicBezTo>
                <a:close/>
                <a:moveTo>
                  <a:pt x="919" y="111"/>
                </a:moveTo>
                <a:cubicBezTo>
                  <a:pt x="919" y="107"/>
                  <a:pt x="915" y="103"/>
                  <a:pt x="910" y="103"/>
                </a:cubicBezTo>
                <a:cubicBezTo>
                  <a:pt x="905" y="103"/>
                  <a:pt x="901" y="107"/>
                  <a:pt x="901" y="111"/>
                </a:cubicBezTo>
                <a:cubicBezTo>
                  <a:pt x="901" y="116"/>
                  <a:pt x="905" y="120"/>
                  <a:pt x="910" y="120"/>
                </a:cubicBezTo>
                <a:cubicBezTo>
                  <a:pt x="915" y="120"/>
                  <a:pt x="919" y="116"/>
                  <a:pt x="919" y="111"/>
                </a:cubicBezTo>
                <a:close/>
                <a:moveTo>
                  <a:pt x="944" y="111"/>
                </a:moveTo>
                <a:cubicBezTo>
                  <a:pt x="944" y="107"/>
                  <a:pt x="940" y="103"/>
                  <a:pt x="936" y="103"/>
                </a:cubicBezTo>
                <a:cubicBezTo>
                  <a:pt x="931" y="103"/>
                  <a:pt x="927" y="107"/>
                  <a:pt x="927" y="111"/>
                </a:cubicBezTo>
                <a:cubicBezTo>
                  <a:pt x="927" y="116"/>
                  <a:pt x="931" y="120"/>
                  <a:pt x="936" y="120"/>
                </a:cubicBezTo>
                <a:cubicBezTo>
                  <a:pt x="940" y="120"/>
                  <a:pt x="944" y="116"/>
                  <a:pt x="944" y="111"/>
                </a:cubicBezTo>
                <a:close/>
                <a:moveTo>
                  <a:pt x="970" y="111"/>
                </a:moveTo>
                <a:cubicBezTo>
                  <a:pt x="970" y="107"/>
                  <a:pt x="966" y="103"/>
                  <a:pt x="961" y="103"/>
                </a:cubicBezTo>
                <a:cubicBezTo>
                  <a:pt x="957" y="103"/>
                  <a:pt x="953" y="107"/>
                  <a:pt x="953" y="111"/>
                </a:cubicBezTo>
                <a:cubicBezTo>
                  <a:pt x="953" y="116"/>
                  <a:pt x="957" y="120"/>
                  <a:pt x="961" y="120"/>
                </a:cubicBezTo>
                <a:cubicBezTo>
                  <a:pt x="966" y="120"/>
                  <a:pt x="970" y="116"/>
                  <a:pt x="970" y="111"/>
                </a:cubicBezTo>
                <a:close/>
                <a:moveTo>
                  <a:pt x="996" y="111"/>
                </a:moveTo>
                <a:cubicBezTo>
                  <a:pt x="996" y="107"/>
                  <a:pt x="992" y="103"/>
                  <a:pt x="987" y="103"/>
                </a:cubicBezTo>
                <a:cubicBezTo>
                  <a:pt x="983" y="103"/>
                  <a:pt x="979" y="107"/>
                  <a:pt x="979" y="111"/>
                </a:cubicBezTo>
                <a:cubicBezTo>
                  <a:pt x="979" y="116"/>
                  <a:pt x="983" y="120"/>
                  <a:pt x="987" y="120"/>
                </a:cubicBezTo>
                <a:cubicBezTo>
                  <a:pt x="992" y="120"/>
                  <a:pt x="996" y="116"/>
                  <a:pt x="996" y="111"/>
                </a:cubicBezTo>
                <a:close/>
                <a:moveTo>
                  <a:pt x="1022" y="111"/>
                </a:moveTo>
                <a:cubicBezTo>
                  <a:pt x="1022" y="107"/>
                  <a:pt x="1018" y="103"/>
                  <a:pt x="1013" y="103"/>
                </a:cubicBezTo>
                <a:cubicBezTo>
                  <a:pt x="1008" y="103"/>
                  <a:pt x="1004" y="107"/>
                  <a:pt x="1004" y="111"/>
                </a:cubicBezTo>
                <a:cubicBezTo>
                  <a:pt x="1004" y="116"/>
                  <a:pt x="1008" y="120"/>
                  <a:pt x="1013" y="120"/>
                </a:cubicBezTo>
                <a:cubicBezTo>
                  <a:pt x="1018" y="120"/>
                  <a:pt x="1022" y="116"/>
                  <a:pt x="1022" y="111"/>
                </a:cubicBezTo>
                <a:close/>
                <a:moveTo>
                  <a:pt x="1047" y="111"/>
                </a:moveTo>
                <a:cubicBezTo>
                  <a:pt x="1047" y="107"/>
                  <a:pt x="1044" y="103"/>
                  <a:pt x="1039" y="103"/>
                </a:cubicBezTo>
                <a:cubicBezTo>
                  <a:pt x="1034" y="103"/>
                  <a:pt x="1030" y="107"/>
                  <a:pt x="1030" y="111"/>
                </a:cubicBezTo>
                <a:cubicBezTo>
                  <a:pt x="1030" y="116"/>
                  <a:pt x="1034" y="120"/>
                  <a:pt x="1039" y="120"/>
                </a:cubicBezTo>
                <a:cubicBezTo>
                  <a:pt x="1044" y="120"/>
                  <a:pt x="1047" y="116"/>
                  <a:pt x="1047" y="111"/>
                </a:cubicBezTo>
                <a:close/>
                <a:moveTo>
                  <a:pt x="1073" y="111"/>
                </a:moveTo>
                <a:cubicBezTo>
                  <a:pt x="1073" y="107"/>
                  <a:pt x="1069" y="103"/>
                  <a:pt x="1065" y="103"/>
                </a:cubicBezTo>
                <a:cubicBezTo>
                  <a:pt x="1060" y="103"/>
                  <a:pt x="1056" y="107"/>
                  <a:pt x="1056" y="111"/>
                </a:cubicBezTo>
                <a:cubicBezTo>
                  <a:pt x="1056" y="116"/>
                  <a:pt x="1060" y="120"/>
                  <a:pt x="1065" y="120"/>
                </a:cubicBezTo>
                <a:cubicBezTo>
                  <a:pt x="1069" y="120"/>
                  <a:pt x="1073" y="116"/>
                  <a:pt x="1073" y="111"/>
                </a:cubicBezTo>
                <a:close/>
                <a:moveTo>
                  <a:pt x="1099" y="111"/>
                </a:moveTo>
                <a:cubicBezTo>
                  <a:pt x="1099" y="107"/>
                  <a:pt x="1095" y="103"/>
                  <a:pt x="1090" y="103"/>
                </a:cubicBezTo>
                <a:cubicBezTo>
                  <a:pt x="1086" y="103"/>
                  <a:pt x="1082" y="107"/>
                  <a:pt x="1082" y="111"/>
                </a:cubicBezTo>
                <a:cubicBezTo>
                  <a:pt x="1082" y="116"/>
                  <a:pt x="1086" y="120"/>
                  <a:pt x="1090" y="120"/>
                </a:cubicBezTo>
                <a:cubicBezTo>
                  <a:pt x="1095" y="120"/>
                  <a:pt x="1099" y="116"/>
                  <a:pt x="1099" y="111"/>
                </a:cubicBezTo>
                <a:close/>
                <a:moveTo>
                  <a:pt x="2052" y="111"/>
                </a:moveTo>
                <a:cubicBezTo>
                  <a:pt x="2052" y="107"/>
                  <a:pt x="2048" y="103"/>
                  <a:pt x="2043" y="103"/>
                </a:cubicBezTo>
                <a:cubicBezTo>
                  <a:pt x="2039" y="103"/>
                  <a:pt x="2035" y="107"/>
                  <a:pt x="2035" y="111"/>
                </a:cubicBezTo>
                <a:cubicBezTo>
                  <a:pt x="2035" y="116"/>
                  <a:pt x="2039" y="120"/>
                  <a:pt x="2043" y="120"/>
                </a:cubicBezTo>
                <a:cubicBezTo>
                  <a:pt x="2048" y="120"/>
                  <a:pt x="2052" y="116"/>
                  <a:pt x="2052" y="111"/>
                </a:cubicBezTo>
                <a:close/>
                <a:moveTo>
                  <a:pt x="2078" y="111"/>
                </a:moveTo>
                <a:cubicBezTo>
                  <a:pt x="2078" y="107"/>
                  <a:pt x="2074" y="103"/>
                  <a:pt x="2069" y="103"/>
                </a:cubicBezTo>
                <a:cubicBezTo>
                  <a:pt x="2064" y="103"/>
                  <a:pt x="2061" y="107"/>
                  <a:pt x="2061" y="111"/>
                </a:cubicBezTo>
                <a:cubicBezTo>
                  <a:pt x="2061" y="116"/>
                  <a:pt x="2064" y="120"/>
                  <a:pt x="2069" y="120"/>
                </a:cubicBezTo>
                <a:cubicBezTo>
                  <a:pt x="2074" y="120"/>
                  <a:pt x="2078" y="116"/>
                  <a:pt x="2078" y="111"/>
                </a:cubicBezTo>
                <a:close/>
                <a:moveTo>
                  <a:pt x="790" y="137"/>
                </a:moveTo>
                <a:cubicBezTo>
                  <a:pt x="790" y="132"/>
                  <a:pt x="786" y="129"/>
                  <a:pt x="781" y="129"/>
                </a:cubicBezTo>
                <a:cubicBezTo>
                  <a:pt x="776" y="129"/>
                  <a:pt x="773" y="132"/>
                  <a:pt x="773" y="137"/>
                </a:cubicBezTo>
                <a:cubicBezTo>
                  <a:pt x="773" y="142"/>
                  <a:pt x="776" y="146"/>
                  <a:pt x="781" y="146"/>
                </a:cubicBezTo>
                <a:cubicBezTo>
                  <a:pt x="786" y="146"/>
                  <a:pt x="790" y="142"/>
                  <a:pt x="790" y="137"/>
                </a:cubicBezTo>
                <a:close/>
                <a:moveTo>
                  <a:pt x="816" y="137"/>
                </a:moveTo>
                <a:cubicBezTo>
                  <a:pt x="816" y="132"/>
                  <a:pt x="812" y="129"/>
                  <a:pt x="807" y="129"/>
                </a:cubicBezTo>
                <a:cubicBezTo>
                  <a:pt x="802" y="129"/>
                  <a:pt x="798" y="132"/>
                  <a:pt x="798" y="137"/>
                </a:cubicBezTo>
                <a:cubicBezTo>
                  <a:pt x="798" y="142"/>
                  <a:pt x="802" y="146"/>
                  <a:pt x="807" y="146"/>
                </a:cubicBezTo>
                <a:cubicBezTo>
                  <a:pt x="812" y="146"/>
                  <a:pt x="816" y="142"/>
                  <a:pt x="816" y="137"/>
                </a:cubicBezTo>
                <a:close/>
                <a:moveTo>
                  <a:pt x="841" y="137"/>
                </a:moveTo>
                <a:cubicBezTo>
                  <a:pt x="841" y="132"/>
                  <a:pt x="837" y="129"/>
                  <a:pt x="833" y="129"/>
                </a:cubicBezTo>
                <a:cubicBezTo>
                  <a:pt x="828" y="129"/>
                  <a:pt x="824" y="132"/>
                  <a:pt x="824" y="137"/>
                </a:cubicBezTo>
                <a:cubicBezTo>
                  <a:pt x="824" y="142"/>
                  <a:pt x="828" y="146"/>
                  <a:pt x="833" y="146"/>
                </a:cubicBezTo>
                <a:cubicBezTo>
                  <a:pt x="837" y="146"/>
                  <a:pt x="841" y="142"/>
                  <a:pt x="841" y="137"/>
                </a:cubicBezTo>
                <a:close/>
                <a:moveTo>
                  <a:pt x="867" y="137"/>
                </a:moveTo>
                <a:cubicBezTo>
                  <a:pt x="867" y="132"/>
                  <a:pt x="863" y="129"/>
                  <a:pt x="858" y="129"/>
                </a:cubicBezTo>
                <a:cubicBezTo>
                  <a:pt x="854" y="129"/>
                  <a:pt x="850" y="132"/>
                  <a:pt x="850" y="137"/>
                </a:cubicBezTo>
                <a:cubicBezTo>
                  <a:pt x="850" y="142"/>
                  <a:pt x="854" y="146"/>
                  <a:pt x="858" y="146"/>
                </a:cubicBezTo>
                <a:cubicBezTo>
                  <a:pt x="863" y="146"/>
                  <a:pt x="867" y="142"/>
                  <a:pt x="867" y="137"/>
                </a:cubicBezTo>
                <a:close/>
                <a:moveTo>
                  <a:pt x="893" y="137"/>
                </a:moveTo>
                <a:cubicBezTo>
                  <a:pt x="893" y="132"/>
                  <a:pt x="889" y="129"/>
                  <a:pt x="884" y="129"/>
                </a:cubicBezTo>
                <a:cubicBezTo>
                  <a:pt x="879" y="129"/>
                  <a:pt x="876" y="132"/>
                  <a:pt x="876" y="137"/>
                </a:cubicBezTo>
                <a:cubicBezTo>
                  <a:pt x="876" y="142"/>
                  <a:pt x="879" y="146"/>
                  <a:pt x="884" y="146"/>
                </a:cubicBezTo>
                <a:cubicBezTo>
                  <a:pt x="889" y="146"/>
                  <a:pt x="893" y="142"/>
                  <a:pt x="893" y="137"/>
                </a:cubicBezTo>
                <a:close/>
                <a:moveTo>
                  <a:pt x="919" y="137"/>
                </a:moveTo>
                <a:cubicBezTo>
                  <a:pt x="919" y="132"/>
                  <a:pt x="915" y="129"/>
                  <a:pt x="910" y="129"/>
                </a:cubicBezTo>
                <a:cubicBezTo>
                  <a:pt x="905" y="129"/>
                  <a:pt x="901" y="132"/>
                  <a:pt x="901" y="137"/>
                </a:cubicBezTo>
                <a:cubicBezTo>
                  <a:pt x="901" y="142"/>
                  <a:pt x="905" y="146"/>
                  <a:pt x="910" y="146"/>
                </a:cubicBezTo>
                <a:cubicBezTo>
                  <a:pt x="915" y="146"/>
                  <a:pt x="919" y="142"/>
                  <a:pt x="919" y="137"/>
                </a:cubicBezTo>
                <a:close/>
                <a:moveTo>
                  <a:pt x="944" y="137"/>
                </a:moveTo>
                <a:cubicBezTo>
                  <a:pt x="944" y="132"/>
                  <a:pt x="940" y="129"/>
                  <a:pt x="936" y="129"/>
                </a:cubicBezTo>
                <a:cubicBezTo>
                  <a:pt x="931" y="129"/>
                  <a:pt x="927" y="132"/>
                  <a:pt x="927" y="137"/>
                </a:cubicBezTo>
                <a:cubicBezTo>
                  <a:pt x="927" y="142"/>
                  <a:pt x="931" y="146"/>
                  <a:pt x="936" y="146"/>
                </a:cubicBezTo>
                <a:cubicBezTo>
                  <a:pt x="940" y="146"/>
                  <a:pt x="944" y="142"/>
                  <a:pt x="944" y="137"/>
                </a:cubicBezTo>
                <a:close/>
                <a:moveTo>
                  <a:pt x="970" y="137"/>
                </a:moveTo>
                <a:cubicBezTo>
                  <a:pt x="970" y="132"/>
                  <a:pt x="966" y="129"/>
                  <a:pt x="961" y="129"/>
                </a:cubicBezTo>
                <a:cubicBezTo>
                  <a:pt x="957" y="129"/>
                  <a:pt x="953" y="132"/>
                  <a:pt x="953" y="137"/>
                </a:cubicBezTo>
                <a:cubicBezTo>
                  <a:pt x="953" y="142"/>
                  <a:pt x="957" y="146"/>
                  <a:pt x="961" y="146"/>
                </a:cubicBezTo>
                <a:cubicBezTo>
                  <a:pt x="966" y="146"/>
                  <a:pt x="970" y="142"/>
                  <a:pt x="970" y="137"/>
                </a:cubicBezTo>
                <a:close/>
                <a:moveTo>
                  <a:pt x="996" y="137"/>
                </a:moveTo>
                <a:cubicBezTo>
                  <a:pt x="996" y="132"/>
                  <a:pt x="992" y="129"/>
                  <a:pt x="987" y="129"/>
                </a:cubicBezTo>
                <a:cubicBezTo>
                  <a:pt x="983" y="129"/>
                  <a:pt x="979" y="132"/>
                  <a:pt x="979" y="137"/>
                </a:cubicBezTo>
                <a:cubicBezTo>
                  <a:pt x="979" y="142"/>
                  <a:pt x="983" y="146"/>
                  <a:pt x="987" y="146"/>
                </a:cubicBezTo>
                <a:cubicBezTo>
                  <a:pt x="992" y="146"/>
                  <a:pt x="996" y="142"/>
                  <a:pt x="996" y="137"/>
                </a:cubicBezTo>
                <a:close/>
                <a:moveTo>
                  <a:pt x="1022" y="137"/>
                </a:moveTo>
                <a:cubicBezTo>
                  <a:pt x="1022" y="132"/>
                  <a:pt x="1018" y="129"/>
                  <a:pt x="1013" y="129"/>
                </a:cubicBezTo>
                <a:cubicBezTo>
                  <a:pt x="1008" y="129"/>
                  <a:pt x="1004" y="132"/>
                  <a:pt x="1004" y="137"/>
                </a:cubicBezTo>
                <a:cubicBezTo>
                  <a:pt x="1004" y="142"/>
                  <a:pt x="1008" y="146"/>
                  <a:pt x="1013" y="146"/>
                </a:cubicBezTo>
                <a:cubicBezTo>
                  <a:pt x="1018" y="146"/>
                  <a:pt x="1022" y="142"/>
                  <a:pt x="1022" y="137"/>
                </a:cubicBezTo>
                <a:close/>
                <a:moveTo>
                  <a:pt x="1047" y="137"/>
                </a:moveTo>
                <a:cubicBezTo>
                  <a:pt x="1047" y="132"/>
                  <a:pt x="1044" y="129"/>
                  <a:pt x="1039" y="129"/>
                </a:cubicBezTo>
                <a:cubicBezTo>
                  <a:pt x="1034" y="129"/>
                  <a:pt x="1030" y="132"/>
                  <a:pt x="1030" y="137"/>
                </a:cubicBezTo>
                <a:cubicBezTo>
                  <a:pt x="1030" y="142"/>
                  <a:pt x="1034" y="146"/>
                  <a:pt x="1039" y="146"/>
                </a:cubicBezTo>
                <a:cubicBezTo>
                  <a:pt x="1044" y="146"/>
                  <a:pt x="1047" y="142"/>
                  <a:pt x="1047" y="137"/>
                </a:cubicBezTo>
                <a:close/>
                <a:moveTo>
                  <a:pt x="1073" y="137"/>
                </a:moveTo>
                <a:cubicBezTo>
                  <a:pt x="1073" y="132"/>
                  <a:pt x="1069" y="129"/>
                  <a:pt x="1065" y="129"/>
                </a:cubicBezTo>
                <a:cubicBezTo>
                  <a:pt x="1060" y="129"/>
                  <a:pt x="1056" y="132"/>
                  <a:pt x="1056" y="137"/>
                </a:cubicBezTo>
                <a:cubicBezTo>
                  <a:pt x="1056" y="142"/>
                  <a:pt x="1060" y="146"/>
                  <a:pt x="1065" y="146"/>
                </a:cubicBezTo>
                <a:cubicBezTo>
                  <a:pt x="1069" y="146"/>
                  <a:pt x="1073" y="142"/>
                  <a:pt x="1073" y="137"/>
                </a:cubicBezTo>
                <a:close/>
                <a:moveTo>
                  <a:pt x="2000" y="137"/>
                </a:moveTo>
                <a:cubicBezTo>
                  <a:pt x="2000" y="132"/>
                  <a:pt x="1997" y="129"/>
                  <a:pt x="1992" y="129"/>
                </a:cubicBezTo>
                <a:cubicBezTo>
                  <a:pt x="1987" y="129"/>
                  <a:pt x="1983" y="132"/>
                  <a:pt x="1983" y="137"/>
                </a:cubicBezTo>
                <a:cubicBezTo>
                  <a:pt x="1983" y="142"/>
                  <a:pt x="1987" y="146"/>
                  <a:pt x="1992" y="146"/>
                </a:cubicBezTo>
                <a:cubicBezTo>
                  <a:pt x="1997" y="146"/>
                  <a:pt x="2000" y="142"/>
                  <a:pt x="2000" y="137"/>
                </a:cubicBezTo>
                <a:close/>
                <a:moveTo>
                  <a:pt x="2026" y="137"/>
                </a:moveTo>
                <a:cubicBezTo>
                  <a:pt x="2026" y="132"/>
                  <a:pt x="2022" y="129"/>
                  <a:pt x="2018" y="129"/>
                </a:cubicBezTo>
                <a:cubicBezTo>
                  <a:pt x="2013" y="129"/>
                  <a:pt x="2009" y="132"/>
                  <a:pt x="2009" y="137"/>
                </a:cubicBezTo>
                <a:cubicBezTo>
                  <a:pt x="2009" y="142"/>
                  <a:pt x="2013" y="146"/>
                  <a:pt x="2018" y="146"/>
                </a:cubicBezTo>
                <a:cubicBezTo>
                  <a:pt x="2022" y="146"/>
                  <a:pt x="2026" y="142"/>
                  <a:pt x="2026" y="137"/>
                </a:cubicBezTo>
                <a:close/>
                <a:moveTo>
                  <a:pt x="2052" y="137"/>
                </a:moveTo>
                <a:cubicBezTo>
                  <a:pt x="2052" y="132"/>
                  <a:pt x="2048" y="129"/>
                  <a:pt x="2043" y="129"/>
                </a:cubicBezTo>
                <a:cubicBezTo>
                  <a:pt x="2039" y="129"/>
                  <a:pt x="2035" y="132"/>
                  <a:pt x="2035" y="137"/>
                </a:cubicBezTo>
                <a:cubicBezTo>
                  <a:pt x="2035" y="142"/>
                  <a:pt x="2039" y="146"/>
                  <a:pt x="2043" y="146"/>
                </a:cubicBezTo>
                <a:cubicBezTo>
                  <a:pt x="2048" y="146"/>
                  <a:pt x="2052" y="142"/>
                  <a:pt x="2052" y="137"/>
                </a:cubicBezTo>
                <a:close/>
                <a:moveTo>
                  <a:pt x="2078" y="137"/>
                </a:moveTo>
                <a:cubicBezTo>
                  <a:pt x="2078" y="132"/>
                  <a:pt x="2074" y="129"/>
                  <a:pt x="2069" y="129"/>
                </a:cubicBezTo>
                <a:cubicBezTo>
                  <a:pt x="2064" y="129"/>
                  <a:pt x="2061" y="132"/>
                  <a:pt x="2061" y="137"/>
                </a:cubicBezTo>
                <a:cubicBezTo>
                  <a:pt x="2061" y="142"/>
                  <a:pt x="2064" y="146"/>
                  <a:pt x="2069" y="146"/>
                </a:cubicBezTo>
                <a:cubicBezTo>
                  <a:pt x="2074" y="146"/>
                  <a:pt x="2078" y="142"/>
                  <a:pt x="2078" y="137"/>
                </a:cubicBezTo>
                <a:close/>
                <a:moveTo>
                  <a:pt x="2103" y="137"/>
                </a:moveTo>
                <a:cubicBezTo>
                  <a:pt x="2103" y="132"/>
                  <a:pt x="2100" y="129"/>
                  <a:pt x="2095" y="129"/>
                </a:cubicBezTo>
                <a:cubicBezTo>
                  <a:pt x="2090" y="129"/>
                  <a:pt x="2086" y="132"/>
                  <a:pt x="2086" y="137"/>
                </a:cubicBezTo>
                <a:cubicBezTo>
                  <a:pt x="2086" y="142"/>
                  <a:pt x="2090" y="146"/>
                  <a:pt x="2095" y="146"/>
                </a:cubicBezTo>
                <a:cubicBezTo>
                  <a:pt x="2100" y="146"/>
                  <a:pt x="2103" y="142"/>
                  <a:pt x="2103" y="137"/>
                </a:cubicBezTo>
                <a:close/>
                <a:moveTo>
                  <a:pt x="2129" y="137"/>
                </a:moveTo>
                <a:cubicBezTo>
                  <a:pt x="2129" y="132"/>
                  <a:pt x="2125" y="129"/>
                  <a:pt x="2121" y="129"/>
                </a:cubicBezTo>
                <a:cubicBezTo>
                  <a:pt x="2116" y="129"/>
                  <a:pt x="2112" y="132"/>
                  <a:pt x="2112" y="137"/>
                </a:cubicBezTo>
                <a:cubicBezTo>
                  <a:pt x="2112" y="142"/>
                  <a:pt x="2116" y="146"/>
                  <a:pt x="2121" y="146"/>
                </a:cubicBezTo>
                <a:cubicBezTo>
                  <a:pt x="2125" y="146"/>
                  <a:pt x="2129" y="142"/>
                  <a:pt x="2129" y="137"/>
                </a:cubicBezTo>
                <a:close/>
                <a:moveTo>
                  <a:pt x="841" y="163"/>
                </a:moveTo>
                <a:cubicBezTo>
                  <a:pt x="841" y="158"/>
                  <a:pt x="837" y="154"/>
                  <a:pt x="833" y="154"/>
                </a:cubicBezTo>
                <a:cubicBezTo>
                  <a:pt x="828" y="154"/>
                  <a:pt x="824" y="158"/>
                  <a:pt x="824" y="163"/>
                </a:cubicBezTo>
                <a:cubicBezTo>
                  <a:pt x="824" y="168"/>
                  <a:pt x="828" y="171"/>
                  <a:pt x="833" y="171"/>
                </a:cubicBezTo>
                <a:cubicBezTo>
                  <a:pt x="837" y="171"/>
                  <a:pt x="841" y="168"/>
                  <a:pt x="841" y="163"/>
                </a:cubicBezTo>
                <a:close/>
                <a:moveTo>
                  <a:pt x="867" y="163"/>
                </a:moveTo>
                <a:cubicBezTo>
                  <a:pt x="867" y="158"/>
                  <a:pt x="863" y="154"/>
                  <a:pt x="858" y="154"/>
                </a:cubicBezTo>
                <a:cubicBezTo>
                  <a:pt x="854" y="154"/>
                  <a:pt x="850" y="158"/>
                  <a:pt x="850" y="163"/>
                </a:cubicBezTo>
                <a:cubicBezTo>
                  <a:pt x="850" y="168"/>
                  <a:pt x="854" y="171"/>
                  <a:pt x="858" y="171"/>
                </a:cubicBezTo>
                <a:cubicBezTo>
                  <a:pt x="863" y="171"/>
                  <a:pt x="867" y="168"/>
                  <a:pt x="867" y="163"/>
                </a:cubicBezTo>
                <a:close/>
                <a:moveTo>
                  <a:pt x="893" y="163"/>
                </a:moveTo>
                <a:cubicBezTo>
                  <a:pt x="893" y="158"/>
                  <a:pt x="889" y="154"/>
                  <a:pt x="884" y="154"/>
                </a:cubicBezTo>
                <a:cubicBezTo>
                  <a:pt x="879" y="154"/>
                  <a:pt x="876" y="158"/>
                  <a:pt x="876" y="163"/>
                </a:cubicBezTo>
                <a:cubicBezTo>
                  <a:pt x="876" y="168"/>
                  <a:pt x="879" y="171"/>
                  <a:pt x="884" y="171"/>
                </a:cubicBezTo>
                <a:cubicBezTo>
                  <a:pt x="889" y="171"/>
                  <a:pt x="893" y="168"/>
                  <a:pt x="893" y="163"/>
                </a:cubicBezTo>
                <a:close/>
                <a:moveTo>
                  <a:pt x="919" y="163"/>
                </a:moveTo>
                <a:cubicBezTo>
                  <a:pt x="919" y="158"/>
                  <a:pt x="915" y="154"/>
                  <a:pt x="910" y="154"/>
                </a:cubicBezTo>
                <a:cubicBezTo>
                  <a:pt x="905" y="154"/>
                  <a:pt x="901" y="158"/>
                  <a:pt x="901" y="163"/>
                </a:cubicBezTo>
                <a:cubicBezTo>
                  <a:pt x="901" y="168"/>
                  <a:pt x="905" y="171"/>
                  <a:pt x="910" y="171"/>
                </a:cubicBezTo>
                <a:cubicBezTo>
                  <a:pt x="915" y="171"/>
                  <a:pt x="919" y="168"/>
                  <a:pt x="919" y="163"/>
                </a:cubicBezTo>
                <a:close/>
                <a:moveTo>
                  <a:pt x="944" y="163"/>
                </a:moveTo>
                <a:cubicBezTo>
                  <a:pt x="944" y="158"/>
                  <a:pt x="940" y="154"/>
                  <a:pt x="936" y="154"/>
                </a:cubicBezTo>
                <a:cubicBezTo>
                  <a:pt x="931" y="154"/>
                  <a:pt x="927" y="158"/>
                  <a:pt x="927" y="163"/>
                </a:cubicBezTo>
                <a:cubicBezTo>
                  <a:pt x="927" y="168"/>
                  <a:pt x="931" y="171"/>
                  <a:pt x="936" y="171"/>
                </a:cubicBezTo>
                <a:cubicBezTo>
                  <a:pt x="940" y="171"/>
                  <a:pt x="944" y="168"/>
                  <a:pt x="944" y="163"/>
                </a:cubicBezTo>
                <a:close/>
                <a:moveTo>
                  <a:pt x="970" y="163"/>
                </a:moveTo>
                <a:cubicBezTo>
                  <a:pt x="970" y="158"/>
                  <a:pt x="966" y="154"/>
                  <a:pt x="961" y="154"/>
                </a:cubicBezTo>
                <a:cubicBezTo>
                  <a:pt x="957" y="154"/>
                  <a:pt x="953" y="158"/>
                  <a:pt x="953" y="163"/>
                </a:cubicBezTo>
                <a:cubicBezTo>
                  <a:pt x="953" y="168"/>
                  <a:pt x="957" y="171"/>
                  <a:pt x="961" y="171"/>
                </a:cubicBezTo>
                <a:cubicBezTo>
                  <a:pt x="966" y="171"/>
                  <a:pt x="970" y="168"/>
                  <a:pt x="970" y="163"/>
                </a:cubicBezTo>
                <a:close/>
                <a:moveTo>
                  <a:pt x="996" y="163"/>
                </a:moveTo>
                <a:cubicBezTo>
                  <a:pt x="996" y="158"/>
                  <a:pt x="992" y="154"/>
                  <a:pt x="987" y="154"/>
                </a:cubicBezTo>
                <a:cubicBezTo>
                  <a:pt x="983" y="154"/>
                  <a:pt x="979" y="158"/>
                  <a:pt x="979" y="163"/>
                </a:cubicBezTo>
                <a:cubicBezTo>
                  <a:pt x="979" y="168"/>
                  <a:pt x="983" y="171"/>
                  <a:pt x="987" y="171"/>
                </a:cubicBezTo>
                <a:cubicBezTo>
                  <a:pt x="992" y="171"/>
                  <a:pt x="996" y="168"/>
                  <a:pt x="996" y="163"/>
                </a:cubicBezTo>
                <a:close/>
                <a:moveTo>
                  <a:pt x="1022" y="163"/>
                </a:moveTo>
                <a:cubicBezTo>
                  <a:pt x="1022" y="158"/>
                  <a:pt x="1018" y="154"/>
                  <a:pt x="1013" y="154"/>
                </a:cubicBezTo>
                <a:cubicBezTo>
                  <a:pt x="1008" y="154"/>
                  <a:pt x="1004" y="158"/>
                  <a:pt x="1004" y="163"/>
                </a:cubicBezTo>
                <a:cubicBezTo>
                  <a:pt x="1004" y="168"/>
                  <a:pt x="1008" y="171"/>
                  <a:pt x="1013" y="171"/>
                </a:cubicBezTo>
                <a:cubicBezTo>
                  <a:pt x="1018" y="171"/>
                  <a:pt x="1022" y="168"/>
                  <a:pt x="1022" y="163"/>
                </a:cubicBezTo>
                <a:close/>
                <a:moveTo>
                  <a:pt x="1047" y="163"/>
                </a:moveTo>
                <a:cubicBezTo>
                  <a:pt x="1047" y="158"/>
                  <a:pt x="1044" y="154"/>
                  <a:pt x="1039" y="154"/>
                </a:cubicBezTo>
                <a:cubicBezTo>
                  <a:pt x="1034" y="154"/>
                  <a:pt x="1030" y="158"/>
                  <a:pt x="1030" y="163"/>
                </a:cubicBezTo>
                <a:cubicBezTo>
                  <a:pt x="1030" y="168"/>
                  <a:pt x="1034" y="171"/>
                  <a:pt x="1039" y="171"/>
                </a:cubicBezTo>
                <a:cubicBezTo>
                  <a:pt x="1044" y="171"/>
                  <a:pt x="1047" y="168"/>
                  <a:pt x="1047" y="163"/>
                </a:cubicBezTo>
                <a:close/>
                <a:moveTo>
                  <a:pt x="1073" y="163"/>
                </a:moveTo>
                <a:cubicBezTo>
                  <a:pt x="1073" y="158"/>
                  <a:pt x="1069" y="154"/>
                  <a:pt x="1065" y="154"/>
                </a:cubicBezTo>
                <a:cubicBezTo>
                  <a:pt x="1060" y="154"/>
                  <a:pt x="1056" y="158"/>
                  <a:pt x="1056" y="163"/>
                </a:cubicBezTo>
                <a:cubicBezTo>
                  <a:pt x="1056" y="168"/>
                  <a:pt x="1060" y="171"/>
                  <a:pt x="1065" y="171"/>
                </a:cubicBezTo>
                <a:cubicBezTo>
                  <a:pt x="1069" y="171"/>
                  <a:pt x="1073" y="168"/>
                  <a:pt x="1073" y="163"/>
                </a:cubicBezTo>
                <a:close/>
                <a:moveTo>
                  <a:pt x="1949" y="163"/>
                </a:moveTo>
                <a:cubicBezTo>
                  <a:pt x="1949" y="158"/>
                  <a:pt x="1945" y="154"/>
                  <a:pt x="1940" y="154"/>
                </a:cubicBezTo>
                <a:cubicBezTo>
                  <a:pt x="1936" y="154"/>
                  <a:pt x="1932" y="158"/>
                  <a:pt x="1932" y="163"/>
                </a:cubicBezTo>
                <a:cubicBezTo>
                  <a:pt x="1932" y="168"/>
                  <a:pt x="1936" y="171"/>
                  <a:pt x="1940" y="171"/>
                </a:cubicBezTo>
                <a:cubicBezTo>
                  <a:pt x="1945" y="171"/>
                  <a:pt x="1949" y="168"/>
                  <a:pt x="1949" y="163"/>
                </a:cubicBezTo>
                <a:close/>
                <a:moveTo>
                  <a:pt x="1975" y="163"/>
                </a:moveTo>
                <a:cubicBezTo>
                  <a:pt x="1975" y="158"/>
                  <a:pt x="1971" y="154"/>
                  <a:pt x="1966" y="154"/>
                </a:cubicBezTo>
                <a:cubicBezTo>
                  <a:pt x="1961" y="154"/>
                  <a:pt x="1957" y="158"/>
                  <a:pt x="1957" y="163"/>
                </a:cubicBezTo>
                <a:cubicBezTo>
                  <a:pt x="1957" y="168"/>
                  <a:pt x="1961" y="171"/>
                  <a:pt x="1966" y="171"/>
                </a:cubicBezTo>
                <a:cubicBezTo>
                  <a:pt x="1971" y="171"/>
                  <a:pt x="1975" y="168"/>
                  <a:pt x="1975" y="163"/>
                </a:cubicBezTo>
                <a:close/>
                <a:moveTo>
                  <a:pt x="2000" y="163"/>
                </a:moveTo>
                <a:cubicBezTo>
                  <a:pt x="2000" y="158"/>
                  <a:pt x="1997" y="154"/>
                  <a:pt x="1992" y="154"/>
                </a:cubicBezTo>
                <a:cubicBezTo>
                  <a:pt x="1987" y="154"/>
                  <a:pt x="1983" y="158"/>
                  <a:pt x="1983" y="163"/>
                </a:cubicBezTo>
                <a:cubicBezTo>
                  <a:pt x="1983" y="168"/>
                  <a:pt x="1987" y="171"/>
                  <a:pt x="1992" y="171"/>
                </a:cubicBezTo>
                <a:cubicBezTo>
                  <a:pt x="1997" y="171"/>
                  <a:pt x="2000" y="168"/>
                  <a:pt x="2000" y="163"/>
                </a:cubicBezTo>
                <a:close/>
                <a:moveTo>
                  <a:pt x="2026" y="163"/>
                </a:moveTo>
                <a:cubicBezTo>
                  <a:pt x="2026" y="158"/>
                  <a:pt x="2022" y="154"/>
                  <a:pt x="2018" y="154"/>
                </a:cubicBezTo>
                <a:cubicBezTo>
                  <a:pt x="2013" y="154"/>
                  <a:pt x="2009" y="158"/>
                  <a:pt x="2009" y="163"/>
                </a:cubicBezTo>
                <a:cubicBezTo>
                  <a:pt x="2009" y="168"/>
                  <a:pt x="2013" y="171"/>
                  <a:pt x="2018" y="171"/>
                </a:cubicBezTo>
                <a:cubicBezTo>
                  <a:pt x="2022" y="171"/>
                  <a:pt x="2026" y="168"/>
                  <a:pt x="2026" y="163"/>
                </a:cubicBezTo>
                <a:close/>
                <a:moveTo>
                  <a:pt x="2052" y="163"/>
                </a:moveTo>
                <a:cubicBezTo>
                  <a:pt x="2052" y="158"/>
                  <a:pt x="2048" y="154"/>
                  <a:pt x="2043" y="154"/>
                </a:cubicBezTo>
                <a:cubicBezTo>
                  <a:pt x="2039" y="154"/>
                  <a:pt x="2035" y="158"/>
                  <a:pt x="2035" y="163"/>
                </a:cubicBezTo>
                <a:cubicBezTo>
                  <a:pt x="2035" y="168"/>
                  <a:pt x="2039" y="171"/>
                  <a:pt x="2043" y="171"/>
                </a:cubicBezTo>
                <a:cubicBezTo>
                  <a:pt x="2048" y="171"/>
                  <a:pt x="2052" y="168"/>
                  <a:pt x="2052" y="163"/>
                </a:cubicBezTo>
                <a:close/>
                <a:moveTo>
                  <a:pt x="2078" y="163"/>
                </a:moveTo>
                <a:cubicBezTo>
                  <a:pt x="2078" y="158"/>
                  <a:pt x="2074" y="154"/>
                  <a:pt x="2069" y="154"/>
                </a:cubicBezTo>
                <a:cubicBezTo>
                  <a:pt x="2064" y="154"/>
                  <a:pt x="2061" y="158"/>
                  <a:pt x="2061" y="163"/>
                </a:cubicBezTo>
                <a:cubicBezTo>
                  <a:pt x="2061" y="168"/>
                  <a:pt x="2064" y="171"/>
                  <a:pt x="2069" y="171"/>
                </a:cubicBezTo>
                <a:cubicBezTo>
                  <a:pt x="2074" y="171"/>
                  <a:pt x="2078" y="168"/>
                  <a:pt x="2078" y="163"/>
                </a:cubicBezTo>
                <a:close/>
                <a:moveTo>
                  <a:pt x="2103" y="163"/>
                </a:moveTo>
                <a:cubicBezTo>
                  <a:pt x="2103" y="158"/>
                  <a:pt x="2100" y="154"/>
                  <a:pt x="2095" y="154"/>
                </a:cubicBezTo>
                <a:cubicBezTo>
                  <a:pt x="2090" y="154"/>
                  <a:pt x="2086" y="158"/>
                  <a:pt x="2086" y="163"/>
                </a:cubicBezTo>
                <a:cubicBezTo>
                  <a:pt x="2086" y="168"/>
                  <a:pt x="2090" y="171"/>
                  <a:pt x="2095" y="171"/>
                </a:cubicBezTo>
                <a:cubicBezTo>
                  <a:pt x="2100" y="171"/>
                  <a:pt x="2103" y="168"/>
                  <a:pt x="2103" y="163"/>
                </a:cubicBezTo>
                <a:close/>
                <a:moveTo>
                  <a:pt x="2129" y="163"/>
                </a:moveTo>
                <a:cubicBezTo>
                  <a:pt x="2129" y="158"/>
                  <a:pt x="2125" y="154"/>
                  <a:pt x="2121" y="154"/>
                </a:cubicBezTo>
                <a:cubicBezTo>
                  <a:pt x="2116" y="154"/>
                  <a:pt x="2112" y="158"/>
                  <a:pt x="2112" y="163"/>
                </a:cubicBezTo>
                <a:cubicBezTo>
                  <a:pt x="2112" y="168"/>
                  <a:pt x="2116" y="171"/>
                  <a:pt x="2121" y="171"/>
                </a:cubicBezTo>
                <a:cubicBezTo>
                  <a:pt x="2125" y="171"/>
                  <a:pt x="2129" y="168"/>
                  <a:pt x="2129" y="163"/>
                </a:cubicBezTo>
                <a:close/>
                <a:moveTo>
                  <a:pt x="841" y="189"/>
                </a:moveTo>
                <a:cubicBezTo>
                  <a:pt x="841" y="184"/>
                  <a:pt x="837" y="180"/>
                  <a:pt x="833" y="180"/>
                </a:cubicBezTo>
                <a:cubicBezTo>
                  <a:pt x="828" y="180"/>
                  <a:pt x="824" y="184"/>
                  <a:pt x="824" y="189"/>
                </a:cubicBezTo>
                <a:cubicBezTo>
                  <a:pt x="824" y="193"/>
                  <a:pt x="828" y="197"/>
                  <a:pt x="833" y="197"/>
                </a:cubicBezTo>
                <a:cubicBezTo>
                  <a:pt x="837" y="197"/>
                  <a:pt x="841" y="193"/>
                  <a:pt x="841" y="189"/>
                </a:cubicBezTo>
                <a:close/>
                <a:moveTo>
                  <a:pt x="867" y="189"/>
                </a:moveTo>
                <a:cubicBezTo>
                  <a:pt x="867" y="184"/>
                  <a:pt x="863" y="180"/>
                  <a:pt x="858" y="180"/>
                </a:cubicBezTo>
                <a:cubicBezTo>
                  <a:pt x="854" y="180"/>
                  <a:pt x="850" y="184"/>
                  <a:pt x="850" y="189"/>
                </a:cubicBezTo>
                <a:cubicBezTo>
                  <a:pt x="850" y="193"/>
                  <a:pt x="854" y="197"/>
                  <a:pt x="858" y="197"/>
                </a:cubicBezTo>
                <a:cubicBezTo>
                  <a:pt x="863" y="197"/>
                  <a:pt x="867" y="193"/>
                  <a:pt x="867" y="189"/>
                </a:cubicBezTo>
                <a:close/>
                <a:moveTo>
                  <a:pt x="893" y="189"/>
                </a:moveTo>
                <a:cubicBezTo>
                  <a:pt x="893" y="184"/>
                  <a:pt x="889" y="180"/>
                  <a:pt x="884" y="180"/>
                </a:cubicBezTo>
                <a:cubicBezTo>
                  <a:pt x="879" y="180"/>
                  <a:pt x="876" y="184"/>
                  <a:pt x="876" y="189"/>
                </a:cubicBezTo>
                <a:cubicBezTo>
                  <a:pt x="876" y="193"/>
                  <a:pt x="879" y="197"/>
                  <a:pt x="884" y="197"/>
                </a:cubicBezTo>
                <a:cubicBezTo>
                  <a:pt x="889" y="197"/>
                  <a:pt x="893" y="193"/>
                  <a:pt x="893" y="189"/>
                </a:cubicBezTo>
                <a:close/>
                <a:moveTo>
                  <a:pt x="919" y="189"/>
                </a:moveTo>
                <a:cubicBezTo>
                  <a:pt x="919" y="184"/>
                  <a:pt x="915" y="180"/>
                  <a:pt x="910" y="180"/>
                </a:cubicBezTo>
                <a:cubicBezTo>
                  <a:pt x="905" y="180"/>
                  <a:pt x="901" y="184"/>
                  <a:pt x="901" y="189"/>
                </a:cubicBezTo>
                <a:cubicBezTo>
                  <a:pt x="901" y="193"/>
                  <a:pt x="905" y="197"/>
                  <a:pt x="910" y="197"/>
                </a:cubicBezTo>
                <a:cubicBezTo>
                  <a:pt x="915" y="197"/>
                  <a:pt x="919" y="193"/>
                  <a:pt x="919" y="189"/>
                </a:cubicBezTo>
                <a:close/>
                <a:moveTo>
                  <a:pt x="944" y="189"/>
                </a:moveTo>
                <a:cubicBezTo>
                  <a:pt x="944" y="184"/>
                  <a:pt x="940" y="180"/>
                  <a:pt x="936" y="180"/>
                </a:cubicBezTo>
                <a:cubicBezTo>
                  <a:pt x="931" y="180"/>
                  <a:pt x="927" y="184"/>
                  <a:pt x="927" y="189"/>
                </a:cubicBezTo>
                <a:cubicBezTo>
                  <a:pt x="927" y="193"/>
                  <a:pt x="931" y="197"/>
                  <a:pt x="936" y="197"/>
                </a:cubicBezTo>
                <a:cubicBezTo>
                  <a:pt x="940" y="197"/>
                  <a:pt x="944" y="193"/>
                  <a:pt x="944" y="189"/>
                </a:cubicBezTo>
                <a:close/>
                <a:moveTo>
                  <a:pt x="970" y="189"/>
                </a:moveTo>
                <a:cubicBezTo>
                  <a:pt x="970" y="184"/>
                  <a:pt x="966" y="180"/>
                  <a:pt x="961" y="180"/>
                </a:cubicBezTo>
                <a:cubicBezTo>
                  <a:pt x="957" y="180"/>
                  <a:pt x="953" y="184"/>
                  <a:pt x="953" y="189"/>
                </a:cubicBezTo>
                <a:cubicBezTo>
                  <a:pt x="953" y="193"/>
                  <a:pt x="957" y="197"/>
                  <a:pt x="961" y="197"/>
                </a:cubicBezTo>
                <a:cubicBezTo>
                  <a:pt x="966" y="197"/>
                  <a:pt x="970" y="193"/>
                  <a:pt x="970" y="189"/>
                </a:cubicBezTo>
                <a:close/>
                <a:moveTo>
                  <a:pt x="996" y="189"/>
                </a:moveTo>
                <a:cubicBezTo>
                  <a:pt x="996" y="184"/>
                  <a:pt x="992" y="180"/>
                  <a:pt x="987" y="180"/>
                </a:cubicBezTo>
                <a:cubicBezTo>
                  <a:pt x="983" y="180"/>
                  <a:pt x="979" y="184"/>
                  <a:pt x="979" y="189"/>
                </a:cubicBezTo>
                <a:cubicBezTo>
                  <a:pt x="979" y="193"/>
                  <a:pt x="983" y="197"/>
                  <a:pt x="987" y="197"/>
                </a:cubicBezTo>
                <a:cubicBezTo>
                  <a:pt x="992" y="197"/>
                  <a:pt x="996" y="193"/>
                  <a:pt x="996" y="189"/>
                </a:cubicBezTo>
                <a:close/>
                <a:moveTo>
                  <a:pt x="1022" y="189"/>
                </a:moveTo>
                <a:cubicBezTo>
                  <a:pt x="1022" y="184"/>
                  <a:pt x="1018" y="180"/>
                  <a:pt x="1013" y="180"/>
                </a:cubicBezTo>
                <a:cubicBezTo>
                  <a:pt x="1008" y="180"/>
                  <a:pt x="1004" y="184"/>
                  <a:pt x="1004" y="189"/>
                </a:cubicBezTo>
                <a:cubicBezTo>
                  <a:pt x="1004" y="193"/>
                  <a:pt x="1008" y="197"/>
                  <a:pt x="1013" y="197"/>
                </a:cubicBezTo>
                <a:cubicBezTo>
                  <a:pt x="1018" y="197"/>
                  <a:pt x="1022" y="193"/>
                  <a:pt x="1022" y="189"/>
                </a:cubicBezTo>
                <a:close/>
                <a:moveTo>
                  <a:pt x="1047" y="189"/>
                </a:moveTo>
                <a:cubicBezTo>
                  <a:pt x="1047" y="184"/>
                  <a:pt x="1044" y="180"/>
                  <a:pt x="1039" y="180"/>
                </a:cubicBezTo>
                <a:cubicBezTo>
                  <a:pt x="1034" y="180"/>
                  <a:pt x="1030" y="184"/>
                  <a:pt x="1030" y="189"/>
                </a:cubicBezTo>
                <a:cubicBezTo>
                  <a:pt x="1030" y="193"/>
                  <a:pt x="1034" y="197"/>
                  <a:pt x="1039" y="197"/>
                </a:cubicBezTo>
                <a:cubicBezTo>
                  <a:pt x="1044" y="197"/>
                  <a:pt x="1047" y="193"/>
                  <a:pt x="1047" y="189"/>
                </a:cubicBezTo>
                <a:close/>
                <a:moveTo>
                  <a:pt x="1073" y="189"/>
                </a:moveTo>
                <a:cubicBezTo>
                  <a:pt x="1073" y="184"/>
                  <a:pt x="1069" y="180"/>
                  <a:pt x="1065" y="180"/>
                </a:cubicBezTo>
                <a:cubicBezTo>
                  <a:pt x="1060" y="180"/>
                  <a:pt x="1056" y="184"/>
                  <a:pt x="1056" y="189"/>
                </a:cubicBezTo>
                <a:cubicBezTo>
                  <a:pt x="1056" y="193"/>
                  <a:pt x="1060" y="197"/>
                  <a:pt x="1065" y="197"/>
                </a:cubicBezTo>
                <a:cubicBezTo>
                  <a:pt x="1069" y="197"/>
                  <a:pt x="1073" y="193"/>
                  <a:pt x="1073" y="189"/>
                </a:cubicBezTo>
                <a:close/>
                <a:moveTo>
                  <a:pt x="1949" y="189"/>
                </a:moveTo>
                <a:cubicBezTo>
                  <a:pt x="1949" y="184"/>
                  <a:pt x="1945" y="180"/>
                  <a:pt x="1940" y="180"/>
                </a:cubicBezTo>
                <a:cubicBezTo>
                  <a:pt x="1936" y="180"/>
                  <a:pt x="1932" y="184"/>
                  <a:pt x="1932" y="189"/>
                </a:cubicBezTo>
                <a:cubicBezTo>
                  <a:pt x="1932" y="193"/>
                  <a:pt x="1936" y="197"/>
                  <a:pt x="1940" y="197"/>
                </a:cubicBezTo>
                <a:cubicBezTo>
                  <a:pt x="1945" y="197"/>
                  <a:pt x="1949" y="193"/>
                  <a:pt x="1949" y="189"/>
                </a:cubicBezTo>
                <a:close/>
                <a:moveTo>
                  <a:pt x="1975" y="189"/>
                </a:moveTo>
                <a:cubicBezTo>
                  <a:pt x="1975" y="184"/>
                  <a:pt x="1971" y="180"/>
                  <a:pt x="1966" y="180"/>
                </a:cubicBezTo>
                <a:cubicBezTo>
                  <a:pt x="1961" y="180"/>
                  <a:pt x="1957" y="184"/>
                  <a:pt x="1957" y="189"/>
                </a:cubicBezTo>
                <a:cubicBezTo>
                  <a:pt x="1957" y="193"/>
                  <a:pt x="1961" y="197"/>
                  <a:pt x="1966" y="197"/>
                </a:cubicBezTo>
                <a:cubicBezTo>
                  <a:pt x="1971" y="197"/>
                  <a:pt x="1975" y="193"/>
                  <a:pt x="1975" y="189"/>
                </a:cubicBezTo>
                <a:close/>
                <a:moveTo>
                  <a:pt x="2000" y="189"/>
                </a:moveTo>
                <a:cubicBezTo>
                  <a:pt x="2000" y="184"/>
                  <a:pt x="1997" y="180"/>
                  <a:pt x="1992" y="180"/>
                </a:cubicBezTo>
                <a:cubicBezTo>
                  <a:pt x="1987" y="180"/>
                  <a:pt x="1983" y="184"/>
                  <a:pt x="1983" y="189"/>
                </a:cubicBezTo>
                <a:cubicBezTo>
                  <a:pt x="1983" y="193"/>
                  <a:pt x="1987" y="197"/>
                  <a:pt x="1992" y="197"/>
                </a:cubicBezTo>
                <a:cubicBezTo>
                  <a:pt x="1997" y="197"/>
                  <a:pt x="2000" y="193"/>
                  <a:pt x="2000" y="189"/>
                </a:cubicBezTo>
                <a:close/>
                <a:moveTo>
                  <a:pt x="2026" y="189"/>
                </a:moveTo>
                <a:cubicBezTo>
                  <a:pt x="2026" y="184"/>
                  <a:pt x="2022" y="180"/>
                  <a:pt x="2018" y="180"/>
                </a:cubicBezTo>
                <a:cubicBezTo>
                  <a:pt x="2013" y="180"/>
                  <a:pt x="2009" y="184"/>
                  <a:pt x="2009" y="189"/>
                </a:cubicBezTo>
                <a:cubicBezTo>
                  <a:pt x="2009" y="193"/>
                  <a:pt x="2013" y="197"/>
                  <a:pt x="2018" y="197"/>
                </a:cubicBezTo>
                <a:cubicBezTo>
                  <a:pt x="2022" y="197"/>
                  <a:pt x="2026" y="193"/>
                  <a:pt x="2026" y="189"/>
                </a:cubicBezTo>
                <a:close/>
                <a:moveTo>
                  <a:pt x="2052" y="189"/>
                </a:moveTo>
                <a:cubicBezTo>
                  <a:pt x="2052" y="184"/>
                  <a:pt x="2048" y="180"/>
                  <a:pt x="2043" y="180"/>
                </a:cubicBezTo>
                <a:cubicBezTo>
                  <a:pt x="2039" y="180"/>
                  <a:pt x="2035" y="184"/>
                  <a:pt x="2035" y="189"/>
                </a:cubicBezTo>
                <a:cubicBezTo>
                  <a:pt x="2035" y="193"/>
                  <a:pt x="2039" y="197"/>
                  <a:pt x="2043" y="197"/>
                </a:cubicBezTo>
                <a:cubicBezTo>
                  <a:pt x="2048" y="197"/>
                  <a:pt x="2052" y="193"/>
                  <a:pt x="2052" y="189"/>
                </a:cubicBezTo>
                <a:close/>
                <a:moveTo>
                  <a:pt x="2078" y="189"/>
                </a:moveTo>
                <a:cubicBezTo>
                  <a:pt x="2078" y="184"/>
                  <a:pt x="2074" y="180"/>
                  <a:pt x="2069" y="180"/>
                </a:cubicBezTo>
                <a:cubicBezTo>
                  <a:pt x="2064" y="180"/>
                  <a:pt x="2061" y="184"/>
                  <a:pt x="2061" y="189"/>
                </a:cubicBezTo>
                <a:cubicBezTo>
                  <a:pt x="2061" y="193"/>
                  <a:pt x="2064" y="197"/>
                  <a:pt x="2069" y="197"/>
                </a:cubicBezTo>
                <a:cubicBezTo>
                  <a:pt x="2074" y="197"/>
                  <a:pt x="2078" y="193"/>
                  <a:pt x="2078" y="189"/>
                </a:cubicBezTo>
                <a:close/>
                <a:moveTo>
                  <a:pt x="2103" y="189"/>
                </a:moveTo>
                <a:cubicBezTo>
                  <a:pt x="2103" y="184"/>
                  <a:pt x="2100" y="180"/>
                  <a:pt x="2095" y="180"/>
                </a:cubicBezTo>
                <a:cubicBezTo>
                  <a:pt x="2090" y="180"/>
                  <a:pt x="2086" y="184"/>
                  <a:pt x="2086" y="189"/>
                </a:cubicBezTo>
                <a:cubicBezTo>
                  <a:pt x="2086" y="193"/>
                  <a:pt x="2090" y="197"/>
                  <a:pt x="2095" y="197"/>
                </a:cubicBezTo>
                <a:cubicBezTo>
                  <a:pt x="2100" y="197"/>
                  <a:pt x="2103" y="193"/>
                  <a:pt x="2103" y="189"/>
                </a:cubicBezTo>
                <a:close/>
                <a:moveTo>
                  <a:pt x="2129" y="189"/>
                </a:moveTo>
                <a:cubicBezTo>
                  <a:pt x="2129" y="184"/>
                  <a:pt x="2125" y="180"/>
                  <a:pt x="2121" y="180"/>
                </a:cubicBezTo>
                <a:cubicBezTo>
                  <a:pt x="2116" y="180"/>
                  <a:pt x="2112" y="184"/>
                  <a:pt x="2112" y="189"/>
                </a:cubicBezTo>
                <a:cubicBezTo>
                  <a:pt x="2112" y="193"/>
                  <a:pt x="2116" y="197"/>
                  <a:pt x="2121" y="197"/>
                </a:cubicBezTo>
                <a:cubicBezTo>
                  <a:pt x="2125" y="197"/>
                  <a:pt x="2129" y="193"/>
                  <a:pt x="2129" y="189"/>
                </a:cubicBezTo>
                <a:close/>
                <a:moveTo>
                  <a:pt x="841" y="214"/>
                </a:moveTo>
                <a:cubicBezTo>
                  <a:pt x="841" y="210"/>
                  <a:pt x="837" y="206"/>
                  <a:pt x="833" y="206"/>
                </a:cubicBezTo>
                <a:cubicBezTo>
                  <a:pt x="828" y="206"/>
                  <a:pt x="824" y="210"/>
                  <a:pt x="824" y="214"/>
                </a:cubicBezTo>
                <a:cubicBezTo>
                  <a:pt x="824" y="219"/>
                  <a:pt x="828" y="223"/>
                  <a:pt x="833" y="223"/>
                </a:cubicBezTo>
                <a:cubicBezTo>
                  <a:pt x="837" y="223"/>
                  <a:pt x="841" y="219"/>
                  <a:pt x="841" y="214"/>
                </a:cubicBezTo>
                <a:close/>
                <a:moveTo>
                  <a:pt x="867" y="214"/>
                </a:moveTo>
                <a:cubicBezTo>
                  <a:pt x="867" y="210"/>
                  <a:pt x="863" y="206"/>
                  <a:pt x="858" y="206"/>
                </a:cubicBezTo>
                <a:cubicBezTo>
                  <a:pt x="854" y="206"/>
                  <a:pt x="850" y="210"/>
                  <a:pt x="850" y="214"/>
                </a:cubicBezTo>
                <a:cubicBezTo>
                  <a:pt x="850" y="219"/>
                  <a:pt x="854" y="223"/>
                  <a:pt x="858" y="223"/>
                </a:cubicBezTo>
                <a:cubicBezTo>
                  <a:pt x="863" y="223"/>
                  <a:pt x="867" y="219"/>
                  <a:pt x="867" y="214"/>
                </a:cubicBezTo>
                <a:close/>
                <a:moveTo>
                  <a:pt x="893" y="214"/>
                </a:moveTo>
                <a:cubicBezTo>
                  <a:pt x="893" y="210"/>
                  <a:pt x="889" y="206"/>
                  <a:pt x="884" y="206"/>
                </a:cubicBezTo>
                <a:cubicBezTo>
                  <a:pt x="879" y="206"/>
                  <a:pt x="876" y="210"/>
                  <a:pt x="876" y="214"/>
                </a:cubicBezTo>
                <a:cubicBezTo>
                  <a:pt x="876" y="219"/>
                  <a:pt x="879" y="223"/>
                  <a:pt x="884" y="223"/>
                </a:cubicBezTo>
                <a:cubicBezTo>
                  <a:pt x="889" y="223"/>
                  <a:pt x="893" y="219"/>
                  <a:pt x="893" y="214"/>
                </a:cubicBezTo>
                <a:close/>
                <a:moveTo>
                  <a:pt x="919" y="214"/>
                </a:moveTo>
                <a:cubicBezTo>
                  <a:pt x="919" y="210"/>
                  <a:pt x="915" y="206"/>
                  <a:pt x="910" y="206"/>
                </a:cubicBezTo>
                <a:cubicBezTo>
                  <a:pt x="905" y="206"/>
                  <a:pt x="901" y="210"/>
                  <a:pt x="901" y="214"/>
                </a:cubicBezTo>
                <a:cubicBezTo>
                  <a:pt x="901" y="219"/>
                  <a:pt x="905" y="223"/>
                  <a:pt x="910" y="223"/>
                </a:cubicBezTo>
                <a:cubicBezTo>
                  <a:pt x="915" y="223"/>
                  <a:pt x="919" y="219"/>
                  <a:pt x="919" y="214"/>
                </a:cubicBezTo>
                <a:close/>
                <a:moveTo>
                  <a:pt x="944" y="214"/>
                </a:moveTo>
                <a:cubicBezTo>
                  <a:pt x="944" y="210"/>
                  <a:pt x="940" y="206"/>
                  <a:pt x="936" y="206"/>
                </a:cubicBezTo>
                <a:cubicBezTo>
                  <a:pt x="931" y="206"/>
                  <a:pt x="927" y="210"/>
                  <a:pt x="927" y="214"/>
                </a:cubicBezTo>
                <a:cubicBezTo>
                  <a:pt x="927" y="219"/>
                  <a:pt x="931" y="223"/>
                  <a:pt x="936" y="223"/>
                </a:cubicBezTo>
                <a:cubicBezTo>
                  <a:pt x="940" y="223"/>
                  <a:pt x="944" y="219"/>
                  <a:pt x="944" y="214"/>
                </a:cubicBezTo>
                <a:close/>
                <a:moveTo>
                  <a:pt x="970" y="214"/>
                </a:moveTo>
                <a:cubicBezTo>
                  <a:pt x="970" y="210"/>
                  <a:pt x="966" y="206"/>
                  <a:pt x="961" y="206"/>
                </a:cubicBezTo>
                <a:cubicBezTo>
                  <a:pt x="957" y="206"/>
                  <a:pt x="953" y="210"/>
                  <a:pt x="953" y="214"/>
                </a:cubicBezTo>
                <a:cubicBezTo>
                  <a:pt x="953" y="219"/>
                  <a:pt x="957" y="223"/>
                  <a:pt x="961" y="223"/>
                </a:cubicBezTo>
                <a:cubicBezTo>
                  <a:pt x="966" y="223"/>
                  <a:pt x="970" y="219"/>
                  <a:pt x="970" y="214"/>
                </a:cubicBezTo>
                <a:close/>
                <a:moveTo>
                  <a:pt x="996" y="214"/>
                </a:moveTo>
                <a:cubicBezTo>
                  <a:pt x="996" y="210"/>
                  <a:pt x="992" y="206"/>
                  <a:pt x="987" y="206"/>
                </a:cubicBezTo>
                <a:cubicBezTo>
                  <a:pt x="983" y="206"/>
                  <a:pt x="979" y="210"/>
                  <a:pt x="979" y="214"/>
                </a:cubicBezTo>
                <a:cubicBezTo>
                  <a:pt x="979" y="219"/>
                  <a:pt x="983" y="223"/>
                  <a:pt x="987" y="223"/>
                </a:cubicBezTo>
                <a:cubicBezTo>
                  <a:pt x="992" y="223"/>
                  <a:pt x="996" y="219"/>
                  <a:pt x="996" y="214"/>
                </a:cubicBezTo>
                <a:close/>
                <a:moveTo>
                  <a:pt x="1022" y="214"/>
                </a:moveTo>
                <a:cubicBezTo>
                  <a:pt x="1022" y="210"/>
                  <a:pt x="1018" y="206"/>
                  <a:pt x="1013" y="206"/>
                </a:cubicBezTo>
                <a:cubicBezTo>
                  <a:pt x="1008" y="206"/>
                  <a:pt x="1004" y="210"/>
                  <a:pt x="1004" y="214"/>
                </a:cubicBezTo>
                <a:cubicBezTo>
                  <a:pt x="1004" y="219"/>
                  <a:pt x="1008" y="223"/>
                  <a:pt x="1013" y="223"/>
                </a:cubicBezTo>
                <a:cubicBezTo>
                  <a:pt x="1018" y="223"/>
                  <a:pt x="1022" y="219"/>
                  <a:pt x="1022" y="214"/>
                </a:cubicBezTo>
                <a:close/>
                <a:moveTo>
                  <a:pt x="1047" y="214"/>
                </a:moveTo>
                <a:cubicBezTo>
                  <a:pt x="1047" y="210"/>
                  <a:pt x="1044" y="206"/>
                  <a:pt x="1039" y="206"/>
                </a:cubicBezTo>
                <a:cubicBezTo>
                  <a:pt x="1034" y="206"/>
                  <a:pt x="1030" y="210"/>
                  <a:pt x="1030" y="214"/>
                </a:cubicBezTo>
                <a:cubicBezTo>
                  <a:pt x="1030" y="219"/>
                  <a:pt x="1034" y="223"/>
                  <a:pt x="1039" y="223"/>
                </a:cubicBezTo>
                <a:cubicBezTo>
                  <a:pt x="1044" y="223"/>
                  <a:pt x="1047" y="219"/>
                  <a:pt x="1047" y="214"/>
                </a:cubicBezTo>
                <a:close/>
                <a:moveTo>
                  <a:pt x="1073" y="214"/>
                </a:moveTo>
                <a:cubicBezTo>
                  <a:pt x="1073" y="210"/>
                  <a:pt x="1069" y="206"/>
                  <a:pt x="1065" y="206"/>
                </a:cubicBezTo>
                <a:cubicBezTo>
                  <a:pt x="1060" y="206"/>
                  <a:pt x="1056" y="210"/>
                  <a:pt x="1056" y="214"/>
                </a:cubicBezTo>
                <a:cubicBezTo>
                  <a:pt x="1056" y="219"/>
                  <a:pt x="1060" y="223"/>
                  <a:pt x="1065" y="223"/>
                </a:cubicBezTo>
                <a:cubicBezTo>
                  <a:pt x="1069" y="223"/>
                  <a:pt x="1073" y="219"/>
                  <a:pt x="1073" y="214"/>
                </a:cubicBezTo>
                <a:close/>
                <a:moveTo>
                  <a:pt x="1897" y="214"/>
                </a:moveTo>
                <a:cubicBezTo>
                  <a:pt x="1897" y="210"/>
                  <a:pt x="1894" y="206"/>
                  <a:pt x="1889" y="206"/>
                </a:cubicBezTo>
                <a:cubicBezTo>
                  <a:pt x="1884" y="206"/>
                  <a:pt x="1880" y="210"/>
                  <a:pt x="1880" y="214"/>
                </a:cubicBezTo>
                <a:cubicBezTo>
                  <a:pt x="1880" y="219"/>
                  <a:pt x="1884" y="223"/>
                  <a:pt x="1889" y="223"/>
                </a:cubicBezTo>
                <a:cubicBezTo>
                  <a:pt x="1894" y="223"/>
                  <a:pt x="1897" y="219"/>
                  <a:pt x="1897" y="214"/>
                </a:cubicBezTo>
                <a:close/>
                <a:moveTo>
                  <a:pt x="1923" y="214"/>
                </a:moveTo>
                <a:cubicBezTo>
                  <a:pt x="1923" y="210"/>
                  <a:pt x="1919" y="206"/>
                  <a:pt x="1915" y="206"/>
                </a:cubicBezTo>
                <a:cubicBezTo>
                  <a:pt x="1910" y="206"/>
                  <a:pt x="1906" y="210"/>
                  <a:pt x="1906" y="214"/>
                </a:cubicBezTo>
                <a:cubicBezTo>
                  <a:pt x="1906" y="219"/>
                  <a:pt x="1910" y="223"/>
                  <a:pt x="1915" y="223"/>
                </a:cubicBezTo>
                <a:cubicBezTo>
                  <a:pt x="1919" y="223"/>
                  <a:pt x="1923" y="219"/>
                  <a:pt x="1923" y="214"/>
                </a:cubicBezTo>
                <a:close/>
                <a:moveTo>
                  <a:pt x="1949" y="214"/>
                </a:moveTo>
                <a:cubicBezTo>
                  <a:pt x="1949" y="210"/>
                  <a:pt x="1945" y="206"/>
                  <a:pt x="1940" y="206"/>
                </a:cubicBezTo>
                <a:cubicBezTo>
                  <a:pt x="1936" y="206"/>
                  <a:pt x="1932" y="210"/>
                  <a:pt x="1932" y="214"/>
                </a:cubicBezTo>
                <a:cubicBezTo>
                  <a:pt x="1932" y="219"/>
                  <a:pt x="1936" y="223"/>
                  <a:pt x="1940" y="223"/>
                </a:cubicBezTo>
                <a:cubicBezTo>
                  <a:pt x="1945" y="223"/>
                  <a:pt x="1949" y="219"/>
                  <a:pt x="1949" y="214"/>
                </a:cubicBezTo>
                <a:close/>
                <a:moveTo>
                  <a:pt x="1975" y="214"/>
                </a:moveTo>
                <a:cubicBezTo>
                  <a:pt x="1975" y="210"/>
                  <a:pt x="1971" y="206"/>
                  <a:pt x="1966" y="206"/>
                </a:cubicBezTo>
                <a:cubicBezTo>
                  <a:pt x="1961" y="206"/>
                  <a:pt x="1957" y="210"/>
                  <a:pt x="1957" y="214"/>
                </a:cubicBezTo>
                <a:cubicBezTo>
                  <a:pt x="1957" y="219"/>
                  <a:pt x="1961" y="223"/>
                  <a:pt x="1966" y="223"/>
                </a:cubicBezTo>
                <a:cubicBezTo>
                  <a:pt x="1971" y="223"/>
                  <a:pt x="1975" y="219"/>
                  <a:pt x="1975" y="214"/>
                </a:cubicBezTo>
                <a:close/>
                <a:moveTo>
                  <a:pt x="2000" y="214"/>
                </a:moveTo>
                <a:cubicBezTo>
                  <a:pt x="2000" y="210"/>
                  <a:pt x="1997" y="206"/>
                  <a:pt x="1992" y="206"/>
                </a:cubicBezTo>
                <a:cubicBezTo>
                  <a:pt x="1987" y="206"/>
                  <a:pt x="1983" y="210"/>
                  <a:pt x="1983" y="214"/>
                </a:cubicBezTo>
                <a:cubicBezTo>
                  <a:pt x="1983" y="219"/>
                  <a:pt x="1987" y="223"/>
                  <a:pt x="1992" y="223"/>
                </a:cubicBezTo>
                <a:cubicBezTo>
                  <a:pt x="1997" y="223"/>
                  <a:pt x="2000" y="219"/>
                  <a:pt x="2000" y="214"/>
                </a:cubicBezTo>
                <a:close/>
                <a:moveTo>
                  <a:pt x="2026" y="214"/>
                </a:moveTo>
                <a:cubicBezTo>
                  <a:pt x="2026" y="210"/>
                  <a:pt x="2022" y="206"/>
                  <a:pt x="2018" y="206"/>
                </a:cubicBezTo>
                <a:cubicBezTo>
                  <a:pt x="2013" y="206"/>
                  <a:pt x="2009" y="210"/>
                  <a:pt x="2009" y="214"/>
                </a:cubicBezTo>
                <a:cubicBezTo>
                  <a:pt x="2009" y="219"/>
                  <a:pt x="2013" y="223"/>
                  <a:pt x="2018" y="223"/>
                </a:cubicBezTo>
                <a:cubicBezTo>
                  <a:pt x="2022" y="223"/>
                  <a:pt x="2026" y="219"/>
                  <a:pt x="2026" y="214"/>
                </a:cubicBezTo>
                <a:close/>
                <a:moveTo>
                  <a:pt x="2052" y="214"/>
                </a:moveTo>
                <a:cubicBezTo>
                  <a:pt x="2052" y="210"/>
                  <a:pt x="2048" y="206"/>
                  <a:pt x="2043" y="206"/>
                </a:cubicBezTo>
                <a:cubicBezTo>
                  <a:pt x="2039" y="206"/>
                  <a:pt x="2035" y="210"/>
                  <a:pt x="2035" y="214"/>
                </a:cubicBezTo>
                <a:cubicBezTo>
                  <a:pt x="2035" y="219"/>
                  <a:pt x="2039" y="223"/>
                  <a:pt x="2043" y="223"/>
                </a:cubicBezTo>
                <a:cubicBezTo>
                  <a:pt x="2048" y="223"/>
                  <a:pt x="2052" y="219"/>
                  <a:pt x="2052" y="214"/>
                </a:cubicBezTo>
                <a:close/>
                <a:moveTo>
                  <a:pt x="2078" y="214"/>
                </a:moveTo>
                <a:cubicBezTo>
                  <a:pt x="2078" y="210"/>
                  <a:pt x="2074" y="206"/>
                  <a:pt x="2069" y="206"/>
                </a:cubicBezTo>
                <a:cubicBezTo>
                  <a:pt x="2064" y="206"/>
                  <a:pt x="2061" y="210"/>
                  <a:pt x="2061" y="214"/>
                </a:cubicBezTo>
                <a:cubicBezTo>
                  <a:pt x="2061" y="219"/>
                  <a:pt x="2064" y="223"/>
                  <a:pt x="2069" y="223"/>
                </a:cubicBezTo>
                <a:cubicBezTo>
                  <a:pt x="2074" y="223"/>
                  <a:pt x="2078" y="219"/>
                  <a:pt x="2078" y="214"/>
                </a:cubicBezTo>
                <a:close/>
                <a:moveTo>
                  <a:pt x="2103" y="214"/>
                </a:moveTo>
                <a:cubicBezTo>
                  <a:pt x="2103" y="210"/>
                  <a:pt x="2100" y="206"/>
                  <a:pt x="2095" y="206"/>
                </a:cubicBezTo>
                <a:cubicBezTo>
                  <a:pt x="2090" y="206"/>
                  <a:pt x="2086" y="210"/>
                  <a:pt x="2086" y="214"/>
                </a:cubicBezTo>
                <a:cubicBezTo>
                  <a:pt x="2086" y="219"/>
                  <a:pt x="2090" y="223"/>
                  <a:pt x="2095" y="223"/>
                </a:cubicBezTo>
                <a:cubicBezTo>
                  <a:pt x="2100" y="223"/>
                  <a:pt x="2103" y="219"/>
                  <a:pt x="2103" y="214"/>
                </a:cubicBezTo>
                <a:close/>
                <a:moveTo>
                  <a:pt x="2129" y="214"/>
                </a:moveTo>
                <a:cubicBezTo>
                  <a:pt x="2129" y="210"/>
                  <a:pt x="2125" y="206"/>
                  <a:pt x="2121" y="206"/>
                </a:cubicBezTo>
                <a:cubicBezTo>
                  <a:pt x="2116" y="206"/>
                  <a:pt x="2112" y="210"/>
                  <a:pt x="2112" y="214"/>
                </a:cubicBezTo>
                <a:cubicBezTo>
                  <a:pt x="2112" y="219"/>
                  <a:pt x="2116" y="223"/>
                  <a:pt x="2121" y="223"/>
                </a:cubicBezTo>
                <a:cubicBezTo>
                  <a:pt x="2125" y="223"/>
                  <a:pt x="2129" y="219"/>
                  <a:pt x="2129" y="214"/>
                </a:cubicBezTo>
                <a:close/>
                <a:moveTo>
                  <a:pt x="841" y="240"/>
                </a:moveTo>
                <a:cubicBezTo>
                  <a:pt x="841" y="235"/>
                  <a:pt x="837" y="232"/>
                  <a:pt x="833" y="232"/>
                </a:cubicBezTo>
                <a:cubicBezTo>
                  <a:pt x="828" y="232"/>
                  <a:pt x="824" y="235"/>
                  <a:pt x="824" y="240"/>
                </a:cubicBezTo>
                <a:cubicBezTo>
                  <a:pt x="824" y="245"/>
                  <a:pt x="828" y="249"/>
                  <a:pt x="833" y="249"/>
                </a:cubicBezTo>
                <a:cubicBezTo>
                  <a:pt x="837" y="249"/>
                  <a:pt x="841" y="245"/>
                  <a:pt x="841" y="240"/>
                </a:cubicBezTo>
                <a:close/>
                <a:moveTo>
                  <a:pt x="867" y="240"/>
                </a:moveTo>
                <a:cubicBezTo>
                  <a:pt x="867" y="235"/>
                  <a:pt x="863" y="232"/>
                  <a:pt x="858" y="232"/>
                </a:cubicBezTo>
                <a:cubicBezTo>
                  <a:pt x="854" y="232"/>
                  <a:pt x="850" y="235"/>
                  <a:pt x="850" y="240"/>
                </a:cubicBezTo>
                <a:cubicBezTo>
                  <a:pt x="850" y="245"/>
                  <a:pt x="854" y="249"/>
                  <a:pt x="858" y="249"/>
                </a:cubicBezTo>
                <a:cubicBezTo>
                  <a:pt x="863" y="249"/>
                  <a:pt x="867" y="245"/>
                  <a:pt x="867" y="240"/>
                </a:cubicBezTo>
                <a:close/>
                <a:moveTo>
                  <a:pt x="893" y="240"/>
                </a:moveTo>
                <a:cubicBezTo>
                  <a:pt x="893" y="235"/>
                  <a:pt x="889" y="232"/>
                  <a:pt x="884" y="232"/>
                </a:cubicBezTo>
                <a:cubicBezTo>
                  <a:pt x="879" y="232"/>
                  <a:pt x="876" y="235"/>
                  <a:pt x="876" y="240"/>
                </a:cubicBezTo>
                <a:cubicBezTo>
                  <a:pt x="876" y="245"/>
                  <a:pt x="879" y="249"/>
                  <a:pt x="884" y="249"/>
                </a:cubicBezTo>
                <a:cubicBezTo>
                  <a:pt x="889" y="249"/>
                  <a:pt x="893" y="245"/>
                  <a:pt x="893" y="240"/>
                </a:cubicBezTo>
                <a:close/>
                <a:moveTo>
                  <a:pt x="919" y="240"/>
                </a:moveTo>
                <a:cubicBezTo>
                  <a:pt x="919" y="235"/>
                  <a:pt x="915" y="232"/>
                  <a:pt x="910" y="232"/>
                </a:cubicBezTo>
                <a:cubicBezTo>
                  <a:pt x="905" y="232"/>
                  <a:pt x="901" y="235"/>
                  <a:pt x="901" y="240"/>
                </a:cubicBezTo>
                <a:cubicBezTo>
                  <a:pt x="901" y="245"/>
                  <a:pt x="905" y="249"/>
                  <a:pt x="910" y="249"/>
                </a:cubicBezTo>
                <a:cubicBezTo>
                  <a:pt x="915" y="249"/>
                  <a:pt x="919" y="245"/>
                  <a:pt x="919" y="240"/>
                </a:cubicBezTo>
                <a:close/>
                <a:moveTo>
                  <a:pt x="944" y="240"/>
                </a:moveTo>
                <a:cubicBezTo>
                  <a:pt x="944" y="235"/>
                  <a:pt x="940" y="232"/>
                  <a:pt x="936" y="232"/>
                </a:cubicBezTo>
                <a:cubicBezTo>
                  <a:pt x="931" y="232"/>
                  <a:pt x="927" y="235"/>
                  <a:pt x="927" y="240"/>
                </a:cubicBezTo>
                <a:cubicBezTo>
                  <a:pt x="927" y="245"/>
                  <a:pt x="931" y="249"/>
                  <a:pt x="936" y="249"/>
                </a:cubicBezTo>
                <a:cubicBezTo>
                  <a:pt x="940" y="249"/>
                  <a:pt x="944" y="245"/>
                  <a:pt x="944" y="240"/>
                </a:cubicBezTo>
                <a:close/>
                <a:moveTo>
                  <a:pt x="970" y="240"/>
                </a:moveTo>
                <a:cubicBezTo>
                  <a:pt x="970" y="235"/>
                  <a:pt x="966" y="232"/>
                  <a:pt x="961" y="232"/>
                </a:cubicBezTo>
                <a:cubicBezTo>
                  <a:pt x="957" y="232"/>
                  <a:pt x="953" y="235"/>
                  <a:pt x="953" y="240"/>
                </a:cubicBezTo>
                <a:cubicBezTo>
                  <a:pt x="953" y="245"/>
                  <a:pt x="957" y="249"/>
                  <a:pt x="961" y="249"/>
                </a:cubicBezTo>
                <a:cubicBezTo>
                  <a:pt x="966" y="249"/>
                  <a:pt x="970" y="245"/>
                  <a:pt x="970" y="240"/>
                </a:cubicBezTo>
                <a:close/>
                <a:moveTo>
                  <a:pt x="996" y="240"/>
                </a:moveTo>
                <a:cubicBezTo>
                  <a:pt x="996" y="235"/>
                  <a:pt x="992" y="232"/>
                  <a:pt x="987" y="232"/>
                </a:cubicBezTo>
                <a:cubicBezTo>
                  <a:pt x="983" y="232"/>
                  <a:pt x="979" y="235"/>
                  <a:pt x="979" y="240"/>
                </a:cubicBezTo>
                <a:cubicBezTo>
                  <a:pt x="979" y="245"/>
                  <a:pt x="983" y="249"/>
                  <a:pt x="987" y="249"/>
                </a:cubicBezTo>
                <a:cubicBezTo>
                  <a:pt x="992" y="249"/>
                  <a:pt x="996" y="245"/>
                  <a:pt x="996" y="240"/>
                </a:cubicBezTo>
                <a:close/>
                <a:moveTo>
                  <a:pt x="1022" y="240"/>
                </a:moveTo>
                <a:cubicBezTo>
                  <a:pt x="1022" y="235"/>
                  <a:pt x="1018" y="232"/>
                  <a:pt x="1013" y="232"/>
                </a:cubicBezTo>
                <a:cubicBezTo>
                  <a:pt x="1008" y="232"/>
                  <a:pt x="1004" y="235"/>
                  <a:pt x="1004" y="240"/>
                </a:cubicBezTo>
                <a:cubicBezTo>
                  <a:pt x="1004" y="245"/>
                  <a:pt x="1008" y="249"/>
                  <a:pt x="1013" y="249"/>
                </a:cubicBezTo>
                <a:cubicBezTo>
                  <a:pt x="1018" y="249"/>
                  <a:pt x="1022" y="245"/>
                  <a:pt x="1022" y="240"/>
                </a:cubicBezTo>
                <a:close/>
                <a:moveTo>
                  <a:pt x="1047" y="240"/>
                </a:moveTo>
                <a:cubicBezTo>
                  <a:pt x="1047" y="235"/>
                  <a:pt x="1044" y="232"/>
                  <a:pt x="1039" y="232"/>
                </a:cubicBezTo>
                <a:cubicBezTo>
                  <a:pt x="1034" y="232"/>
                  <a:pt x="1030" y="235"/>
                  <a:pt x="1030" y="240"/>
                </a:cubicBezTo>
                <a:cubicBezTo>
                  <a:pt x="1030" y="245"/>
                  <a:pt x="1034" y="249"/>
                  <a:pt x="1039" y="249"/>
                </a:cubicBezTo>
                <a:cubicBezTo>
                  <a:pt x="1044" y="249"/>
                  <a:pt x="1047" y="245"/>
                  <a:pt x="1047" y="240"/>
                </a:cubicBezTo>
                <a:close/>
                <a:moveTo>
                  <a:pt x="1073" y="240"/>
                </a:moveTo>
                <a:cubicBezTo>
                  <a:pt x="1073" y="235"/>
                  <a:pt x="1069" y="232"/>
                  <a:pt x="1065" y="232"/>
                </a:cubicBezTo>
                <a:cubicBezTo>
                  <a:pt x="1060" y="232"/>
                  <a:pt x="1056" y="235"/>
                  <a:pt x="1056" y="240"/>
                </a:cubicBezTo>
                <a:cubicBezTo>
                  <a:pt x="1056" y="245"/>
                  <a:pt x="1060" y="249"/>
                  <a:pt x="1065" y="249"/>
                </a:cubicBezTo>
                <a:cubicBezTo>
                  <a:pt x="1069" y="249"/>
                  <a:pt x="1073" y="245"/>
                  <a:pt x="1073" y="240"/>
                </a:cubicBezTo>
                <a:close/>
                <a:moveTo>
                  <a:pt x="1872" y="240"/>
                </a:moveTo>
                <a:cubicBezTo>
                  <a:pt x="1872" y="235"/>
                  <a:pt x="1868" y="232"/>
                  <a:pt x="1863" y="232"/>
                </a:cubicBezTo>
                <a:cubicBezTo>
                  <a:pt x="1858" y="232"/>
                  <a:pt x="1854" y="235"/>
                  <a:pt x="1854" y="240"/>
                </a:cubicBezTo>
                <a:cubicBezTo>
                  <a:pt x="1854" y="245"/>
                  <a:pt x="1858" y="249"/>
                  <a:pt x="1863" y="249"/>
                </a:cubicBezTo>
                <a:cubicBezTo>
                  <a:pt x="1868" y="249"/>
                  <a:pt x="1872" y="245"/>
                  <a:pt x="1872" y="240"/>
                </a:cubicBezTo>
                <a:close/>
                <a:moveTo>
                  <a:pt x="1897" y="240"/>
                </a:moveTo>
                <a:cubicBezTo>
                  <a:pt x="1897" y="235"/>
                  <a:pt x="1894" y="232"/>
                  <a:pt x="1889" y="232"/>
                </a:cubicBezTo>
                <a:cubicBezTo>
                  <a:pt x="1884" y="232"/>
                  <a:pt x="1880" y="235"/>
                  <a:pt x="1880" y="240"/>
                </a:cubicBezTo>
                <a:cubicBezTo>
                  <a:pt x="1880" y="245"/>
                  <a:pt x="1884" y="249"/>
                  <a:pt x="1889" y="249"/>
                </a:cubicBezTo>
                <a:cubicBezTo>
                  <a:pt x="1894" y="249"/>
                  <a:pt x="1897" y="245"/>
                  <a:pt x="1897" y="240"/>
                </a:cubicBezTo>
                <a:close/>
                <a:moveTo>
                  <a:pt x="1923" y="240"/>
                </a:moveTo>
                <a:cubicBezTo>
                  <a:pt x="1923" y="235"/>
                  <a:pt x="1919" y="232"/>
                  <a:pt x="1915" y="232"/>
                </a:cubicBezTo>
                <a:cubicBezTo>
                  <a:pt x="1910" y="232"/>
                  <a:pt x="1906" y="235"/>
                  <a:pt x="1906" y="240"/>
                </a:cubicBezTo>
                <a:cubicBezTo>
                  <a:pt x="1906" y="245"/>
                  <a:pt x="1910" y="249"/>
                  <a:pt x="1915" y="249"/>
                </a:cubicBezTo>
                <a:cubicBezTo>
                  <a:pt x="1919" y="249"/>
                  <a:pt x="1923" y="245"/>
                  <a:pt x="1923" y="240"/>
                </a:cubicBezTo>
                <a:close/>
                <a:moveTo>
                  <a:pt x="1949" y="240"/>
                </a:moveTo>
                <a:cubicBezTo>
                  <a:pt x="1949" y="235"/>
                  <a:pt x="1945" y="232"/>
                  <a:pt x="1940" y="232"/>
                </a:cubicBezTo>
                <a:cubicBezTo>
                  <a:pt x="1936" y="232"/>
                  <a:pt x="1932" y="235"/>
                  <a:pt x="1932" y="240"/>
                </a:cubicBezTo>
                <a:cubicBezTo>
                  <a:pt x="1932" y="245"/>
                  <a:pt x="1936" y="249"/>
                  <a:pt x="1940" y="249"/>
                </a:cubicBezTo>
                <a:cubicBezTo>
                  <a:pt x="1945" y="249"/>
                  <a:pt x="1949" y="245"/>
                  <a:pt x="1949" y="240"/>
                </a:cubicBezTo>
                <a:close/>
                <a:moveTo>
                  <a:pt x="1975" y="240"/>
                </a:moveTo>
                <a:cubicBezTo>
                  <a:pt x="1975" y="235"/>
                  <a:pt x="1971" y="232"/>
                  <a:pt x="1966" y="232"/>
                </a:cubicBezTo>
                <a:cubicBezTo>
                  <a:pt x="1961" y="232"/>
                  <a:pt x="1957" y="235"/>
                  <a:pt x="1957" y="240"/>
                </a:cubicBezTo>
                <a:cubicBezTo>
                  <a:pt x="1957" y="245"/>
                  <a:pt x="1961" y="249"/>
                  <a:pt x="1966" y="249"/>
                </a:cubicBezTo>
                <a:cubicBezTo>
                  <a:pt x="1971" y="249"/>
                  <a:pt x="1975" y="245"/>
                  <a:pt x="1975" y="240"/>
                </a:cubicBezTo>
                <a:close/>
                <a:moveTo>
                  <a:pt x="2000" y="240"/>
                </a:moveTo>
                <a:cubicBezTo>
                  <a:pt x="2000" y="235"/>
                  <a:pt x="1997" y="232"/>
                  <a:pt x="1992" y="232"/>
                </a:cubicBezTo>
                <a:cubicBezTo>
                  <a:pt x="1987" y="232"/>
                  <a:pt x="1983" y="235"/>
                  <a:pt x="1983" y="240"/>
                </a:cubicBezTo>
                <a:cubicBezTo>
                  <a:pt x="1983" y="245"/>
                  <a:pt x="1987" y="249"/>
                  <a:pt x="1992" y="249"/>
                </a:cubicBezTo>
                <a:cubicBezTo>
                  <a:pt x="1997" y="249"/>
                  <a:pt x="2000" y="245"/>
                  <a:pt x="2000" y="240"/>
                </a:cubicBezTo>
                <a:close/>
                <a:moveTo>
                  <a:pt x="2026" y="240"/>
                </a:moveTo>
                <a:cubicBezTo>
                  <a:pt x="2026" y="235"/>
                  <a:pt x="2022" y="232"/>
                  <a:pt x="2018" y="232"/>
                </a:cubicBezTo>
                <a:cubicBezTo>
                  <a:pt x="2013" y="232"/>
                  <a:pt x="2009" y="235"/>
                  <a:pt x="2009" y="240"/>
                </a:cubicBezTo>
                <a:cubicBezTo>
                  <a:pt x="2009" y="245"/>
                  <a:pt x="2013" y="249"/>
                  <a:pt x="2018" y="249"/>
                </a:cubicBezTo>
                <a:cubicBezTo>
                  <a:pt x="2022" y="249"/>
                  <a:pt x="2026" y="245"/>
                  <a:pt x="2026" y="240"/>
                </a:cubicBezTo>
                <a:close/>
                <a:moveTo>
                  <a:pt x="2052" y="240"/>
                </a:moveTo>
                <a:cubicBezTo>
                  <a:pt x="2052" y="235"/>
                  <a:pt x="2048" y="232"/>
                  <a:pt x="2043" y="232"/>
                </a:cubicBezTo>
                <a:cubicBezTo>
                  <a:pt x="2039" y="232"/>
                  <a:pt x="2035" y="235"/>
                  <a:pt x="2035" y="240"/>
                </a:cubicBezTo>
                <a:cubicBezTo>
                  <a:pt x="2035" y="245"/>
                  <a:pt x="2039" y="249"/>
                  <a:pt x="2043" y="249"/>
                </a:cubicBezTo>
                <a:cubicBezTo>
                  <a:pt x="2048" y="249"/>
                  <a:pt x="2052" y="245"/>
                  <a:pt x="2052" y="240"/>
                </a:cubicBezTo>
                <a:close/>
                <a:moveTo>
                  <a:pt x="2078" y="240"/>
                </a:moveTo>
                <a:cubicBezTo>
                  <a:pt x="2078" y="235"/>
                  <a:pt x="2074" y="232"/>
                  <a:pt x="2069" y="232"/>
                </a:cubicBezTo>
                <a:cubicBezTo>
                  <a:pt x="2064" y="232"/>
                  <a:pt x="2061" y="235"/>
                  <a:pt x="2061" y="240"/>
                </a:cubicBezTo>
                <a:cubicBezTo>
                  <a:pt x="2061" y="245"/>
                  <a:pt x="2064" y="249"/>
                  <a:pt x="2069" y="249"/>
                </a:cubicBezTo>
                <a:cubicBezTo>
                  <a:pt x="2074" y="249"/>
                  <a:pt x="2078" y="245"/>
                  <a:pt x="2078" y="240"/>
                </a:cubicBezTo>
                <a:close/>
                <a:moveTo>
                  <a:pt x="2103" y="240"/>
                </a:moveTo>
                <a:cubicBezTo>
                  <a:pt x="2103" y="235"/>
                  <a:pt x="2100" y="232"/>
                  <a:pt x="2095" y="232"/>
                </a:cubicBezTo>
                <a:cubicBezTo>
                  <a:pt x="2090" y="232"/>
                  <a:pt x="2086" y="235"/>
                  <a:pt x="2086" y="240"/>
                </a:cubicBezTo>
                <a:cubicBezTo>
                  <a:pt x="2086" y="245"/>
                  <a:pt x="2090" y="249"/>
                  <a:pt x="2095" y="249"/>
                </a:cubicBezTo>
                <a:cubicBezTo>
                  <a:pt x="2100" y="249"/>
                  <a:pt x="2103" y="245"/>
                  <a:pt x="2103" y="240"/>
                </a:cubicBezTo>
                <a:close/>
                <a:moveTo>
                  <a:pt x="2129" y="240"/>
                </a:moveTo>
                <a:cubicBezTo>
                  <a:pt x="2129" y="235"/>
                  <a:pt x="2125" y="232"/>
                  <a:pt x="2121" y="232"/>
                </a:cubicBezTo>
                <a:cubicBezTo>
                  <a:pt x="2116" y="232"/>
                  <a:pt x="2112" y="235"/>
                  <a:pt x="2112" y="240"/>
                </a:cubicBezTo>
                <a:cubicBezTo>
                  <a:pt x="2112" y="245"/>
                  <a:pt x="2116" y="249"/>
                  <a:pt x="2121" y="249"/>
                </a:cubicBezTo>
                <a:cubicBezTo>
                  <a:pt x="2125" y="249"/>
                  <a:pt x="2129" y="245"/>
                  <a:pt x="2129" y="240"/>
                </a:cubicBezTo>
                <a:close/>
                <a:moveTo>
                  <a:pt x="2155" y="240"/>
                </a:moveTo>
                <a:cubicBezTo>
                  <a:pt x="2155" y="235"/>
                  <a:pt x="2151" y="232"/>
                  <a:pt x="2146" y="232"/>
                </a:cubicBezTo>
                <a:cubicBezTo>
                  <a:pt x="2142" y="232"/>
                  <a:pt x="2138" y="235"/>
                  <a:pt x="2138" y="240"/>
                </a:cubicBezTo>
                <a:cubicBezTo>
                  <a:pt x="2138" y="245"/>
                  <a:pt x="2142" y="249"/>
                  <a:pt x="2146" y="249"/>
                </a:cubicBezTo>
                <a:cubicBezTo>
                  <a:pt x="2151" y="249"/>
                  <a:pt x="2155" y="245"/>
                  <a:pt x="2155" y="240"/>
                </a:cubicBezTo>
                <a:close/>
                <a:moveTo>
                  <a:pt x="2181" y="240"/>
                </a:moveTo>
                <a:cubicBezTo>
                  <a:pt x="2181" y="235"/>
                  <a:pt x="2177" y="232"/>
                  <a:pt x="2172" y="232"/>
                </a:cubicBezTo>
                <a:cubicBezTo>
                  <a:pt x="2167" y="232"/>
                  <a:pt x="2164" y="235"/>
                  <a:pt x="2164" y="240"/>
                </a:cubicBezTo>
                <a:cubicBezTo>
                  <a:pt x="2164" y="245"/>
                  <a:pt x="2167" y="249"/>
                  <a:pt x="2172" y="249"/>
                </a:cubicBezTo>
                <a:cubicBezTo>
                  <a:pt x="2177" y="249"/>
                  <a:pt x="2181" y="245"/>
                  <a:pt x="2181" y="240"/>
                </a:cubicBezTo>
                <a:close/>
                <a:moveTo>
                  <a:pt x="2207" y="240"/>
                </a:moveTo>
                <a:cubicBezTo>
                  <a:pt x="2207" y="235"/>
                  <a:pt x="2203" y="232"/>
                  <a:pt x="2198" y="232"/>
                </a:cubicBezTo>
                <a:cubicBezTo>
                  <a:pt x="2193" y="232"/>
                  <a:pt x="2189" y="235"/>
                  <a:pt x="2189" y="240"/>
                </a:cubicBezTo>
                <a:cubicBezTo>
                  <a:pt x="2189" y="245"/>
                  <a:pt x="2193" y="249"/>
                  <a:pt x="2198" y="249"/>
                </a:cubicBezTo>
                <a:cubicBezTo>
                  <a:pt x="2203" y="249"/>
                  <a:pt x="2207" y="245"/>
                  <a:pt x="2207" y="240"/>
                </a:cubicBezTo>
                <a:close/>
                <a:moveTo>
                  <a:pt x="2232" y="240"/>
                </a:moveTo>
                <a:cubicBezTo>
                  <a:pt x="2232" y="235"/>
                  <a:pt x="2228" y="232"/>
                  <a:pt x="2224" y="232"/>
                </a:cubicBezTo>
                <a:cubicBezTo>
                  <a:pt x="2219" y="232"/>
                  <a:pt x="2215" y="235"/>
                  <a:pt x="2215" y="240"/>
                </a:cubicBezTo>
                <a:cubicBezTo>
                  <a:pt x="2215" y="245"/>
                  <a:pt x="2219" y="249"/>
                  <a:pt x="2224" y="249"/>
                </a:cubicBezTo>
                <a:cubicBezTo>
                  <a:pt x="2228" y="249"/>
                  <a:pt x="2232" y="245"/>
                  <a:pt x="2232" y="240"/>
                </a:cubicBezTo>
                <a:close/>
                <a:moveTo>
                  <a:pt x="2258" y="240"/>
                </a:moveTo>
                <a:cubicBezTo>
                  <a:pt x="2258" y="235"/>
                  <a:pt x="2254" y="232"/>
                  <a:pt x="2249" y="232"/>
                </a:cubicBezTo>
                <a:cubicBezTo>
                  <a:pt x="2245" y="232"/>
                  <a:pt x="2241" y="235"/>
                  <a:pt x="2241" y="240"/>
                </a:cubicBezTo>
                <a:cubicBezTo>
                  <a:pt x="2241" y="245"/>
                  <a:pt x="2245" y="249"/>
                  <a:pt x="2249" y="249"/>
                </a:cubicBezTo>
                <a:cubicBezTo>
                  <a:pt x="2254" y="249"/>
                  <a:pt x="2258" y="245"/>
                  <a:pt x="2258" y="240"/>
                </a:cubicBezTo>
                <a:close/>
                <a:moveTo>
                  <a:pt x="2361" y="240"/>
                </a:moveTo>
                <a:cubicBezTo>
                  <a:pt x="2361" y="235"/>
                  <a:pt x="2357" y="232"/>
                  <a:pt x="2352" y="232"/>
                </a:cubicBezTo>
                <a:cubicBezTo>
                  <a:pt x="2348" y="232"/>
                  <a:pt x="2344" y="235"/>
                  <a:pt x="2344" y="240"/>
                </a:cubicBezTo>
                <a:cubicBezTo>
                  <a:pt x="2344" y="245"/>
                  <a:pt x="2348" y="249"/>
                  <a:pt x="2352" y="249"/>
                </a:cubicBezTo>
                <a:cubicBezTo>
                  <a:pt x="2357" y="249"/>
                  <a:pt x="2361" y="245"/>
                  <a:pt x="2361" y="240"/>
                </a:cubicBezTo>
                <a:close/>
                <a:moveTo>
                  <a:pt x="2387" y="240"/>
                </a:moveTo>
                <a:cubicBezTo>
                  <a:pt x="2387" y="235"/>
                  <a:pt x="2383" y="232"/>
                  <a:pt x="2378" y="232"/>
                </a:cubicBezTo>
                <a:cubicBezTo>
                  <a:pt x="2373" y="232"/>
                  <a:pt x="2370" y="235"/>
                  <a:pt x="2370" y="240"/>
                </a:cubicBezTo>
                <a:cubicBezTo>
                  <a:pt x="2370" y="245"/>
                  <a:pt x="2373" y="249"/>
                  <a:pt x="2378" y="249"/>
                </a:cubicBezTo>
                <a:cubicBezTo>
                  <a:pt x="2383" y="249"/>
                  <a:pt x="2387" y="245"/>
                  <a:pt x="2387" y="240"/>
                </a:cubicBezTo>
                <a:close/>
                <a:moveTo>
                  <a:pt x="2413" y="240"/>
                </a:moveTo>
                <a:cubicBezTo>
                  <a:pt x="2413" y="235"/>
                  <a:pt x="2409" y="232"/>
                  <a:pt x="2404" y="232"/>
                </a:cubicBezTo>
                <a:cubicBezTo>
                  <a:pt x="2399" y="232"/>
                  <a:pt x="2395" y="235"/>
                  <a:pt x="2395" y="240"/>
                </a:cubicBezTo>
                <a:cubicBezTo>
                  <a:pt x="2395" y="245"/>
                  <a:pt x="2399" y="249"/>
                  <a:pt x="2404" y="249"/>
                </a:cubicBezTo>
                <a:cubicBezTo>
                  <a:pt x="2409" y="249"/>
                  <a:pt x="2413" y="245"/>
                  <a:pt x="2413" y="240"/>
                </a:cubicBezTo>
                <a:close/>
                <a:moveTo>
                  <a:pt x="841" y="266"/>
                </a:moveTo>
                <a:cubicBezTo>
                  <a:pt x="841" y="261"/>
                  <a:pt x="837" y="257"/>
                  <a:pt x="833" y="257"/>
                </a:cubicBezTo>
                <a:cubicBezTo>
                  <a:pt x="828" y="257"/>
                  <a:pt x="824" y="261"/>
                  <a:pt x="824" y="266"/>
                </a:cubicBezTo>
                <a:cubicBezTo>
                  <a:pt x="824" y="271"/>
                  <a:pt x="828" y="274"/>
                  <a:pt x="833" y="274"/>
                </a:cubicBezTo>
                <a:cubicBezTo>
                  <a:pt x="837" y="274"/>
                  <a:pt x="841" y="271"/>
                  <a:pt x="841" y="266"/>
                </a:cubicBezTo>
                <a:close/>
                <a:moveTo>
                  <a:pt x="867" y="266"/>
                </a:moveTo>
                <a:cubicBezTo>
                  <a:pt x="867" y="261"/>
                  <a:pt x="863" y="257"/>
                  <a:pt x="858" y="257"/>
                </a:cubicBezTo>
                <a:cubicBezTo>
                  <a:pt x="854" y="257"/>
                  <a:pt x="850" y="261"/>
                  <a:pt x="850" y="266"/>
                </a:cubicBezTo>
                <a:cubicBezTo>
                  <a:pt x="850" y="271"/>
                  <a:pt x="854" y="274"/>
                  <a:pt x="858" y="274"/>
                </a:cubicBezTo>
                <a:cubicBezTo>
                  <a:pt x="863" y="274"/>
                  <a:pt x="867" y="271"/>
                  <a:pt x="867" y="266"/>
                </a:cubicBezTo>
                <a:close/>
                <a:moveTo>
                  <a:pt x="893" y="266"/>
                </a:moveTo>
                <a:cubicBezTo>
                  <a:pt x="893" y="261"/>
                  <a:pt x="889" y="257"/>
                  <a:pt x="884" y="257"/>
                </a:cubicBezTo>
                <a:cubicBezTo>
                  <a:pt x="879" y="257"/>
                  <a:pt x="876" y="261"/>
                  <a:pt x="876" y="266"/>
                </a:cubicBezTo>
                <a:cubicBezTo>
                  <a:pt x="876" y="271"/>
                  <a:pt x="879" y="274"/>
                  <a:pt x="884" y="274"/>
                </a:cubicBezTo>
                <a:cubicBezTo>
                  <a:pt x="889" y="274"/>
                  <a:pt x="893" y="271"/>
                  <a:pt x="893" y="266"/>
                </a:cubicBezTo>
                <a:close/>
                <a:moveTo>
                  <a:pt x="919" y="266"/>
                </a:moveTo>
                <a:cubicBezTo>
                  <a:pt x="919" y="261"/>
                  <a:pt x="915" y="257"/>
                  <a:pt x="910" y="257"/>
                </a:cubicBezTo>
                <a:cubicBezTo>
                  <a:pt x="905" y="257"/>
                  <a:pt x="901" y="261"/>
                  <a:pt x="901" y="266"/>
                </a:cubicBezTo>
                <a:cubicBezTo>
                  <a:pt x="901" y="271"/>
                  <a:pt x="905" y="274"/>
                  <a:pt x="910" y="274"/>
                </a:cubicBezTo>
                <a:cubicBezTo>
                  <a:pt x="915" y="274"/>
                  <a:pt x="919" y="271"/>
                  <a:pt x="919" y="266"/>
                </a:cubicBezTo>
                <a:close/>
                <a:moveTo>
                  <a:pt x="944" y="266"/>
                </a:moveTo>
                <a:cubicBezTo>
                  <a:pt x="944" y="261"/>
                  <a:pt x="940" y="257"/>
                  <a:pt x="936" y="257"/>
                </a:cubicBezTo>
                <a:cubicBezTo>
                  <a:pt x="931" y="257"/>
                  <a:pt x="927" y="261"/>
                  <a:pt x="927" y="266"/>
                </a:cubicBezTo>
                <a:cubicBezTo>
                  <a:pt x="927" y="271"/>
                  <a:pt x="931" y="274"/>
                  <a:pt x="936" y="274"/>
                </a:cubicBezTo>
                <a:cubicBezTo>
                  <a:pt x="940" y="274"/>
                  <a:pt x="944" y="271"/>
                  <a:pt x="944" y="266"/>
                </a:cubicBezTo>
                <a:close/>
                <a:moveTo>
                  <a:pt x="970" y="266"/>
                </a:moveTo>
                <a:cubicBezTo>
                  <a:pt x="970" y="261"/>
                  <a:pt x="966" y="257"/>
                  <a:pt x="961" y="257"/>
                </a:cubicBezTo>
                <a:cubicBezTo>
                  <a:pt x="957" y="257"/>
                  <a:pt x="953" y="261"/>
                  <a:pt x="953" y="266"/>
                </a:cubicBezTo>
                <a:cubicBezTo>
                  <a:pt x="953" y="271"/>
                  <a:pt x="957" y="274"/>
                  <a:pt x="961" y="274"/>
                </a:cubicBezTo>
                <a:cubicBezTo>
                  <a:pt x="966" y="274"/>
                  <a:pt x="970" y="271"/>
                  <a:pt x="970" y="266"/>
                </a:cubicBezTo>
                <a:close/>
                <a:moveTo>
                  <a:pt x="996" y="266"/>
                </a:moveTo>
                <a:cubicBezTo>
                  <a:pt x="996" y="261"/>
                  <a:pt x="992" y="257"/>
                  <a:pt x="987" y="257"/>
                </a:cubicBezTo>
                <a:cubicBezTo>
                  <a:pt x="983" y="257"/>
                  <a:pt x="979" y="261"/>
                  <a:pt x="979" y="266"/>
                </a:cubicBezTo>
                <a:cubicBezTo>
                  <a:pt x="979" y="271"/>
                  <a:pt x="983" y="274"/>
                  <a:pt x="987" y="274"/>
                </a:cubicBezTo>
                <a:cubicBezTo>
                  <a:pt x="992" y="274"/>
                  <a:pt x="996" y="271"/>
                  <a:pt x="996" y="266"/>
                </a:cubicBezTo>
                <a:close/>
                <a:moveTo>
                  <a:pt x="1022" y="266"/>
                </a:moveTo>
                <a:cubicBezTo>
                  <a:pt x="1022" y="261"/>
                  <a:pt x="1018" y="257"/>
                  <a:pt x="1013" y="257"/>
                </a:cubicBezTo>
                <a:cubicBezTo>
                  <a:pt x="1008" y="257"/>
                  <a:pt x="1004" y="261"/>
                  <a:pt x="1004" y="266"/>
                </a:cubicBezTo>
                <a:cubicBezTo>
                  <a:pt x="1004" y="271"/>
                  <a:pt x="1008" y="274"/>
                  <a:pt x="1013" y="274"/>
                </a:cubicBezTo>
                <a:cubicBezTo>
                  <a:pt x="1018" y="274"/>
                  <a:pt x="1022" y="271"/>
                  <a:pt x="1022" y="266"/>
                </a:cubicBezTo>
                <a:close/>
                <a:moveTo>
                  <a:pt x="1047" y="266"/>
                </a:moveTo>
                <a:cubicBezTo>
                  <a:pt x="1047" y="261"/>
                  <a:pt x="1044" y="257"/>
                  <a:pt x="1039" y="257"/>
                </a:cubicBezTo>
                <a:cubicBezTo>
                  <a:pt x="1034" y="257"/>
                  <a:pt x="1030" y="261"/>
                  <a:pt x="1030" y="266"/>
                </a:cubicBezTo>
                <a:cubicBezTo>
                  <a:pt x="1030" y="271"/>
                  <a:pt x="1034" y="274"/>
                  <a:pt x="1039" y="274"/>
                </a:cubicBezTo>
                <a:cubicBezTo>
                  <a:pt x="1044" y="274"/>
                  <a:pt x="1047" y="271"/>
                  <a:pt x="1047" y="266"/>
                </a:cubicBezTo>
                <a:close/>
                <a:moveTo>
                  <a:pt x="1073" y="266"/>
                </a:moveTo>
                <a:cubicBezTo>
                  <a:pt x="1073" y="261"/>
                  <a:pt x="1069" y="257"/>
                  <a:pt x="1065" y="257"/>
                </a:cubicBezTo>
                <a:cubicBezTo>
                  <a:pt x="1060" y="257"/>
                  <a:pt x="1056" y="261"/>
                  <a:pt x="1056" y="266"/>
                </a:cubicBezTo>
                <a:cubicBezTo>
                  <a:pt x="1056" y="271"/>
                  <a:pt x="1060" y="274"/>
                  <a:pt x="1065" y="274"/>
                </a:cubicBezTo>
                <a:cubicBezTo>
                  <a:pt x="1069" y="274"/>
                  <a:pt x="1073" y="271"/>
                  <a:pt x="1073" y="266"/>
                </a:cubicBezTo>
                <a:close/>
                <a:moveTo>
                  <a:pt x="1794" y="266"/>
                </a:moveTo>
                <a:cubicBezTo>
                  <a:pt x="1794" y="261"/>
                  <a:pt x="1791" y="257"/>
                  <a:pt x="1786" y="257"/>
                </a:cubicBezTo>
                <a:cubicBezTo>
                  <a:pt x="1781" y="257"/>
                  <a:pt x="1777" y="261"/>
                  <a:pt x="1777" y="266"/>
                </a:cubicBezTo>
                <a:cubicBezTo>
                  <a:pt x="1777" y="271"/>
                  <a:pt x="1781" y="274"/>
                  <a:pt x="1786" y="274"/>
                </a:cubicBezTo>
                <a:cubicBezTo>
                  <a:pt x="1791" y="274"/>
                  <a:pt x="1794" y="271"/>
                  <a:pt x="1794" y="266"/>
                </a:cubicBezTo>
                <a:close/>
                <a:moveTo>
                  <a:pt x="1820" y="266"/>
                </a:moveTo>
                <a:cubicBezTo>
                  <a:pt x="1820" y="261"/>
                  <a:pt x="1816" y="257"/>
                  <a:pt x="1812" y="257"/>
                </a:cubicBezTo>
                <a:cubicBezTo>
                  <a:pt x="1807" y="257"/>
                  <a:pt x="1803" y="261"/>
                  <a:pt x="1803" y="266"/>
                </a:cubicBezTo>
                <a:cubicBezTo>
                  <a:pt x="1803" y="271"/>
                  <a:pt x="1807" y="274"/>
                  <a:pt x="1812" y="274"/>
                </a:cubicBezTo>
                <a:cubicBezTo>
                  <a:pt x="1816" y="274"/>
                  <a:pt x="1820" y="271"/>
                  <a:pt x="1820" y="266"/>
                </a:cubicBezTo>
                <a:close/>
                <a:moveTo>
                  <a:pt x="1846" y="266"/>
                </a:moveTo>
                <a:cubicBezTo>
                  <a:pt x="1846" y="261"/>
                  <a:pt x="1842" y="257"/>
                  <a:pt x="1837" y="257"/>
                </a:cubicBezTo>
                <a:cubicBezTo>
                  <a:pt x="1833" y="257"/>
                  <a:pt x="1829" y="261"/>
                  <a:pt x="1829" y="266"/>
                </a:cubicBezTo>
                <a:cubicBezTo>
                  <a:pt x="1829" y="271"/>
                  <a:pt x="1833" y="274"/>
                  <a:pt x="1837" y="274"/>
                </a:cubicBezTo>
                <a:cubicBezTo>
                  <a:pt x="1842" y="274"/>
                  <a:pt x="1846" y="271"/>
                  <a:pt x="1846" y="266"/>
                </a:cubicBezTo>
                <a:close/>
                <a:moveTo>
                  <a:pt x="1872" y="266"/>
                </a:moveTo>
                <a:cubicBezTo>
                  <a:pt x="1872" y="261"/>
                  <a:pt x="1868" y="257"/>
                  <a:pt x="1863" y="257"/>
                </a:cubicBezTo>
                <a:cubicBezTo>
                  <a:pt x="1858" y="257"/>
                  <a:pt x="1854" y="261"/>
                  <a:pt x="1854" y="266"/>
                </a:cubicBezTo>
                <a:cubicBezTo>
                  <a:pt x="1854" y="271"/>
                  <a:pt x="1858" y="274"/>
                  <a:pt x="1863" y="274"/>
                </a:cubicBezTo>
                <a:cubicBezTo>
                  <a:pt x="1868" y="274"/>
                  <a:pt x="1872" y="271"/>
                  <a:pt x="1872" y="266"/>
                </a:cubicBezTo>
                <a:close/>
                <a:moveTo>
                  <a:pt x="1897" y="266"/>
                </a:moveTo>
                <a:cubicBezTo>
                  <a:pt x="1897" y="261"/>
                  <a:pt x="1894" y="257"/>
                  <a:pt x="1889" y="257"/>
                </a:cubicBezTo>
                <a:cubicBezTo>
                  <a:pt x="1884" y="257"/>
                  <a:pt x="1880" y="261"/>
                  <a:pt x="1880" y="266"/>
                </a:cubicBezTo>
                <a:cubicBezTo>
                  <a:pt x="1880" y="271"/>
                  <a:pt x="1884" y="274"/>
                  <a:pt x="1889" y="274"/>
                </a:cubicBezTo>
                <a:cubicBezTo>
                  <a:pt x="1894" y="274"/>
                  <a:pt x="1897" y="271"/>
                  <a:pt x="1897" y="266"/>
                </a:cubicBezTo>
                <a:close/>
                <a:moveTo>
                  <a:pt x="1923" y="266"/>
                </a:moveTo>
                <a:cubicBezTo>
                  <a:pt x="1923" y="261"/>
                  <a:pt x="1919" y="257"/>
                  <a:pt x="1915" y="257"/>
                </a:cubicBezTo>
                <a:cubicBezTo>
                  <a:pt x="1910" y="257"/>
                  <a:pt x="1906" y="261"/>
                  <a:pt x="1906" y="266"/>
                </a:cubicBezTo>
                <a:cubicBezTo>
                  <a:pt x="1906" y="271"/>
                  <a:pt x="1910" y="274"/>
                  <a:pt x="1915" y="274"/>
                </a:cubicBezTo>
                <a:cubicBezTo>
                  <a:pt x="1919" y="274"/>
                  <a:pt x="1923" y="271"/>
                  <a:pt x="1923" y="266"/>
                </a:cubicBezTo>
                <a:close/>
                <a:moveTo>
                  <a:pt x="1949" y="266"/>
                </a:moveTo>
                <a:cubicBezTo>
                  <a:pt x="1949" y="261"/>
                  <a:pt x="1945" y="257"/>
                  <a:pt x="1940" y="257"/>
                </a:cubicBezTo>
                <a:cubicBezTo>
                  <a:pt x="1936" y="257"/>
                  <a:pt x="1932" y="261"/>
                  <a:pt x="1932" y="266"/>
                </a:cubicBezTo>
                <a:cubicBezTo>
                  <a:pt x="1932" y="271"/>
                  <a:pt x="1936" y="274"/>
                  <a:pt x="1940" y="274"/>
                </a:cubicBezTo>
                <a:cubicBezTo>
                  <a:pt x="1945" y="274"/>
                  <a:pt x="1949" y="271"/>
                  <a:pt x="1949" y="266"/>
                </a:cubicBezTo>
                <a:close/>
                <a:moveTo>
                  <a:pt x="1975" y="266"/>
                </a:moveTo>
                <a:cubicBezTo>
                  <a:pt x="1975" y="261"/>
                  <a:pt x="1971" y="257"/>
                  <a:pt x="1966" y="257"/>
                </a:cubicBezTo>
                <a:cubicBezTo>
                  <a:pt x="1961" y="257"/>
                  <a:pt x="1957" y="261"/>
                  <a:pt x="1957" y="266"/>
                </a:cubicBezTo>
                <a:cubicBezTo>
                  <a:pt x="1957" y="271"/>
                  <a:pt x="1961" y="274"/>
                  <a:pt x="1966" y="274"/>
                </a:cubicBezTo>
                <a:cubicBezTo>
                  <a:pt x="1971" y="274"/>
                  <a:pt x="1975" y="271"/>
                  <a:pt x="1975" y="266"/>
                </a:cubicBezTo>
                <a:close/>
                <a:moveTo>
                  <a:pt x="2000" y="266"/>
                </a:moveTo>
                <a:cubicBezTo>
                  <a:pt x="2000" y="261"/>
                  <a:pt x="1997" y="257"/>
                  <a:pt x="1992" y="257"/>
                </a:cubicBezTo>
                <a:cubicBezTo>
                  <a:pt x="1987" y="257"/>
                  <a:pt x="1983" y="261"/>
                  <a:pt x="1983" y="266"/>
                </a:cubicBezTo>
                <a:cubicBezTo>
                  <a:pt x="1983" y="271"/>
                  <a:pt x="1987" y="274"/>
                  <a:pt x="1992" y="274"/>
                </a:cubicBezTo>
                <a:cubicBezTo>
                  <a:pt x="1997" y="274"/>
                  <a:pt x="2000" y="271"/>
                  <a:pt x="2000" y="266"/>
                </a:cubicBezTo>
                <a:close/>
                <a:moveTo>
                  <a:pt x="2026" y="266"/>
                </a:moveTo>
                <a:cubicBezTo>
                  <a:pt x="2026" y="261"/>
                  <a:pt x="2022" y="257"/>
                  <a:pt x="2018" y="257"/>
                </a:cubicBezTo>
                <a:cubicBezTo>
                  <a:pt x="2013" y="257"/>
                  <a:pt x="2009" y="261"/>
                  <a:pt x="2009" y="266"/>
                </a:cubicBezTo>
                <a:cubicBezTo>
                  <a:pt x="2009" y="271"/>
                  <a:pt x="2013" y="274"/>
                  <a:pt x="2018" y="274"/>
                </a:cubicBezTo>
                <a:cubicBezTo>
                  <a:pt x="2022" y="274"/>
                  <a:pt x="2026" y="271"/>
                  <a:pt x="2026" y="266"/>
                </a:cubicBezTo>
                <a:close/>
                <a:moveTo>
                  <a:pt x="2052" y="266"/>
                </a:moveTo>
                <a:cubicBezTo>
                  <a:pt x="2052" y="261"/>
                  <a:pt x="2048" y="257"/>
                  <a:pt x="2043" y="257"/>
                </a:cubicBezTo>
                <a:cubicBezTo>
                  <a:pt x="2039" y="257"/>
                  <a:pt x="2035" y="261"/>
                  <a:pt x="2035" y="266"/>
                </a:cubicBezTo>
                <a:cubicBezTo>
                  <a:pt x="2035" y="271"/>
                  <a:pt x="2039" y="274"/>
                  <a:pt x="2043" y="274"/>
                </a:cubicBezTo>
                <a:cubicBezTo>
                  <a:pt x="2048" y="274"/>
                  <a:pt x="2052" y="271"/>
                  <a:pt x="2052" y="266"/>
                </a:cubicBezTo>
                <a:close/>
                <a:moveTo>
                  <a:pt x="2078" y="266"/>
                </a:moveTo>
                <a:cubicBezTo>
                  <a:pt x="2078" y="261"/>
                  <a:pt x="2074" y="257"/>
                  <a:pt x="2069" y="257"/>
                </a:cubicBezTo>
                <a:cubicBezTo>
                  <a:pt x="2064" y="257"/>
                  <a:pt x="2061" y="261"/>
                  <a:pt x="2061" y="266"/>
                </a:cubicBezTo>
                <a:cubicBezTo>
                  <a:pt x="2061" y="271"/>
                  <a:pt x="2064" y="274"/>
                  <a:pt x="2069" y="274"/>
                </a:cubicBezTo>
                <a:cubicBezTo>
                  <a:pt x="2074" y="274"/>
                  <a:pt x="2078" y="271"/>
                  <a:pt x="2078" y="266"/>
                </a:cubicBezTo>
                <a:close/>
                <a:moveTo>
                  <a:pt x="2103" y="266"/>
                </a:moveTo>
                <a:cubicBezTo>
                  <a:pt x="2103" y="261"/>
                  <a:pt x="2100" y="257"/>
                  <a:pt x="2095" y="257"/>
                </a:cubicBezTo>
                <a:cubicBezTo>
                  <a:pt x="2090" y="257"/>
                  <a:pt x="2086" y="261"/>
                  <a:pt x="2086" y="266"/>
                </a:cubicBezTo>
                <a:cubicBezTo>
                  <a:pt x="2086" y="271"/>
                  <a:pt x="2090" y="274"/>
                  <a:pt x="2095" y="274"/>
                </a:cubicBezTo>
                <a:cubicBezTo>
                  <a:pt x="2100" y="274"/>
                  <a:pt x="2103" y="271"/>
                  <a:pt x="2103" y="266"/>
                </a:cubicBezTo>
                <a:close/>
                <a:moveTo>
                  <a:pt x="2129" y="266"/>
                </a:moveTo>
                <a:cubicBezTo>
                  <a:pt x="2129" y="261"/>
                  <a:pt x="2125" y="257"/>
                  <a:pt x="2121" y="257"/>
                </a:cubicBezTo>
                <a:cubicBezTo>
                  <a:pt x="2116" y="257"/>
                  <a:pt x="2112" y="261"/>
                  <a:pt x="2112" y="266"/>
                </a:cubicBezTo>
                <a:cubicBezTo>
                  <a:pt x="2112" y="271"/>
                  <a:pt x="2116" y="274"/>
                  <a:pt x="2121" y="274"/>
                </a:cubicBezTo>
                <a:cubicBezTo>
                  <a:pt x="2125" y="274"/>
                  <a:pt x="2129" y="271"/>
                  <a:pt x="2129" y="266"/>
                </a:cubicBezTo>
                <a:close/>
                <a:moveTo>
                  <a:pt x="2155" y="266"/>
                </a:moveTo>
                <a:cubicBezTo>
                  <a:pt x="2155" y="261"/>
                  <a:pt x="2151" y="257"/>
                  <a:pt x="2146" y="257"/>
                </a:cubicBezTo>
                <a:cubicBezTo>
                  <a:pt x="2142" y="257"/>
                  <a:pt x="2138" y="261"/>
                  <a:pt x="2138" y="266"/>
                </a:cubicBezTo>
                <a:cubicBezTo>
                  <a:pt x="2138" y="271"/>
                  <a:pt x="2142" y="274"/>
                  <a:pt x="2146" y="274"/>
                </a:cubicBezTo>
                <a:cubicBezTo>
                  <a:pt x="2151" y="274"/>
                  <a:pt x="2155" y="271"/>
                  <a:pt x="2155" y="266"/>
                </a:cubicBezTo>
                <a:close/>
                <a:moveTo>
                  <a:pt x="2181" y="266"/>
                </a:moveTo>
                <a:cubicBezTo>
                  <a:pt x="2181" y="261"/>
                  <a:pt x="2177" y="257"/>
                  <a:pt x="2172" y="257"/>
                </a:cubicBezTo>
                <a:cubicBezTo>
                  <a:pt x="2167" y="257"/>
                  <a:pt x="2164" y="261"/>
                  <a:pt x="2164" y="266"/>
                </a:cubicBezTo>
                <a:cubicBezTo>
                  <a:pt x="2164" y="271"/>
                  <a:pt x="2167" y="274"/>
                  <a:pt x="2172" y="274"/>
                </a:cubicBezTo>
                <a:cubicBezTo>
                  <a:pt x="2177" y="274"/>
                  <a:pt x="2181" y="271"/>
                  <a:pt x="2181" y="266"/>
                </a:cubicBezTo>
                <a:close/>
                <a:moveTo>
                  <a:pt x="2207" y="266"/>
                </a:moveTo>
                <a:cubicBezTo>
                  <a:pt x="2207" y="261"/>
                  <a:pt x="2203" y="257"/>
                  <a:pt x="2198" y="257"/>
                </a:cubicBezTo>
                <a:cubicBezTo>
                  <a:pt x="2193" y="257"/>
                  <a:pt x="2189" y="261"/>
                  <a:pt x="2189" y="266"/>
                </a:cubicBezTo>
                <a:cubicBezTo>
                  <a:pt x="2189" y="271"/>
                  <a:pt x="2193" y="274"/>
                  <a:pt x="2198" y="274"/>
                </a:cubicBezTo>
                <a:cubicBezTo>
                  <a:pt x="2203" y="274"/>
                  <a:pt x="2207" y="271"/>
                  <a:pt x="2207" y="266"/>
                </a:cubicBezTo>
                <a:close/>
                <a:moveTo>
                  <a:pt x="2232" y="266"/>
                </a:moveTo>
                <a:cubicBezTo>
                  <a:pt x="2232" y="261"/>
                  <a:pt x="2228" y="257"/>
                  <a:pt x="2224" y="257"/>
                </a:cubicBezTo>
                <a:cubicBezTo>
                  <a:pt x="2219" y="257"/>
                  <a:pt x="2215" y="261"/>
                  <a:pt x="2215" y="266"/>
                </a:cubicBezTo>
                <a:cubicBezTo>
                  <a:pt x="2215" y="271"/>
                  <a:pt x="2219" y="274"/>
                  <a:pt x="2224" y="274"/>
                </a:cubicBezTo>
                <a:cubicBezTo>
                  <a:pt x="2228" y="274"/>
                  <a:pt x="2232" y="271"/>
                  <a:pt x="2232" y="266"/>
                </a:cubicBezTo>
                <a:close/>
                <a:moveTo>
                  <a:pt x="2258" y="266"/>
                </a:moveTo>
                <a:cubicBezTo>
                  <a:pt x="2258" y="261"/>
                  <a:pt x="2254" y="257"/>
                  <a:pt x="2249" y="257"/>
                </a:cubicBezTo>
                <a:cubicBezTo>
                  <a:pt x="2245" y="257"/>
                  <a:pt x="2241" y="261"/>
                  <a:pt x="2241" y="266"/>
                </a:cubicBezTo>
                <a:cubicBezTo>
                  <a:pt x="2241" y="271"/>
                  <a:pt x="2245" y="274"/>
                  <a:pt x="2249" y="274"/>
                </a:cubicBezTo>
                <a:cubicBezTo>
                  <a:pt x="2254" y="274"/>
                  <a:pt x="2258" y="271"/>
                  <a:pt x="2258" y="266"/>
                </a:cubicBezTo>
                <a:close/>
                <a:moveTo>
                  <a:pt x="2310" y="266"/>
                </a:moveTo>
                <a:cubicBezTo>
                  <a:pt x="2310" y="261"/>
                  <a:pt x="2306" y="257"/>
                  <a:pt x="2301" y="257"/>
                </a:cubicBezTo>
                <a:cubicBezTo>
                  <a:pt x="2296" y="257"/>
                  <a:pt x="2292" y="261"/>
                  <a:pt x="2292" y="266"/>
                </a:cubicBezTo>
                <a:cubicBezTo>
                  <a:pt x="2292" y="271"/>
                  <a:pt x="2296" y="274"/>
                  <a:pt x="2301" y="274"/>
                </a:cubicBezTo>
                <a:cubicBezTo>
                  <a:pt x="2306" y="274"/>
                  <a:pt x="2310" y="271"/>
                  <a:pt x="2310" y="266"/>
                </a:cubicBezTo>
                <a:close/>
                <a:moveTo>
                  <a:pt x="2335" y="266"/>
                </a:moveTo>
                <a:cubicBezTo>
                  <a:pt x="2335" y="261"/>
                  <a:pt x="2331" y="257"/>
                  <a:pt x="2327" y="257"/>
                </a:cubicBezTo>
                <a:cubicBezTo>
                  <a:pt x="2322" y="257"/>
                  <a:pt x="2318" y="261"/>
                  <a:pt x="2318" y="266"/>
                </a:cubicBezTo>
                <a:cubicBezTo>
                  <a:pt x="2318" y="271"/>
                  <a:pt x="2322" y="274"/>
                  <a:pt x="2327" y="274"/>
                </a:cubicBezTo>
                <a:cubicBezTo>
                  <a:pt x="2331" y="274"/>
                  <a:pt x="2335" y="271"/>
                  <a:pt x="2335" y="266"/>
                </a:cubicBezTo>
                <a:close/>
                <a:moveTo>
                  <a:pt x="2361" y="266"/>
                </a:moveTo>
                <a:cubicBezTo>
                  <a:pt x="2361" y="261"/>
                  <a:pt x="2357" y="257"/>
                  <a:pt x="2352" y="257"/>
                </a:cubicBezTo>
                <a:cubicBezTo>
                  <a:pt x="2348" y="257"/>
                  <a:pt x="2344" y="261"/>
                  <a:pt x="2344" y="266"/>
                </a:cubicBezTo>
                <a:cubicBezTo>
                  <a:pt x="2344" y="271"/>
                  <a:pt x="2348" y="274"/>
                  <a:pt x="2352" y="274"/>
                </a:cubicBezTo>
                <a:cubicBezTo>
                  <a:pt x="2357" y="274"/>
                  <a:pt x="2361" y="271"/>
                  <a:pt x="2361" y="266"/>
                </a:cubicBezTo>
                <a:close/>
                <a:moveTo>
                  <a:pt x="2387" y="266"/>
                </a:moveTo>
                <a:cubicBezTo>
                  <a:pt x="2387" y="261"/>
                  <a:pt x="2383" y="257"/>
                  <a:pt x="2378" y="257"/>
                </a:cubicBezTo>
                <a:cubicBezTo>
                  <a:pt x="2373" y="257"/>
                  <a:pt x="2370" y="261"/>
                  <a:pt x="2370" y="266"/>
                </a:cubicBezTo>
                <a:cubicBezTo>
                  <a:pt x="2370" y="271"/>
                  <a:pt x="2373" y="274"/>
                  <a:pt x="2378" y="274"/>
                </a:cubicBezTo>
                <a:cubicBezTo>
                  <a:pt x="2383" y="274"/>
                  <a:pt x="2387" y="271"/>
                  <a:pt x="2387" y="266"/>
                </a:cubicBezTo>
                <a:close/>
                <a:moveTo>
                  <a:pt x="2413" y="266"/>
                </a:moveTo>
                <a:cubicBezTo>
                  <a:pt x="2413" y="261"/>
                  <a:pt x="2409" y="257"/>
                  <a:pt x="2404" y="257"/>
                </a:cubicBezTo>
                <a:cubicBezTo>
                  <a:pt x="2399" y="257"/>
                  <a:pt x="2395" y="261"/>
                  <a:pt x="2395" y="266"/>
                </a:cubicBezTo>
                <a:cubicBezTo>
                  <a:pt x="2395" y="271"/>
                  <a:pt x="2399" y="274"/>
                  <a:pt x="2404" y="274"/>
                </a:cubicBezTo>
                <a:cubicBezTo>
                  <a:pt x="2409" y="274"/>
                  <a:pt x="2413" y="271"/>
                  <a:pt x="2413" y="266"/>
                </a:cubicBezTo>
                <a:close/>
                <a:moveTo>
                  <a:pt x="841" y="292"/>
                </a:moveTo>
                <a:cubicBezTo>
                  <a:pt x="841" y="287"/>
                  <a:pt x="837" y="283"/>
                  <a:pt x="833" y="283"/>
                </a:cubicBezTo>
                <a:cubicBezTo>
                  <a:pt x="828" y="283"/>
                  <a:pt x="824" y="287"/>
                  <a:pt x="824" y="292"/>
                </a:cubicBezTo>
                <a:cubicBezTo>
                  <a:pt x="824" y="296"/>
                  <a:pt x="828" y="300"/>
                  <a:pt x="833" y="300"/>
                </a:cubicBezTo>
                <a:cubicBezTo>
                  <a:pt x="837" y="300"/>
                  <a:pt x="841" y="296"/>
                  <a:pt x="841" y="292"/>
                </a:cubicBezTo>
                <a:close/>
                <a:moveTo>
                  <a:pt x="867" y="292"/>
                </a:moveTo>
                <a:cubicBezTo>
                  <a:pt x="867" y="287"/>
                  <a:pt x="863" y="283"/>
                  <a:pt x="858" y="283"/>
                </a:cubicBezTo>
                <a:cubicBezTo>
                  <a:pt x="854" y="283"/>
                  <a:pt x="850" y="287"/>
                  <a:pt x="850" y="292"/>
                </a:cubicBezTo>
                <a:cubicBezTo>
                  <a:pt x="850" y="296"/>
                  <a:pt x="854" y="300"/>
                  <a:pt x="858" y="300"/>
                </a:cubicBezTo>
                <a:cubicBezTo>
                  <a:pt x="863" y="300"/>
                  <a:pt x="867" y="296"/>
                  <a:pt x="867" y="292"/>
                </a:cubicBezTo>
                <a:close/>
                <a:moveTo>
                  <a:pt x="893" y="292"/>
                </a:moveTo>
                <a:cubicBezTo>
                  <a:pt x="893" y="287"/>
                  <a:pt x="889" y="283"/>
                  <a:pt x="884" y="283"/>
                </a:cubicBezTo>
                <a:cubicBezTo>
                  <a:pt x="879" y="283"/>
                  <a:pt x="876" y="287"/>
                  <a:pt x="876" y="292"/>
                </a:cubicBezTo>
                <a:cubicBezTo>
                  <a:pt x="876" y="296"/>
                  <a:pt x="879" y="300"/>
                  <a:pt x="884" y="300"/>
                </a:cubicBezTo>
                <a:cubicBezTo>
                  <a:pt x="889" y="300"/>
                  <a:pt x="893" y="296"/>
                  <a:pt x="893" y="292"/>
                </a:cubicBezTo>
                <a:close/>
                <a:moveTo>
                  <a:pt x="919" y="292"/>
                </a:moveTo>
                <a:cubicBezTo>
                  <a:pt x="919" y="287"/>
                  <a:pt x="915" y="283"/>
                  <a:pt x="910" y="283"/>
                </a:cubicBezTo>
                <a:cubicBezTo>
                  <a:pt x="905" y="283"/>
                  <a:pt x="901" y="287"/>
                  <a:pt x="901" y="292"/>
                </a:cubicBezTo>
                <a:cubicBezTo>
                  <a:pt x="901" y="296"/>
                  <a:pt x="905" y="300"/>
                  <a:pt x="910" y="300"/>
                </a:cubicBezTo>
                <a:cubicBezTo>
                  <a:pt x="915" y="300"/>
                  <a:pt x="919" y="296"/>
                  <a:pt x="919" y="292"/>
                </a:cubicBezTo>
                <a:close/>
                <a:moveTo>
                  <a:pt x="944" y="292"/>
                </a:moveTo>
                <a:cubicBezTo>
                  <a:pt x="944" y="287"/>
                  <a:pt x="940" y="283"/>
                  <a:pt x="936" y="283"/>
                </a:cubicBezTo>
                <a:cubicBezTo>
                  <a:pt x="931" y="283"/>
                  <a:pt x="927" y="287"/>
                  <a:pt x="927" y="292"/>
                </a:cubicBezTo>
                <a:cubicBezTo>
                  <a:pt x="927" y="296"/>
                  <a:pt x="931" y="300"/>
                  <a:pt x="936" y="300"/>
                </a:cubicBezTo>
                <a:cubicBezTo>
                  <a:pt x="940" y="300"/>
                  <a:pt x="944" y="296"/>
                  <a:pt x="944" y="292"/>
                </a:cubicBezTo>
                <a:close/>
                <a:moveTo>
                  <a:pt x="970" y="292"/>
                </a:moveTo>
                <a:cubicBezTo>
                  <a:pt x="970" y="287"/>
                  <a:pt x="966" y="283"/>
                  <a:pt x="961" y="283"/>
                </a:cubicBezTo>
                <a:cubicBezTo>
                  <a:pt x="957" y="283"/>
                  <a:pt x="953" y="287"/>
                  <a:pt x="953" y="292"/>
                </a:cubicBezTo>
                <a:cubicBezTo>
                  <a:pt x="953" y="296"/>
                  <a:pt x="957" y="300"/>
                  <a:pt x="961" y="300"/>
                </a:cubicBezTo>
                <a:cubicBezTo>
                  <a:pt x="966" y="300"/>
                  <a:pt x="970" y="296"/>
                  <a:pt x="970" y="292"/>
                </a:cubicBezTo>
                <a:close/>
                <a:moveTo>
                  <a:pt x="996" y="292"/>
                </a:moveTo>
                <a:cubicBezTo>
                  <a:pt x="996" y="287"/>
                  <a:pt x="992" y="283"/>
                  <a:pt x="987" y="283"/>
                </a:cubicBezTo>
                <a:cubicBezTo>
                  <a:pt x="983" y="283"/>
                  <a:pt x="979" y="287"/>
                  <a:pt x="979" y="292"/>
                </a:cubicBezTo>
                <a:cubicBezTo>
                  <a:pt x="979" y="296"/>
                  <a:pt x="983" y="300"/>
                  <a:pt x="987" y="300"/>
                </a:cubicBezTo>
                <a:cubicBezTo>
                  <a:pt x="992" y="300"/>
                  <a:pt x="996" y="296"/>
                  <a:pt x="996" y="292"/>
                </a:cubicBezTo>
                <a:close/>
                <a:moveTo>
                  <a:pt x="1022" y="292"/>
                </a:moveTo>
                <a:cubicBezTo>
                  <a:pt x="1022" y="287"/>
                  <a:pt x="1018" y="283"/>
                  <a:pt x="1013" y="283"/>
                </a:cubicBezTo>
                <a:cubicBezTo>
                  <a:pt x="1008" y="283"/>
                  <a:pt x="1004" y="287"/>
                  <a:pt x="1004" y="292"/>
                </a:cubicBezTo>
                <a:cubicBezTo>
                  <a:pt x="1004" y="296"/>
                  <a:pt x="1008" y="300"/>
                  <a:pt x="1013" y="300"/>
                </a:cubicBezTo>
                <a:cubicBezTo>
                  <a:pt x="1018" y="300"/>
                  <a:pt x="1022" y="296"/>
                  <a:pt x="1022" y="292"/>
                </a:cubicBezTo>
                <a:close/>
                <a:moveTo>
                  <a:pt x="1047" y="292"/>
                </a:moveTo>
                <a:cubicBezTo>
                  <a:pt x="1047" y="287"/>
                  <a:pt x="1044" y="283"/>
                  <a:pt x="1039" y="283"/>
                </a:cubicBezTo>
                <a:cubicBezTo>
                  <a:pt x="1034" y="283"/>
                  <a:pt x="1030" y="287"/>
                  <a:pt x="1030" y="292"/>
                </a:cubicBezTo>
                <a:cubicBezTo>
                  <a:pt x="1030" y="296"/>
                  <a:pt x="1034" y="300"/>
                  <a:pt x="1039" y="300"/>
                </a:cubicBezTo>
                <a:cubicBezTo>
                  <a:pt x="1044" y="300"/>
                  <a:pt x="1047" y="296"/>
                  <a:pt x="1047" y="292"/>
                </a:cubicBezTo>
                <a:close/>
                <a:moveTo>
                  <a:pt x="1434" y="292"/>
                </a:moveTo>
                <a:cubicBezTo>
                  <a:pt x="1434" y="287"/>
                  <a:pt x="1430" y="283"/>
                  <a:pt x="1425" y="283"/>
                </a:cubicBezTo>
                <a:cubicBezTo>
                  <a:pt x="1420" y="283"/>
                  <a:pt x="1417" y="287"/>
                  <a:pt x="1417" y="292"/>
                </a:cubicBezTo>
                <a:cubicBezTo>
                  <a:pt x="1417" y="296"/>
                  <a:pt x="1420" y="300"/>
                  <a:pt x="1425" y="300"/>
                </a:cubicBezTo>
                <a:cubicBezTo>
                  <a:pt x="1430" y="300"/>
                  <a:pt x="1434" y="296"/>
                  <a:pt x="1434" y="292"/>
                </a:cubicBezTo>
                <a:close/>
                <a:moveTo>
                  <a:pt x="1459" y="292"/>
                </a:moveTo>
                <a:cubicBezTo>
                  <a:pt x="1459" y="287"/>
                  <a:pt x="1456" y="283"/>
                  <a:pt x="1451" y="283"/>
                </a:cubicBezTo>
                <a:cubicBezTo>
                  <a:pt x="1446" y="283"/>
                  <a:pt x="1442" y="287"/>
                  <a:pt x="1442" y="292"/>
                </a:cubicBezTo>
                <a:cubicBezTo>
                  <a:pt x="1442" y="296"/>
                  <a:pt x="1446" y="300"/>
                  <a:pt x="1451" y="300"/>
                </a:cubicBezTo>
                <a:cubicBezTo>
                  <a:pt x="1456" y="300"/>
                  <a:pt x="1459" y="296"/>
                  <a:pt x="1459" y="292"/>
                </a:cubicBezTo>
                <a:close/>
                <a:moveTo>
                  <a:pt x="1485" y="292"/>
                </a:moveTo>
                <a:cubicBezTo>
                  <a:pt x="1485" y="287"/>
                  <a:pt x="1481" y="283"/>
                  <a:pt x="1477" y="283"/>
                </a:cubicBezTo>
                <a:cubicBezTo>
                  <a:pt x="1472" y="283"/>
                  <a:pt x="1468" y="287"/>
                  <a:pt x="1468" y="292"/>
                </a:cubicBezTo>
                <a:cubicBezTo>
                  <a:pt x="1468" y="296"/>
                  <a:pt x="1472" y="300"/>
                  <a:pt x="1477" y="300"/>
                </a:cubicBezTo>
                <a:cubicBezTo>
                  <a:pt x="1481" y="300"/>
                  <a:pt x="1485" y="296"/>
                  <a:pt x="1485" y="292"/>
                </a:cubicBezTo>
                <a:close/>
                <a:moveTo>
                  <a:pt x="1794" y="292"/>
                </a:moveTo>
                <a:cubicBezTo>
                  <a:pt x="1794" y="287"/>
                  <a:pt x="1791" y="283"/>
                  <a:pt x="1786" y="283"/>
                </a:cubicBezTo>
                <a:cubicBezTo>
                  <a:pt x="1781" y="283"/>
                  <a:pt x="1777" y="287"/>
                  <a:pt x="1777" y="292"/>
                </a:cubicBezTo>
                <a:cubicBezTo>
                  <a:pt x="1777" y="296"/>
                  <a:pt x="1781" y="300"/>
                  <a:pt x="1786" y="300"/>
                </a:cubicBezTo>
                <a:cubicBezTo>
                  <a:pt x="1791" y="300"/>
                  <a:pt x="1794" y="296"/>
                  <a:pt x="1794" y="292"/>
                </a:cubicBezTo>
                <a:close/>
                <a:moveTo>
                  <a:pt x="1820" y="292"/>
                </a:moveTo>
                <a:cubicBezTo>
                  <a:pt x="1820" y="287"/>
                  <a:pt x="1816" y="283"/>
                  <a:pt x="1812" y="283"/>
                </a:cubicBezTo>
                <a:cubicBezTo>
                  <a:pt x="1807" y="283"/>
                  <a:pt x="1803" y="287"/>
                  <a:pt x="1803" y="292"/>
                </a:cubicBezTo>
                <a:cubicBezTo>
                  <a:pt x="1803" y="296"/>
                  <a:pt x="1807" y="300"/>
                  <a:pt x="1812" y="300"/>
                </a:cubicBezTo>
                <a:cubicBezTo>
                  <a:pt x="1816" y="300"/>
                  <a:pt x="1820" y="296"/>
                  <a:pt x="1820" y="292"/>
                </a:cubicBezTo>
                <a:close/>
                <a:moveTo>
                  <a:pt x="1846" y="292"/>
                </a:moveTo>
                <a:cubicBezTo>
                  <a:pt x="1846" y="287"/>
                  <a:pt x="1842" y="283"/>
                  <a:pt x="1837" y="283"/>
                </a:cubicBezTo>
                <a:cubicBezTo>
                  <a:pt x="1833" y="283"/>
                  <a:pt x="1829" y="287"/>
                  <a:pt x="1829" y="292"/>
                </a:cubicBezTo>
                <a:cubicBezTo>
                  <a:pt x="1829" y="296"/>
                  <a:pt x="1833" y="300"/>
                  <a:pt x="1837" y="300"/>
                </a:cubicBezTo>
                <a:cubicBezTo>
                  <a:pt x="1842" y="300"/>
                  <a:pt x="1846" y="296"/>
                  <a:pt x="1846" y="292"/>
                </a:cubicBezTo>
                <a:close/>
                <a:moveTo>
                  <a:pt x="1872" y="292"/>
                </a:moveTo>
                <a:cubicBezTo>
                  <a:pt x="1872" y="287"/>
                  <a:pt x="1868" y="283"/>
                  <a:pt x="1863" y="283"/>
                </a:cubicBezTo>
                <a:cubicBezTo>
                  <a:pt x="1858" y="283"/>
                  <a:pt x="1854" y="287"/>
                  <a:pt x="1854" y="292"/>
                </a:cubicBezTo>
                <a:cubicBezTo>
                  <a:pt x="1854" y="296"/>
                  <a:pt x="1858" y="300"/>
                  <a:pt x="1863" y="300"/>
                </a:cubicBezTo>
                <a:cubicBezTo>
                  <a:pt x="1868" y="300"/>
                  <a:pt x="1872" y="296"/>
                  <a:pt x="1872" y="292"/>
                </a:cubicBezTo>
                <a:close/>
                <a:moveTo>
                  <a:pt x="1897" y="292"/>
                </a:moveTo>
                <a:cubicBezTo>
                  <a:pt x="1897" y="287"/>
                  <a:pt x="1894" y="283"/>
                  <a:pt x="1889" y="283"/>
                </a:cubicBezTo>
                <a:cubicBezTo>
                  <a:pt x="1884" y="283"/>
                  <a:pt x="1880" y="287"/>
                  <a:pt x="1880" y="292"/>
                </a:cubicBezTo>
                <a:cubicBezTo>
                  <a:pt x="1880" y="296"/>
                  <a:pt x="1884" y="300"/>
                  <a:pt x="1889" y="300"/>
                </a:cubicBezTo>
                <a:cubicBezTo>
                  <a:pt x="1894" y="300"/>
                  <a:pt x="1897" y="296"/>
                  <a:pt x="1897" y="292"/>
                </a:cubicBezTo>
                <a:close/>
                <a:moveTo>
                  <a:pt x="1923" y="292"/>
                </a:moveTo>
                <a:cubicBezTo>
                  <a:pt x="1923" y="287"/>
                  <a:pt x="1919" y="283"/>
                  <a:pt x="1915" y="283"/>
                </a:cubicBezTo>
                <a:cubicBezTo>
                  <a:pt x="1910" y="283"/>
                  <a:pt x="1906" y="287"/>
                  <a:pt x="1906" y="292"/>
                </a:cubicBezTo>
                <a:cubicBezTo>
                  <a:pt x="1906" y="296"/>
                  <a:pt x="1910" y="300"/>
                  <a:pt x="1915" y="300"/>
                </a:cubicBezTo>
                <a:cubicBezTo>
                  <a:pt x="1919" y="300"/>
                  <a:pt x="1923" y="296"/>
                  <a:pt x="1923" y="292"/>
                </a:cubicBezTo>
                <a:close/>
                <a:moveTo>
                  <a:pt x="1949" y="292"/>
                </a:moveTo>
                <a:cubicBezTo>
                  <a:pt x="1949" y="287"/>
                  <a:pt x="1945" y="283"/>
                  <a:pt x="1940" y="283"/>
                </a:cubicBezTo>
                <a:cubicBezTo>
                  <a:pt x="1936" y="283"/>
                  <a:pt x="1932" y="287"/>
                  <a:pt x="1932" y="292"/>
                </a:cubicBezTo>
                <a:cubicBezTo>
                  <a:pt x="1932" y="296"/>
                  <a:pt x="1936" y="300"/>
                  <a:pt x="1940" y="300"/>
                </a:cubicBezTo>
                <a:cubicBezTo>
                  <a:pt x="1945" y="300"/>
                  <a:pt x="1949" y="296"/>
                  <a:pt x="1949" y="292"/>
                </a:cubicBezTo>
                <a:close/>
                <a:moveTo>
                  <a:pt x="1975" y="292"/>
                </a:moveTo>
                <a:cubicBezTo>
                  <a:pt x="1975" y="287"/>
                  <a:pt x="1971" y="283"/>
                  <a:pt x="1966" y="283"/>
                </a:cubicBezTo>
                <a:cubicBezTo>
                  <a:pt x="1961" y="283"/>
                  <a:pt x="1957" y="287"/>
                  <a:pt x="1957" y="292"/>
                </a:cubicBezTo>
                <a:cubicBezTo>
                  <a:pt x="1957" y="296"/>
                  <a:pt x="1961" y="300"/>
                  <a:pt x="1966" y="300"/>
                </a:cubicBezTo>
                <a:cubicBezTo>
                  <a:pt x="1971" y="300"/>
                  <a:pt x="1975" y="296"/>
                  <a:pt x="1975" y="292"/>
                </a:cubicBezTo>
                <a:close/>
                <a:moveTo>
                  <a:pt x="2000" y="292"/>
                </a:moveTo>
                <a:cubicBezTo>
                  <a:pt x="2000" y="287"/>
                  <a:pt x="1997" y="283"/>
                  <a:pt x="1992" y="283"/>
                </a:cubicBezTo>
                <a:cubicBezTo>
                  <a:pt x="1987" y="283"/>
                  <a:pt x="1983" y="287"/>
                  <a:pt x="1983" y="292"/>
                </a:cubicBezTo>
                <a:cubicBezTo>
                  <a:pt x="1983" y="296"/>
                  <a:pt x="1987" y="300"/>
                  <a:pt x="1992" y="300"/>
                </a:cubicBezTo>
                <a:cubicBezTo>
                  <a:pt x="1997" y="300"/>
                  <a:pt x="2000" y="296"/>
                  <a:pt x="2000" y="292"/>
                </a:cubicBezTo>
                <a:close/>
                <a:moveTo>
                  <a:pt x="2026" y="292"/>
                </a:moveTo>
                <a:cubicBezTo>
                  <a:pt x="2026" y="287"/>
                  <a:pt x="2022" y="283"/>
                  <a:pt x="2018" y="283"/>
                </a:cubicBezTo>
                <a:cubicBezTo>
                  <a:pt x="2013" y="283"/>
                  <a:pt x="2009" y="287"/>
                  <a:pt x="2009" y="292"/>
                </a:cubicBezTo>
                <a:cubicBezTo>
                  <a:pt x="2009" y="296"/>
                  <a:pt x="2013" y="300"/>
                  <a:pt x="2018" y="300"/>
                </a:cubicBezTo>
                <a:cubicBezTo>
                  <a:pt x="2022" y="300"/>
                  <a:pt x="2026" y="296"/>
                  <a:pt x="2026" y="292"/>
                </a:cubicBezTo>
                <a:close/>
                <a:moveTo>
                  <a:pt x="2052" y="292"/>
                </a:moveTo>
                <a:cubicBezTo>
                  <a:pt x="2052" y="287"/>
                  <a:pt x="2048" y="283"/>
                  <a:pt x="2043" y="283"/>
                </a:cubicBezTo>
                <a:cubicBezTo>
                  <a:pt x="2039" y="283"/>
                  <a:pt x="2035" y="287"/>
                  <a:pt x="2035" y="292"/>
                </a:cubicBezTo>
                <a:cubicBezTo>
                  <a:pt x="2035" y="296"/>
                  <a:pt x="2039" y="300"/>
                  <a:pt x="2043" y="300"/>
                </a:cubicBezTo>
                <a:cubicBezTo>
                  <a:pt x="2048" y="300"/>
                  <a:pt x="2052" y="296"/>
                  <a:pt x="2052" y="292"/>
                </a:cubicBezTo>
                <a:close/>
                <a:moveTo>
                  <a:pt x="2078" y="292"/>
                </a:moveTo>
                <a:cubicBezTo>
                  <a:pt x="2078" y="287"/>
                  <a:pt x="2074" y="283"/>
                  <a:pt x="2069" y="283"/>
                </a:cubicBezTo>
                <a:cubicBezTo>
                  <a:pt x="2064" y="283"/>
                  <a:pt x="2061" y="287"/>
                  <a:pt x="2061" y="292"/>
                </a:cubicBezTo>
                <a:cubicBezTo>
                  <a:pt x="2061" y="296"/>
                  <a:pt x="2064" y="300"/>
                  <a:pt x="2069" y="300"/>
                </a:cubicBezTo>
                <a:cubicBezTo>
                  <a:pt x="2074" y="300"/>
                  <a:pt x="2078" y="296"/>
                  <a:pt x="2078" y="292"/>
                </a:cubicBezTo>
                <a:close/>
                <a:moveTo>
                  <a:pt x="2103" y="292"/>
                </a:moveTo>
                <a:cubicBezTo>
                  <a:pt x="2103" y="287"/>
                  <a:pt x="2100" y="283"/>
                  <a:pt x="2095" y="283"/>
                </a:cubicBezTo>
                <a:cubicBezTo>
                  <a:pt x="2090" y="283"/>
                  <a:pt x="2086" y="287"/>
                  <a:pt x="2086" y="292"/>
                </a:cubicBezTo>
                <a:cubicBezTo>
                  <a:pt x="2086" y="296"/>
                  <a:pt x="2090" y="300"/>
                  <a:pt x="2095" y="300"/>
                </a:cubicBezTo>
                <a:cubicBezTo>
                  <a:pt x="2100" y="300"/>
                  <a:pt x="2103" y="296"/>
                  <a:pt x="2103" y="292"/>
                </a:cubicBezTo>
                <a:close/>
                <a:moveTo>
                  <a:pt x="2129" y="292"/>
                </a:moveTo>
                <a:cubicBezTo>
                  <a:pt x="2129" y="287"/>
                  <a:pt x="2125" y="283"/>
                  <a:pt x="2121" y="283"/>
                </a:cubicBezTo>
                <a:cubicBezTo>
                  <a:pt x="2116" y="283"/>
                  <a:pt x="2112" y="287"/>
                  <a:pt x="2112" y="292"/>
                </a:cubicBezTo>
                <a:cubicBezTo>
                  <a:pt x="2112" y="296"/>
                  <a:pt x="2116" y="300"/>
                  <a:pt x="2121" y="300"/>
                </a:cubicBezTo>
                <a:cubicBezTo>
                  <a:pt x="2125" y="300"/>
                  <a:pt x="2129" y="296"/>
                  <a:pt x="2129" y="292"/>
                </a:cubicBezTo>
                <a:close/>
                <a:moveTo>
                  <a:pt x="2155" y="292"/>
                </a:moveTo>
                <a:cubicBezTo>
                  <a:pt x="2155" y="287"/>
                  <a:pt x="2151" y="283"/>
                  <a:pt x="2146" y="283"/>
                </a:cubicBezTo>
                <a:cubicBezTo>
                  <a:pt x="2142" y="283"/>
                  <a:pt x="2138" y="287"/>
                  <a:pt x="2138" y="292"/>
                </a:cubicBezTo>
                <a:cubicBezTo>
                  <a:pt x="2138" y="296"/>
                  <a:pt x="2142" y="300"/>
                  <a:pt x="2146" y="300"/>
                </a:cubicBezTo>
                <a:cubicBezTo>
                  <a:pt x="2151" y="300"/>
                  <a:pt x="2155" y="296"/>
                  <a:pt x="2155" y="292"/>
                </a:cubicBezTo>
                <a:close/>
                <a:moveTo>
                  <a:pt x="2181" y="292"/>
                </a:moveTo>
                <a:cubicBezTo>
                  <a:pt x="2181" y="287"/>
                  <a:pt x="2177" y="283"/>
                  <a:pt x="2172" y="283"/>
                </a:cubicBezTo>
                <a:cubicBezTo>
                  <a:pt x="2167" y="283"/>
                  <a:pt x="2164" y="287"/>
                  <a:pt x="2164" y="292"/>
                </a:cubicBezTo>
                <a:cubicBezTo>
                  <a:pt x="2164" y="296"/>
                  <a:pt x="2167" y="300"/>
                  <a:pt x="2172" y="300"/>
                </a:cubicBezTo>
                <a:cubicBezTo>
                  <a:pt x="2177" y="300"/>
                  <a:pt x="2181" y="296"/>
                  <a:pt x="2181" y="292"/>
                </a:cubicBezTo>
                <a:close/>
                <a:moveTo>
                  <a:pt x="2207" y="292"/>
                </a:moveTo>
                <a:cubicBezTo>
                  <a:pt x="2207" y="287"/>
                  <a:pt x="2203" y="283"/>
                  <a:pt x="2198" y="283"/>
                </a:cubicBezTo>
                <a:cubicBezTo>
                  <a:pt x="2193" y="283"/>
                  <a:pt x="2189" y="287"/>
                  <a:pt x="2189" y="292"/>
                </a:cubicBezTo>
                <a:cubicBezTo>
                  <a:pt x="2189" y="296"/>
                  <a:pt x="2193" y="300"/>
                  <a:pt x="2198" y="300"/>
                </a:cubicBezTo>
                <a:cubicBezTo>
                  <a:pt x="2203" y="300"/>
                  <a:pt x="2207" y="296"/>
                  <a:pt x="2207" y="292"/>
                </a:cubicBezTo>
                <a:close/>
                <a:moveTo>
                  <a:pt x="2232" y="292"/>
                </a:moveTo>
                <a:cubicBezTo>
                  <a:pt x="2232" y="287"/>
                  <a:pt x="2228" y="283"/>
                  <a:pt x="2224" y="283"/>
                </a:cubicBezTo>
                <a:cubicBezTo>
                  <a:pt x="2219" y="283"/>
                  <a:pt x="2215" y="287"/>
                  <a:pt x="2215" y="292"/>
                </a:cubicBezTo>
                <a:cubicBezTo>
                  <a:pt x="2215" y="296"/>
                  <a:pt x="2219" y="300"/>
                  <a:pt x="2224" y="300"/>
                </a:cubicBezTo>
                <a:cubicBezTo>
                  <a:pt x="2228" y="300"/>
                  <a:pt x="2232" y="296"/>
                  <a:pt x="2232" y="292"/>
                </a:cubicBezTo>
                <a:close/>
                <a:moveTo>
                  <a:pt x="2258" y="292"/>
                </a:moveTo>
                <a:cubicBezTo>
                  <a:pt x="2258" y="287"/>
                  <a:pt x="2254" y="283"/>
                  <a:pt x="2249" y="283"/>
                </a:cubicBezTo>
                <a:cubicBezTo>
                  <a:pt x="2245" y="283"/>
                  <a:pt x="2241" y="287"/>
                  <a:pt x="2241" y="292"/>
                </a:cubicBezTo>
                <a:cubicBezTo>
                  <a:pt x="2241" y="296"/>
                  <a:pt x="2245" y="300"/>
                  <a:pt x="2249" y="300"/>
                </a:cubicBezTo>
                <a:cubicBezTo>
                  <a:pt x="2254" y="300"/>
                  <a:pt x="2258" y="296"/>
                  <a:pt x="2258" y="292"/>
                </a:cubicBezTo>
                <a:close/>
                <a:moveTo>
                  <a:pt x="2310" y="292"/>
                </a:moveTo>
                <a:cubicBezTo>
                  <a:pt x="2310" y="287"/>
                  <a:pt x="2306" y="283"/>
                  <a:pt x="2301" y="283"/>
                </a:cubicBezTo>
                <a:cubicBezTo>
                  <a:pt x="2296" y="283"/>
                  <a:pt x="2292" y="287"/>
                  <a:pt x="2292" y="292"/>
                </a:cubicBezTo>
                <a:cubicBezTo>
                  <a:pt x="2292" y="296"/>
                  <a:pt x="2296" y="300"/>
                  <a:pt x="2301" y="300"/>
                </a:cubicBezTo>
                <a:cubicBezTo>
                  <a:pt x="2306" y="300"/>
                  <a:pt x="2310" y="296"/>
                  <a:pt x="2310" y="292"/>
                </a:cubicBezTo>
                <a:close/>
                <a:moveTo>
                  <a:pt x="2335" y="292"/>
                </a:moveTo>
                <a:cubicBezTo>
                  <a:pt x="2335" y="287"/>
                  <a:pt x="2331" y="283"/>
                  <a:pt x="2327" y="283"/>
                </a:cubicBezTo>
                <a:cubicBezTo>
                  <a:pt x="2322" y="283"/>
                  <a:pt x="2318" y="287"/>
                  <a:pt x="2318" y="292"/>
                </a:cubicBezTo>
                <a:cubicBezTo>
                  <a:pt x="2318" y="296"/>
                  <a:pt x="2322" y="300"/>
                  <a:pt x="2327" y="300"/>
                </a:cubicBezTo>
                <a:cubicBezTo>
                  <a:pt x="2331" y="300"/>
                  <a:pt x="2335" y="296"/>
                  <a:pt x="2335" y="292"/>
                </a:cubicBezTo>
                <a:close/>
                <a:moveTo>
                  <a:pt x="2361" y="292"/>
                </a:moveTo>
                <a:cubicBezTo>
                  <a:pt x="2361" y="287"/>
                  <a:pt x="2357" y="283"/>
                  <a:pt x="2352" y="283"/>
                </a:cubicBezTo>
                <a:cubicBezTo>
                  <a:pt x="2348" y="283"/>
                  <a:pt x="2344" y="287"/>
                  <a:pt x="2344" y="292"/>
                </a:cubicBezTo>
                <a:cubicBezTo>
                  <a:pt x="2344" y="296"/>
                  <a:pt x="2348" y="300"/>
                  <a:pt x="2352" y="300"/>
                </a:cubicBezTo>
                <a:cubicBezTo>
                  <a:pt x="2357" y="300"/>
                  <a:pt x="2361" y="296"/>
                  <a:pt x="2361" y="292"/>
                </a:cubicBezTo>
                <a:close/>
                <a:moveTo>
                  <a:pt x="2387" y="292"/>
                </a:moveTo>
                <a:cubicBezTo>
                  <a:pt x="2387" y="287"/>
                  <a:pt x="2383" y="283"/>
                  <a:pt x="2378" y="283"/>
                </a:cubicBezTo>
                <a:cubicBezTo>
                  <a:pt x="2373" y="283"/>
                  <a:pt x="2370" y="287"/>
                  <a:pt x="2370" y="292"/>
                </a:cubicBezTo>
                <a:cubicBezTo>
                  <a:pt x="2370" y="296"/>
                  <a:pt x="2373" y="300"/>
                  <a:pt x="2378" y="300"/>
                </a:cubicBezTo>
                <a:cubicBezTo>
                  <a:pt x="2383" y="300"/>
                  <a:pt x="2387" y="296"/>
                  <a:pt x="2387" y="292"/>
                </a:cubicBezTo>
                <a:close/>
                <a:moveTo>
                  <a:pt x="2413" y="292"/>
                </a:moveTo>
                <a:cubicBezTo>
                  <a:pt x="2413" y="287"/>
                  <a:pt x="2409" y="283"/>
                  <a:pt x="2404" y="283"/>
                </a:cubicBezTo>
                <a:cubicBezTo>
                  <a:pt x="2399" y="283"/>
                  <a:pt x="2395" y="287"/>
                  <a:pt x="2395" y="292"/>
                </a:cubicBezTo>
                <a:cubicBezTo>
                  <a:pt x="2395" y="296"/>
                  <a:pt x="2399" y="300"/>
                  <a:pt x="2404" y="300"/>
                </a:cubicBezTo>
                <a:cubicBezTo>
                  <a:pt x="2409" y="300"/>
                  <a:pt x="2413" y="296"/>
                  <a:pt x="2413" y="292"/>
                </a:cubicBezTo>
                <a:close/>
                <a:moveTo>
                  <a:pt x="2438" y="292"/>
                </a:moveTo>
                <a:cubicBezTo>
                  <a:pt x="2438" y="287"/>
                  <a:pt x="2434" y="283"/>
                  <a:pt x="2430" y="283"/>
                </a:cubicBezTo>
                <a:cubicBezTo>
                  <a:pt x="2425" y="283"/>
                  <a:pt x="2421" y="287"/>
                  <a:pt x="2421" y="292"/>
                </a:cubicBezTo>
                <a:cubicBezTo>
                  <a:pt x="2421" y="296"/>
                  <a:pt x="2425" y="300"/>
                  <a:pt x="2430" y="300"/>
                </a:cubicBezTo>
                <a:cubicBezTo>
                  <a:pt x="2434" y="300"/>
                  <a:pt x="2438" y="296"/>
                  <a:pt x="2438" y="292"/>
                </a:cubicBezTo>
                <a:close/>
                <a:moveTo>
                  <a:pt x="2464" y="292"/>
                </a:moveTo>
                <a:cubicBezTo>
                  <a:pt x="2464" y="287"/>
                  <a:pt x="2460" y="283"/>
                  <a:pt x="2456" y="283"/>
                </a:cubicBezTo>
                <a:cubicBezTo>
                  <a:pt x="2451" y="283"/>
                  <a:pt x="2447" y="287"/>
                  <a:pt x="2447" y="292"/>
                </a:cubicBezTo>
                <a:cubicBezTo>
                  <a:pt x="2447" y="296"/>
                  <a:pt x="2451" y="300"/>
                  <a:pt x="2456" y="300"/>
                </a:cubicBezTo>
                <a:cubicBezTo>
                  <a:pt x="2460" y="300"/>
                  <a:pt x="2464" y="296"/>
                  <a:pt x="2464" y="292"/>
                </a:cubicBezTo>
                <a:close/>
                <a:moveTo>
                  <a:pt x="2490" y="292"/>
                </a:moveTo>
                <a:cubicBezTo>
                  <a:pt x="2490" y="287"/>
                  <a:pt x="2486" y="283"/>
                  <a:pt x="2481" y="283"/>
                </a:cubicBezTo>
                <a:cubicBezTo>
                  <a:pt x="2477" y="283"/>
                  <a:pt x="2473" y="287"/>
                  <a:pt x="2473" y="292"/>
                </a:cubicBezTo>
                <a:cubicBezTo>
                  <a:pt x="2473" y="296"/>
                  <a:pt x="2477" y="300"/>
                  <a:pt x="2481" y="300"/>
                </a:cubicBezTo>
                <a:cubicBezTo>
                  <a:pt x="2486" y="300"/>
                  <a:pt x="2490" y="296"/>
                  <a:pt x="2490" y="292"/>
                </a:cubicBezTo>
                <a:close/>
                <a:moveTo>
                  <a:pt x="2516" y="292"/>
                </a:moveTo>
                <a:cubicBezTo>
                  <a:pt x="2516" y="287"/>
                  <a:pt x="2512" y="283"/>
                  <a:pt x="2507" y="283"/>
                </a:cubicBezTo>
                <a:cubicBezTo>
                  <a:pt x="2502" y="283"/>
                  <a:pt x="2498" y="287"/>
                  <a:pt x="2498" y="292"/>
                </a:cubicBezTo>
                <a:cubicBezTo>
                  <a:pt x="2498" y="296"/>
                  <a:pt x="2502" y="300"/>
                  <a:pt x="2507" y="300"/>
                </a:cubicBezTo>
                <a:cubicBezTo>
                  <a:pt x="2512" y="300"/>
                  <a:pt x="2516" y="296"/>
                  <a:pt x="2516" y="292"/>
                </a:cubicBezTo>
                <a:close/>
                <a:moveTo>
                  <a:pt x="2541" y="292"/>
                </a:moveTo>
                <a:cubicBezTo>
                  <a:pt x="2541" y="287"/>
                  <a:pt x="2538" y="283"/>
                  <a:pt x="2533" y="283"/>
                </a:cubicBezTo>
                <a:cubicBezTo>
                  <a:pt x="2528" y="283"/>
                  <a:pt x="2524" y="287"/>
                  <a:pt x="2524" y="292"/>
                </a:cubicBezTo>
                <a:cubicBezTo>
                  <a:pt x="2524" y="296"/>
                  <a:pt x="2528" y="300"/>
                  <a:pt x="2533" y="300"/>
                </a:cubicBezTo>
                <a:cubicBezTo>
                  <a:pt x="2538" y="300"/>
                  <a:pt x="2541" y="296"/>
                  <a:pt x="2541" y="292"/>
                </a:cubicBezTo>
                <a:close/>
                <a:moveTo>
                  <a:pt x="2567" y="292"/>
                </a:moveTo>
                <a:cubicBezTo>
                  <a:pt x="2567" y="287"/>
                  <a:pt x="2563" y="283"/>
                  <a:pt x="2559" y="283"/>
                </a:cubicBezTo>
                <a:cubicBezTo>
                  <a:pt x="2554" y="283"/>
                  <a:pt x="2550" y="287"/>
                  <a:pt x="2550" y="292"/>
                </a:cubicBezTo>
                <a:cubicBezTo>
                  <a:pt x="2550" y="296"/>
                  <a:pt x="2554" y="300"/>
                  <a:pt x="2559" y="300"/>
                </a:cubicBezTo>
                <a:cubicBezTo>
                  <a:pt x="2563" y="300"/>
                  <a:pt x="2567" y="296"/>
                  <a:pt x="2567" y="292"/>
                </a:cubicBezTo>
                <a:close/>
                <a:moveTo>
                  <a:pt x="2593" y="292"/>
                </a:moveTo>
                <a:cubicBezTo>
                  <a:pt x="2593" y="287"/>
                  <a:pt x="2589" y="283"/>
                  <a:pt x="2584" y="283"/>
                </a:cubicBezTo>
                <a:cubicBezTo>
                  <a:pt x="2580" y="283"/>
                  <a:pt x="2576" y="287"/>
                  <a:pt x="2576" y="292"/>
                </a:cubicBezTo>
                <a:cubicBezTo>
                  <a:pt x="2576" y="296"/>
                  <a:pt x="2580" y="300"/>
                  <a:pt x="2584" y="300"/>
                </a:cubicBezTo>
                <a:cubicBezTo>
                  <a:pt x="2589" y="300"/>
                  <a:pt x="2593" y="296"/>
                  <a:pt x="2593" y="292"/>
                </a:cubicBezTo>
                <a:close/>
                <a:moveTo>
                  <a:pt x="2619" y="292"/>
                </a:moveTo>
                <a:cubicBezTo>
                  <a:pt x="2619" y="287"/>
                  <a:pt x="2615" y="283"/>
                  <a:pt x="2610" y="283"/>
                </a:cubicBezTo>
                <a:cubicBezTo>
                  <a:pt x="2605" y="283"/>
                  <a:pt x="2601" y="287"/>
                  <a:pt x="2601" y="292"/>
                </a:cubicBezTo>
                <a:cubicBezTo>
                  <a:pt x="2601" y="296"/>
                  <a:pt x="2605" y="300"/>
                  <a:pt x="2610" y="300"/>
                </a:cubicBezTo>
                <a:cubicBezTo>
                  <a:pt x="2615" y="300"/>
                  <a:pt x="2619" y="296"/>
                  <a:pt x="2619" y="292"/>
                </a:cubicBezTo>
                <a:close/>
                <a:moveTo>
                  <a:pt x="2644" y="292"/>
                </a:moveTo>
                <a:cubicBezTo>
                  <a:pt x="2644" y="287"/>
                  <a:pt x="2641" y="283"/>
                  <a:pt x="2636" y="283"/>
                </a:cubicBezTo>
                <a:cubicBezTo>
                  <a:pt x="2631" y="283"/>
                  <a:pt x="2627" y="287"/>
                  <a:pt x="2627" y="292"/>
                </a:cubicBezTo>
                <a:cubicBezTo>
                  <a:pt x="2627" y="296"/>
                  <a:pt x="2631" y="300"/>
                  <a:pt x="2636" y="300"/>
                </a:cubicBezTo>
                <a:cubicBezTo>
                  <a:pt x="2641" y="300"/>
                  <a:pt x="2644" y="296"/>
                  <a:pt x="2644" y="292"/>
                </a:cubicBezTo>
                <a:close/>
                <a:moveTo>
                  <a:pt x="69" y="317"/>
                </a:moveTo>
                <a:cubicBezTo>
                  <a:pt x="69" y="313"/>
                  <a:pt x="65" y="309"/>
                  <a:pt x="60" y="309"/>
                </a:cubicBezTo>
                <a:cubicBezTo>
                  <a:pt x="55" y="309"/>
                  <a:pt x="51" y="313"/>
                  <a:pt x="51" y="317"/>
                </a:cubicBezTo>
                <a:cubicBezTo>
                  <a:pt x="51" y="322"/>
                  <a:pt x="55" y="326"/>
                  <a:pt x="60" y="326"/>
                </a:cubicBezTo>
                <a:cubicBezTo>
                  <a:pt x="65" y="326"/>
                  <a:pt x="69" y="322"/>
                  <a:pt x="69" y="317"/>
                </a:cubicBezTo>
                <a:close/>
                <a:moveTo>
                  <a:pt x="94" y="317"/>
                </a:moveTo>
                <a:cubicBezTo>
                  <a:pt x="94" y="313"/>
                  <a:pt x="90" y="309"/>
                  <a:pt x="86" y="309"/>
                </a:cubicBezTo>
                <a:cubicBezTo>
                  <a:pt x="81" y="309"/>
                  <a:pt x="77" y="313"/>
                  <a:pt x="77" y="317"/>
                </a:cubicBezTo>
                <a:cubicBezTo>
                  <a:pt x="77" y="322"/>
                  <a:pt x="81" y="326"/>
                  <a:pt x="86" y="326"/>
                </a:cubicBezTo>
                <a:cubicBezTo>
                  <a:pt x="90" y="326"/>
                  <a:pt x="94" y="322"/>
                  <a:pt x="94" y="317"/>
                </a:cubicBezTo>
                <a:close/>
                <a:moveTo>
                  <a:pt x="326" y="317"/>
                </a:moveTo>
                <a:cubicBezTo>
                  <a:pt x="326" y="313"/>
                  <a:pt x="322" y="309"/>
                  <a:pt x="318" y="309"/>
                </a:cubicBezTo>
                <a:cubicBezTo>
                  <a:pt x="313" y="309"/>
                  <a:pt x="309" y="313"/>
                  <a:pt x="309" y="317"/>
                </a:cubicBezTo>
                <a:cubicBezTo>
                  <a:pt x="309" y="322"/>
                  <a:pt x="313" y="326"/>
                  <a:pt x="318" y="326"/>
                </a:cubicBezTo>
                <a:cubicBezTo>
                  <a:pt x="322" y="326"/>
                  <a:pt x="326" y="322"/>
                  <a:pt x="326" y="317"/>
                </a:cubicBezTo>
                <a:close/>
                <a:moveTo>
                  <a:pt x="841" y="317"/>
                </a:moveTo>
                <a:cubicBezTo>
                  <a:pt x="841" y="313"/>
                  <a:pt x="837" y="309"/>
                  <a:pt x="833" y="309"/>
                </a:cubicBezTo>
                <a:cubicBezTo>
                  <a:pt x="828" y="309"/>
                  <a:pt x="824" y="313"/>
                  <a:pt x="824" y="317"/>
                </a:cubicBezTo>
                <a:cubicBezTo>
                  <a:pt x="824" y="322"/>
                  <a:pt x="828" y="326"/>
                  <a:pt x="833" y="326"/>
                </a:cubicBezTo>
                <a:cubicBezTo>
                  <a:pt x="837" y="326"/>
                  <a:pt x="841" y="322"/>
                  <a:pt x="841" y="317"/>
                </a:cubicBezTo>
                <a:close/>
                <a:moveTo>
                  <a:pt x="867" y="317"/>
                </a:moveTo>
                <a:cubicBezTo>
                  <a:pt x="867" y="313"/>
                  <a:pt x="863" y="309"/>
                  <a:pt x="858" y="309"/>
                </a:cubicBezTo>
                <a:cubicBezTo>
                  <a:pt x="854" y="309"/>
                  <a:pt x="850" y="313"/>
                  <a:pt x="850" y="317"/>
                </a:cubicBezTo>
                <a:cubicBezTo>
                  <a:pt x="850" y="322"/>
                  <a:pt x="854" y="326"/>
                  <a:pt x="858" y="326"/>
                </a:cubicBezTo>
                <a:cubicBezTo>
                  <a:pt x="863" y="326"/>
                  <a:pt x="867" y="322"/>
                  <a:pt x="867" y="317"/>
                </a:cubicBezTo>
                <a:close/>
                <a:moveTo>
                  <a:pt x="893" y="317"/>
                </a:moveTo>
                <a:cubicBezTo>
                  <a:pt x="893" y="313"/>
                  <a:pt x="889" y="309"/>
                  <a:pt x="884" y="309"/>
                </a:cubicBezTo>
                <a:cubicBezTo>
                  <a:pt x="879" y="309"/>
                  <a:pt x="876" y="313"/>
                  <a:pt x="876" y="317"/>
                </a:cubicBezTo>
                <a:cubicBezTo>
                  <a:pt x="876" y="322"/>
                  <a:pt x="879" y="326"/>
                  <a:pt x="884" y="326"/>
                </a:cubicBezTo>
                <a:cubicBezTo>
                  <a:pt x="889" y="326"/>
                  <a:pt x="893" y="322"/>
                  <a:pt x="893" y="317"/>
                </a:cubicBezTo>
                <a:close/>
                <a:moveTo>
                  <a:pt x="919" y="317"/>
                </a:moveTo>
                <a:cubicBezTo>
                  <a:pt x="919" y="313"/>
                  <a:pt x="915" y="309"/>
                  <a:pt x="910" y="309"/>
                </a:cubicBezTo>
                <a:cubicBezTo>
                  <a:pt x="905" y="309"/>
                  <a:pt x="901" y="313"/>
                  <a:pt x="901" y="317"/>
                </a:cubicBezTo>
                <a:cubicBezTo>
                  <a:pt x="901" y="322"/>
                  <a:pt x="905" y="326"/>
                  <a:pt x="910" y="326"/>
                </a:cubicBezTo>
                <a:cubicBezTo>
                  <a:pt x="915" y="326"/>
                  <a:pt x="919" y="322"/>
                  <a:pt x="919" y="317"/>
                </a:cubicBezTo>
                <a:close/>
                <a:moveTo>
                  <a:pt x="944" y="317"/>
                </a:moveTo>
                <a:cubicBezTo>
                  <a:pt x="944" y="313"/>
                  <a:pt x="940" y="309"/>
                  <a:pt x="936" y="309"/>
                </a:cubicBezTo>
                <a:cubicBezTo>
                  <a:pt x="931" y="309"/>
                  <a:pt x="927" y="313"/>
                  <a:pt x="927" y="317"/>
                </a:cubicBezTo>
                <a:cubicBezTo>
                  <a:pt x="927" y="322"/>
                  <a:pt x="931" y="326"/>
                  <a:pt x="936" y="326"/>
                </a:cubicBezTo>
                <a:cubicBezTo>
                  <a:pt x="940" y="326"/>
                  <a:pt x="944" y="322"/>
                  <a:pt x="944" y="317"/>
                </a:cubicBezTo>
                <a:close/>
                <a:moveTo>
                  <a:pt x="970" y="317"/>
                </a:moveTo>
                <a:cubicBezTo>
                  <a:pt x="970" y="313"/>
                  <a:pt x="966" y="309"/>
                  <a:pt x="961" y="309"/>
                </a:cubicBezTo>
                <a:cubicBezTo>
                  <a:pt x="957" y="309"/>
                  <a:pt x="953" y="313"/>
                  <a:pt x="953" y="317"/>
                </a:cubicBezTo>
                <a:cubicBezTo>
                  <a:pt x="953" y="322"/>
                  <a:pt x="957" y="326"/>
                  <a:pt x="961" y="326"/>
                </a:cubicBezTo>
                <a:cubicBezTo>
                  <a:pt x="966" y="326"/>
                  <a:pt x="970" y="322"/>
                  <a:pt x="970" y="317"/>
                </a:cubicBezTo>
                <a:close/>
                <a:moveTo>
                  <a:pt x="996" y="317"/>
                </a:moveTo>
                <a:cubicBezTo>
                  <a:pt x="996" y="313"/>
                  <a:pt x="992" y="309"/>
                  <a:pt x="987" y="309"/>
                </a:cubicBezTo>
                <a:cubicBezTo>
                  <a:pt x="983" y="309"/>
                  <a:pt x="979" y="313"/>
                  <a:pt x="979" y="317"/>
                </a:cubicBezTo>
                <a:cubicBezTo>
                  <a:pt x="979" y="322"/>
                  <a:pt x="983" y="326"/>
                  <a:pt x="987" y="326"/>
                </a:cubicBezTo>
                <a:cubicBezTo>
                  <a:pt x="992" y="326"/>
                  <a:pt x="996" y="322"/>
                  <a:pt x="996" y="317"/>
                </a:cubicBezTo>
                <a:close/>
                <a:moveTo>
                  <a:pt x="1022" y="317"/>
                </a:moveTo>
                <a:cubicBezTo>
                  <a:pt x="1022" y="313"/>
                  <a:pt x="1018" y="309"/>
                  <a:pt x="1013" y="309"/>
                </a:cubicBezTo>
                <a:cubicBezTo>
                  <a:pt x="1008" y="309"/>
                  <a:pt x="1004" y="313"/>
                  <a:pt x="1004" y="317"/>
                </a:cubicBezTo>
                <a:cubicBezTo>
                  <a:pt x="1004" y="322"/>
                  <a:pt x="1008" y="326"/>
                  <a:pt x="1013" y="326"/>
                </a:cubicBezTo>
                <a:cubicBezTo>
                  <a:pt x="1018" y="326"/>
                  <a:pt x="1022" y="322"/>
                  <a:pt x="1022" y="317"/>
                </a:cubicBezTo>
                <a:close/>
                <a:moveTo>
                  <a:pt x="1408" y="317"/>
                </a:moveTo>
                <a:cubicBezTo>
                  <a:pt x="1408" y="313"/>
                  <a:pt x="1404" y="309"/>
                  <a:pt x="1399" y="309"/>
                </a:cubicBezTo>
                <a:cubicBezTo>
                  <a:pt x="1395" y="309"/>
                  <a:pt x="1391" y="313"/>
                  <a:pt x="1391" y="317"/>
                </a:cubicBezTo>
                <a:cubicBezTo>
                  <a:pt x="1391" y="322"/>
                  <a:pt x="1395" y="326"/>
                  <a:pt x="1399" y="326"/>
                </a:cubicBezTo>
                <a:cubicBezTo>
                  <a:pt x="1404" y="326"/>
                  <a:pt x="1408" y="322"/>
                  <a:pt x="1408" y="317"/>
                </a:cubicBezTo>
                <a:close/>
                <a:moveTo>
                  <a:pt x="1434" y="317"/>
                </a:moveTo>
                <a:cubicBezTo>
                  <a:pt x="1434" y="313"/>
                  <a:pt x="1430" y="309"/>
                  <a:pt x="1425" y="309"/>
                </a:cubicBezTo>
                <a:cubicBezTo>
                  <a:pt x="1420" y="309"/>
                  <a:pt x="1417" y="313"/>
                  <a:pt x="1417" y="317"/>
                </a:cubicBezTo>
                <a:cubicBezTo>
                  <a:pt x="1417" y="322"/>
                  <a:pt x="1420" y="326"/>
                  <a:pt x="1425" y="326"/>
                </a:cubicBezTo>
                <a:cubicBezTo>
                  <a:pt x="1430" y="326"/>
                  <a:pt x="1434" y="322"/>
                  <a:pt x="1434" y="317"/>
                </a:cubicBezTo>
                <a:close/>
                <a:moveTo>
                  <a:pt x="1459" y="317"/>
                </a:moveTo>
                <a:cubicBezTo>
                  <a:pt x="1459" y="313"/>
                  <a:pt x="1456" y="309"/>
                  <a:pt x="1451" y="309"/>
                </a:cubicBezTo>
                <a:cubicBezTo>
                  <a:pt x="1446" y="309"/>
                  <a:pt x="1442" y="313"/>
                  <a:pt x="1442" y="317"/>
                </a:cubicBezTo>
                <a:cubicBezTo>
                  <a:pt x="1442" y="322"/>
                  <a:pt x="1446" y="326"/>
                  <a:pt x="1451" y="326"/>
                </a:cubicBezTo>
                <a:cubicBezTo>
                  <a:pt x="1456" y="326"/>
                  <a:pt x="1459" y="322"/>
                  <a:pt x="1459" y="317"/>
                </a:cubicBezTo>
                <a:close/>
                <a:moveTo>
                  <a:pt x="1511" y="317"/>
                </a:moveTo>
                <a:cubicBezTo>
                  <a:pt x="1511" y="313"/>
                  <a:pt x="1507" y="309"/>
                  <a:pt x="1502" y="309"/>
                </a:cubicBezTo>
                <a:cubicBezTo>
                  <a:pt x="1498" y="309"/>
                  <a:pt x="1494" y="313"/>
                  <a:pt x="1494" y="317"/>
                </a:cubicBezTo>
                <a:cubicBezTo>
                  <a:pt x="1494" y="322"/>
                  <a:pt x="1498" y="326"/>
                  <a:pt x="1502" y="326"/>
                </a:cubicBezTo>
                <a:cubicBezTo>
                  <a:pt x="1507" y="326"/>
                  <a:pt x="1511" y="322"/>
                  <a:pt x="1511" y="317"/>
                </a:cubicBezTo>
                <a:close/>
                <a:moveTo>
                  <a:pt x="1743" y="317"/>
                </a:moveTo>
                <a:cubicBezTo>
                  <a:pt x="1743" y="313"/>
                  <a:pt x="1739" y="309"/>
                  <a:pt x="1734" y="309"/>
                </a:cubicBezTo>
                <a:cubicBezTo>
                  <a:pt x="1730" y="309"/>
                  <a:pt x="1726" y="313"/>
                  <a:pt x="1726" y="317"/>
                </a:cubicBezTo>
                <a:cubicBezTo>
                  <a:pt x="1726" y="322"/>
                  <a:pt x="1730" y="326"/>
                  <a:pt x="1734" y="326"/>
                </a:cubicBezTo>
                <a:cubicBezTo>
                  <a:pt x="1739" y="326"/>
                  <a:pt x="1743" y="322"/>
                  <a:pt x="1743" y="317"/>
                </a:cubicBezTo>
                <a:close/>
                <a:moveTo>
                  <a:pt x="1769" y="317"/>
                </a:moveTo>
                <a:cubicBezTo>
                  <a:pt x="1769" y="313"/>
                  <a:pt x="1765" y="309"/>
                  <a:pt x="1760" y="309"/>
                </a:cubicBezTo>
                <a:cubicBezTo>
                  <a:pt x="1755" y="309"/>
                  <a:pt x="1751" y="313"/>
                  <a:pt x="1751" y="317"/>
                </a:cubicBezTo>
                <a:cubicBezTo>
                  <a:pt x="1751" y="322"/>
                  <a:pt x="1755" y="326"/>
                  <a:pt x="1760" y="326"/>
                </a:cubicBezTo>
                <a:cubicBezTo>
                  <a:pt x="1765" y="326"/>
                  <a:pt x="1769" y="322"/>
                  <a:pt x="1769" y="317"/>
                </a:cubicBezTo>
                <a:close/>
                <a:moveTo>
                  <a:pt x="1794" y="317"/>
                </a:moveTo>
                <a:cubicBezTo>
                  <a:pt x="1794" y="313"/>
                  <a:pt x="1791" y="309"/>
                  <a:pt x="1786" y="309"/>
                </a:cubicBezTo>
                <a:cubicBezTo>
                  <a:pt x="1781" y="309"/>
                  <a:pt x="1777" y="313"/>
                  <a:pt x="1777" y="317"/>
                </a:cubicBezTo>
                <a:cubicBezTo>
                  <a:pt x="1777" y="322"/>
                  <a:pt x="1781" y="326"/>
                  <a:pt x="1786" y="326"/>
                </a:cubicBezTo>
                <a:cubicBezTo>
                  <a:pt x="1791" y="326"/>
                  <a:pt x="1794" y="322"/>
                  <a:pt x="1794" y="317"/>
                </a:cubicBezTo>
                <a:close/>
                <a:moveTo>
                  <a:pt x="1820" y="317"/>
                </a:moveTo>
                <a:cubicBezTo>
                  <a:pt x="1820" y="313"/>
                  <a:pt x="1816" y="309"/>
                  <a:pt x="1812" y="309"/>
                </a:cubicBezTo>
                <a:cubicBezTo>
                  <a:pt x="1807" y="309"/>
                  <a:pt x="1803" y="313"/>
                  <a:pt x="1803" y="317"/>
                </a:cubicBezTo>
                <a:cubicBezTo>
                  <a:pt x="1803" y="322"/>
                  <a:pt x="1807" y="326"/>
                  <a:pt x="1812" y="326"/>
                </a:cubicBezTo>
                <a:cubicBezTo>
                  <a:pt x="1816" y="326"/>
                  <a:pt x="1820" y="322"/>
                  <a:pt x="1820" y="317"/>
                </a:cubicBezTo>
                <a:close/>
                <a:moveTo>
                  <a:pt x="1846" y="317"/>
                </a:moveTo>
                <a:cubicBezTo>
                  <a:pt x="1846" y="313"/>
                  <a:pt x="1842" y="309"/>
                  <a:pt x="1837" y="309"/>
                </a:cubicBezTo>
                <a:cubicBezTo>
                  <a:pt x="1833" y="309"/>
                  <a:pt x="1829" y="313"/>
                  <a:pt x="1829" y="317"/>
                </a:cubicBezTo>
                <a:cubicBezTo>
                  <a:pt x="1829" y="322"/>
                  <a:pt x="1833" y="326"/>
                  <a:pt x="1837" y="326"/>
                </a:cubicBezTo>
                <a:cubicBezTo>
                  <a:pt x="1842" y="326"/>
                  <a:pt x="1846" y="322"/>
                  <a:pt x="1846" y="317"/>
                </a:cubicBezTo>
                <a:close/>
                <a:moveTo>
                  <a:pt x="1872" y="317"/>
                </a:moveTo>
                <a:cubicBezTo>
                  <a:pt x="1872" y="313"/>
                  <a:pt x="1868" y="309"/>
                  <a:pt x="1863" y="309"/>
                </a:cubicBezTo>
                <a:cubicBezTo>
                  <a:pt x="1858" y="309"/>
                  <a:pt x="1854" y="313"/>
                  <a:pt x="1854" y="317"/>
                </a:cubicBezTo>
                <a:cubicBezTo>
                  <a:pt x="1854" y="322"/>
                  <a:pt x="1858" y="326"/>
                  <a:pt x="1863" y="326"/>
                </a:cubicBezTo>
                <a:cubicBezTo>
                  <a:pt x="1868" y="326"/>
                  <a:pt x="1872" y="322"/>
                  <a:pt x="1872" y="317"/>
                </a:cubicBezTo>
                <a:close/>
                <a:moveTo>
                  <a:pt x="1897" y="317"/>
                </a:moveTo>
                <a:cubicBezTo>
                  <a:pt x="1897" y="313"/>
                  <a:pt x="1894" y="309"/>
                  <a:pt x="1889" y="309"/>
                </a:cubicBezTo>
                <a:cubicBezTo>
                  <a:pt x="1884" y="309"/>
                  <a:pt x="1880" y="313"/>
                  <a:pt x="1880" y="317"/>
                </a:cubicBezTo>
                <a:cubicBezTo>
                  <a:pt x="1880" y="322"/>
                  <a:pt x="1884" y="326"/>
                  <a:pt x="1889" y="326"/>
                </a:cubicBezTo>
                <a:cubicBezTo>
                  <a:pt x="1894" y="326"/>
                  <a:pt x="1897" y="322"/>
                  <a:pt x="1897" y="317"/>
                </a:cubicBezTo>
                <a:close/>
                <a:moveTo>
                  <a:pt x="1923" y="317"/>
                </a:moveTo>
                <a:cubicBezTo>
                  <a:pt x="1923" y="313"/>
                  <a:pt x="1919" y="309"/>
                  <a:pt x="1915" y="309"/>
                </a:cubicBezTo>
                <a:cubicBezTo>
                  <a:pt x="1910" y="309"/>
                  <a:pt x="1906" y="313"/>
                  <a:pt x="1906" y="317"/>
                </a:cubicBezTo>
                <a:cubicBezTo>
                  <a:pt x="1906" y="322"/>
                  <a:pt x="1910" y="326"/>
                  <a:pt x="1915" y="326"/>
                </a:cubicBezTo>
                <a:cubicBezTo>
                  <a:pt x="1919" y="326"/>
                  <a:pt x="1923" y="322"/>
                  <a:pt x="1923" y="317"/>
                </a:cubicBezTo>
                <a:close/>
                <a:moveTo>
                  <a:pt x="1949" y="317"/>
                </a:moveTo>
                <a:cubicBezTo>
                  <a:pt x="1949" y="313"/>
                  <a:pt x="1945" y="309"/>
                  <a:pt x="1940" y="309"/>
                </a:cubicBezTo>
                <a:cubicBezTo>
                  <a:pt x="1936" y="309"/>
                  <a:pt x="1932" y="313"/>
                  <a:pt x="1932" y="317"/>
                </a:cubicBezTo>
                <a:cubicBezTo>
                  <a:pt x="1932" y="322"/>
                  <a:pt x="1936" y="326"/>
                  <a:pt x="1940" y="326"/>
                </a:cubicBezTo>
                <a:cubicBezTo>
                  <a:pt x="1945" y="326"/>
                  <a:pt x="1949" y="322"/>
                  <a:pt x="1949" y="317"/>
                </a:cubicBezTo>
                <a:close/>
                <a:moveTo>
                  <a:pt x="1975" y="317"/>
                </a:moveTo>
                <a:cubicBezTo>
                  <a:pt x="1975" y="313"/>
                  <a:pt x="1971" y="309"/>
                  <a:pt x="1966" y="309"/>
                </a:cubicBezTo>
                <a:cubicBezTo>
                  <a:pt x="1961" y="309"/>
                  <a:pt x="1957" y="313"/>
                  <a:pt x="1957" y="317"/>
                </a:cubicBezTo>
                <a:cubicBezTo>
                  <a:pt x="1957" y="322"/>
                  <a:pt x="1961" y="326"/>
                  <a:pt x="1966" y="326"/>
                </a:cubicBezTo>
                <a:cubicBezTo>
                  <a:pt x="1971" y="326"/>
                  <a:pt x="1975" y="322"/>
                  <a:pt x="1975" y="317"/>
                </a:cubicBezTo>
                <a:close/>
                <a:moveTo>
                  <a:pt x="2000" y="317"/>
                </a:moveTo>
                <a:cubicBezTo>
                  <a:pt x="2000" y="313"/>
                  <a:pt x="1997" y="309"/>
                  <a:pt x="1992" y="309"/>
                </a:cubicBezTo>
                <a:cubicBezTo>
                  <a:pt x="1987" y="309"/>
                  <a:pt x="1983" y="313"/>
                  <a:pt x="1983" y="317"/>
                </a:cubicBezTo>
                <a:cubicBezTo>
                  <a:pt x="1983" y="322"/>
                  <a:pt x="1987" y="326"/>
                  <a:pt x="1992" y="326"/>
                </a:cubicBezTo>
                <a:cubicBezTo>
                  <a:pt x="1997" y="326"/>
                  <a:pt x="2000" y="322"/>
                  <a:pt x="2000" y="317"/>
                </a:cubicBezTo>
                <a:close/>
                <a:moveTo>
                  <a:pt x="2026" y="317"/>
                </a:moveTo>
                <a:cubicBezTo>
                  <a:pt x="2026" y="313"/>
                  <a:pt x="2022" y="309"/>
                  <a:pt x="2018" y="309"/>
                </a:cubicBezTo>
                <a:cubicBezTo>
                  <a:pt x="2013" y="309"/>
                  <a:pt x="2009" y="313"/>
                  <a:pt x="2009" y="317"/>
                </a:cubicBezTo>
                <a:cubicBezTo>
                  <a:pt x="2009" y="322"/>
                  <a:pt x="2013" y="326"/>
                  <a:pt x="2018" y="326"/>
                </a:cubicBezTo>
                <a:cubicBezTo>
                  <a:pt x="2022" y="326"/>
                  <a:pt x="2026" y="322"/>
                  <a:pt x="2026" y="317"/>
                </a:cubicBezTo>
                <a:close/>
                <a:moveTo>
                  <a:pt x="2052" y="317"/>
                </a:moveTo>
                <a:cubicBezTo>
                  <a:pt x="2052" y="313"/>
                  <a:pt x="2048" y="309"/>
                  <a:pt x="2043" y="309"/>
                </a:cubicBezTo>
                <a:cubicBezTo>
                  <a:pt x="2039" y="309"/>
                  <a:pt x="2035" y="313"/>
                  <a:pt x="2035" y="317"/>
                </a:cubicBezTo>
                <a:cubicBezTo>
                  <a:pt x="2035" y="322"/>
                  <a:pt x="2039" y="326"/>
                  <a:pt x="2043" y="326"/>
                </a:cubicBezTo>
                <a:cubicBezTo>
                  <a:pt x="2048" y="326"/>
                  <a:pt x="2052" y="322"/>
                  <a:pt x="2052" y="317"/>
                </a:cubicBezTo>
                <a:close/>
                <a:moveTo>
                  <a:pt x="2078" y="317"/>
                </a:moveTo>
                <a:cubicBezTo>
                  <a:pt x="2078" y="313"/>
                  <a:pt x="2074" y="309"/>
                  <a:pt x="2069" y="309"/>
                </a:cubicBezTo>
                <a:cubicBezTo>
                  <a:pt x="2064" y="309"/>
                  <a:pt x="2061" y="313"/>
                  <a:pt x="2061" y="317"/>
                </a:cubicBezTo>
                <a:cubicBezTo>
                  <a:pt x="2061" y="322"/>
                  <a:pt x="2064" y="326"/>
                  <a:pt x="2069" y="326"/>
                </a:cubicBezTo>
                <a:cubicBezTo>
                  <a:pt x="2074" y="326"/>
                  <a:pt x="2078" y="322"/>
                  <a:pt x="2078" y="317"/>
                </a:cubicBezTo>
                <a:close/>
                <a:moveTo>
                  <a:pt x="2103" y="317"/>
                </a:moveTo>
                <a:cubicBezTo>
                  <a:pt x="2103" y="313"/>
                  <a:pt x="2100" y="309"/>
                  <a:pt x="2095" y="309"/>
                </a:cubicBezTo>
                <a:cubicBezTo>
                  <a:pt x="2090" y="309"/>
                  <a:pt x="2086" y="313"/>
                  <a:pt x="2086" y="317"/>
                </a:cubicBezTo>
                <a:cubicBezTo>
                  <a:pt x="2086" y="322"/>
                  <a:pt x="2090" y="326"/>
                  <a:pt x="2095" y="326"/>
                </a:cubicBezTo>
                <a:cubicBezTo>
                  <a:pt x="2100" y="326"/>
                  <a:pt x="2103" y="322"/>
                  <a:pt x="2103" y="317"/>
                </a:cubicBezTo>
                <a:close/>
                <a:moveTo>
                  <a:pt x="2129" y="317"/>
                </a:moveTo>
                <a:cubicBezTo>
                  <a:pt x="2129" y="313"/>
                  <a:pt x="2125" y="309"/>
                  <a:pt x="2121" y="309"/>
                </a:cubicBezTo>
                <a:cubicBezTo>
                  <a:pt x="2116" y="309"/>
                  <a:pt x="2112" y="313"/>
                  <a:pt x="2112" y="317"/>
                </a:cubicBezTo>
                <a:cubicBezTo>
                  <a:pt x="2112" y="322"/>
                  <a:pt x="2116" y="326"/>
                  <a:pt x="2121" y="326"/>
                </a:cubicBezTo>
                <a:cubicBezTo>
                  <a:pt x="2125" y="326"/>
                  <a:pt x="2129" y="322"/>
                  <a:pt x="2129" y="317"/>
                </a:cubicBezTo>
                <a:close/>
                <a:moveTo>
                  <a:pt x="2155" y="317"/>
                </a:moveTo>
                <a:cubicBezTo>
                  <a:pt x="2155" y="313"/>
                  <a:pt x="2151" y="309"/>
                  <a:pt x="2146" y="309"/>
                </a:cubicBezTo>
                <a:cubicBezTo>
                  <a:pt x="2142" y="309"/>
                  <a:pt x="2138" y="313"/>
                  <a:pt x="2138" y="317"/>
                </a:cubicBezTo>
                <a:cubicBezTo>
                  <a:pt x="2138" y="322"/>
                  <a:pt x="2142" y="326"/>
                  <a:pt x="2146" y="326"/>
                </a:cubicBezTo>
                <a:cubicBezTo>
                  <a:pt x="2151" y="326"/>
                  <a:pt x="2155" y="322"/>
                  <a:pt x="2155" y="317"/>
                </a:cubicBezTo>
                <a:close/>
                <a:moveTo>
                  <a:pt x="2181" y="317"/>
                </a:moveTo>
                <a:cubicBezTo>
                  <a:pt x="2181" y="313"/>
                  <a:pt x="2177" y="309"/>
                  <a:pt x="2172" y="309"/>
                </a:cubicBezTo>
                <a:cubicBezTo>
                  <a:pt x="2167" y="309"/>
                  <a:pt x="2164" y="313"/>
                  <a:pt x="2164" y="317"/>
                </a:cubicBezTo>
                <a:cubicBezTo>
                  <a:pt x="2164" y="322"/>
                  <a:pt x="2167" y="326"/>
                  <a:pt x="2172" y="326"/>
                </a:cubicBezTo>
                <a:cubicBezTo>
                  <a:pt x="2177" y="326"/>
                  <a:pt x="2181" y="322"/>
                  <a:pt x="2181" y="317"/>
                </a:cubicBezTo>
                <a:close/>
                <a:moveTo>
                  <a:pt x="2207" y="317"/>
                </a:moveTo>
                <a:cubicBezTo>
                  <a:pt x="2207" y="313"/>
                  <a:pt x="2203" y="309"/>
                  <a:pt x="2198" y="309"/>
                </a:cubicBezTo>
                <a:cubicBezTo>
                  <a:pt x="2193" y="309"/>
                  <a:pt x="2189" y="313"/>
                  <a:pt x="2189" y="317"/>
                </a:cubicBezTo>
                <a:cubicBezTo>
                  <a:pt x="2189" y="322"/>
                  <a:pt x="2193" y="326"/>
                  <a:pt x="2198" y="326"/>
                </a:cubicBezTo>
                <a:cubicBezTo>
                  <a:pt x="2203" y="326"/>
                  <a:pt x="2207" y="322"/>
                  <a:pt x="2207" y="317"/>
                </a:cubicBezTo>
                <a:close/>
                <a:moveTo>
                  <a:pt x="2232" y="317"/>
                </a:moveTo>
                <a:cubicBezTo>
                  <a:pt x="2232" y="313"/>
                  <a:pt x="2228" y="309"/>
                  <a:pt x="2224" y="309"/>
                </a:cubicBezTo>
                <a:cubicBezTo>
                  <a:pt x="2219" y="309"/>
                  <a:pt x="2215" y="313"/>
                  <a:pt x="2215" y="317"/>
                </a:cubicBezTo>
                <a:cubicBezTo>
                  <a:pt x="2215" y="322"/>
                  <a:pt x="2219" y="326"/>
                  <a:pt x="2224" y="326"/>
                </a:cubicBezTo>
                <a:cubicBezTo>
                  <a:pt x="2228" y="326"/>
                  <a:pt x="2232" y="322"/>
                  <a:pt x="2232" y="317"/>
                </a:cubicBezTo>
                <a:close/>
                <a:moveTo>
                  <a:pt x="2258" y="317"/>
                </a:moveTo>
                <a:cubicBezTo>
                  <a:pt x="2258" y="313"/>
                  <a:pt x="2254" y="309"/>
                  <a:pt x="2249" y="309"/>
                </a:cubicBezTo>
                <a:cubicBezTo>
                  <a:pt x="2245" y="309"/>
                  <a:pt x="2241" y="313"/>
                  <a:pt x="2241" y="317"/>
                </a:cubicBezTo>
                <a:cubicBezTo>
                  <a:pt x="2241" y="322"/>
                  <a:pt x="2245" y="326"/>
                  <a:pt x="2249" y="326"/>
                </a:cubicBezTo>
                <a:cubicBezTo>
                  <a:pt x="2254" y="326"/>
                  <a:pt x="2258" y="322"/>
                  <a:pt x="2258" y="317"/>
                </a:cubicBezTo>
                <a:close/>
                <a:moveTo>
                  <a:pt x="2284" y="317"/>
                </a:moveTo>
                <a:cubicBezTo>
                  <a:pt x="2284" y="313"/>
                  <a:pt x="2280" y="309"/>
                  <a:pt x="2275" y="309"/>
                </a:cubicBezTo>
                <a:cubicBezTo>
                  <a:pt x="2270" y="309"/>
                  <a:pt x="2267" y="313"/>
                  <a:pt x="2267" y="317"/>
                </a:cubicBezTo>
                <a:cubicBezTo>
                  <a:pt x="2267" y="322"/>
                  <a:pt x="2270" y="326"/>
                  <a:pt x="2275" y="326"/>
                </a:cubicBezTo>
                <a:cubicBezTo>
                  <a:pt x="2280" y="326"/>
                  <a:pt x="2284" y="322"/>
                  <a:pt x="2284" y="317"/>
                </a:cubicBezTo>
                <a:close/>
                <a:moveTo>
                  <a:pt x="2310" y="317"/>
                </a:moveTo>
                <a:cubicBezTo>
                  <a:pt x="2310" y="313"/>
                  <a:pt x="2306" y="309"/>
                  <a:pt x="2301" y="309"/>
                </a:cubicBezTo>
                <a:cubicBezTo>
                  <a:pt x="2296" y="309"/>
                  <a:pt x="2292" y="313"/>
                  <a:pt x="2292" y="317"/>
                </a:cubicBezTo>
                <a:cubicBezTo>
                  <a:pt x="2292" y="322"/>
                  <a:pt x="2296" y="326"/>
                  <a:pt x="2301" y="326"/>
                </a:cubicBezTo>
                <a:cubicBezTo>
                  <a:pt x="2306" y="326"/>
                  <a:pt x="2310" y="322"/>
                  <a:pt x="2310" y="317"/>
                </a:cubicBezTo>
                <a:close/>
                <a:moveTo>
                  <a:pt x="2335" y="317"/>
                </a:moveTo>
                <a:cubicBezTo>
                  <a:pt x="2335" y="313"/>
                  <a:pt x="2331" y="309"/>
                  <a:pt x="2327" y="309"/>
                </a:cubicBezTo>
                <a:cubicBezTo>
                  <a:pt x="2322" y="309"/>
                  <a:pt x="2318" y="313"/>
                  <a:pt x="2318" y="317"/>
                </a:cubicBezTo>
                <a:cubicBezTo>
                  <a:pt x="2318" y="322"/>
                  <a:pt x="2322" y="326"/>
                  <a:pt x="2327" y="326"/>
                </a:cubicBezTo>
                <a:cubicBezTo>
                  <a:pt x="2331" y="326"/>
                  <a:pt x="2335" y="322"/>
                  <a:pt x="2335" y="317"/>
                </a:cubicBezTo>
                <a:close/>
                <a:moveTo>
                  <a:pt x="2361" y="317"/>
                </a:moveTo>
                <a:cubicBezTo>
                  <a:pt x="2361" y="313"/>
                  <a:pt x="2357" y="309"/>
                  <a:pt x="2352" y="309"/>
                </a:cubicBezTo>
                <a:cubicBezTo>
                  <a:pt x="2348" y="309"/>
                  <a:pt x="2344" y="313"/>
                  <a:pt x="2344" y="317"/>
                </a:cubicBezTo>
                <a:cubicBezTo>
                  <a:pt x="2344" y="322"/>
                  <a:pt x="2348" y="326"/>
                  <a:pt x="2352" y="326"/>
                </a:cubicBezTo>
                <a:cubicBezTo>
                  <a:pt x="2357" y="326"/>
                  <a:pt x="2361" y="322"/>
                  <a:pt x="2361" y="317"/>
                </a:cubicBezTo>
                <a:close/>
                <a:moveTo>
                  <a:pt x="2387" y="317"/>
                </a:moveTo>
                <a:cubicBezTo>
                  <a:pt x="2387" y="313"/>
                  <a:pt x="2383" y="309"/>
                  <a:pt x="2378" y="309"/>
                </a:cubicBezTo>
                <a:cubicBezTo>
                  <a:pt x="2373" y="309"/>
                  <a:pt x="2370" y="313"/>
                  <a:pt x="2370" y="317"/>
                </a:cubicBezTo>
                <a:cubicBezTo>
                  <a:pt x="2370" y="322"/>
                  <a:pt x="2373" y="326"/>
                  <a:pt x="2378" y="326"/>
                </a:cubicBezTo>
                <a:cubicBezTo>
                  <a:pt x="2383" y="326"/>
                  <a:pt x="2387" y="322"/>
                  <a:pt x="2387" y="317"/>
                </a:cubicBezTo>
                <a:close/>
                <a:moveTo>
                  <a:pt x="2413" y="317"/>
                </a:moveTo>
                <a:cubicBezTo>
                  <a:pt x="2413" y="313"/>
                  <a:pt x="2409" y="309"/>
                  <a:pt x="2404" y="309"/>
                </a:cubicBezTo>
                <a:cubicBezTo>
                  <a:pt x="2399" y="309"/>
                  <a:pt x="2395" y="313"/>
                  <a:pt x="2395" y="317"/>
                </a:cubicBezTo>
                <a:cubicBezTo>
                  <a:pt x="2395" y="322"/>
                  <a:pt x="2399" y="326"/>
                  <a:pt x="2404" y="326"/>
                </a:cubicBezTo>
                <a:cubicBezTo>
                  <a:pt x="2409" y="326"/>
                  <a:pt x="2413" y="322"/>
                  <a:pt x="2413" y="317"/>
                </a:cubicBezTo>
                <a:close/>
                <a:moveTo>
                  <a:pt x="2438" y="317"/>
                </a:moveTo>
                <a:cubicBezTo>
                  <a:pt x="2438" y="313"/>
                  <a:pt x="2434" y="309"/>
                  <a:pt x="2430" y="309"/>
                </a:cubicBezTo>
                <a:cubicBezTo>
                  <a:pt x="2425" y="309"/>
                  <a:pt x="2421" y="313"/>
                  <a:pt x="2421" y="317"/>
                </a:cubicBezTo>
                <a:cubicBezTo>
                  <a:pt x="2421" y="322"/>
                  <a:pt x="2425" y="326"/>
                  <a:pt x="2430" y="326"/>
                </a:cubicBezTo>
                <a:cubicBezTo>
                  <a:pt x="2434" y="326"/>
                  <a:pt x="2438" y="322"/>
                  <a:pt x="2438" y="317"/>
                </a:cubicBezTo>
                <a:close/>
                <a:moveTo>
                  <a:pt x="2464" y="317"/>
                </a:moveTo>
                <a:cubicBezTo>
                  <a:pt x="2464" y="313"/>
                  <a:pt x="2460" y="309"/>
                  <a:pt x="2456" y="309"/>
                </a:cubicBezTo>
                <a:cubicBezTo>
                  <a:pt x="2451" y="309"/>
                  <a:pt x="2447" y="313"/>
                  <a:pt x="2447" y="317"/>
                </a:cubicBezTo>
                <a:cubicBezTo>
                  <a:pt x="2447" y="322"/>
                  <a:pt x="2451" y="326"/>
                  <a:pt x="2456" y="326"/>
                </a:cubicBezTo>
                <a:cubicBezTo>
                  <a:pt x="2460" y="326"/>
                  <a:pt x="2464" y="322"/>
                  <a:pt x="2464" y="317"/>
                </a:cubicBezTo>
                <a:close/>
                <a:moveTo>
                  <a:pt x="2490" y="317"/>
                </a:moveTo>
                <a:cubicBezTo>
                  <a:pt x="2490" y="313"/>
                  <a:pt x="2486" y="309"/>
                  <a:pt x="2481" y="309"/>
                </a:cubicBezTo>
                <a:cubicBezTo>
                  <a:pt x="2477" y="309"/>
                  <a:pt x="2473" y="313"/>
                  <a:pt x="2473" y="317"/>
                </a:cubicBezTo>
                <a:cubicBezTo>
                  <a:pt x="2473" y="322"/>
                  <a:pt x="2477" y="326"/>
                  <a:pt x="2481" y="326"/>
                </a:cubicBezTo>
                <a:cubicBezTo>
                  <a:pt x="2486" y="326"/>
                  <a:pt x="2490" y="322"/>
                  <a:pt x="2490" y="317"/>
                </a:cubicBezTo>
                <a:close/>
                <a:moveTo>
                  <a:pt x="2516" y="317"/>
                </a:moveTo>
                <a:cubicBezTo>
                  <a:pt x="2516" y="313"/>
                  <a:pt x="2512" y="309"/>
                  <a:pt x="2507" y="309"/>
                </a:cubicBezTo>
                <a:cubicBezTo>
                  <a:pt x="2502" y="309"/>
                  <a:pt x="2498" y="313"/>
                  <a:pt x="2498" y="317"/>
                </a:cubicBezTo>
                <a:cubicBezTo>
                  <a:pt x="2498" y="322"/>
                  <a:pt x="2502" y="326"/>
                  <a:pt x="2507" y="326"/>
                </a:cubicBezTo>
                <a:cubicBezTo>
                  <a:pt x="2512" y="326"/>
                  <a:pt x="2516" y="322"/>
                  <a:pt x="2516" y="317"/>
                </a:cubicBezTo>
                <a:close/>
                <a:moveTo>
                  <a:pt x="2541" y="317"/>
                </a:moveTo>
                <a:cubicBezTo>
                  <a:pt x="2541" y="313"/>
                  <a:pt x="2538" y="309"/>
                  <a:pt x="2533" y="309"/>
                </a:cubicBezTo>
                <a:cubicBezTo>
                  <a:pt x="2528" y="309"/>
                  <a:pt x="2524" y="313"/>
                  <a:pt x="2524" y="317"/>
                </a:cubicBezTo>
                <a:cubicBezTo>
                  <a:pt x="2524" y="322"/>
                  <a:pt x="2528" y="326"/>
                  <a:pt x="2533" y="326"/>
                </a:cubicBezTo>
                <a:cubicBezTo>
                  <a:pt x="2538" y="326"/>
                  <a:pt x="2541" y="322"/>
                  <a:pt x="2541" y="317"/>
                </a:cubicBezTo>
                <a:close/>
                <a:moveTo>
                  <a:pt x="2567" y="317"/>
                </a:moveTo>
                <a:cubicBezTo>
                  <a:pt x="2567" y="313"/>
                  <a:pt x="2563" y="309"/>
                  <a:pt x="2559" y="309"/>
                </a:cubicBezTo>
                <a:cubicBezTo>
                  <a:pt x="2554" y="309"/>
                  <a:pt x="2550" y="313"/>
                  <a:pt x="2550" y="317"/>
                </a:cubicBezTo>
                <a:cubicBezTo>
                  <a:pt x="2550" y="322"/>
                  <a:pt x="2554" y="326"/>
                  <a:pt x="2559" y="326"/>
                </a:cubicBezTo>
                <a:cubicBezTo>
                  <a:pt x="2563" y="326"/>
                  <a:pt x="2567" y="322"/>
                  <a:pt x="2567" y="317"/>
                </a:cubicBezTo>
                <a:close/>
                <a:moveTo>
                  <a:pt x="2593" y="317"/>
                </a:moveTo>
                <a:cubicBezTo>
                  <a:pt x="2593" y="313"/>
                  <a:pt x="2589" y="309"/>
                  <a:pt x="2584" y="309"/>
                </a:cubicBezTo>
                <a:cubicBezTo>
                  <a:pt x="2580" y="309"/>
                  <a:pt x="2576" y="313"/>
                  <a:pt x="2576" y="317"/>
                </a:cubicBezTo>
                <a:cubicBezTo>
                  <a:pt x="2576" y="322"/>
                  <a:pt x="2580" y="326"/>
                  <a:pt x="2584" y="326"/>
                </a:cubicBezTo>
                <a:cubicBezTo>
                  <a:pt x="2589" y="326"/>
                  <a:pt x="2593" y="322"/>
                  <a:pt x="2593" y="317"/>
                </a:cubicBezTo>
                <a:close/>
                <a:moveTo>
                  <a:pt x="2619" y="317"/>
                </a:moveTo>
                <a:cubicBezTo>
                  <a:pt x="2619" y="313"/>
                  <a:pt x="2615" y="309"/>
                  <a:pt x="2610" y="309"/>
                </a:cubicBezTo>
                <a:cubicBezTo>
                  <a:pt x="2605" y="309"/>
                  <a:pt x="2601" y="313"/>
                  <a:pt x="2601" y="317"/>
                </a:cubicBezTo>
                <a:cubicBezTo>
                  <a:pt x="2601" y="322"/>
                  <a:pt x="2605" y="326"/>
                  <a:pt x="2610" y="326"/>
                </a:cubicBezTo>
                <a:cubicBezTo>
                  <a:pt x="2615" y="326"/>
                  <a:pt x="2619" y="322"/>
                  <a:pt x="2619" y="317"/>
                </a:cubicBezTo>
                <a:close/>
                <a:moveTo>
                  <a:pt x="2644" y="317"/>
                </a:moveTo>
                <a:cubicBezTo>
                  <a:pt x="2644" y="313"/>
                  <a:pt x="2641" y="309"/>
                  <a:pt x="2636" y="309"/>
                </a:cubicBezTo>
                <a:cubicBezTo>
                  <a:pt x="2631" y="309"/>
                  <a:pt x="2627" y="313"/>
                  <a:pt x="2627" y="317"/>
                </a:cubicBezTo>
                <a:cubicBezTo>
                  <a:pt x="2627" y="322"/>
                  <a:pt x="2631" y="326"/>
                  <a:pt x="2636" y="326"/>
                </a:cubicBezTo>
                <a:cubicBezTo>
                  <a:pt x="2641" y="326"/>
                  <a:pt x="2644" y="322"/>
                  <a:pt x="2644" y="317"/>
                </a:cubicBezTo>
                <a:close/>
                <a:moveTo>
                  <a:pt x="2670" y="317"/>
                </a:moveTo>
                <a:cubicBezTo>
                  <a:pt x="2670" y="313"/>
                  <a:pt x="2666" y="309"/>
                  <a:pt x="2662" y="309"/>
                </a:cubicBezTo>
                <a:cubicBezTo>
                  <a:pt x="2657" y="309"/>
                  <a:pt x="2653" y="313"/>
                  <a:pt x="2653" y="317"/>
                </a:cubicBezTo>
                <a:cubicBezTo>
                  <a:pt x="2653" y="322"/>
                  <a:pt x="2657" y="326"/>
                  <a:pt x="2662" y="326"/>
                </a:cubicBezTo>
                <a:cubicBezTo>
                  <a:pt x="2666" y="326"/>
                  <a:pt x="2670" y="322"/>
                  <a:pt x="2670" y="317"/>
                </a:cubicBezTo>
                <a:close/>
                <a:moveTo>
                  <a:pt x="43" y="343"/>
                </a:moveTo>
                <a:cubicBezTo>
                  <a:pt x="43" y="338"/>
                  <a:pt x="39" y="335"/>
                  <a:pt x="34" y="335"/>
                </a:cubicBezTo>
                <a:cubicBezTo>
                  <a:pt x="29" y="335"/>
                  <a:pt x="26" y="338"/>
                  <a:pt x="26" y="343"/>
                </a:cubicBezTo>
                <a:cubicBezTo>
                  <a:pt x="26" y="348"/>
                  <a:pt x="29" y="352"/>
                  <a:pt x="34" y="352"/>
                </a:cubicBezTo>
                <a:cubicBezTo>
                  <a:pt x="39" y="352"/>
                  <a:pt x="43" y="348"/>
                  <a:pt x="43" y="343"/>
                </a:cubicBezTo>
                <a:close/>
                <a:moveTo>
                  <a:pt x="69" y="343"/>
                </a:moveTo>
                <a:cubicBezTo>
                  <a:pt x="69" y="338"/>
                  <a:pt x="65" y="335"/>
                  <a:pt x="60" y="335"/>
                </a:cubicBezTo>
                <a:cubicBezTo>
                  <a:pt x="55" y="335"/>
                  <a:pt x="51" y="338"/>
                  <a:pt x="51" y="343"/>
                </a:cubicBezTo>
                <a:cubicBezTo>
                  <a:pt x="51" y="348"/>
                  <a:pt x="55" y="352"/>
                  <a:pt x="60" y="352"/>
                </a:cubicBezTo>
                <a:cubicBezTo>
                  <a:pt x="65" y="352"/>
                  <a:pt x="69" y="348"/>
                  <a:pt x="69" y="343"/>
                </a:cubicBezTo>
                <a:close/>
                <a:moveTo>
                  <a:pt x="94" y="343"/>
                </a:moveTo>
                <a:cubicBezTo>
                  <a:pt x="94" y="338"/>
                  <a:pt x="90" y="335"/>
                  <a:pt x="86" y="335"/>
                </a:cubicBezTo>
                <a:cubicBezTo>
                  <a:pt x="81" y="335"/>
                  <a:pt x="77" y="338"/>
                  <a:pt x="77" y="343"/>
                </a:cubicBezTo>
                <a:cubicBezTo>
                  <a:pt x="77" y="348"/>
                  <a:pt x="81" y="352"/>
                  <a:pt x="86" y="352"/>
                </a:cubicBezTo>
                <a:cubicBezTo>
                  <a:pt x="90" y="352"/>
                  <a:pt x="94" y="348"/>
                  <a:pt x="94" y="343"/>
                </a:cubicBezTo>
                <a:close/>
                <a:moveTo>
                  <a:pt x="120" y="343"/>
                </a:moveTo>
                <a:cubicBezTo>
                  <a:pt x="120" y="338"/>
                  <a:pt x="116" y="335"/>
                  <a:pt x="111" y="335"/>
                </a:cubicBezTo>
                <a:cubicBezTo>
                  <a:pt x="107" y="335"/>
                  <a:pt x="103" y="338"/>
                  <a:pt x="103" y="343"/>
                </a:cubicBezTo>
                <a:cubicBezTo>
                  <a:pt x="103" y="348"/>
                  <a:pt x="107" y="352"/>
                  <a:pt x="111" y="352"/>
                </a:cubicBezTo>
                <a:cubicBezTo>
                  <a:pt x="116" y="352"/>
                  <a:pt x="120" y="348"/>
                  <a:pt x="120" y="343"/>
                </a:cubicBezTo>
                <a:close/>
                <a:moveTo>
                  <a:pt x="146" y="343"/>
                </a:moveTo>
                <a:cubicBezTo>
                  <a:pt x="146" y="338"/>
                  <a:pt x="142" y="335"/>
                  <a:pt x="137" y="335"/>
                </a:cubicBezTo>
                <a:cubicBezTo>
                  <a:pt x="132" y="335"/>
                  <a:pt x="129" y="338"/>
                  <a:pt x="129" y="343"/>
                </a:cubicBezTo>
                <a:cubicBezTo>
                  <a:pt x="129" y="348"/>
                  <a:pt x="132" y="352"/>
                  <a:pt x="137" y="352"/>
                </a:cubicBezTo>
                <a:cubicBezTo>
                  <a:pt x="142" y="352"/>
                  <a:pt x="146" y="348"/>
                  <a:pt x="146" y="343"/>
                </a:cubicBezTo>
                <a:close/>
                <a:moveTo>
                  <a:pt x="172" y="343"/>
                </a:moveTo>
                <a:cubicBezTo>
                  <a:pt x="172" y="338"/>
                  <a:pt x="168" y="335"/>
                  <a:pt x="163" y="335"/>
                </a:cubicBezTo>
                <a:cubicBezTo>
                  <a:pt x="158" y="335"/>
                  <a:pt x="154" y="338"/>
                  <a:pt x="154" y="343"/>
                </a:cubicBezTo>
                <a:cubicBezTo>
                  <a:pt x="154" y="348"/>
                  <a:pt x="158" y="352"/>
                  <a:pt x="163" y="352"/>
                </a:cubicBezTo>
                <a:cubicBezTo>
                  <a:pt x="168" y="352"/>
                  <a:pt x="172" y="348"/>
                  <a:pt x="172" y="343"/>
                </a:cubicBezTo>
                <a:close/>
                <a:moveTo>
                  <a:pt x="275" y="343"/>
                </a:moveTo>
                <a:cubicBezTo>
                  <a:pt x="275" y="338"/>
                  <a:pt x="271" y="335"/>
                  <a:pt x="266" y="335"/>
                </a:cubicBezTo>
                <a:cubicBezTo>
                  <a:pt x="261" y="335"/>
                  <a:pt x="257" y="338"/>
                  <a:pt x="257" y="343"/>
                </a:cubicBezTo>
                <a:cubicBezTo>
                  <a:pt x="257" y="348"/>
                  <a:pt x="261" y="352"/>
                  <a:pt x="266" y="352"/>
                </a:cubicBezTo>
                <a:cubicBezTo>
                  <a:pt x="271" y="352"/>
                  <a:pt x="275" y="348"/>
                  <a:pt x="275" y="343"/>
                </a:cubicBezTo>
                <a:close/>
                <a:moveTo>
                  <a:pt x="300" y="343"/>
                </a:moveTo>
                <a:cubicBezTo>
                  <a:pt x="300" y="338"/>
                  <a:pt x="297" y="335"/>
                  <a:pt x="292" y="335"/>
                </a:cubicBezTo>
                <a:cubicBezTo>
                  <a:pt x="287" y="335"/>
                  <a:pt x="283" y="338"/>
                  <a:pt x="283" y="343"/>
                </a:cubicBezTo>
                <a:cubicBezTo>
                  <a:pt x="283" y="348"/>
                  <a:pt x="287" y="352"/>
                  <a:pt x="292" y="352"/>
                </a:cubicBezTo>
                <a:cubicBezTo>
                  <a:pt x="297" y="352"/>
                  <a:pt x="300" y="348"/>
                  <a:pt x="300" y="343"/>
                </a:cubicBezTo>
                <a:close/>
                <a:moveTo>
                  <a:pt x="326" y="343"/>
                </a:moveTo>
                <a:cubicBezTo>
                  <a:pt x="326" y="338"/>
                  <a:pt x="322" y="335"/>
                  <a:pt x="318" y="335"/>
                </a:cubicBezTo>
                <a:cubicBezTo>
                  <a:pt x="313" y="335"/>
                  <a:pt x="309" y="338"/>
                  <a:pt x="309" y="343"/>
                </a:cubicBezTo>
                <a:cubicBezTo>
                  <a:pt x="309" y="348"/>
                  <a:pt x="313" y="352"/>
                  <a:pt x="318" y="352"/>
                </a:cubicBezTo>
                <a:cubicBezTo>
                  <a:pt x="322" y="352"/>
                  <a:pt x="326" y="348"/>
                  <a:pt x="326" y="343"/>
                </a:cubicBezTo>
                <a:close/>
                <a:moveTo>
                  <a:pt x="352" y="343"/>
                </a:moveTo>
                <a:cubicBezTo>
                  <a:pt x="352" y="338"/>
                  <a:pt x="348" y="335"/>
                  <a:pt x="343" y="335"/>
                </a:cubicBezTo>
                <a:cubicBezTo>
                  <a:pt x="339" y="335"/>
                  <a:pt x="335" y="338"/>
                  <a:pt x="335" y="343"/>
                </a:cubicBezTo>
                <a:cubicBezTo>
                  <a:pt x="335" y="348"/>
                  <a:pt x="339" y="352"/>
                  <a:pt x="343" y="352"/>
                </a:cubicBezTo>
                <a:cubicBezTo>
                  <a:pt x="348" y="352"/>
                  <a:pt x="352" y="348"/>
                  <a:pt x="352" y="343"/>
                </a:cubicBezTo>
                <a:close/>
                <a:moveTo>
                  <a:pt x="378" y="343"/>
                </a:moveTo>
                <a:cubicBezTo>
                  <a:pt x="378" y="338"/>
                  <a:pt x="374" y="335"/>
                  <a:pt x="369" y="335"/>
                </a:cubicBezTo>
                <a:cubicBezTo>
                  <a:pt x="364" y="335"/>
                  <a:pt x="360" y="338"/>
                  <a:pt x="360" y="343"/>
                </a:cubicBezTo>
                <a:cubicBezTo>
                  <a:pt x="360" y="348"/>
                  <a:pt x="364" y="352"/>
                  <a:pt x="369" y="352"/>
                </a:cubicBezTo>
                <a:cubicBezTo>
                  <a:pt x="374" y="352"/>
                  <a:pt x="378" y="348"/>
                  <a:pt x="378" y="343"/>
                </a:cubicBezTo>
                <a:close/>
                <a:moveTo>
                  <a:pt x="532" y="343"/>
                </a:moveTo>
                <a:cubicBezTo>
                  <a:pt x="532" y="338"/>
                  <a:pt x="528" y="335"/>
                  <a:pt x="524" y="335"/>
                </a:cubicBezTo>
                <a:cubicBezTo>
                  <a:pt x="519" y="335"/>
                  <a:pt x="515" y="338"/>
                  <a:pt x="515" y="343"/>
                </a:cubicBezTo>
                <a:cubicBezTo>
                  <a:pt x="515" y="348"/>
                  <a:pt x="519" y="352"/>
                  <a:pt x="524" y="352"/>
                </a:cubicBezTo>
                <a:cubicBezTo>
                  <a:pt x="528" y="352"/>
                  <a:pt x="532" y="348"/>
                  <a:pt x="532" y="343"/>
                </a:cubicBezTo>
                <a:close/>
                <a:moveTo>
                  <a:pt x="558" y="343"/>
                </a:moveTo>
                <a:cubicBezTo>
                  <a:pt x="558" y="338"/>
                  <a:pt x="554" y="335"/>
                  <a:pt x="549" y="335"/>
                </a:cubicBezTo>
                <a:cubicBezTo>
                  <a:pt x="545" y="335"/>
                  <a:pt x="541" y="338"/>
                  <a:pt x="541" y="343"/>
                </a:cubicBezTo>
                <a:cubicBezTo>
                  <a:pt x="541" y="348"/>
                  <a:pt x="545" y="352"/>
                  <a:pt x="549" y="352"/>
                </a:cubicBezTo>
                <a:cubicBezTo>
                  <a:pt x="554" y="352"/>
                  <a:pt x="558" y="348"/>
                  <a:pt x="558" y="343"/>
                </a:cubicBezTo>
                <a:close/>
                <a:moveTo>
                  <a:pt x="841" y="343"/>
                </a:moveTo>
                <a:cubicBezTo>
                  <a:pt x="841" y="338"/>
                  <a:pt x="837" y="335"/>
                  <a:pt x="833" y="335"/>
                </a:cubicBezTo>
                <a:cubicBezTo>
                  <a:pt x="828" y="335"/>
                  <a:pt x="824" y="338"/>
                  <a:pt x="824" y="343"/>
                </a:cubicBezTo>
                <a:cubicBezTo>
                  <a:pt x="824" y="348"/>
                  <a:pt x="828" y="352"/>
                  <a:pt x="833" y="352"/>
                </a:cubicBezTo>
                <a:cubicBezTo>
                  <a:pt x="837" y="352"/>
                  <a:pt x="841" y="348"/>
                  <a:pt x="841" y="343"/>
                </a:cubicBezTo>
                <a:close/>
                <a:moveTo>
                  <a:pt x="867" y="343"/>
                </a:moveTo>
                <a:cubicBezTo>
                  <a:pt x="867" y="338"/>
                  <a:pt x="863" y="335"/>
                  <a:pt x="858" y="335"/>
                </a:cubicBezTo>
                <a:cubicBezTo>
                  <a:pt x="854" y="335"/>
                  <a:pt x="850" y="338"/>
                  <a:pt x="850" y="343"/>
                </a:cubicBezTo>
                <a:cubicBezTo>
                  <a:pt x="850" y="348"/>
                  <a:pt x="854" y="352"/>
                  <a:pt x="858" y="352"/>
                </a:cubicBezTo>
                <a:cubicBezTo>
                  <a:pt x="863" y="352"/>
                  <a:pt x="867" y="348"/>
                  <a:pt x="867" y="343"/>
                </a:cubicBezTo>
                <a:close/>
                <a:moveTo>
                  <a:pt x="893" y="343"/>
                </a:moveTo>
                <a:cubicBezTo>
                  <a:pt x="893" y="338"/>
                  <a:pt x="889" y="335"/>
                  <a:pt x="884" y="335"/>
                </a:cubicBezTo>
                <a:cubicBezTo>
                  <a:pt x="879" y="335"/>
                  <a:pt x="876" y="338"/>
                  <a:pt x="876" y="343"/>
                </a:cubicBezTo>
                <a:cubicBezTo>
                  <a:pt x="876" y="348"/>
                  <a:pt x="879" y="352"/>
                  <a:pt x="884" y="352"/>
                </a:cubicBezTo>
                <a:cubicBezTo>
                  <a:pt x="889" y="352"/>
                  <a:pt x="893" y="348"/>
                  <a:pt x="893" y="343"/>
                </a:cubicBezTo>
                <a:close/>
                <a:moveTo>
                  <a:pt x="919" y="343"/>
                </a:moveTo>
                <a:cubicBezTo>
                  <a:pt x="919" y="338"/>
                  <a:pt x="915" y="335"/>
                  <a:pt x="910" y="335"/>
                </a:cubicBezTo>
                <a:cubicBezTo>
                  <a:pt x="905" y="335"/>
                  <a:pt x="901" y="338"/>
                  <a:pt x="901" y="343"/>
                </a:cubicBezTo>
                <a:cubicBezTo>
                  <a:pt x="901" y="348"/>
                  <a:pt x="905" y="352"/>
                  <a:pt x="910" y="352"/>
                </a:cubicBezTo>
                <a:cubicBezTo>
                  <a:pt x="915" y="352"/>
                  <a:pt x="919" y="348"/>
                  <a:pt x="919" y="343"/>
                </a:cubicBezTo>
                <a:close/>
                <a:moveTo>
                  <a:pt x="944" y="343"/>
                </a:moveTo>
                <a:cubicBezTo>
                  <a:pt x="944" y="338"/>
                  <a:pt x="940" y="335"/>
                  <a:pt x="936" y="335"/>
                </a:cubicBezTo>
                <a:cubicBezTo>
                  <a:pt x="931" y="335"/>
                  <a:pt x="927" y="338"/>
                  <a:pt x="927" y="343"/>
                </a:cubicBezTo>
                <a:cubicBezTo>
                  <a:pt x="927" y="348"/>
                  <a:pt x="931" y="352"/>
                  <a:pt x="936" y="352"/>
                </a:cubicBezTo>
                <a:cubicBezTo>
                  <a:pt x="940" y="352"/>
                  <a:pt x="944" y="348"/>
                  <a:pt x="944" y="343"/>
                </a:cubicBezTo>
                <a:close/>
                <a:moveTo>
                  <a:pt x="970" y="343"/>
                </a:moveTo>
                <a:cubicBezTo>
                  <a:pt x="970" y="338"/>
                  <a:pt x="966" y="335"/>
                  <a:pt x="961" y="335"/>
                </a:cubicBezTo>
                <a:cubicBezTo>
                  <a:pt x="957" y="335"/>
                  <a:pt x="953" y="338"/>
                  <a:pt x="953" y="343"/>
                </a:cubicBezTo>
                <a:cubicBezTo>
                  <a:pt x="953" y="348"/>
                  <a:pt x="957" y="352"/>
                  <a:pt x="961" y="352"/>
                </a:cubicBezTo>
                <a:cubicBezTo>
                  <a:pt x="966" y="352"/>
                  <a:pt x="970" y="348"/>
                  <a:pt x="970" y="343"/>
                </a:cubicBezTo>
                <a:close/>
                <a:moveTo>
                  <a:pt x="996" y="343"/>
                </a:moveTo>
                <a:cubicBezTo>
                  <a:pt x="996" y="338"/>
                  <a:pt x="992" y="335"/>
                  <a:pt x="987" y="335"/>
                </a:cubicBezTo>
                <a:cubicBezTo>
                  <a:pt x="983" y="335"/>
                  <a:pt x="979" y="338"/>
                  <a:pt x="979" y="343"/>
                </a:cubicBezTo>
                <a:cubicBezTo>
                  <a:pt x="979" y="348"/>
                  <a:pt x="983" y="352"/>
                  <a:pt x="987" y="352"/>
                </a:cubicBezTo>
                <a:cubicBezTo>
                  <a:pt x="992" y="352"/>
                  <a:pt x="996" y="348"/>
                  <a:pt x="996" y="343"/>
                </a:cubicBezTo>
                <a:close/>
                <a:moveTo>
                  <a:pt x="1408" y="343"/>
                </a:moveTo>
                <a:cubicBezTo>
                  <a:pt x="1408" y="338"/>
                  <a:pt x="1404" y="335"/>
                  <a:pt x="1399" y="335"/>
                </a:cubicBezTo>
                <a:cubicBezTo>
                  <a:pt x="1395" y="335"/>
                  <a:pt x="1391" y="338"/>
                  <a:pt x="1391" y="343"/>
                </a:cubicBezTo>
                <a:cubicBezTo>
                  <a:pt x="1391" y="348"/>
                  <a:pt x="1395" y="352"/>
                  <a:pt x="1399" y="352"/>
                </a:cubicBezTo>
                <a:cubicBezTo>
                  <a:pt x="1404" y="352"/>
                  <a:pt x="1408" y="348"/>
                  <a:pt x="1408" y="343"/>
                </a:cubicBezTo>
                <a:close/>
                <a:moveTo>
                  <a:pt x="1434" y="343"/>
                </a:moveTo>
                <a:cubicBezTo>
                  <a:pt x="1434" y="338"/>
                  <a:pt x="1430" y="335"/>
                  <a:pt x="1425" y="335"/>
                </a:cubicBezTo>
                <a:cubicBezTo>
                  <a:pt x="1420" y="335"/>
                  <a:pt x="1417" y="338"/>
                  <a:pt x="1417" y="343"/>
                </a:cubicBezTo>
                <a:cubicBezTo>
                  <a:pt x="1417" y="348"/>
                  <a:pt x="1420" y="352"/>
                  <a:pt x="1425" y="352"/>
                </a:cubicBezTo>
                <a:cubicBezTo>
                  <a:pt x="1430" y="352"/>
                  <a:pt x="1434" y="348"/>
                  <a:pt x="1434" y="343"/>
                </a:cubicBezTo>
                <a:close/>
                <a:moveTo>
                  <a:pt x="1459" y="343"/>
                </a:moveTo>
                <a:cubicBezTo>
                  <a:pt x="1459" y="338"/>
                  <a:pt x="1456" y="335"/>
                  <a:pt x="1451" y="335"/>
                </a:cubicBezTo>
                <a:cubicBezTo>
                  <a:pt x="1446" y="335"/>
                  <a:pt x="1442" y="338"/>
                  <a:pt x="1442" y="343"/>
                </a:cubicBezTo>
                <a:cubicBezTo>
                  <a:pt x="1442" y="348"/>
                  <a:pt x="1446" y="352"/>
                  <a:pt x="1451" y="352"/>
                </a:cubicBezTo>
                <a:cubicBezTo>
                  <a:pt x="1456" y="352"/>
                  <a:pt x="1459" y="348"/>
                  <a:pt x="1459" y="343"/>
                </a:cubicBezTo>
                <a:close/>
                <a:moveTo>
                  <a:pt x="1485" y="343"/>
                </a:moveTo>
                <a:cubicBezTo>
                  <a:pt x="1485" y="338"/>
                  <a:pt x="1481" y="335"/>
                  <a:pt x="1477" y="335"/>
                </a:cubicBezTo>
                <a:cubicBezTo>
                  <a:pt x="1472" y="335"/>
                  <a:pt x="1468" y="338"/>
                  <a:pt x="1468" y="343"/>
                </a:cubicBezTo>
                <a:cubicBezTo>
                  <a:pt x="1468" y="348"/>
                  <a:pt x="1472" y="352"/>
                  <a:pt x="1477" y="352"/>
                </a:cubicBezTo>
                <a:cubicBezTo>
                  <a:pt x="1481" y="352"/>
                  <a:pt x="1485" y="348"/>
                  <a:pt x="1485" y="343"/>
                </a:cubicBezTo>
                <a:close/>
                <a:moveTo>
                  <a:pt x="1511" y="343"/>
                </a:moveTo>
                <a:cubicBezTo>
                  <a:pt x="1511" y="338"/>
                  <a:pt x="1507" y="335"/>
                  <a:pt x="1502" y="335"/>
                </a:cubicBezTo>
                <a:cubicBezTo>
                  <a:pt x="1498" y="335"/>
                  <a:pt x="1494" y="338"/>
                  <a:pt x="1494" y="343"/>
                </a:cubicBezTo>
                <a:cubicBezTo>
                  <a:pt x="1494" y="348"/>
                  <a:pt x="1498" y="352"/>
                  <a:pt x="1502" y="352"/>
                </a:cubicBezTo>
                <a:cubicBezTo>
                  <a:pt x="1507" y="352"/>
                  <a:pt x="1511" y="348"/>
                  <a:pt x="1511" y="343"/>
                </a:cubicBezTo>
                <a:close/>
                <a:moveTo>
                  <a:pt x="1537" y="343"/>
                </a:moveTo>
                <a:cubicBezTo>
                  <a:pt x="1537" y="338"/>
                  <a:pt x="1533" y="335"/>
                  <a:pt x="1528" y="335"/>
                </a:cubicBezTo>
                <a:cubicBezTo>
                  <a:pt x="1523" y="335"/>
                  <a:pt x="1520" y="338"/>
                  <a:pt x="1520" y="343"/>
                </a:cubicBezTo>
                <a:cubicBezTo>
                  <a:pt x="1520" y="348"/>
                  <a:pt x="1523" y="352"/>
                  <a:pt x="1528" y="352"/>
                </a:cubicBezTo>
                <a:cubicBezTo>
                  <a:pt x="1533" y="352"/>
                  <a:pt x="1537" y="348"/>
                  <a:pt x="1537" y="343"/>
                </a:cubicBezTo>
                <a:close/>
                <a:moveTo>
                  <a:pt x="1640" y="343"/>
                </a:moveTo>
                <a:cubicBezTo>
                  <a:pt x="1640" y="338"/>
                  <a:pt x="1636" y="335"/>
                  <a:pt x="1631" y="335"/>
                </a:cubicBezTo>
                <a:cubicBezTo>
                  <a:pt x="1626" y="335"/>
                  <a:pt x="1623" y="338"/>
                  <a:pt x="1623" y="343"/>
                </a:cubicBezTo>
                <a:cubicBezTo>
                  <a:pt x="1623" y="348"/>
                  <a:pt x="1626" y="352"/>
                  <a:pt x="1631" y="352"/>
                </a:cubicBezTo>
                <a:cubicBezTo>
                  <a:pt x="1636" y="352"/>
                  <a:pt x="1640" y="348"/>
                  <a:pt x="1640" y="343"/>
                </a:cubicBezTo>
                <a:close/>
                <a:moveTo>
                  <a:pt x="1666" y="343"/>
                </a:moveTo>
                <a:cubicBezTo>
                  <a:pt x="1666" y="338"/>
                  <a:pt x="1662" y="335"/>
                  <a:pt x="1657" y="335"/>
                </a:cubicBezTo>
                <a:cubicBezTo>
                  <a:pt x="1652" y="335"/>
                  <a:pt x="1648" y="338"/>
                  <a:pt x="1648" y="343"/>
                </a:cubicBezTo>
                <a:cubicBezTo>
                  <a:pt x="1648" y="348"/>
                  <a:pt x="1652" y="352"/>
                  <a:pt x="1657" y="352"/>
                </a:cubicBezTo>
                <a:cubicBezTo>
                  <a:pt x="1662" y="352"/>
                  <a:pt x="1666" y="348"/>
                  <a:pt x="1666" y="343"/>
                </a:cubicBezTo>
                <a:close/>
                <a:moveTo>
                  <a:pt x="1691" y="343"/>
                </a:moveTo>
                <a:cubicBezTo>
                  <a:pt x="1691" y="338"/>
                  <a:pt x="1687" y="335"/>
                  <a:pt x="1683" y="335"/>
                </a:cubicBezTo>
                <a:cubicBezTo>
                  <a:pt x="1678" y="335"/>
                  <a:pt x="1674" y="338"/>
                  <a:pt x="1674" y="343"/>
                </a:cubicBezTo>
                <a:cubicBezTo>
                  <a:pt x="1674" y="348"/>
                  <a:pt x="1678" y="352"/>
                  <a:pt x="1683" y="352"/>
                </a:cubicBezTo>
                <a:cubicBezTo>
                  <a:pt x="1687" y="352"/>
                  <a:pt x="1691" y="348"/>
                  <a:pt x="1691" y="343"/>
                </a:cubicBezTo>
                <a:close/>
                <a:moveTo>
                  <a:pt x="1717" y="343"/>
                </a:moveTo>
                <a:cubicBezTo>
                  <a:pt x="1717" y="338"/>
                  <a:pt x="1713" y="335"/>
                  <a:pt x="1708" y="335"/>
                </a:cubicBezTo>
                <a:cubicBezTo>
                  <a:pt x="1704" y="335"/>
                  <a:pt x="1700" y="338"/>
                  <a:pt x="1700" y="343"/>
                </a:cubicBezTo>
                <a:cubicBezTo>
                  <a:pt x="1700" y="348"/>
                  <a:pt x="1704" y="352"/>
                  <a:pt x="1708" y="352"/>
                </a:cubicBezTo>
                <a:cubicBezTo>
                  <a:pt x="1713" y="352"/>
                  <a:pt x="1717" y="348"/>
                  <a:pt x="1717" y="343"/>
                </a:cubicBezTo>
                <a:close/>
                <a:moveTo>
                  <a:pt x="1743" y="343"/>
                </a:moveTo>
                <a:cubicBezTo>
                  <a:pt x="1743" y="338"/>
                  <a:pt x="1739" y="335"/>
                  <a:pt x="1734" y="335"/>
                </a:cubicBezTo>
                <a:cubicBezTo>
                  <a:pt x="1730" y="335"/>
                  <a:pt x="1726" y="338"/>
                  <a:pt x="1726" y="343"/>
                </a:cubicBezTo>
                <a:cubicBezTo>
                  <a:pt x="1726" y="348"/>
                  <a:pt x="1730" y="352"/>
                  <a:pt x="1734" y="352"/>
                </a:cubicBezTo>
                <a:cubicBezTo>
                  <a:pt x="1739" y="352"/>
                  <a:pt x="1743" y="348"/>
                  <a:pt x="1743" y="343"/>
                </a:cubicBezTo>
                <a:close/>
                <a:moveTo>
                  <a:pt x="1769" y="343"/>
                </a:moveTo>
                <a:cubicBezTo>
                  <a:pt x="1769" y="338"/>
                  <a:pt x="1765" y="335"/>
                  <a:pt x="1760" y="335"/>
                </a:cubicBezTo>
                <a:cubicBezTo>
                  <a:pt x="1755" y="335"/>
                  <a:pt x="1751" y="338"/>
                  <a:pt x="1751" y="343"/>
                </a:cubicBezTo>
                <a:cubicBezTo>
                  <a:pt x="1751" y="348"/>
                  <a:pt x="1755" y="352"/>
                  <a:pt x="1760" y="352"/>
                </a:cubicBezTo>
                <a:cubicBezTo>
                  <a:pt x="1765" y="352"/>
                  <a:pt x="1769" y="348"/>
                  <a:pt x="1769" y="343"/>
                </a:cubicBezTo>
                <a:close/>
                <a:moveTo>
                  <a:pt x="1794" y="343"/>
                </a:moveTo>
                <a:cubicBezTo>
                  <a:pt x="1794" y="338"/>
                  <a:pt x="1791" y="335"/>
                  <a:pt x="1786" y="335"/>
                </a:cubicBezTo>
                <a:cubicBezTo>
                  <a:pt x="1781" y="335"/>
                  <a:pt x="1777" y="338"/>
                  <a:pt x="1777" y="343"/>
                </a:cubicBezTo>
                <a:cubicBezTo>
                  <a:pt x="1777" y="348"/>
                  <a:pt x="1781" y="352"/>
                  <a:pt x="1786" y="352"/>
                </a:cubicBezTo>
                <a:cubicBezTo>
                  <a:pt x="1791" y="352"/>
                  <a:pt x="1794" y="348"/>
                  <a:pt x="1794" y="343"/>
                </a:cubicBezTo>
                <a:close/>
                <a:moveTo>
                  <a:pt x="1820" y="343"/>
                </a:moveTo>
                <a:cubicBezTo>
                  <a:pt x="1820" y="338"/>
                  <a:pt x="1816" y="335"/>
                  <a:pt x="1812" y="335"/>
                </a:cubicBezTo>
                <a:cubicBezTo>
                  <a:pt x="1807" y="335"/>
                  <a:pt x="1803" y="338"/>
                  <a:pt x="1803" y="343"/>
                </a:cubicBezTo>
                <a:cubicBezTo>
                  <a:pt x="1803" y="348"/>
                  <a:pt x="1807" y="352"/>
                  <a:pt x="1812" y="352"/>
                </a:cubicBezTo>
                <a:cubicBezTo>
                  <a:pt x="1816" y="352"/>
                  <a:pt x="1820" y="348"/>
                  <a:pt x="1820" y="343"/>
                </a:cubicBezTo>
                <a:close/>
                <a:moveTo>
                  <a:pt x="1846" y="343"/>
                </a:moveTo>
                <a:cubicBezTo>
                  <a:pt x="1846" y="338"/>
                  <a:pt x="1842" y="335"/>
                  <a:pt x="1837" y="335"/>
                </a:cubicBezTo>
                <a:cubicBezTo>
                  <a:pt x="1833" y="335"/>
                  <a:pt x="1829" y="338"/>
                  <a:pt x="1829" y="343"/>
                </a:cubicBezTo>
                <a:cubicBezTo>
                  <a:pt x="1829" y="348"/>
                  <a:pt x="1833" y="352"/>
                  <a:pt x="1837" y="352"/>
                </a:cubicBezTo>
                <a:cubicBezTo>
                  <a:pt x="1842" y="352"/>
                  <a:pt x="1846" y="348"/>
                  <a:pt x="1846" y="343"/>
                </a:cubicBezTo>
                <a:close/>
                <a:moveTo>
                  <a:pt x="1872" y="343"/>
                </a:moveTo>
                <a:cubicBezTo>
                  <a:pt x="1872" y="338"/>
                  <a:pt x="1868" y="335"/>
                  <a:pt x="1863" y="335"/>
                </a:cubicBezTo>
                <a:cubicBezTo>
                  <a:pt x="1858" y="335"/>
                  <a:pt x="1854" y="338"/>
                  <a:pt x="1854" y="343"/>
                </a:cubicBezTo>
                <a:cubicBezTo>
                  <a:pt x="1854" y="348"/>
                  <a:pt x="1858" y="352"/>
                  <a:pt x="1863" y="352"/>
                </a:cubicBezTo>
                <a:cubicBezTo>
                  <a:pt x="1868" y="352"/>
                  <a:pt x="1872" y="348"/>
                  <a:pt x="1872" y="343"/>
                </a:cubicBezTo>
                <a:close/>
                <a:moveTo>
                  <a:pt x="1897" y="343"/>
                </a:moveTo>
                <a:cubicBezTo>
                  <a:pt x="1897" y="338"/>
                  <a:pt x="1894" y="335"/>
                  <a:pt x="1889" y="335"/>
                </a:cubicBezTo>
                <a:cubicBezTo>
                  <a:pt x="1884" y="335"/>
                  <a:pt x="1880" y="338"/>
                  <a:pt x="1880" y="343"/>
                </a:cubicBezTo>
                <a:cubicBezTo>
                  <a:pt x="1880" y="348"/>
                  <a:pt x="1884" y="352"/>
                  <a:pt x="1889" y="352"/>
                </a:cubicBezTo>
                <a:cubicBezTo>
                  <a:pt x="1894" y="352"/>
                  <a:pt x="1897" y="348"/>
                  <a:pt x="1897" y="343"/>
                </a:cubicBezTo>
                <a:close/>
                <a:moveTo>
                  <a:pt x="1923" y="343"/>
                </a:moveTo>
                <a:cubicBezTo>
                  <a:pt x="1923" y="338"/>
                  <a:pt x="1919" y="335"/>
                  <a:pt x="1915" y="335"/>
                </a:cubicBezTo>
                <a:cubicBezTo>
                  <a:pt x="1910" y="335"/>
                  <a:pt x="1906" y="338"/>
                  <a:pt x="1906" y="343"/>
                </a:cubicBezTo>
                <a:cubicBezTo>
                  <a:pt x="1906" y="348"/>
                  <a:pt x="1910" y="352"/>
                  <a:pt x="1915" y="352"/>
                </a:cubicBezTo>
                <a:cubicBezTo>
                  <a:pt x="1919" y="352"/>
                  <a:pt x="1923" y="348"/>
                  <a:pt x="1923" y="343"/>
                </a:cubicBezTo>
                <a:close/>
                <a:moveTo>
                  <a:pt x="1949" y="343"/>
                </a:moveTo>
                <a:cubicBezTo>
                  <a:pt x="1949" y="338"/>
                  <a:pt x="1945" y="335"/>
                  <a:pt x="1940" y="335"/>
                </a:cubicBezTo>
                <a:cubicBezTo>
                  <a:pt x="1936" y="335"/>
                  <a:pt x="1932" y="338"/>
                  <a:pt x="1932" y="343"/>
                </a:cubicBezTo>
                <a:cubicBezTo>
                  <a:pt x="1932" y="348"/>
                  <a:pt x="1936" y="352"/>
                  <a:pt x="1940" y="352"/>
                </a:cubicBezTo>
                <a:cubicBezTo>
                  <a:pt x="1945" y="352"/>
                  <a:pt x="1949" y="348"/>
                  <a:pt x="1949" y="343"/>
                </a:cubicBezTo>
                <a:close/>
                <a:moveTo>
                  <a:pt x="1975" y="343"/>
                </a:moveTo>
                <a:cubicBezTo>
                  <a:pt x="1975" y="338"/>
                  <a:pt x="1971" y="335"/>
                  <a:pt x="1966" y="335"/>
                </a:cubicBezTo>
                <a:cubicBezTo>
                  <a:pt x="1961" y="335"/>
                  <a:pt x="1957" y="338"/>
                  <a:pt x="1957" y="343"/>
                </a:cubicBezTo>
                <a:cubicBezTo>
                  <a:pt x="1957" y="348"/>
                  <a:pt x="1961" y="352"/>
                  <a:pt x="1966" y="352"/>
                </a:cubicBezTo>
                <a:cubicBezTo>
                  <a:pt x="1971" y="352"/>
                  <a:pt x="1975" y="348"/>
                  <a:pt x="1975" y="343"/>
                </a:cubicBezTo>
                <a:close/>
                <a:moveTo>
                  <a:pt x="2000" y="343"/>
                </a:moveTo>
                <a:cubicBezTo>
                  <a:pt x="2000" y="338"/>
                  <a:pt x="1997" y="335"/>
                  <a:pt x="1992" y="335"/>
                </a:cubicBezTo>
                <a:cubicBezTo>
                  <a:pt x="1987" y="335"/>
                  <a:pt x="1983" y="338"/>
                  <a:pt x="1983" y="343"/>
                </a:cubicBezTo>
                <a:cubicBezTo>
                  <a:pt x="1983" y="348"/>
                  <a:pt x="1987" y="352"/>
                  <a:pt x="1992" y="352"/>
                </a:cubicBezTo>
                <a:cubicBezTo>
                  <a:pt x="1997" y="352"/>
                  <a:pt x="2000" y="348"/>
                  <a:pt x="2000" y="343"/>
                </a:cubicBezTo>
                <a:close/>
                <a:moveTo>
                  <a:pt x="2026" y="343"/>
                </a:moveTo>
                <a:cubicBezTo>
                  <a:pt x="2026" y="338"/>
                  <a:pt x="2022" y="335"/>
                  <a:pt x="2018" y="335"/>
                </a:cubicBezTo>
                <a:cubicBezTo>
                  <a:pt x="2013" y="335"/>
                  <a:pt x="2009" y="338"/>
                  <a:pt x="2009" y="343"/>
                </a:cubicBezTo>
                <a:cubicBezTo>
                  <a:pt x="2009" y="348"/>
                  <a:pt x="2013" y="352"/>
                  <a:pt x="2018" y="352"/>
                </a:cubicBezTo>
                <a:cubicBezTo>
                  <a:pt x="2022" y="352"/>
                  <a:pt x="2026" y="348"/>
                  <a:pt x="2026" y="343"/>
                </a:cubicBezTo>
                <a:close/>
                <a:moveTo>
                  <a:pt x="2052" y="343"/>
                </a:moveTo>
                <a:cubicBezTo>
                  <a:pt x="2052" y="338"/>
                  <a:pt x="2048" y="335"/>
                  <a:pt x="2043" y="335"/>
                </a:cubicBezTo>
                <a:cubicBezTo>
                  <a:pt x="2039" y="335"/>
                  <a:pt x="2035" y="338"/>
                  <a:pt x="2035" y="343"/>
                </a:cubicBezTo>
                <a:cubicBezTo>
                  <a:pt x="2035" y="348"/>
                  <a:pt x="2039" y="352"/>
                  <a:pt x="2043" y="352"/>
                </a:cubicBezTo>
                <a:cubicBezTo>
                  <a:pt x="2048" y="352"/>
                  <a:pt x="2052" y="348"/>
                  <a:pt x="2052" y="343"/>
                </a:cubicBezTo>
                <a:close/>
                <a:moveTo>
                  <a:pt x="2078" y="343"/>
                </a:moveTo>
                <a:cubicBezTo>
                  <a:pt x="2078" y="338"/>
                  <a:pt x="2074" y="335"/>
                  <a:pt x="2069" y="335"/>
                </a:cubicBezTo>
                <a:cubicBezTo>
                  <a:pt x="2064" y="335"/>
                  <a:pt x="2061" y="338"/>
                  <a:pt x="2061" y="343"/>
                </a:cubicBezTo>
                <a:cubicBezTo>
                  <a:pt x="2061" y="348"/>
                  <a:pt x="2064" y="352"/>
                  <a:pt x="2069" y="352"/>
                </a:cubicBezTo>
                <a:cubicBezTo>
                  <a:pt x="2074" y="352"/>
                  <a:pt x="2078" y="348"/>
                  <a:pt x="2078" y="343"/>
                </a:cubicBezTo>
                <a:close/>
                <a:moveTo>
                  <a:pt x="2103" y="343"/>
                </a:moveTo>
                <a:cubicBezTo>
                  <a:pt x="2103" y="338"/>
                  <a:pt x="2100" y="335"/>
                  <a:pt x="2095" y="335"/>
                </a:cubicBezTo>
                <a:cubicBezTo>
                  <a:pt x="2090" y="335"/>
                  <a:pt x="2086" y="338"/>
                  <a:pt x="2086" y="343"/>
                </a:cubicBezTo>
                <a:cubicBezTo>
                  <a:pt x="2086" y="348"/>
                  <a:pt x="2090" y="352"/>
                  <a:pt x="2095" y="352"/>
                </a:cubicBezTo>
                <a:cubicBezTo>
                  <a:pt x="2100" y="352"/>
                  <a:pt x="2103" y="348"/>
                  <a:pt x="2103" y="343"/>
                </a:cubicBezTo>
                <a:close/>
                <a:moveTo>
                  <a:pt x="2129" y="343"/>
                </a:moveTo>
                <a:cubicBezTo>
                  <a:pt x="2129" y="338"/>
                  <a:pt x="2125" y="335"/>
                  <a:pt x="2121" y="335"/>
                </a:cubicBezTo>
                <a:cubicBezTo>
                  <a:pt x="2116" y="335"/>
                  <a:pt x="2112" y="338"/>
                  <a:pt x="2112" y="343"/>
                </a:cubicBezTo>
                <a:cubicBezTo>
                  <a:pt x="2112" y="348"/>
                  <a:pt x="2116" y="352"/>
                  <a:pt x="2121" y="352"/>
                </a:cubicBezTo>
                <a:cubicBezTo>
                  <a:pt x="2125" y="352"/>
                  <a:pt x="2129" y="348"/>
                  <a:pt x="2129" y="343"/>
                </a:cubicBezTo>
                <a:close/>
                <a:moveTo>
                  <a:pt x="2155" y="343"/>
                </a:moveTo>
                <a:cubicBezTo>
                  <a:pt x="2155" y="338"/>
                  <a:pt x="2151" y="335"/>
                  <a:pt x="2146" y="335"/>
                </a:cubicBezTo>
                <a:cubicBezTo>
                  <a:pt x="2142" y="335"/>
                  <a:pt x="2138" y="338"/>
                  <a:pt x="2138" y="343"/>
                </a:cubicBezTo>
                <a:cubicBezTo>
                  <a:pt x="2138" y="348"/>
                  <a:pt x="2142" y="352"/>
                  <a:pt x="2146" y="352"/>
                </a:cubicBezTo>
                <a:cubicBezTo>
                  <a:pt x="2151" y="352"/>
                  <a:pt x="2155" y="348"/>
                  <a:pt x="2155" y="343"/>
                </a:cubicBezTo>
                <a:close/>
                <a:moveTo>
                  <a:pt x="2181" y="343"/>
                </a:moveTo>
                <a:cubicBezTo>
                  <a:pt x="2181" y="338"/>
                  <a:pt x="2177" y="335"/>
                  <a:pt x="2172" y="335"/>
                </a:cubicBezTo>
                <a:cubicBezTo>
                  <a:pt x="2167" y="335"/>
                  <a:pt x="2164" y="338"/>
                  <a:pt x="2164" y="343"/>
                </a:cubicBezTo>
                <a:cubicBezTo>
                  <a:pt x="2164" y="348"/>
                  <a:pt x="2167" y="352"/>
                  <a:pt x="2172" y="352"/>
                </a:cubicBezTo>
                <a:cubicBezTo>
                  <a:pt x="2177" y="352"/>
                  <a:pt x="2181" y="348"/>
                  <a:pt x="2181" y="343"/>
                </a:cubicBezTo>
                <a:close/>
                <a:moveTo>
                  <a:pt x="2207" y="343"/>
                </a:moveTo>
                <a:cubicBezTo>
                  <a:pt x="2207" y="338"/>
                  <a:pt x="2203" y="335"/>
                  <a:pt x="2198" y="335"/>
                </a:cubicBezTo>
                <a:cubicBezTo>
                  <a:pt x="2193" y="335"/>
                  <a:pt x="2189" y="338"/>
                  <a:pt x="2189" y="343"/>
                </a:cubicBezTo>
                <a:cubicBezTo>
                  <a:pt x="2189" y="348"/>
                  <a:pt x="2193" y="352"/>
                  <a:pt x="2198" y="352"/>
                </a:cubicBezTo>
                <a:cubicBezTo>
                  <a:pt x="2203" y="352"/>
                  <a:pt x="2207" y="348"/>
                  <a:pt x="2207" y="343"/>
                </a:cubicBezTo>
                <a:close/>
                <a:moveTo>
                  <a:pt x="2232" y="343"/>
                </a:moveTo>
                <a:cubicBezTo>
                  <a:pt x="2232" y="338"/>
                  <a:pt x="2228" y="335"/>
                  <a:pt x="2224" y="335"/>
                </a:cubicBezTo>
                <a:cubicBezTo>
                  <a:pt x="2219" y="335"/>
                  <a:pt x="2215" y="338"/>
                  <a:pt x="2215" y="343"/>
                </a:cubicBezTo>
                <a:cubicBezTo>
                  <a:pt x="2215" y="348"/>
                  <a:pt x="2219" y="352"/>
                  <a:pt x="2224" y="352"/>
                </a:cubicBezTo>
                <a:cubicBezTo>
                  <a:pt x="2228" y="352"/>
                  <a:pt x="2232" y="348"/>
                  <a:pt x="2232" y="343"/>
                </a:cubicBezTo>
                <a:close/>
                <a:moveTo>
                  <a:pt x="2258" y="343"/>
                </a:moveTo>
                <a:cubicBezTo>
                  <a:pt x="2258" y="338"/>
                  <a:pt x="2254" y="335"/>
                  <a:pt x="2249" y="335"/>
                </a:cubicBezTo>
                <a:cubicBezTo>
                  <a:pt x="2245" y="335"/>
                  <a:pt x="2241" y="338"/>
                  <a:pt x="2241" y="343"/>
                </a:cubicBezTo>
                <a:cubicBezTo>
                  <a:pt x="2241" y="348"/>
                  <a:pt x="2245" y="352"/>
                  <a:pt x="2249" y="352"/>
                </a:cubicBezTo>
                <a:cubicBezTo>
                  <a:pt x="2254" y="352"/>
                  <a:pt x="2258" y="348"/>
                  <a:pt x="2258" y="343"/>
                </a:cubicBezTo>
                <a:close/>
                <a:moveTo>
                  <a:pt x="2284" y="343"/>
                </a:moveTo>
                <a:cubicBezTo>
                  <a:pt x="2284" y="338"/>
                  <a:pt x="2280" y="335"/>
                  <a:pt x="2275" y="335"/>
                </a:cubicBezTo>
                <a:cubicBezTo>
                  <a:pt x="2270" y="335"/>
                  <a:pt x="2267" y="338"/>
                  <a:pt x="2267" y="343"/>
                </a:cubicBezTo>
                <a:cubicBezTo>
                  <a:pt x="2267" y="348"/>
                  <a:pt x="2270" y="352"/>
                  <a:pt x="2275" y="352"/>
                </a:cubicBezTo>
                <a:cubicBezTo>
                  <a:pt x="2280" y="352"/>
                  <a:pt x="2284" y="348"/>
                  <a:pt x="2284" y="343"/>
                </a:cubicBezTo>
                <a:close/>
                <a:moveTo>
                  <a:pt x="2310" y="343"/>
                </a:moveTo>
                <a:cubicBezTo>
                  <a:pt x="2310" y="338"/>
                  <a:pt x="2306" y="335"/>
                  <a:pt x="2301" y="335"/>
                </a:cubicBezTo>
                <a:cubicBezTo>
                  <a:pt x="2296" y="335"/>
                  <a:pt x="2292" y="338"/>
                  <a:pt x="2292" y="343"/>
                </a:cubicBezTo>
                <a:cubicBezTo>
                  <a:pt x="2292" y="348"/>
                  <a:pt x="2296" y="352"/>
                  <a:pt x="2301" y="352"/>
                </a:cubicBezTo>
                <a:cubicBezTo>
                  <a:pt x="2306" y="352"/>
                  <a:pt x="2310" y="348"/>
                  <a:pt x="2310" y="343"/>
                </a:cubicBezTo>
                <a:close/>
                <a:moveTo>
                  <a:pt x="2335" y="343"/>
                </a:moveTo>
                <a:cubicBezTo>
                  <a:pt x="2335" y="338"/>
                  <a:pt x="2331" y="335"/>
                  <a:pt x="2327" y="335"/>
                </a:cubicBezTo>
                <a:cubicBezTo>
                  <a:pt x="2322" y="335"/>
                  <a:pt x="2318" y="338"/>
                  <a:pt x="2318" y="343"/>
                </a:cubicBezTo>
                <a:cubicBezTo>
                  <a:pt x="2318" y="348"/>
                  <a:pt x="2322" y="352"/>
                  <a:pt x="2327" y="352"/>
                </a:cubicBezTo>
                <a:cubicBezTo>
                  <a:pt x="2331" y="352"/>
                  <a:pt x="2335" y="348"/>
                  <a:pt x="2335" y="343"/>
                </a:cubicBezTo>
                <a:close/>
                <a:moveTo>
                  <a:pt x="2361" y="343"/>
                </a:moveTo>
                <a:cubicBezTo>
                  <a:pt x="2361" y="338"/>
                  <a:pt x="2357" y="335"/>
                  <a:pt x="2352" y="335"/>
                </a:cubicBezTo>
                <a:cubicBezTo>
                  <a:pt x="2348" y="335"/>
                  <a:pt x="2344" y="338"/>
                  <a:pt x="2344" y="343"/>
                </a:cubicBezTo>
                <a:cubicBezTo>
                  <a:pt x="2344" y="348"/>
                  <a:pt x="2348" y="352"/>
                  <a:pt x="2352" y="352"/>
                </a:cubicBezTo>
                <a:cubicBezTo>
                  <a:pt x="2357" y="352"/>
                  <a:pt x="2361" y="348"/>
                  <a:pt x="2361" y="343"/>
                </a:cubicBezTo>
                <a:close/>
                <a:moveTo>
                  <a:pt x="2387" y="343"/>
                </a:moveTo>
                <a:cubicBezTo>
                  <a:pt x="2387" y="338"/>
                  <a:pt x="2383" y="335"/>
                  <a:pt x="2378" y="335"/>
                </a:cubicBezTo>
                <a:cubicBezTo>
                  <a:pt x="2373" y="335"/>
                  <a:pt x="2370" y="338"/>
                  <a:pt x="2370" y="343"/>
                </a:cubicBezTo>
                <a:cubicBezTo>
                  <a:pt x="2370" y="348"/>
                  <a:pt x="2373" y="352"/>
                  <a:pt x="2378" y="352"/>
                </a:cubicBezTo>
                <a:cubicBezTo>
                  <a:pt x="2383" y="352"/>
                  <a:pt x="2387" y="348"/>
                  <a:pt x="2387" y="343"/>
                </a:cubicBezTo>
                <a:close/>
                <a:moveTo>
                  <a:pt x="2413" y="343"/>
                </a:moveTo>
                <a:cubicBezTo>
                  <a:pt x="2413" y="338"/>
                  <a:pt x="2409" y="335"/>
                  <a:pt x="2404" y="335"/>
                </a:cubicBezTo>
                <a:cubicBezTo>
                  <a:pt x="2399" y="335"/>
                  <a:pt x="2395" y="338"/>
                  <a:pt x="2395" y="343"/>
                </a:cubicBezTo>
                <a:cubicBezTo>
                  <a:pt x="2395" y="348"/>
                  <a:pt x="2399" y="352"/>
                  <a:pt x="2404" y="352"/>
                </a:cubicBezTo>
                <a:cubicBezTo>
                  <a:pt x="2409" y="352"/>
                  <a:pt x="2413" y="348"/>
                  <a:pt x="2413" y="343"/>
                </a:cubicBezTo>
                <a:close/>
                <a:moveTo>
                  <a:pt x="2438" y="343"/>
                </a:moveTo>
                <a:cubicBezTo>
                  <a:pt x="2438" y="338"/>
                  <a:pt x="2434" y="335"/>
                  <a:pt x="2430" y="335"/>
                </a:cubicBezTo>
                <a:cubicBezTo>
                  <a:pt x="2425" y="335"/>
                  <a:pt x="2421" y="338"/>
                  <a:pt x="2421" y="343"/>
                </a:cubicBezTo>
                <a:cubicBezTo>
                  <a:pt x="2421" y="348"/>
                  <a:pt x="2425" y="352"/>
                  <a:pt x="2430" y="352"/>
                </a:cubicBezTo>
                <a:cubicBezTo>
                  <a:pt x="2434" y="352"/>
                  <a:pt x="2438" y="348"/>
                  <a:pt x="2438" y="343"/>
                </a:cubicBezTo>
                <a:close/>
                <a:moveTo>
                  <a:pt x="2464" y="343"/>
                </a:moveTo>
                <a:cubicBezTo>
                  <a:pt x="2464" y="338"/>
                  <a:pt x="2460" y="335"/>
                  <a:pt x="2456" y="335"/>
                </a:cubicBezTo>
                <a:cubicBezTo>
                  <a:pt x="2451" y="335"/>
                  <a:pt x="2447" y="338"/>
                  <a:pt x="2447" y="343"/>
                </a:cubicBezTo>
                <a:cubicBezTo>
                  <a:pt x="2447" y="348"/>
                  <a:pt x="2451" y="352"/>
                  <a:pt x="2456" y="352"/>
                </a:cubicBezTo>
                <a:cubicBezTo>
                  <a:pt x="2460" y="352"/>
                  <a:pt x="2464" y="348"/>
                  <a:pt x="2464" y="343"/>
                </a:cubicBezTo>
                <a:close/>
                <a:moveTo>
                  <a:pt x="2490" y="343"/>
                </a:moveTo>
                <a:cubicBezTo>
                  <a:pt x="2490" y="338"/>
                  <a:pt x="2486" y="335"/>
                  <a:pt x="2481" y="335"/>
                </a:cubicBezTo>
                <a:cubicBezTo>
                  <a:pt x="2477" y="335"/>
                  <a:pt x="2473" y="338"/>
                  <a:pt x="2473" y="343"/>
                </a:cubicBezTo>
                <a:cubicBezTo>
                  <a:pt x="2473" y="348"/>
                  <a:pt x="2477" y="352"/>
                  <a:pt x="2481" y="352"/>
                </a:cubicBezTo>
                <a:cubicBezTo>
                  <a:pt x="2486" y="352"/>
                  <a:pt x="2490" y="348"/>
                  <a:pt x="2490" y="343"/>
                </a:cubicBezTo>
                <a:close/>
                <a:moveTo>
                  <a:pt x="2516" y="343"/>
                </a:moveTo>
                <a:cubicBezTo>
                  <a:pt x="2516" y="338"/>
                  <a:pt x="2512" y="335"/>
                  <a:pt x="2507" y="335"/>
                </a:cubicBezTo>
                <a:cubicBezTo>
                  <a:pt x="2502" y="335"/>
                  <a:pt x="2498" y="338"/>
                  <a:pt x="2498" y="343"/>
                </a:cubicBezTo>
                <a:cubicBezTo>
                  <a:pt x="2498" y="348"/>
                  <a:pt x="2502" y="352"/>
                  <a:pt x="2507" y="352"/>
                </a:cubicBezTo>
                <a:cubicBezTo>
                  <a:pt x="2512" y="352"/>
                  <a:pt x="2516" y="348"/>
                  <a:pt x="2516" y="343"/>
                </a:cubicBezTo>
                <a:close/>
                <a:moveTo>
                  <a:pt x="2541" y="343"/>
                </a:moveTo>
                <a:cubicBezTo>
                  <a:pt x="2541" y="338"/>
                  <a:pt x="2538" y="335"/>
                  <a:pt x="2533" y="335"/>
                </a:cubicBezTo>
                <a:cubicBezTo>
                  <a:pt x="2528" y="335"/>
                  <a:pt x="2524" y="338"/>
                  <a:pt x="2524" y="343"/>
                </a:cubicBezTo>
                <a:cubicBezTo>
                  <a:pt x="2524" y="348"/>
                  <a:pt x="2528" y="352"/>
                  <a:pt x="2533" y="352"/>
                </a:cubicBezTo>
                <a:cubicBezTo>
                  <a:pt x="2538" y="352"/>
                  <a:pt x="2541" y="348"/>
                  <a:pt x="2541" y="343"/>
                </a:cubicBezTo>
                <a:close/>
                <a:moveTo>
                  <a:pt x="2567" y="343"/>
                </a:moveTo>
                <a:cubicBezTo>
                  <a:pt x="2567" y="338"/>
                  <a:pt x="2563" y="335"/>
                  <a:pt x="2559" y="335"/>
                </a:cubicBezTo>
                <a:cubicBezTo>
                  <a:pt x="2554" y="335"/>
                  <a:pt x="2550" y="338"/>
                  <a:pt x="2550" y="343"/>
                </a:cubicBezTo>
                <a:cubicBezTo>
                  <a:pt x="2550" y="348"/>
                  <a:pt x="2554" y="352"/>
                  <a:pt x="2559" y="352"/>
                </a:cubicBezTo>
                <a:cubicBezTo>
                  <a:pt x="2563" y="352"/>
                  <a:pt x="2567" y="348"/>
                  <a:pt x="2567" y="343"/>
                </a:cubicBezTo>
                <a:close/>
                <a:moveTo>
                  <a:pt x="2593" y="343"/>
                </a:moveTo>
                <a:cubicBezTo>
                  <a:pt x="2593" y="338"/>
                  <a:pt x="2589" y="335"/>
                  <a:pt x="2584" y="335"/>
                </a:cubicBezTo>
                <a:cubicBezTo>
                  <a:pt x="2580" y="335"/>
                  <a:pt x="2576" y="338"/>
                  <a:pt x="2576" y="343"/>
                </a:cubicBezTo>
                <a:cubicBezTo>
                  <a:pt x="2576" y="348"/>
                  <a:pt x="2580" y="352"/>
                  <a:pt x="2584" y="352"/>
                </a:cubicBezTo>
                <a:cubicBezTo>
                  <a:pt x="2589" y="352"/>
                  <a:pt x="2593" y="348"/>
                  <a:pt x="2593" y="343"/>
                </a:cubicBezTo>
                <a:close/>
                <a:moveTo>
                  <a:pt x="2619" y="343"/>
                </a:moveTo>
                <a:cubicBezTo>
                  <a:pt x="2619" y="338"/>
                  <a:pt x="2615" y="335"/>
                  <a:pt x="2610" y="335"/>
                </a:cubicBezTo>
                <a:cubicBezTo>
                  <a:pt x="2605" y="335"/>
                  <a:pt x="2601" y="338"/>
                  <a:pt x="2601" y="343"/>
                </a:cubicBezTo>
                <a:cubicBezTo>
                  <a:pt x="2601" y="348"/>
                  <a:pt x="2605" y="352"/>
                  <a:pt x="2610" y="352"/>
                </a:cubicBezTo>
                <a:cubicBezTo>
                  <a:pt x="2615" y="352"/>
                  <a:pt x="2619" y="348"/>
                  <a:pt x="2619" y="343"/>
                </a:cubicBezTo>
                <a:close/>
                <a:moveTo>
                  <a:pt x="2644" y="343"/>
                </a:moveTo>
                <a:cubicBezTo>
                  <a:pt x="2644" y="338"/>
                  <a:pt x="2641" y="335"/>
                  <a:pt x="2636" y="335"/>
                </a:cubicBezTo>
                <a:cubicBezTo>
                  <a:pt x="2631" y="335"/>
                  <a:pt x="2627" y="338"/>
                  <a:pt x="2627" y="343"/>
                </a:cubicBezTo>
                <a:cubicBezTo>
                  <a:pt x="2627" y="348"/>
                  <a:pt x="2631" y="352"/>
                  <a:pt x="2636" y="352"/>
                </a:cubicBezTo>
                <a:cubicBezTo>
                  <a:pt x="2641" y="352"/>
                  <a:pt x="2644" y="348"/>
                  <a:pt x="2644" y="343"/>
                </a:cubicBezTo>
                <a:close/>
                <a:moveTo>
                  <a:pt x="2670" y="343"/>
                </a:moveTo>
                <a:cubicBezTo>
                  <a:pt x="2670" y="338"/>
                  <a:pt x="2666" y="335"/>
                  <a:pt x="2662" y="335"/>
                </a:cubicBezTo>
                <a:cubicBezTo>
                  <a:pt x="2657" y="335"/>
                  <a:pt x="2653" y="338"/>
                  <a:pt x="2653" y="343"/>
                </a:cubicBezTo>
                <a:cubicBezTo>
                  <a:pt x="2653" y="348"/>
                  <a:pt x="2657" y="352"/>
                  <a:pt x="2662" y="352"/>
                </a:cubicBezTo>
                <a:cubicBezTo>
                  <a:pt x="2666" y="352"/>
                  <a:pt x="2670" y="348"/>
                  <a:pt x="2670" y="343"/>
                </a:cubicBezTo>
                <a:close/>
                <a:moveTo>
                  <a:pt x="2696" y="343"/>
                </a:moveTo>
                <a:cubicBezTo>
                  <a:pt x="2696" y="338"/>
                  <a:pt x="2692" y="335"/>
                  <a:pt x="2687" y="335"/>
                </a:cubicBezTo>
                <a:cubicBezTo>
                  <a:pt x="2683" y="335"/>
                  <a:pt x="2679" y="338"/>
                  <a:pt x="2679" y="343"/>
                </a:cubicBezTo>
                <a:cubicBezTo>
                  <a:pt x="2679" y="348"/>
                  <a:pt x="2683" y="352"/>
                  <a:pt x="2687" y="352"/>
                </a:cubicBezTo>
                <a:cubicBezTo>
                  <a:pt x="2692" y="352"/>
                  <a:pt x="2696" y="348"/>
                  <a:pt x="2696" y="343"/>
                </a:cubicBezTo>
                <a:close/>
                <a:moveTo>
                  <a:pt x="17" y="369"/>
                </a:moveTo>
                <a:cubicBezTo>
                  <a:pt x="17" y="364"/>
                  <a:pt x="13" y="360"/>
                  <a:pt x="8" y="360"/>
                </a:cubicBezTo>
                <a:cubicBezTo>
                  <a:pt x="4" y="360"/>
                  <a:pt x="0" y="364"/>
                  <a:pt x="0" y="369"/>
                </a:cubicBezTo>
                <a:cubicBezTo>
                  <a:pt x="0" y="374"/>
                  <a:pt x="4" y="378"/>
                  <a:pt x="8" y="378"/>
                </a:cubicBezTo>
                <a:cubicBezTo>
                  <a:pt x="13" y="378"/>
                  <a:pt x="17" y="374"/>
                  <a:pt x="17" y="369"/>
                </a:cubicBezTo>
                <a:close/>
                <a:moveTo>
                  <a:pt x="43" y="369"/>
                </a:moveTo>
                <a:cubicBezTo>
                  <a:pt x="43" y="364"/>
                  <a:pt x="39" y="360"/>
                  <a:pt x="34" y="360"/>
                </a:cubicBezTo>
                <a:cubicBezTo>
                  <a:pt x="29" y="360"/>
                  <a:pt x="26" y="364"/>
                  <a:pt x="26" y="369"/>
                </a:cubicBezTo>
                <a:cubicBezTo>
                  <a:pt x="26" y="374"/>
                  <a:pt x="29" y="378"/>
                  <a:pt x="34" y="378"/>
                </a:cubicBezTo>
                <a:cubicBezTo>
                  <a:pt x="39" y="378"/>
                  <a:pt x="43" y="374"/>
                  <a:pt x="43" y="369"/>
                </a:cubicBezTo>
                <a:close/>
                <a:moveTo>
                  <a:pt x="69" y="369"/>
                </a:moveTo>
                <a:cubicBezTo>
                  <a:pt x="69" y="364"/>
                  <a:pt x="65" y="360"/>
                  <a:pt x="60" y="360"/>
                </a:cubicBezTo>
                <a:cubicBezTo>
                  <a:pt x="55" y="360"/>
                  <a:pt x="51" y="364"/>
                  <a:pt x="51" y="369"/>
                </a:cubicBezTo>
                <a:cubicBezTo>
                  <a:pt x="51" y="374"/>
                  <a:pt x="55" y="378"/>
                  <a:pt x="60" y="378"/>
                </a:cubicBezTo>
                <a:cubicBezTo>
                  <a:pt x="65" y="378"/>
                  <a:pt x="69" y="374"/>
                  <a:pt x="69" y="369"/>
                </a:cubicBezTo>
                <a:close/>
                <a:moveTo>
                  <a:pt x="94" y="369"/>
                </a:moveTo>
                <a:cubicBezTo>
                  <a:pt x="94" y="364"/>
                  <a:pt x="90" y="360"/>
                  <a:pt x="86" y="360"/>
                </a:cubicBezTo>
                <a:cubicBezTo>
                  <a:pt x="81" y="360"/>
                  <a:pt x="77" y="364"/>
                  <a:pt x="77" y="369"/>
                </a:cubicBezTo>
                <a:cubicBezTo>
                  <a:pt x="77" y="374"/>
                  <a:pt x="81" y="378"/>
                  <a:pt x="86" y="378"/>
                </a:cubicBezTo>
                <a:cubicBezTo>
                  <a:pt x="90" y="378"/>
                  <a:pt x="94" y="374"/>
                  <a:pt x="94" y="369"/>
                </a:cubicBezTo>
                <a:close/>
                <a:moveTo>
                  <a:pt x="120" y="369"/>
                </a:moveTo>
                <a:cubicBezTo>
                  <a:pt x="120" y="364"/>
                  <a:pt x="116" y="360"/>
                  <a:pt x="111" y="360"/>
                </a:cubicBezTo>
                <a:cubicBezTo>
                  <a:pt x="107" y="360"/>
                  <a:pt x="103" y="364"/>
                  <a:pt x="103" y="369"/>
                </a:cubicBezTo>
                <a:cubicBezTo>
                  <a:pt x="103" y="374"/>
                  <a:pt x="107" y="378"/>
                  <a:pt x="111" y="378"/>
                </a:cubicBezTo>
                <a:cubicBezTo>
                  <a:pt x="116" y="378"/>
                  <a:pt x="120" y="374"/>
                  <a:pt x="120" y="369"/>
                </a:cubicBezTo>
                <a:close/>
                <a:moveTo>
                  <a:pt x="146" y="369"/>
                </a:moveTo>
                <a:cubicBezTo>
                  <a:pt x="146" y="364"/>
                  <a:pt x="142" y="360"/>
                  <a:pt x="137" y="360"/>
                </a:cubicBezTo>
                <a:cubicBezTo>
                  <a:pt x="132" y="360"/>
                  <a:pt x="129" y="364"/>
                  <a:pt x="129" y="369"/>
                </a:cubicBezTo>
                <a:cubicBezTo>
                  <a:pt x="129" y="374"/>
                  <a:pt x="132" y="378"/>
                  <a:pt x="137" y="378"/>
                </a:cubicBezTo>
                <a:cubicBezTo>
                  <a:pt x="142" y="378"/>
                  <a:pt x="146" y="374"/>
                  <a:pt x="146" y="369"/>
                </a:cubicBezTo>
                <a:close/>
                <a:moveTo>
                  <a:pt x="172" y="369"/>
                </a:moveTo>
                <a:cubicBezTo>
                  <a:pt x="172" y="364"/>
                  <a:pt x="168" y="360"/>
                  <a:pt x="163" y="360"/>
                </a:cubicBezTo>
                <a:cubicBezTo>
                  <a:pt x="158" y="360"/>
                  <a:pt x="154" y="364"/>
                  <a:pt x="154" y="369"/>
                </a:cubicBezTo>
                <a:cubicBezTo>
                  <a:pt x="154" y="374"/>
                  <a:pt x="158" y="378"/>
                  <a:pt x="163" y="378"/>
                </a:cubicBezTo>
                <a:cubicBezTo>
                  <a:pt x="168" y="378"/>
                  <a:pt x="172" y="374"/>
                  <a:pt x="172" y="369"/>
                </a:cubicBezTo>
                <a:close/>
                <a:moveTo>
                  <a:pt x="197" y="369"/>
                </a:moveTo>
                <a:cubicBezTo>
                  <a:pt x="197" y="364"/>
                  <a:pt x="193" y="360"/>
                  <a:pt x="189" y="360"/>
                </a:cubicBezTo>
                <a:cubicBezTo>
                  <a:pt x="184" y="360"/>
                  <a:pt x="180" y="364"/>
                  <a:pt x="180" y="369"/>
                </a:cubicBezTo>
                <a:cubicBezTo>
                  <a:pt x="180" y="374"/>
                  <a:pt x="184" y="378"/>
                  <a:pt x="189" y="378"/>
                </a:cubicBezTo>
                <a:cubicBezTo>
                  <a:pt x="193" y="378"/>
                  <a:pt x="197" y="374"/>
                  <a:pt x="197" y="369"/>
                </a:cubicBezTo>
                <a:close/>
                <a:moveTo>
                  <a:pt x="223" y="369"/>
                </a:moveTo>
                <a:cubicBezTo>
                  <a:pt x="223" y="364"/>
                  <a:pt x="219" y="360"/>
                  <a:pt x="214" y="360"/>
                </a:cubicBezTo>
                <a:cubicBezTo>
                  <a:pt x="210" y="360"/>
                  <a:pt x="206" y="364"/>
                  <a:pt x="206" y="369"/>
                </a:cubicBezTo>
                <a:cubicBezTo>
                  <a:pt x="206" y="374"/>
                  <a:pt x="210" y="378"/>
                  <a:pt x="214" y="378"/>
                </a:cubicBezTo>
                <a:cubicBezTo>
                  <a:pt x="219" y="378"/>
                  <a:pt x="223" y="374"/>
                  <a:pt x="223" y="369"/>
                </a:cubicBezTo>
                <a:close/>
                <a:moveTo>
                  <a:pt x="249" y="369"/>
                </a:moveTo>
                <a:cubicBezTo>
                  <a:pt x="249" y="364"/>
                  <a:pt x="245" y="360"/>
                  <a:pt x="240" y="360"/>
                </a:cubicBezTo>
                <a:cubicBezTo>
                  <a:pt x="236" y="360"/>
                  <a:pt x="232" y="364"/>
                  <a:pt x="232" y="369"/>
                </a:cubicBezTo>
                <a:cubicBezTo>
                  <a:pt x="232" y="374"/>
                  <a:pt x="236" y="378"/>
                  <a:pt x="240" y="378"/>
                </a:cubicBezTo>
                <a:cubicBezTo>
                  <a:pt x="245" y="378"/>
                  <a:pt x="249" y="374"/>
                  <a:pt x="249" y="369"/>
                </a:cubicBezTo>
                <a:close/>
                <a:moveTo>
                  <a:pt x="275" y="369"/>
                </a:moveTo>
                <a:cubicBezTo>
                  <a:pt x="275" y="364"/>
                  <a:pt x="271" y="360"/>
                  <a:pt x="266" y="360"/>
                </a:cubicBezTo>
                <a:cubicBezTo>
                  <a:pt x="261" y="360"/>
                  <a:pt x="257" y="364"/>
                  <a:pt x="257" y="369"/>
                </a:cubicBezTo>
                <a:cubicBezTo>
                  <a:pt x="257" y="374"/>
                  <a:pt x="261" y="378"/>
                  <a:pt x="266" y="378"/>
                </a:cubicBezTo>
                <a:cubicBezTo>
                  <a:pt x="271" y="378"/>
                  <a:pt x="275" y="374"/>
                  <a:pt x="275" y="369"/>
                </a:cubicBezTo>
                <a:close/>
                <a:moveTo>
                  <a:pt x="300" y="369"/>
                </a:moveTo>
                <a:cubicBezTo>
                  <a:pt x="300" y="364"/>
                  <a:pt x="297" y="360"/>
                  <a:pt x="292" y="360"/>
                </a:cubicBezTo>
                <a:cubicBezTo>
                  <a:pt x="287" y="360"/>
                  <a:pt x="283" y="364"/>
                  <a:pt x="283" y="369"/>
                </a:cubicBezTo>
                <a:cubicBezTo>
                  <a:pt x="283" y="374"/>
                  <a:pt x="287" y="378"/>
                  <a:pt x="292" y="378"/>
                </a:cubicBezTo>
                <a:cubicBezTo>
                  <a:pt x="297" y="378"/>
                  <a:pt x="300" y="374"/>
                  <a:pt x="300" y="369"/>
                </a:cubicBezTo>
                <a:close/>
                <a:moveTo>
                  <a:pt x="326" y="369"/>
                </a:moveTo>
                <a:cubicBezTo>
                  <a:pt x="326" y="364"/>
                  <a:pt x="322" y="360"/>
                  <a:pt x="318" y="360"/>
                </a:cubicBezTo>
                <a:cubicBezTo>
                  <a:pt x="313" y="360"/>
                  <a:pt x="309" y="364"/>
                  <a:pt x="309" y="369"/>
                </a:cubicBezTo>
                <a:cubicBezTo>
                  <a:pt x="309" y="374"/>
                  <a:pt x="313" y="378"/>
                  <a:pt x="318" y="378"/>
                </a:cubicBezTo>
                <a:cubicBezTo>
                  <a:pt x="322" y="378"/>
                  <a:pt x="326" y="374"/>
                  <a:pt x="326" y="369"/>
                </a:cubicBezTo>
                <a:close/>
                <a:moveTo>
                  <a:pt x="352" y="369"/>
                </a:moveTo>
                <a:cubicBezTo>
                  <a:pt x="352" y="364"/>
                  <a:pt x="348" y="360"/>
                  <a:pt x="343" y="360"/>
                </a:cubicBezTo>
                <a:cubicBezTo>
                  <a:pt x="339" y="360"/>
                  <a:pt x="335" y="364"/>
                  <a:pt x="335" y="369"/>
                </a:cubicBezTo>
                <a:cubicBezTo>
                  <a:pt x="335" y="374"/>
                  <a:pt x="339" y="378"/>
                  <a:pt x="343" y="378"/>
                </a:cubicBezTo>
                <a:cubicBezTo>
                  <a:pt x="348" y="378"/>
                  <a:pt x="352" y="374"/>
                  <a:pt x="352" y="369"/>
                </a:cubicBezTo>
                <a:close/>
                <a:moveTo>
                  <a:pt x="378" y="369"/>
                </a:moveTo>
                <a:cubicBezTo>
                  <a:pt x="378" y="364"/>
                  <a:pt x="374" y="360"/>
                  <a:pt x="369" y="360"/>
                </a:cubicBezTo>
                <a:cubicBezTo>
                  <a:pt x="364" y="360"/>
                  <a:pt x="360" y="364"/>
                  <a:pt x="360" y="369"/>
                </a:cubicBezTo>
                <a:cubicBezTo>
                  <a:pt x="360" y="374"/>
                  <a:pt x="364" y="378"/>
                  <a:pt x="369" y="378"/>
                </a:cubicBezTo>
                <a:cubicBezTo>
                  <a:pt x="374" y="378"/>
                  <a:pt x="378" y="374"/>
                  <a:pt x="378" y="369"/>
                </a:cubicBezTo>
                <a:close/>
                <a:moveTo>
                  <a:pt x="532" y="369"/>
                </a:moveTo>
                <a:cubicBezTo>
                  <a:pt x="532" y="364"/>
                  <a:pt x="528" y="360"/>
                  <a:pt x="524" y="360"/>
                </a:cubicBezTo>
                <a:cubicBezTo>
                  <a:pt x="519" y="360"/>
                  <a:pt x="515" y="364"/>
                  <a:pt x="515" y="369"/>
                </a:cubicBezTo>
                <a:cubicBezTo>
                  <a:pt x="515" y="374"/>
                  <a:pt x="519" y="378"/>
                  <a:pt x="524" y="378"/>
                </a:cubicBezTo>
                <a:cubicBezTo>
                  <a:pt x="528" y="378"/>
                  <a:pt x="532" y="374"/>
                  <a:pt x="532" y="369"/>
                </a:cubicBezTo>
                <a:close/>
                <a:moveTo>
                  <a:pt x="558" y="369"/>
                </a:moveTo>
                <a:cubicBezTo>
                  <a:pt x="558" y="364"/>
                  <a:pt x="554" y="360"/>
                  <a:pt x="549" y="360"/>
                </a:cubicBezTo>
                <a:cubicBezTo>
                  <a:pt x="545" y="360"/>
                  <a:pt x="541" y="364"/>
                  <a:pt x="541" y="369"/>
                </a:cubicBezTo>
                <a:cubicBezTo>
                  <a:pt x="541" y="374"/>
                  <a:pt x="545" y="378"/>
                  <a:pt x="549" y="378"/>
                </a:cubicBezTo>
                <a:cubicBezTo>
                  <a:pt x="554" y="378"/>
                  <a:pt x="558" y="374"/>
                  <a:pt x="558" y="369"/>
                </a:cubicBezTo>
                <a:close/>
                <a:moveTo>
                  <a:pt x="584" y="369"/>
                </a:moveTo>
                <a:cubicBezTo>
                  <a:pt x="584" y="364"/>
                  <a:pt x="580" y="360"/>
                  <a:pt x="575" y="360"/>
                </a:cubicBezTo>
                <a:cubicBezTo>
                  <a:pt x="570" y="360"/>
                  <a:pt x="567" y="364"/>
                  <a:pt x="567" y="369"/>
                </a:cubicBezTo>
                <a:cubicBezTo>
                  <a:pt x="567" y="374"/>
                  <a:pt x="570" y="378"/>
                  <a:pt x="575" y="378"/>
                </a:cubicBezTo>
                <a:cubicBezTo>
                  <a:pt x="580" y="378"/>
                  <a:pt x="584" y="374"/>
                  <a:pt x="584" y="369"/>
                </a:cubicBezTo>
                <a:close/>
                <a:moveTo>
                  <a:pt x="841" y="369"/>
                </a:moveTo>
                <a:cubicBezTo>
                  <a:pt x="841" y="364"/>
                  <a:pt x="837" y="360"/>
                  <a:pt x="833" y="360"/>
                </a:cubicBezTo>
                <a:cubicBezTo>
                  <a:pt x="828" y="360"/>
                  <a:pt x="824" y="364"/>
                  <a:pt x="824" y="369"/>
                </a:cubicBezTo>
                <a:cubicBezTo>
                  <a:pt x="824" y="374"/>
                  <a:pt x="828" y="378"/>
                  <a:pt x="833" y="378"/>
                </a:cubicBezTo>
                <a:cubicBezTo>
                  <a:pt x="837" y="378"/>
                  <a:pt x="841" y="374"/>
                  <a:pt x="841" y="369"/>
                </a:cubicBezTo>
                <a:close/>
                <a:moveTo>
                  <a:pt x="867" y="369"/>
                </a:moveTo>
                <a:cubicBezTo>
                  <a:pt x="867" y="364"/>
                  <a:pt x="863" y="360"/>
                  <a:pt x="858" y="360"/>
                </a:cubicBezTo>
                <a:cubicBezTo>
                  <a:pt x="854" y="360"/>
                  <a:pt x="850" y="364"/>
                  <a:pt x="850" y="369"/>
                </a:cubicBezTo>
                <a:cubicBezTo>
                  <a:pt x="850" y="374"/>
                  <a:pt x="854" y="378"/>
                  <a:pt x="858" y="378"/>
                </a:cubicBezTo>
                <a:cubicBezTo>
                  <a:pt x="863" y="378"/>
                  <a:pt x="867" y="374"/>
                  <a:pt x="867" y="369"/>
                </a:cubicBezTo>
                <a:close/>
                <a:moveTo>
                  <a:pt x="893" y="369"/>
                </a:moveTo>
                <a:cubicBezTo>
                  <a:pt x="893" y="364"/>
                  <a:pt x="889" y="360"/>
                  <a:pt x="884" y="360"/>
                </a:cubicBezTo>
                <a:cubicBezTo>
                  <a:pt x="879" y="360"/>
                  <a:pt x="876" y="364"/>
                  <a:pt x="876" y="369"/>
                </a:cubicBezTo>
                <a:cubicBezTo>
                  <a:pt x="876" y="374"/>
                  <a:pt x="879" y="378"/>
                  <a:pt x="884" y="378"/>
                </a:cubicBezTo>
                <a:cubicBezTo>
                  <a:pt x="889" y="378"/>
                  <a:pt x="893" y="374"/>
                  <a:pt x="893" y="369"/>
                </a:cubicBezTo>
                <a:close/>
                <a:moveTo>
                  <a:pt x="919" y="369"/>
                </a:moveTo>
                <a:cubicBezTo>
                  <a:pt x="919" y="364"/>
                  <a:pt x="915" y="360"/>
                  <a:pt x="910" y="360"/>
                </a:cubicBezTo>
                <a:cubicBezTo>
                  <a:pt x="905" y="360"/>
                  <a:pt x="901" y="364"/>
                  <a:pt x="901" y="369"/>
                </a:cubicBezTo>
                <a:cubicBezTo>
                  <a:pt x="901" y="374"/>
                  <a:pt x="905" y="378"/>
                  <a:pt x="910" y="378"/>
                </a:cubicBezTo>
                <a:cubicBezTo>
                  <a:pt x="915" y="378"/>
                  <a:pt x="919" y="374"/>
                  <a:pt x="919" y="369"/>
                </a:cubicBezTo>
                <a:close/>
                <a:moveTo>
                  <a:pt x="944" y="369"/>
                </a:moveTo>
                <a:cubicBezTo>
                  <a:pt x="944" y="364"/>
                  <a:pt x="940" y="360"/>
                  <a:pt x="936" y="360"/>
                </a:cubicBezTo>
                <a:cubicBezTo>
                  <a:pt x="931" y="360"/>
                  <a:pt x="927" y="364"/>
                  <a:pt x="927" y="369"/>
                </a:cubicBezTo>
                <a:cubicBezTo>
                  <a:pt x="927" y="374"/>
                  <a:pt x="931" y="378"/>
                  <a:pt x="936" y="378"/>
                </a:cubicBezTo>
                <a:cubicBezTo>
                  <a:pt x="940" y="378"/>
                  <a:pt x="944" y="374"/>
                  <a:pt x="944" y="369"/>
                </a:cubicBezTo>
                <a:close/>
                <a:moveTo>
                  <a:pt x="970" y="369"/>
                </a:moveTo>
                <a:cubicBezTo>
                  <a:pt x="970" y="364"/>
                  <a:pt x="966" y="360"/>
                  <a:pt x="961" y="360"/>
                </a:cubicBezTo>
                <a:cubicBezTo>
                  <a:pt x="957" y="360"/>
                  <a:pt x="953" y="364"/>
                  <a:pt x="953" y="369"/>
                </a:cubicBezTo>
                <a:cubicBezTo>
                  <a:pt x="953" y="374"/>
                  <a:pt x="957" y="378"/>
                  <a:pt x="961" y="378"/>
                </a:cubicBezTo>
                <a:cubicBezTo>
                  <a:pt x="966" y="378"/>
                  <a:pt x="970" y="374"/>
                  <a:pt x="970" y="369"/>
                </a:cubicBezTo>
                <a:close/>
                <a:moveTo>
                  <a:pt x="1382" y="369"/>
                </a:moveTo>
                <a:cubicBezTo>
                  <a:pt x="1382" y="364"/>
                  <a:pt x="1378" y="360"/>
                  <a:pt x="1374" y="360"/>
                </a:cubicBezTo>
                <a:cubicBezTo>
                  <a:pt x="1369" y="360"/>
                  <a:pt x="1365" y="364"/>
                  <a:pt x="1365" y="369"/>
                </a:cubicBezTo>
                <a:cubicBezTo>
                  <a:pt x="1365" y="374"/>
                  <a:pt x="1369" y="378"/>
                  <a:pt x="1374" y="378"/>
                </a:cubicBezTo>
                <a:cubicBezTo>
                  <a:pt x="1378" y="378"/>
                  <a:pt x="1382" y="374"/>
                  <a:pt x="1382" y="369"/>
                </a:cubicBezTo>
                <a:close/>
                <a:moveTo>
                  <a:pt x="1408" y="369"/>
                </a:moveTo>
                <a:cubicBezTo>
                  <a:pt x="1408" y="364"/>
                  <a:pt x="1404" y="360"/>
                  <a:pt x="1399" y="360"/>
                </a:cubicBezTo>
                <a:cubicBezTo>
                  <a:pt x="1395" y="360"/>
                  <a:pt x="1391" y="364"/>
                  <a:pt x="1391" y="369"/>
                </a:cubicBezTo>
                <a:cubicBezTo>
                  <a:pt x="1391" y="374"/>
                  <a:pt x="1395" y="378"/>
                  <a:pt x="1399" y="378"/>
                </a:cubicBezTo>
                <a:cubicBezTo>
                  <a:pt x="1404" y="378"/>
                  <a:pt x="1408" y="374"/>
                  <a:pt x="1408" y="369"/>
                </a:cubicBezTo>
                <a:close/>
                <a:moveTo>
                  <a:pt x="1434" y="369"/>
                </a:moveTo>
                <a:cubicBezTo>
                  <a:pt x="1434" y="364"/>
                  <a:pt x="1430" y="360"/>
                  <a:pt x="1425" y="360"/>
                </a:cubicBezTo>
                <a:cubicBezTo>
                  <a:pt x="1420" y="360"/>
                  <a:pt x="1417" y="364"/>
                  <a:pt x="1417" y="369"/>
                </a:cubicBezTo>
                <a:cubicBezTo>
                  <a:pt x="1417" y="374"/>
                  <a:pt x="1420" y="378"/>
                  <a:pt x="1425" y="378"/>
                </a:cubicBezTo>
                <a:cubicBezTo>
                  <a:pt x="1430" y="378"/>
                  <a:pt x="1434" y="374"/>
                  <a:pt x="1434" y="369"/>
                </a:cubicBezTo>
                <a:close/>
                <a:moveTo>
                  <a:pt x="1459" y="369"/>
                </a:moveTo>
                <a:cubicBezTo>
                  <a:pt x="1459" y="364"/>
                  <a:pt x="1456" y="360"/>
                  <a:pt x="1451" y="360"/>
                </a:cubicBezTo>
                <a:cubicBezTo>
                  <a:pt x="1446" y="360"/>
                  <a:pt x="1442" y="364"/>
                  <a:pt x="1442" y="369"/>
                </a:cubicBezTo>
                <a:cubicBezTo>
                  <a:pt x="1442" y="374"/>
                  <a:pt x="1446" y="378"/>
                  <a:pt x="1451" y="378"/>
                </a:cubicBezTo>
                <a:cubicBezTo>
                  <a:pt x="1456" y="378"/>
                  <a:pt x="1459" y="374"/>
                  <a:pt x="1459" y="369"/>
                </a:cubicBezTo>
                <a:close/>
                <a:moveTo>
                  <a:pt x="1485" y="369"/>
                </a:moveTo>
                <a:cubicBezTo>
                  <a:pt x="1485" y="364"/>
                  <a:pt x="1481" y="360"/>
                  <a:pt x="1477" y="360"/>
                </a:cubicBezTo>
                <a:cubicBezTo>
                  <a:pt x="1472" y="360"/>
                  <a:pt x="1468" y="364"/>
                  <a:pt x="1468" y="369"/>
                </a:cubicBezTo>
                <a:cubicBezTo>
                  <a:pt x="1468" y="374"/>
                  <a:pt x="1472" y="378"/>
                  <a:pt x="1477" y="378"/>
                </a:cubicBezTo>
                <a:cubicBezTo>
                  <a:pt x="1481" y="378"/>
                  <a:pt x="1485" y="374"/>
                  <a:pt x="1485" y="369"/>
                </a:cubicBezTo>
                <a:close/>
                <a:moveTo>
                  <a:pt x="1511" y="369"/>
                </a:moveTo>
                <a:cubicBezTo>
                  <a:pt x="1511" y="364"/>
                  <a:pt x="1507" y="360"/>
                  <a:pt x="1502" y="360"/>
                </a:cubicBezTo>
                <a:cubicBezTo>
                  <a:pt x="1498" y="360"/>
                  <a:pt x="1494" y="364"/>
                  <a:pt x="1494" y="369"/>
                </a:cubicBezTo>
                <a:cubicBezTo>
                  <a:pt x="1494" y="374"/>
                  <a:pt x="1498" y="378"/>
                  <a:pt x="1502" y="378"/>
                </a:cubicBezTo>
                <a:cubicBezTo>
                  <a:pt x="1507" y="378"/>
                  <a:pt x="1511" y="374"/>
                  <a:pt x="1511" y="369"/>
                </a:cubicBezTo>
                <a:close/>
                <a:moveTo>
                  <a:pt x="1537" y="369"/>
                </a:moveTo>
                <a:cubicBezTo>
                  <a:pt x="1537" y="364"/>
                  <a:pt x="1533" y="360"/>
                  <a:pt x="1528" y="360"/>
                </a:cubicBezTo>
                <a:cubicBezTo>
                  <a:pt x="1523" y="360"/>
                  <a:pt x="1520" y="364"/>
                  <a:pt x="1520" y="369"/>
                </a:cubicBezTo>
                <a:cubicBezTo>
                  <a:pt x="1520" y="374"/>
                  <a:pt x="1523" y="378"/>
                  <a:pt x="1528" y="378"/>
                </a:cubicBezTo>
                <a:cubicBezTo>
                  <a:pt x="1533" y="378"/>
                  <a:pt x="1537" y="374"/>
                  <a:pt x="1537" y="369"/>
                </a:cubicBezTo>
                <a:close/>
                <a:moveTo>
                  <a:pt x="1563" y="369"/>
                </a:moveTo>
                <a:cubicBezTo>
                  <a:pt x="1563" y="364"/>
                  <a:pt x="1559" y="360"/>
                  <a:pt x="1554" y="360"/>
                </a:cubicBezTo>
                <a:cubicBezTo>
                  <a:pt x="1549" y="360"/>
                  <a:pt x="1545" y="364"/>
                  <a:pt x="1545" y="369"/>
                </a:cubicBezTo>
                <a:cubicBezTo>
                  <a:pt x="1545" y="374"/>
                  <a:pt x="1549" y="378"/>
                  <a:pt x="1554" y="378"/>
                </a:cubicBezTo>
                <a:cubicBezTo>
                  <a:pt x="1559" y="378"/>
                  <a:pt x="1563" y="374"/>
                  <a:pt x="1563" y="369"/>
                </a:cubicBezTo>
                <a:close/>
                <a:moveTo>
                  <a:pt x="1614" y="369"/>
                </a:moveTo>
                <a:cubicBezTo>
                  <a:pt x="1614" y="364"/>
                  <a:pt x="1610" y="360"/>
                  <a:pt x="1605" y="360"/>
                </a:cubicBezTo>
                <a:cubicBezTo>
                  <a:pt x="1601" y="360"/>
                  <a:pt x="1597" y="364"/>
                  <a:pt x="1597" y="369"/>
                </a:cubicBezTo>
                <a:cubicBezTo>
                  <a:pt x="1597" y="374"/>
                  <a:pt x="1601" y="378"/>
                  <a:pt x="1605" y="378"/>
                </a:cubicBezTo>
                <a:cubicBezTo>
                  <a:pt x="1610" y="378"/>
                  <a:pt x="1614" y="374"/>
                  <a:pt x="1614" y="369"/>
                </a:cubicBezTo>
                <a:close/>
                <a:moveTo>
                  <a:pt x="1640" y="369"/>
                </a:moveTo>
                <a:cubicBezTo>
                  <a:pt x="1640" y="364"/>
                  <a:pt x="1636" y="360"/>
                  <a:pt x="1631" y="360"/>
                </a:cubicBezTo>
                <a:cubicBezTo>
                  <a:pt x="1626" y="360"/>
                  <a:pt x="1623" y="364"/>
                  <a:pt x="1623" y="369"/>
                </a:cubicBezTo>
                <a:cubicBezTo>
                  <a:pt x="1623" y="374"/>
                  <a:pt x="1626" y="378"/>
                  <a:pt x="1631" y="378"/>
                </a:cubicBezTo>
                <a:cubicBezTo>
                  <a:pt x="1636" y="378"/>
                  <a:pt x="1640" y="374"/>
                  <a:pt x="1640" y="369"/>
                </a:cubicBezTo>
                <a:close/>
                <a:moveTo>
                  <a:pt x="1666" y="369"/>
                </a:moveTo>
                <a:cubicBezTo>
                  <a:pt x="1666" y="364"/>
                  <a:pt x="1662" y="360"/>
                  <a:pt x="1657" y="360"/>
                </a:cubicBezTo>
                <a:cubicBezTo>
                  <a:pt x="1652" y="360"/>
                  <a:pt x="1648" y="364"/>
                  <a:pt x="1648" y="369"/>
                </a:cubicBezTo>
                <a:cubicBezTo>
                  <a:pt x="1648" y="374"/>
                  <a:pt x="1652" y="378"/>
                  <a:pt x="1657" y="378"/>
                </a:cubicBezTo>
                <a:cubicBezTo>
                  <a:pt x="1662" y="378"/>
                  <a:pt x="1666" y="374"/>
                  <a:pt x="1666" y="369"/>
                </a:cubicBezTo>
                <a:close/>
                <a:moveTo>
                  <a:pt x="1691" y="369"/>
                </a:moveTo>
                <a:cubicBezTo>
                  <a:pt x="1691" y="364"/>
                  <a:pt x="1687" y="360"/>
                  <a:pt x="1683" y="360"/>
                </a:cubicBezTo>
                <a:cubicBezTo>
                  <a:pt x="1678" y="360"/>
                  <a:pt x="1674" y="364"/>
                  <a:pt x="1674" y="369"/>
                </a:cubicBezTo>
                <a:cubicBezTo>
                  <a:pt x="1674" y="374"/>
                  <a:pt x="1678" y="378"/>
                  <a:pt x="1683" y="378"/>
                </a:cubicBezTo>
                <a:cubicBezTo>
                  <a:pt x="1687" y="378"/>
                  <a:pt x="1691" y="374"/>
                  <a:pt x="1691" y="369"/>
                </a:cubicBezTo>
                <a:close/>
                <a:moveTo>
                  <a:pt x="1717" y="369"/>
                </a:moveTo>
                <a:cubicBezTo>
                  <a:pt x="1717" y="364"/>
                  <a:pt x="1713" y="360"/>
                  <a:pt x="1708" y="360"/>
                </a:cubicBezTo>
                <a:cubicBezTo>
                  <a:pt x="1704" y="360"/>
                  <a:pt x="1700" y="364"/>
                  <a:pt x="1700" y="369"/>
                </a:cubicBezTo>
                <a:cubicBezTo>
                  <a:pt x="1700" y="374"/>
                  <a:pt x="1704" y="378"/>
                  <a:pt x="1708" y="378"/>
                </a:cubicBezTo>
                <a:cubicBezTo>
                  <a:pt x="1713" y="378"/>
                  <a:pt x="1717" y="374"/>
                  <a:pt x="1717" y="369"/>
                </a:cubicBezTo>
                <a:close/>
                <a:moveTo>
                  <a:pt x="1743" y="369"/>
                </a:moveTo>
                <a:cubicBezTo>
                  <a:pt x="1743" y="364"/>
                  <a:pt x="1739" y="360"/>
                  <a:pt x="1734" y="360"/>
                </a:cubicBezTo>
                <a:cubicBezTo>
                  <a:pt x="1730" y="360"/>
                  <a:pt x="1726" y="364"/>
                  <a:pt x="1726" y="369"/>
                </a:cubicBezTo>
                <a:cubicBezTo>
                  <a:pt x="1726" y="374"/>
                  <a:pt x="1730" y="378"/>
                  <a:pt x="1734" y="378"/>
                </a:cubicBezTo>
                <a:cubicBezTo>
                  <a:pt x="1739" y="378"/>
                  <a:pt x="1743" y="374"/>
                  <a:pt x="1743" y="369"/>
                </a:cubicBezTo>
                <a:close/>
                <a:moveTo>
                  <a:pt x="1769" y="369"/>
                </a:moveTo>
                <a:cubicBezTo>
                  <a:pt x="1769" y="364"/>
                  <a:pt x="1765" y="360"/>
                  <a:pt x="1760" y="360"/>
                </a:cubicBezTo>
                <a:cubicBezTo>
                  <a:pt x="1755" y="360"/>
                  <a:pt x="1751" y="364"/>
                  <a:pt x="1751" y="369"/>
                </a:cubicBezTo>
                <a:cubicBezTo>
                  <a:pt x="1751" y="374"/>
                  <a:pt x="1755" y="378"/>
                  <a:pt x="1760" y="378"/>
                </a:cubicBezTo>
                <a:cubicBezTo>
                  <a:pt x="1765" y="378"/>
                  <a:pt x="1769" y="374"/>
                  <a:pt x="1769" y="369"/>
                </a:cubicBezTo>
                <a:close/>
                <a:moveTo>
                  <a:pt x="1794" y="369"/>
                </a:moveTo>
                <a:cubicBezTo>
                  <a:pt x="1794" y="364"/>
                  <a:pt x="1791" y="360"/>
                  <a:pt x="1786" y="360"/>
                </a:cubicBezTo>
                <a:cubicBezTo>
                  <a:pt x="1781" y="360"/>
                  <a:pt x="1777" y="364"/>
                  <a:pt x="1777" y="369"/>
                </a:cubicBezTo>
                <a:cubicBezTo>
                  <a:pt x="1777" y="374"/>
                  <a:pt x="1781" y="378"/>
                  <a:pt x="1786" y="378"/>
                </a:cubicBezTo>
                <a:cubicBezTo>
                  <a:pt x="1791" y="378"/>
                  <a:pt x="1794" y="374"/>
                  <a:pt x="1794" y="369"/>
                </a:cubicBezTo>
                <a:close/>
                <a:moveTo>
                  <a:pt x="1820" y="369"/>
                </a:moveTo>
                <a:cubicBezTo>
                  <a:pt x="1820" y="364"/>
                  <a:pt x="1816" y="360"/>
                  <a:pt x="1812" y="360"/>
                </a:cubicBezTo>
                <a:cubicBezTo>
                  <a:pt x="1807" y="360"/>
                  <a:pt x="1803" y="364"/>
                  <a:pt x="1803" y="369"/>
                </a:cubicBezTo>
                <a:cubicBezTo>
                  <a:pt x="1803" y="374"/>
                  <a:pt x="1807" y="378"/>
                  <a:pt x="1812" y="378"/>
                </a:cubicBezTo>
                <a:cubicBezTo>
                  <a:pt x="1816" y="378"/>
                  <a:pt x="1820" y="374"/>
                  <a:pt x="1820" y="369"/>
                </a:cubicBezTo>
                <a:close/>
                <a:moveTo>
                  <a:pt x="1846" y="369"/>
                </a:moveTo>
                <a:cubicBezTo>
                  <a:pt x="1846" y="364"/>
                  <a:pt x="1842" y="360"/>
                  <a:pt x="1837" y="360"/>
                </a:cubicBezTo>
                <a:cubicBezTo>
                  <a:pt x="1833" y="360"/>
                  <a:pt x="1829" y="364"/>
                  <a:pt x="1829" y="369"/>
                </a:cubicBezTo>
                <a:cubicBezTo>
                  <a:pt x="1829" y="374"/>
                  <a:pt x="1833" y="378"/>
                  <a:pt x="1837" y="378"/>
                </a:cubicBezTo>
                <a:cubicBezTo>
                  <a:pt x="1842" y="378"/>
                  <a:pt x="1846" y="374"/>
                  <a:pt x="1846" y="369"/>
                </a:cubicBezTo>
                <a:close/>
                <a:moveTo>
                  <a:pt x="1872" y="369"/>
                </a:moveTo>
                <a:cubicBezTo>
                  <a:pt x="1872" y="364"/>
                  <a:pt x="1868" y="360"/>
                  <a:pt x="1863" y="360"/>
                </a:cubicBezTo>
                <a:cubicBezTo>
                  <a:pt x="1858" y="360"/>
                  <a:pt x="1854" y="364"/>
                  <a:pt x="1854" y="369"/>
                </a:cubicBezTo>
                <a:cubicBezTo>
                  <a:pt x="1854" y="374"/>
                  <a:pt x="1858" y="378"/>
                  <a:pt x="1863" y="378"/>
                </a:cubicBezTo>
                <a:cubicBezTo>
                  <a:pt x="1868" y="378"/>
                  <a:pt x="1872" y="374"/>
                  <a:pt x="1872" y="369"/>
                </a:cubicBezTo>
                <a:close/>
                <a:moveTo>
                  <a:pt x="1897" y="369"/>
                </a:moveTo>
                <a:cubicBezTo>
                  <a:pt x="1897" y="364"/>
                  <a:pt x="1894" y="360"/>
                  <a:pt x="1889" y="360"/>
                </a:cubicBezTo>
                <a:cubicBezTo>
                  <a:pt x="1884" y="360"/>
                  <a:pt x="1880" y="364"/>
                  <a:pt x="1880" y="369"/>
                </a:cubicBezTo>
                <a:cubicBezTo>
                  <a:pt x="1880" y="374"/>
                  <a:pt x="1884" y="378"/>
                  <a:pt x="1889" y="378"/>
                </a:cubicBezTo>
                <a:cubicBezTo>
                  <a:pt x="1894" y="378"/>
                  <a:pt x="1897" y="374"/>
                  <a:pt x="1897" y="369"/>
                </a:cubicBezTo>
                <a:close/>
                <a:moveTo>
                  <a:pt x="1923" y="369"/>
                </a:moveTo>
                <a:cubicBezTo>
                  <a:pt x="1923" y="364"/>
                  <a:pt x="1919" y="360"/>
                  <a:pt x="1915" y="360"/>
                </a:cubicBezTo>
                <a:cubicBezTo>
                  <a:pt x="1910" y="360"/>
                  <a:pt x="1906" y="364"/>
                  <a:pt x="1906" y="369"/>
                </a:cubicBezTo>
                <a:cubicBezTo>
                  <a:pt x="1906" y="374"/>
                  <a:pt x="1910" y="378"/>
                  <a:pt x="1915" y="378"/>
                </a:cubicBezTo>
                <a:cubicBezTo>
                  <a:pt x="1919" y="378"/>
                  <a:pt x="1923" y="374"/>
                  <a:pt x="1923" y="369"/>
                </a:cubicBezTo>
                <a:close/>
                <a:moveTo>
                  <a:pt x="1949" y="369"/>
                </a:moveTo>
                <a:cubicBezTo>
                  <a:pt x="1949" y="364"/>
                  <a:pt x="1945" y="360"/>
                  <a:pt x="1940" y="360"/>
                </a:cubicBezTo>
                <a:cubicBezTo>
                  <a:pt x="1936" y="360"/>
                  <a:pt x="1932" y="364"/>
                  <a:pt x="1932" y="369"/>
                </a:cubicBezTo>
                <a:cubicBezTo>
                  <a:pt x="1932" y="374"/>
                  <a:pt x="1936" y="378"/>
                  <a:pt x="1940" y="378"/>
                </a:cubicBezTo>
                <a:cubicBezTo>
                  <a:pt x="1945" y="378"/>
                  <a:pt x="1949" y="374"/>
                  <a:pt x="1949" y="369"/>
                </a:cubicBezTo>
                <a:close/>
                <a:moveTo>
                  <a:pt x="1975" y="369"/>
                </a:moveTo>
                <a:cubicBezTo>
                  <a:pt x="1975" y="364"/>
                  <a:pt x="1971" y="360"/>
                  <a:pt x="1966" y="360"/>
                </a:cubicBezTo>
                <a:cubicBezTo>
                  <a:pt x="1961" y="360"/>
                  <a:pt x="1957" y="364"/>
                  <a:pt x="1957" y="369"/>
                </a:cubicBezTo>
                <a:cubicBezTo>
                  <a:pt x="1957" y="374"/>
                  <a:pt x="1961" y="378"/>
                  <a:pt x="1966" y="378"/>
                </a:cubicBezTo>
                <a:cubicBezTo>
                  <a:pt x="1971" y="378"/>
                  <a:pt x="1975" y="374"/>
                  <a:pt x="1975" y="369"/>
                </a:cubicBezTo>
                <a:close/>
                <a:moveTo>
                  <a:pt x="2000" y="369"/>
                </a:moveTo>
                <a:cubicBezTo>
                  <a:pt x="2000" y="364"/>
                  <a:pt x="1997" y="360"/>
                  <a:pt x="1992" y="360"/>
                </a:cubicBezTo>
                <a:cubicBezTo>
                  <a:pt x="1987" y="360"/>
                  <a:pt x="1983" y="364"/>
                  <a:pt x="1983" y="369"/>
                </a:cubicBezTo>
                <a:cubicBezTo>
                  <a:pt x="1983" y="374"/>
                  <a:pt x="1987" y="378"/>
                  <a:pt x="1992" y="378"/>
                </a:cubicBezTo>
                <a:cubicBezTo>
                  <a:pt x="1997" y="378"/>
                  <a:pt x="2000" y="374"/>
                  <a:pt x="2000" y="369"/>
                </a:cubicBezTo>
                <a:close/>
                <a:moveTo>
                  <a:pt x="2026" y="369"/>
                </a:moveTo>
                <a:cubicBezTo>
                  <a:pt x="2026" y="364"/>
                  <a:pt x="2022" y="360"/>
                  <a:pt x="2018" y="360"/>
                </a:cubicBezTo>
                <a:cubicBezTo>
                  <a:pt x="2013" y="360"/>
                  <a:pt x="2009" y="364"/>
                  <a:pt x="2009" y="369"/>
                </a:cubicBezTo>
                <a:cubicBezTo>
                  <a:pt x="2009" y="374"/>
                  <a:pt x="2013" y="378"/>
                  <a:pt x="2018" y="378"/>
                </a:cubicBezTo>
                <a:cubicBezTo>
                  <a:pt x="2022" y="378"/>
                  <a:pt x="2026" y="374"/>
                  <a:pt x="2026" y="369"/>
                </a:cubicBezTo>
                <a:close/>
                <a:moveTo>
                  <a:pt x="2052" y="369"/>
                </a:moveTo>
                <a:cubicBezTo>
                  <a:pt x="2052" y="364"/>
                  <a:pt x="2048" y="360"/>
                  <a:pt x="2043" y="360"/>
                </a:cubicBezTo>
                <a:cubicBezTo>
                  <a:pt x="2039" y="360"/>
                  <a:pt x="2035" y="364"/>
                  <a:pt x="2035" y="369"/>
                </a:cubicBezTo>
                <a:cubicBezTo>
                  <a:pt x="2035" y="374"/>
                  <a:pt x="2039" y="378"/>
                  <a:pt x="2043" y="378"/>
                </a:cubicBezTo>
                <a:cubicBezTo>
                  <a:pt x="2048" y="378"/>
                  <a:pt x="2052" y="374"/>
                  <a:pt x="2052" y="369"/>
                </a:cubicBezTo>
                <a:close/>
                <a:moveTo>
                  <a:pt x="2078" y="369"/>
                </a:moveTo>
                <a:cubicBezTo>
                  <a:pt x="2078" y="364"/>
                  <a:pt x="2074" y="360"/>
                  <a:pt x="2069" y="360"/>
                </a:cubicBezTo>
                <a:cubicBezTo>
                  <a:pt x="2064" y="360"/>
                  <a:pt x="2061" y="364"/>
                  <a:pt x="2061" y="369"/>
                </a:cubicBezTo>
                <a:cubicBezTo>
                  <a:pt x="2061" y="374"/>
                  <a:pt x="2064" y="378"/>
                  <a:pt x="2069" y="378"/>
                </a:cubicBezTo>
                <a:cubicBezTo>
                  <a:pt x="2074" y="378"/>
                  <a:pt x="2078" y="374"/>
                  <a:pt x="2078" y="369"/>
                </a:cubicBezTo>
                <a:close/>
                <a:moveTo>
                  <a:pt x="2103" y="369"/>
                </a:moveTo>
                <a:cubicBezTo>
                  <a:pt x="2103" y="364"/>
                  <a:pt x="2100" y="360"/>
                  <a:pt x="2095" y="360"/>
                </a:cubicBezTo>
                <a:cubicBezTo>
                  <a:pt x="2090" y="360"/>
                  <a:pt x="2086" y="364"/>
                  <a:pt x="2086" y="369"/>
                </a:cubicBezTo>
                <a:cubicBezTo>
                  <a:pt x="2086" y="374"/>
                  <a:pt x="2090" y="378"/>
                  <a:pt x="2095" y="378"/>
                </a:cubicBezTo>
                <a:cubicBezTo>
                  <a:pt x="2100" y="378"/>
                  <a:pt x="2103" y="374"/>
                  <a:pt x="2103" y="369"/>
                </a:cubicBezTo>
                <a:close/>
                <a:moveTo>
                  <a:pt x="2129" y="369"/>
                </a:moveTo>
                <a:cubicBezTo>
                  <a:pt x="2129" y="364"/>
                  <a:pt x="2125" y="360"/>
                  <a:pt x="2121" y="360"/>
                </a:cubicBezTo>
                <a:cubicBezTo>
                  <a:pt x="2116" y="360"/>
                  <a:pt x="2112" y="364"/>
                  <a:pt x="2112" y="369"/>
                </a:cubicBezTo>
                <a:cubicBezTo>
                  <a:pt x="2112" y="374"/>
                  <a:pt x="2116" y="378"/>
                  <a:pt x="2121" y="378"/>
                </a:cubicBezTo>
                <a:cubicBezTo>
                  <a:pt x="2125" y="378"/>
                  <a:pt x="2129" y="374"/>
                  <a:pt x="2129" y="369"/>
                </a:cubicBezTo>
                <a:close/>
                <a:moveTo>
                  <a:pt x="2155" y="369"/>
                </a:moveTo>
                <a:cubicBezTo>
                  <a:pt x="2155" y="364"/>
                  <a:pt x="2151" y="360"/>
                  <a:pt x="2146" y="360"/>
                </a:cubicBezTo>
                <a:cubicBezTo>
                  <a:pt x="2142" y="360"/>
                  <a:pt x="2138" y="364"/>
                  <a:pt x="2138" y="369"/>
                </a:cubicBezTo>
                <a:cubicBezTo>
                  <a:pt x="2138" y="374"/>
                  <a:pt x="2142" y="378"/>
                  <a:pt x="2146" y="378"/>
                </a:cubicBezTo>
                <a:cubicBezTo>
                  <a:pt x="2151" y="378"/>
                  <a:pt x="2155" y="374"/>
                  <a:pt x="2155" y="369"/>
                </a:cubicBezTo>
                <a:close/>
                <a:moveTo>
                  <a:pt x="2181" y="369"/>
                </a:moveTo>
                <a:cubicBezTo>
                  <a:pt x="2181" y="364"/>
                  <a:pt x="2177" y="360"/>
                  <a:pt x="2172" y="360"/>
                </a:cubicBezTo>
                <a:cubicBezTo>
                  <a:pt x="2167" y="360"/>
                  <a:pt x="2164" y="364"/>
                  <a:pt x="2164" y="369"/>
                </a:cubicBezTo>
                <a:cubicBezTo>
                  <a:pt x="2164" y="374"/>
                  <a:pt x="2167" y="378"/>
                  <a:pt x="2172" y="378"/>
                </a:cubicBezTo>
                <a:cubicBezTo>
                  <a:pt x="2177" y="378"/>
                  <a:pt x="2181" y="374"/>
                  <a:pt x="2181" y="369"/>
                </a:cubicBezTo>
                <a:close/>
                <a:moveTo>
                  <a:pt x="2207" y="369"/>
                </a:moveTo>
                <a:cubicBezTo>
                  <a:pt x="2207" y="364"/>
                  <a:pt x="2203" y="360"/>
                  <a:pt x="2198" y="360"/>
                </a:cubicBezTo>
                <a:cubicBezTo>
                  <a:pt x="2193" y="360"/>
                  <a:pt x="2189" y="364"/>
                  <a:pt x="2189" y="369"/>
                </a:cubicBezTo>
                <a:cubicBezTo>
                  <a:pt x="2189" y="374"/>
                  <a:pt x="2193" y="378"/>
                  <a:pt x="2198" y="378"/>
                </a:cubicBezTo>
                <a:cubicBezTo>
                  <a:pt x="2203" y="378"/>
                  <a:pt x="2207" y="374"/>
                  <a:pt x="2207" y="369"/>
                </a:cubicBezTo>
                <a:close/>
                <a:moveTo>
                  <a:pt x="2232" y="369"/>
                </a:moveTo>
                <a:cubicBezTo>
                  <a:pt x="2232" y="364"/>
                  <a:pt x="2228" y="360"/>
                  <a:pt x="2224" y="360"/>
                </a:cubicBezTo>
                <a:cubicBezTo>
                  <a:pt x="2219" y="360"/>
                  <a:pt x="2215" y="364"/>
                  <a:pt x="2215" y="369"/>
                </a:cubicBezTo>
                <a:cubicBezTo>
                  <a:pt x="2215" y="374"/>
                  <a:pt x="2219" y="378"/>
                  <a:pt x="2224" y="378"/>
                </a:cubicBezTo>
                <a:cubicBezTo>
                  <a:pt x="2228" y="378"/>
                  <a:pt x="2232" y="374"/>
                  <a:pt x="2232" y="369"/>
                </a:cubicBezTo>
                <a:close/>
                <a:moveTo>
                  <a:pt x="2258" y="369"/>
                </a:moveTo>
                <a:cubicBezTo>
                  <a:pt x="2258" y="364"/>
                  <a:pt x="2254" y="360"/>
                  <a:pt x="2249" y="360"/>
                </a:cubicBezTo>
                <a:cubicBezTo>
                  <a:pt x="2245" y="360"/>
                  <a:pt x="2241" y="364"/>
                  <a:pt x="2241" y="369"/>
                </a:cubicBezTo>
                <a:cubicBezTo>
                  <a:pt x="2241" y="374"/>
                  <a:pt x="2245" y="378"/>
                  <a:pt x="2249" y="378"/>
                </a:cubicBezTo>
                <a:cubicBezTo>
                  <a:pt x="2254" y="378"/>
                  <a:pt x="2258" y="374"/>
                  <a:pt x="2258" y="369"/>
                </a:cubicBezTo>
                <a:close/>
                <a:moveTo>
                  <a:pt x="2284" y="369"/>
                </a:moveTo>
                <a:cubicBezTo>
                  <a:pt x="2284" y="364"/>
                  <a:pt x="2280" y="360"/>
                  <a:pt x="2275" y="360"/>
                </a:cubicBezTo>
                <a:cubicBezTo>
                  <a:pt x="2270" y="360"/>
                  <a:pt x="2267" y="364"/>
                  <a:pt x="2267" y="369"/>
                </a:cubicBezTo>
                <a:cubicBezTo>
                  <a:pt x="2267" y="374"/>
                  <a:pt x="2270" y="378"/>
                  <a:pt x="2275" y="378"/>
                </a:cubicBezTo>
                <a:cubicBezTo>
                  <a:pt x="2280" y="378"/>
                  <a:pt x="2284" y="374"/>
                  <a:pt x="2284" y="369"/>
                </a:cubicBezTo>
                <a:close/>
                <a:moveTo>
                  <a:pt x="2310" y="369"/>
                </a:moveTo>
                <a:cubicBezTo>
                  <a:pt x="2310" y="364"/>
                  <a:pt x="2306" y="360"/>
                  <a:pt x="2301" y="360"/>
                </a:cubicBezTo>
                <a:cubicBezTo>
                  <a:pt x="2296" y="360"/>
                  <a:pt x="2292" y="364"/>
                  <a:pt x="2292" y="369"/>
                </a:cubicBezTo>
                <a:cubicBezTo>
                  <a:pt x="2292" y="374"/>
                  <a:pt x="2296" y="378"/>
                  <a:pt x="2301" y="378"/>
                </a:cubicBezTo>
                <a:cubicBezTo>
                  <a:pt x="2306" y="378"/>
                  <a:pt x="2310" y="374"/>
                  <a:pt x="2310" y="369"/>
                </a:cubicBezTo>
                <a:close/>
                <a:moveTo>
                  <a:pt x="2335" y="369"/>
                </a:moveTo>
                <a:cubicBezTo>
                  <a:pt x="2335" y="364"/>
                  <a:pt x="2331" y="360"/>
                  <a:pt x="2327" y="360"/>
                </a:cubicBezTo>
                <a:cubicBezTo>
                  <a:pt x="2322" y="360"/>
                  <a:pt x="2318" y="364"/>
                  <a:pt x="2318" y="369"/>
                </a:cubicBezTo>
                <a:cubicBezTo>
                  <a:pt x="2318" y="374"/>
                  <a:pt x="2322" y="378"/>
                  <a:pt x="2327" y="378"/>
                </a:cubicBezTo>
                <a:cubicBezTo>
                  <a:pt x="2331" y="378"/>
                  <a:pt x="2335" y="374"/>
                  <a:pt x="2335" y="369"/>
                </a:cubicBezTo>
                <a:close/>
                <a:moveTo>
                  <a:pt x="2361" y="369"/>
                </a:moveTo>
                <a:cubicBezTo>
                  <a:pt x="2361" y="364"/>
                  <a:pt x="2357" y="360"/>
                  <a:pt x="2352" y="360"/>
                </a:cubicBezTo>
                <a:cubicBezTo>
                  <a:pt x="2348" y="360"/>
                  <a:pt x="2344" y="364"/>
                  <a:pt x="2344" y="369"/>
                </a:cubicBezTo>
                <a:cubicBezTo>
                  <a:pt x="2344" y="374"/>
                  <a:pt x="2348" y="378"/>
                  <a:pt x="2352" y="378"/>
                </a:cubicBezTo>
                <a:cubicBezTo>
                  <a:pt x="2357" y="378"/>
                  <a:pt x="2361" y="374"/>
                  <a:pt x="2361" y="369"/>
                </a:cubicBezTo>
                <a:close/>
                <a:moveTo>
                  <a:pt x="2387" y="369"/>
                </a:moveTo>
                <a:cubicBezTo>
                  <a:pt x="2387" y="364"/>
                  <a:pt x="2383" y="360"/>
                  <a:pt x="2378" y="360"/>
                </a:cubicBezTo>
                <a:cubicBezTo>
                  <a:pt x="2373" y="360"/>
                  <a:pt x="2370" y="364"/>
                  <a:pt x="2370" y="369"/>
                </a:cubicBezTo>
                <a:cubicBezTo>
                  <a:pt x="2370" y="374"/>
                  <a:pt x="2373" y="378"/>
                  <a:pt x="2378" y="378"/>
                </a:cubicBezTo>
                <a:cubicBezTo>
                  <a:pt x="2383" y="378"/>
                  <a:pt x="2387" y="374"/>
                  <a:pt x="2387" y="369"/>
                </a:cubicBezTo>
                <a:close/>
                <a:moveTo>
                  <a:pt x="2413" y="369"/>
                </a:moveTo>
                <a:cubicBezTo>
                  <a:pt x="2413" y="364"/>
                  <a:pt x="2409" y="360"/>
                  <a:pt x="2404" y="360"/>
                </a:cubicBezTo>
                <a:cubicBezTo>
                  <a:pt x="2399" y="360"/>
                  <a:pt x="2395" y="364"/>
                  <a:pt x="2395" y="369"/>
                </a:cubicBezTo>
                <a:cubicBezTo>
                  <a:pt x="2395" y="374"/>
                  <a:pt x="2399" y="378"/>
                  <a:pt x="2404" y="378"/>
                </a:cubicBezTo>
                <a:cubicBezTo>
                  <a:pt x="2409" y="378"/>
                  <a:pt x="2413" y="374"/>
                  <a:pt x="2413" y="369"/>
                </a:cubicBezTo>
                <a:close/>
                <a:moveTo>
                  <a:pt x="2438" y="369"/>
                </a:moveTo>
                <a:cubicBezTo>
                  <a:pt x="2438" y="364"/>
                  <a:pt x="2434" y="360"/>
                  <a:pt x="2430" y="360"/>
                </a:cubicBezTo>
                <a:cubicBezTo>
                  <a:pt x="2425" y="360"/>
                  <a:pt x="2421" y="364"/>
                  <a:pt x="2421" y="369"/>
                </a:cubicBezTo>
                <a:cubicBezTo>
                  <a:pt x="2421" y="374"/>
                  <a:pt x="2425" y="378"/>
                  <a:pt x="2430" y="378"/>
                </a:cubicBezTo>
                <a:cubicBezTo>
                  <a:pt x="2434" y="378"/>
                  <a:pt x="2438" y="374"/>
                  <a:pt x="2438" y="369"/>
                </a:cubicBezTo>
                <a:close/>
                <a:moveTo>
                  <a:pt x="2464" y="369"/>
                </a:moveTo>
                <a:cubicBezTo>
                  <a:pt x="2464" y="364"/>
                  <a:pt x="2460" y="360"/>
                  <a:pt x="2456" y="360"/>
                </a:cubicBezTo>
                <a:cubicBezTo>
                  <a:pt x="2451" y="360"/>
                  <a:pt x="2447" y="364"/>
                  <a:pt x="2447" y="369"/>
                </a:cubicBezTo>
                <a:cubicBezTo>
                  <a:pt x="2447" y="374"/>
                  <a:pt x="2451" y="378"/>
                  <a:pt x="2456" y="378"/>
                </a:cubicBezTo>
                <a:cubicBezTo>
                  <a:pt x="2460" y="378"/>
                  <a:pt x="2464" y="374"/>
                  <a:pt x="2464" y="369"/>
                </a:cubicBezTo>
                <a:close/>
                <a:moveTo>
                  <a:pt x="2490" y="369"/>
                </a:moveTo>
                <a:cubicBezTo>
                  <a:pt x="2490" y="364"/>
                  <a:pt x="2486" y="360"/>
                  <a:pt x="2481" y="360"/>
                </a:cubicBezTo>
                <a:cubicBezTo>
                  <a:pt x="2477" y="360"/>
                  <a:pt x="2473" y="364"/>
                  <a:pt x="2473" y="369"/>
                </a:cubicBezTo>
                <a:cubicBezTo>
                  <a:pt x="2473" y="374"/>
                  <a:pt x="2477" y="378"/>
                  <a:pt x="2481" y="378"/>
                </a:cubicBezTo>
                <a:cubicBezTo>
                  <a:pt x="2486" y="378"/>
                  <a:pt x="2490" y="374"/>
                  <a:pt x="2490" y="369"/>
                </a:cubicBezTo>
                <a:close/>
                <a:moveTo>
                  <a:pt x="2516" y="369"/>
                </a:moveTo>
                <a:cubicBezTo>
                  <a:pt x="2516" y="364"/>
                  <a:pt x="2512" y="360"/>
                  <a:pt x="2507" y="360"/>
                </a:cubicBezTo>
                <a:cubicBezTo>
                  <a:pt x="2502" y="360"/>
                  <a:pt x="2498" y="364"/>
                  <a:pt x="2498" y="369"/>
                </a:cubicBezTo>
                <a:cubicBezTo>
                  <a:pt x="2498" y="374"/>
                  <a:pt x="2502" y="378"/>
                  <a:pt x="2507" y="378"/>
                </a:cubicBezTo>
                <a:cubicBezTo>
                  <a:pt x="2512" y="378"/>
                  <a:pt x="2516" y="374"/>
                  <a:pt x="2516" y="369"/>
                </a:cubicBezTo>
                <a:close/>
                <a:moveTo>
                  <a:pt x="2541" y="369"/>
                </a:moveTo>
                <a:cubicBezTo>
                  <a:pt x="2541" y="364"/>
                  <a:pt x="2538" y="360"/>
                  <a:pt x="2533" y="360"/>
                </a:cubicBezTo>
                <a:cubicBezTo>
                  <a:pt x="2528" y="360"/>
                  <a:pt x="2524" y="364"/>
                  <a:pt x="2524" y="369"/>
                </a:cubicBezTo>
                <a:cubicBezTo>
                  <a:pt x="2524" y="374"/>
                  <a:pt x="2528" y="378"/>
                  <a:pt x="2533" y="378"/>
                </a:cubicBezTo>
                <a:cubicBezTo>
                  <a:pt x="2538" y="378"/>
                  <a:pt x="2541" y="374"/>
                  <a:pt x="2541" y="369"/>
                </a:cubicBezTo>
                <a:close/>
                <a:moveTo>
                  <a:pt x="2567" y="369"/>
                </a:moveTo>
                <a:cubicBezTo>
                  <a:pt x="2567" y="364"/>
                  <a:pt x="2563" y="360"/>
                  <a:pt x="2559" y="360"/>
                </a:cubicBezTo>
                <a:cubicBezTo>
                  <a:pt x="2554" y="360"/>
                  <a:pt x="2550" y="364"/>
                  <a:pt x="2550" y="369"/>
                </a:cubicBezTo>
                <a:cubicBezTo>
                  <a:pt x="2550" y="374"/>
                  <a:pt x="2554" y="378"/>
                  <a:pt x="2559" y="378"/>
                </a:cubicBezTo>
                <a:cubicBezTo>
                  <a:pt x="2563" y="378"/>
                  <a:pt x="2567" y="374"/>
                  <a:pt x="2567" y="369"/>
                </a:cubicBezTo>
                <a:close/>
                <a:moveTo>
                  <a:pt x="2593" y="369"/>
                </a:moveTo>
                <a:cubicBezTo>
                  <a:pt x="2593" y="364"/>
                  <a:pt x="2589" y="360"/>
                  <a:pt x="2584" y="360"/>
                </a:cubicBezTo>
                <a:cubicBezTo>
                  <a:pt x="2580" y="360"/>
                  <a:pt x="2576" y="364"/>
                  <a:pt x="2576" y="369"/>
                </a:cubicBezTo>
                <a:cubicBezTo>
                  <a:pt x="2576" y="374"/>
                  <a:pt x="2580" y="378"/>
                  <a:pt x="2584" y="378"/>
                </a:cubicBezTo>
                <a:cubicBezTo>
                  <a:pt x="2589" y="378"/>
                  <a:pt x="2593" y="374"/>
                  <a:pt x="2593" y="369"/>
                </a:cubicBezTo>
                <a:close/>
                <a:moveTo>
                  <a:pt x="2619" y="369"/>
                </a:moveTo>
                <a:cubicBezTo>
                  <a:pt x="2619" y="364"/>
                  <a:pt x="2615" y="360"/>
                  <a:pt x="2610" y="360"/>
                </a:cubicBezTo>
                <a:cubicBezTo>
                  <a:pt x="2605" y="360"/>
                  <a:pt x="2601" y="364"/>
                  <a:pt x="2601" y="369"/>
                </a:cubicBezTo>
                <a:cubicBezTo>
                  <a:pt x="2601" y="374"/>
                  <a:pt x="2605" y="378"/>
                  <a:pt x="2610" y="378"/>
                </a:cubicBezTo>
                <a:cubicBezTo>
                  <a:pt x="2615" y="378"/>
                  <a:pt x="2619" y="374"/>
                  <a:pt x="2619" y="369"/>
                </a:cubicBezTo>
                <a:close/>
                <a:moveTo>
                  <a:pt x="2644" y="369"/>
                </a:moveTo>
                <a:cubicBezTo>
                  <a:pt x="2644" y="364"/>
                  <a:pt x="2641" y="360"/>
                  <a:pt x="2636" y="360"/>
                </a:cubicBezTo>
                <a:cubicBezTo>
                  <a:pt x="2631" y="360"/>
                  <a:pt x="2627" y="364"/>
                  <a:pt x="2627" y="369"/>
                </a:cubicBezTo>
                <a:cubicBezTo>
                  <a:pt x="2627" y="374"/>
                  <a:pt x="2631" y="378"/>
                  <a:pt x="2636" y="378"/>
                </a:cubicBezTo>
                <a:cubicBezTo>
                  <a:pt x="2641" y="378"/>
                  <a:pt x="2644" y="374"/>
                  <a:pt x="2644" y="369"/>
                </a:cubicBezTo>
                <a:close/>
                <a:moveTo>
                  <a:pt x="2670" y="369"/>
                </a:moveTo>
                <a:cubicBezTo>
                  <a:pt x="2670" y="364"/>
                  <a:pt x="2666" y="360"/>
                  <a:pt x="2662" y="360"/>
                </a:cubicBezTo>
                <a:cubicBezTo>
                  <a:pt x="2657" y="360"/>
                  <a:pt x="2653" y="364"/>
                  <a:pt x="2653" y="369"/>
                </a:cubicBezTo>
                <a:cubicBezTo>
                  <a:pt x="2653" y="374"/>
                  <a:pt x="2657" y="378"/>
                  <a:pt x="2662" y="378"/>
                </a:cubicBezTo>
                <a:cubicBezTo>
                  <a:pt x="2666" y="378"/>
                  <a:pt x="2670" y="374"/>
                  <a:pt x="2670" y="369"/>
                </a:cubicBezTo>
                <a:close/>
                <a:moveTo>
                  <a:pt x="2696" y="369"/>
                </a:moveTo>
                <a:cubicBezTo>
                  <a:pt x="2696" y="364"/>
                  <a:pt x="2692" y="360"/>
                  <a:pt x="2687" y="360"/>
                </a:cubicBezTo>
                <a:cubicBezTo>
                  <a:pt x="2683" y="360"/>
                  <a:pt x="2679" y="364"/>
                  <a:pt x="2679" y="369"/>
                </a:cubicBezTo>
                <a:cubicBezTo>
                  <a:pt x="2679" y="374"/>
                  <a:pt x="2683" y="378"/>
                  <a:pt x="2687" y="378"/>
                </a:cubicBezTo>
                <a:cubicBezTo>
                  <a:pt x="2692" y="378"/>
                  <a:pt x="2696" y="374"/>
                  <a:pt x="2696" y="369"/>
                </a:cubicBezTo>
                <a:close/>
                <a:moveTo>
                  <a:pt x="2722" y="369"/>
                </a:moveTo>
                <a:cubicBezTo>
                  <a:pt x="2722" y="364"/>
                  <a:pt x="2718" y="360"/>
                  <a:pt x="2713" y="360"/>
                </a:cubicBezTo>
                <a:cubicBezTo>
                  <a:pt x="2708" y="360"/>
                  <a:pt x="2705" y="364"/>
                  <a:pt x="2705" y="369"/>
                </a:cubicBezTo>
                <a:cubicBezTo>
                  <a:pt x="2705" y="374"/>
                  <a:pt x="2708" y="378"/>
                  <a:pt x="2713" y="378"/>
                </a:cubicBezTo>
                <a:cubicBezTo>
                  <a:pt x="2718" y="378"/>
                  <a:pt x="2722" y="374"/>
                  <a:pt x="2722" y="369"/>
                </a:cubicBezTo>
                <a:close/>
                <a:moveTo>
                  <a:pt x="43" y="395"/>
                </a:moveTo>
                <a:cubicBezTo>
                  <a:pt x="43" y="390"/>
                  <a:pt x="39" y="386"/>
                  <a:pt x="34" y="386"/>
                </a:cubicBezTo>
                <a:cubicBezTo>
                  <a:pt x="29" y="386"/>
                  <a:pt x="26" y="390"/>
                  <a:pt x="26" y="395"/>
                </a:cubicBezTo>
                <a:cubicBezTo>
                  <a:pt x="26" y="399"/>
                  <a:pt x="29" y="403"/>
                  <a:pt x="34" y="403"/>
                </a:cubicBezTo>
                <a:cubicBezTo>
                  <a:pt x="39" y="403"/>
                  <a:pt x="43" y="399"/>
                  <a:pt x="43" y="395"/>
                </a:cubicBezTo>
                <a:close/>
                <a:moveTo>
                  <a:pt x="69" y="395"/>
                </a:moveTo>
                <a:cubicBezTo>
                  <a:pt x="69" y="390"/>
                  <a:pt x="65" y="386"/>
                  <a:pt x="60" y="386"/>
                </a:cubicBezTo>
                <a:cubicBezTo>
                  <a:pt x="55" y="386"/>
                  <a:pt x="51" y="390"/>
                  <a:pt x="51" y="395"/>
                </a:cubicBezTo>
                <a:cubicBezTo>
                  <a:pt x="51" y="399"/>
                  <a:pt x="55" y="403"/>
                  <a:pt x="60" y="403"/>
                </a:cubicBezTo>
                <a:cubicBezTo>
                  <a:pt x="65" y="403"/>
                  <a:pt x="69" y="399"/>
                  <a:pt x="69" y="395"/>
                </a:cubicBezTo>
                <a:close/>
                <a:moveTo>
                  <a:pt x="94" y="395"/>
                </a:moveTo>
                <a:cubicBezTo>
                  <a:pt x="94" y="390"/>
                  <a:pt x="90" y="386"/>
                  <a:pt x="86" y="386"/>
                </a:cubicBezTo>
                <a:cubicBezTo>
                  <a:pt x="81" y="386"/>
                  <a:pt x="77" y="390"/>
                  <a:pt x="77" y="395"/>
                </a:cubicBezTo>
                <a:cubicBezTo>
                  <a:pt x="77" y="399"/>
                  <a:pt x="81" y="403"/>
                  <a:pt x="86" y="403"/>
                </a:cubicBezTo>
                <a:cubicBezTo>
                  <a:pt x="90" y="403"/>
                  <a:pt x="94" y="399"/>
                  <a:pt x="94" y="395"/>
                </a:cubicBezTo>
                <a:close/>
                <a:moveTo>
                  <a:pt x="120" y="395"/>
                </a:moveTo>
                <a:cubicBezTo>
                  <a:pt x="120" y="390"/>
                  <a:pt x="116" y="386"/>
                  <a:pt x="111" y="386"/>
                </a:cubicBezTo>
                <a:cubicBezTo>
                  <a:pt x="107" y="386"/>
                  <a:pt x="103" y="390"/>
                  <a:pt x="103" y="395"/>
                </a:cubicBezTo>
                <a:cubicBezTo>
                  <a:pt x="103" y="399"/>
                  <a:pt x="107" y="403"/>
                  <a:pt x="111" y="403"/>
                </a:cubicBezTo>
                <a:cubicBezTo>
                  <a:pt x="116" y="403"/>
                  <a:pt x="120" y="399"/>
                  <a:pt x="120" y="395"/>
                </a:cubicBezTo>
                <a:close/>
                <a:moveTo>
                  <a:pt x="146" y="395"/>
                </a:moveTo>
                <a:cubicBezTo>
                  <a:pt x="146" y="390"/>
                  <a:pt x="142" y="386"/>
                  <a:pt x="137" y="386"/>
                </a:cubicBezTo>
                <a:cubicBezTo>
                  <a:pt x="132" y="386"/>
                  <a:pt x="129" y="390"/>
                  <a:pt x="129" y="395"/>
                </a:cubicBezTo>
                <a:cubicBezTo>
                  <a:pt x="129" y="399"/>
                  <a:pt x="132" y="403"/>
                  <a:pt x="137" y="403"/>
                </a:cubicBezTo>
                <a:cubicBezTo>
                  <a:pt x="142" y="403"/>
                  <a:pt x="146" y="399"/>
                  <a:pt x="146" y="395"/>
                </a:cubicBezTo>
                <a:close/>
                <a:moveTo>
                  <a:pt x="172" y="395"/>
                </a:moveTo>
                <a:cubicBezTo>
                  <a:pt x="172" y="390"/>
                  <a:pt x="168" y="386"/>
                  <a:pt x="163" y="386"/>
                </a:cubicBezTo>
                <a:cubicBezTo>
                  <a:pt x="158" y="386"/>
                  <a:pt x="154" y="390"/>
                  <a:pt x="154" y="395"/>
                </a:cubicBezTo>
                <a:cubicBezTo>
                  <a:pt x="154" y="399"/>
                  <a:pt x="158" y="403"/>
                  <a:pt x="163" y="403"/>
                </a:cubicBezTo>
                <a:cubicBezTo>
                  <a:pt x="168" y="403"/>
                  <a:pt x="172" y="399"/>
                  <a:pt x="172" y="395"/>
                </a:cubicBezTo>
                <a:close/>
                <a:moveTo>
                  <a:pt x="197" y="395"/>
                </a:moveTo>
                <a:cubicBezTo>
                  <a:pt x="197" y="390"/>
                  <a:pt x="193" y="386"/>
                  <a:pt x="189" y="386"/>
                </a:cubicBezTo>
                <a:cubicBezTo>
                  <a:pt x="184" y="386"/>
                  <a:pt x="180" y="390"/>
                  <a:pt x="180" y="395"/>
                </a:cubicBezTo>
                <a:cubicBezTo>
                  <a:pt x="180" y="399"/>
                  <a:pt x="184" y="403"/>
                  <a:pt x="189" y="403"/>
                </a:cubicBezTo>
                <a:cubicBezTo>
                  <a:pt x="193" y="403"/>
                  <a:pt x="197" y="399"/>
                  <a:pt x="197" y="395"/>
                </a:cubicBezTo>
                <a:close/>
                <a:moveTo>
                  <a:pt x="223" y="395"/>
                </a:moveTo>
                <a:cubicBezTo>
                  <a:pt x="223" y="390"/>
                  <a:pt x="219" y="386"/>
                  <a:pt x="214" y="386"/>
                </a:cubicBezTo>
                <a:cubicBezTo>
                  <a:pt x="210" y="386"/>
                  <a:pt x="206" y="390"/>
                  <a:pt x="206" y="395"/>
                </a:cubicBezTo>
                <a:cubicBezTo>
                  <a:pt x="206" y="399"/>
                  <a:pt x="210" y="403"/>
                  <a:pt x="214" y="403"/>
                </a:cubicBezTo>
                <a:cubicBezTo>
                  <a:pt x="219" y="403"/>
                  <a:pt x="223" y="399"/>
                  <a:pt x="223" y="395"/>
                </a:cubicBezTo>
                <a:close/>
                <a:moveTo>
                  <a:pt x="249" y="395"/>
                </a:moveTo>
                <a:cubicBezTo>
                  <a:pt x="249" y="390"/>
                  <a:pt x="245" y="386"/>
                  <a:pt x="240" y="386"/>
                </a:cubicBezTo>
                <a:cubicBezTo>
                  <a:pt x="236" y="386"/>
                  <a:pt x="232" y="390"/>
                  <a:pt x="232" y="395"/>
                </a:cubicBezTo>
                <a:cubicBezTo>
                  <a:pt x="232" y="399"/>
                  <a:pt x="236" y="403"/>
                  <a:pt x="240" y="403"/>
                </a:cubicBezTo>
                <a:cubicBezTo>
                  <a:pt x="245" y="403"/>
                  <a:pt x="249" y="399"/>
                  <a:pt x="249" y="395"/>
                </a:cubicBezTo>
                <a:close/>
                <a:moveTo>
                  <a:pt x="275" y="395"/>
                </a:moveTo>
                <a:cubicBezTo>
                  <a:pt x="275" y="390"/>
                  <a:pt x="271" y="386"/>
                  <a:pt x="266" y="386"/>
                </a:cubicBezTo>
                <a:cubicBezTo>
                  <a:pt x="261" y="386"/>
                  <a:pt x="257" y="390"/>
                  <a:pt x="257" y="395"/>
                </a:cubicBezTo>
                <a:cubicBezTo>
                  <a:pt x="257" y="399"/>
                  <a:pt x="261" y="403"/>
                  <a:pt x="266" y="403"/>
                </a:cubicBezTo>
                <a:cubicBezTo>
                  <a:pt x="271" y="403"/>
                  <a:pt x="275" y="399"/>
                  <a:pt x="275" y="395"/>
                </a:cubicBezTo>
                <a:close/>
                <a:moveTo>
                  <a:pt x="300" y="395"/>
                </a:moveTo>
                <a:cubicBezTo>
                  <a:pt x="300" y="390"/>
                  <a:pt x="297" y="386"/>
                  <a:pt x="292" y="386"/>
                </a:cubicBezTo>
                <a:cubicBezTo>
                  <a:pt x="287" y="386"/>
                  <a:pt x="283" y="390"/>
                  <a:pt x="283" y="395"/>
                </a:cubicBezTo>
                <a:cubicBezTo>
                  <a:pt x="283" y="399"/>
                  <a:pt x="287" y="403"/>
                  <a:pt x="292" y="403"/>
                </a:cubicBezTo>
                <a:cubicBezTo>
                  <a:pt x="297" y="403"/>
                  <a:pt x="300" y="399"/>
                  <a:pt x="300" y="395"/>
                </a:cubicBezTo>
                <a:close/>
                <a:moveTo>
                  <a:pt x="326" y="395"/>
                </a:moveTo>
                <a:cubicBezTo>
                  <a:pt x="326" y="390"/>
                  <a:pt x="322" y="386"/>
                  <a:pt x="318" y="386"/>
                </a:cubicBezTo>
                <a:cubicBezTo>
                  <a:pt x="313" y="386"/>
                  <a:pt x="309" y="390"/>
                  <a:pt x="309" y="395"/>
                </a:cubicBezTo>
                <a:cubicBezTo>
                  <a:pt x="309" y="399"/>
                  <a:pt x="313" y="403"/>
                  <a:pt x="318" y="403"/>
                </a:cubicBezTo>
                <a:cubicBezTo>
                  <a:pt x="322" y="403"/>
                  <a:pt x="326" y="399"/>
                  <a:pt x="326" y="395"/>
                </a:cubicBezTo>
                <a:close/>
                <a:moveTo>
                  <a:pt x="352" y="395"/>
                </a:moveTo>
                <a:cubicBezTo>
                  <a:pt x="352" y="390"/>
                  <a:pt x="348" y="386"/>
                  <a:pt x="343" y="386"/>
                </a:cubicBezTo>
                <a:cubicBezTo>
                  <a:pt x="339" y="386"/>
                  <a:pt x="335" y="390"/>
                  <a:pt x="335" y="395"/>
                </a:cubicBezTo>
                <a:cubicBezTo>
                  <a:pt x="335" y="399"/>
                  <a:pt x="339" y="403"/>
                  <a:pt x="343" y="403"/>
                </a:cubicBezTo>
                <a:cubicBezTo>
                  <a:pt x="348" y="403"/>
                  <a:pt x="352" y="399"/>
                  <a:pt x="352" y="395"/>
                </a:cubicBezTo>
                <a:close/>
                <a:moveTo>
                  <a:pt x="378" y="395"/>
                </a:moveTo>
                <a:cubicBezTo>
                  <a:pt x="378" y="390"/>
                  <a:pt x="374" y="386"/>
                  <a:pt x="369" y="386"/>
                </a:cubicBezTo>
                <a:cubicBezTo>
                  <a:pt x="364" y="386"/>
                  <a:pt x="360" y="390"/>
                  <a:pt x="360" y="395"/>
                </a:cubicBezTo>
                <a:cubicBezTo>
                  <a:pt x="360" y="399"/>
                  <a:pt x="364" y="403"/>
                  <a:pt x="369" y="403"/>
                </a:cubicBezTo>
                <a:cubicBezTo>
                  <a:pt x="374" y="403"/>
                  <a:pt x="378" y="399"/>
                  <a:pt x="378" y="395"/>
                </a:cubicBezTo>
                <a:close/>
                <a:moveTo>
                  <a:pt x="403" y="395"/>
                </a:moveTo>
                <a:cubicBezTo>
                  <a:pt x="403" y="390"/>
                  <a:pt x="400" y="386"/>
                  <a:pt x="395" y="386"/>
                </a:cubicBezTo>
                <a:cubicBezTo>
                  <a:pt x="390" y="386"/>
                  <a:pt x="386" y="390"/>
                  <a:pt x="386" y="395"/>
                </a:cubicBezTo>
                <a:cubicBezTo>
                  <a:pt x="386" y="399"/>
                  <a:pt x="390" y="403"/>
                  <a:pt x="395" y="403"/>
                </a:cubicBezTo>
                <a:cubicBezTo>
                  <a:pt x="400" y="403"/>
                  <a:pt x="403" y="399"/>
                  <a:pt x="403" y="395"/>
                </a:cubicBezTo>
                <a:close/>
                <a:moveTo>
                  <a:pt x="429" y="395"/>
                </a:moveTo>
                <a:cubicBezTo>
                  <a:pt x="429" y="390"/>
                  <a:pt x="425" y="386"/>
                  <a:pt x="421" y="386"/>
                </a:cubicBezTo>
                <a:cubicBezTo>
                  <a:pt x="416" y="386"/>
                  <a:pt x="412" y="390"/>
                  <a:pt x="412" y="395"/>
                </a:cubicBezTo>
                <a:cubicBezTo>
                  <a:pt x="412" y="399"/>
                  <a:pt x="416" y="403"/>
                  <a:pt x="421" y="403"/>
                </a:cubicBezTo>
                <a:cubicBezTo>
                  <a:pt x="425" y="403"/>
                  <a:pt x="429" y="399"/>
                  <a:pt x="429" y="395"/>
                </a:cubicBezTo>
                <a:close/>
                <a:moveTo>
                  <a:pt x="455" y="395"/>
                </a:moveTo>
                <a:cubicBezTo>
                  <a:pt x="455" y="390"/>
                  <a:pt x="451" y="386"/>
                  <a:pt x="446" y="386"/>
                </a:cubicBezTo>
                <a:cubicBezTo>
                  <a:pt x="442" y="386"/>
                  <a:pt x="438" y="390"/>
                  <a:pt x="438" y="395"/>
                </a:cubicBezTo>
                <a:cubicBezTo>
                  <a:pt x="438" y="399"/>
                  <a:pt x="442" y="403"/>
                  <a:pt x="446" y="403"/>
                </a:cubicBezTo>
                <a:cubicBezTo>
                  <a:pt x="451" y="403"/>
                  <a:pt x="455" y="399"/>
                  <a:pt x="455" y="395"/>
                </a:cubicBezTo>
                <a:close/>
                <a:moveTo>
                  <a:pt x="481" y="395"/>
                </a:moveTo>
                <a:cubicBezTo>
                  <a:pt x="481" y="390"/>
                  <a:pt x="477" y="386"/>
                  <a:pt x="472" y="386"/>
                </a:cubicBezTo>
                <a:cubicBezTo>
                  <a:pt x="467" y="386"/>
                  <a:pt x="463" y="390"/>
                  <a:pt x="463" y="395"/>
                </a:cubicBezTo>
                <a:cubicBezTo>
                  <a:pt x="463" y="399"/>
                  <a:pt x="467" y="403"/>
                  <a:pt x="472" y="403"/>
                </a:cubicBezTo>
                <a:cubicBezTo>
                  <a:pt x="477" y="403"/>
                  <a:pt x="481" y="399"/>
                  <a:pt x="481" y="395"/>
                </a:cubicBezTo>
                <a:close/>
                <a:moveTo>
                  <a:pt x="506" y="395"/>
                </a:moveTo>
                <a:cubicBezTo>
                  <a:pt x="506" y="390"/>
                  <a:pt x="503" y="386"/>
                  <a:pt x="498" y="386"/>
                </a:cubicBezTo>
                <a:cubicBezTo>
                  <a:pt x="493" y="386"/>
                  <a:pt x="489" y="390"/>
                  <a:pt x="489" y="395"/>
                </a:cubicBezTo>
                <a:cubicBezTo>
                  <a:pt x="489" y="399"/>
                  <a:pt x="493" y="403"/>
                  <a:pt x="498" y="403"/>
                </a:cubicBezTo>
                <a:cubicBezTo>
                  <a:pt x="503" y="403"/>
                  <a:pt x="506" y="399"/>
                  <a:pt x="506" y="395"/>
                </a:cubicBezTo>
                <a:close/>
                <a:moveTo>
                  <a:pt x="532" y="395"/>
                </a:moveTo>
                <a:cubicBezTo>
                  <a:pt x="532" y="390"/>
                  <a:pt x="528" y="386"/>
                  <a:pt x="524" y="386"/>
                </a:cubicBezTo>
                <a:cubicBezTo>
                  <a:pt x="519" y="386"/>
                  <a:pt x="515" y="390"/>
                  <a:pt x="515" y="395"/>
                </a:cubicBezTo>
                <a:cubicBezTo>
                  <a:pt x="515" y="399"/>
                  <a:pt x="519" y="403"/>
                  <a:pt x="524" y="403"/>
                </a:cubicBezTo>
                <a:cubicBezTo>
                  <a:pt x="528" y="403"/>
                  <a:pt x="532" y="399"/>
                  <a:pt x="532" y="395"/>
                </a:cubicBezTo>
                <a:close/>
                <a:moveTo>
                  <a:pt x="558" y="395"/>
                </a:moveTo>
                <a:cubicBezTo>
                  <a:pt x="558" y="390"/>
                  <a:pt x="554" y="386"/>
                  <a:pt x="549" y="386"/>
                </a:cubicBezTo>
                <a:cubicBezTo>
                  <a:pt x="545" y="386"/>
                  <a:pt x="541" y="390"/>
                  <a:pt x="541" y="395"/>
                </a:cubicBezTo>
                <a:cubicBezTo>
                  <a:pt x="541" y="399"/>
                  <a:pt x="545" y="403"/>
                  <a:pt x="549" y="403"/>
                </a:cubicBezTo>
                <a:cubicBezTo>
                  <a:pt x="554" y="403"/>
                  <a:pt x="558" y="399"/>
                  <a:pt x="558" y="395"/>
                </a:cubicBezTo>
                <a:close/>
                <a:moveTo>
                  <a:pt x="584" y="395"/>
                </a:moveTo>
                <a:cubicBezTo>
                  <a:pt x="584" y="390"/>
                  <a:pt x="580" y="386"/>
                  <a:pt x="575" y="386"/>
                </a:cubicBezTo>
                <a:cubicBezTo>
                  <a:pt x="570" y="386"/>
                  <a:pt x="567" y="390"/>
                  <a:pt x="567" y="395"/>
                </a:cubicBezTo>
                <a:cubicBezTo>
                  <a:pt x="567" y="399"/>
                  <a:pt x="570" y="403"/>
                  <a:pt x="575" y="403"/>
                </a:cubicBezTo>
                <a:cubicBezTo>
                  <a:pt x="580" y="403"/>
                  <a:pt x="584" y="399"/>
                  <a:pt x="584" y="395"/>
                </a:cubicBezTo>
                <a:close/>
                <a:moveTo>
                  <a:pt x="609" y="395"/>
                </a:moveTo>
                <a:cubicBezTo>
                  <a:pt x="609" y="390"/>
                  <a:pt x="606" y="386"/>
                  <a:pt x="601" y="386"/>
                </a:cubicBezTo>
                <a:cubicBezTo>
                  <a:pt x="596" y="386"/>
                  <a:pt x="592" y="390"/>
                  <a:pt x="592" y="395"/>
                </a:cubicBezTo>
                <a:cubicBezTo>
                  <a:pt x="592" y="399"/>
                  <a:pt x="596" y="403"/>
                  <a:pt x="601" y="403"/>
                </a:cubicBezTo>
                <a:cubicBezTo>
                  <a:pt x="606" y="403"/>
                  <a:pt x="609" y="399"/>
                  <a:pt x="609" y="395"/>
                </a:cubicBezTo>
                <a:close/>
                <a:moveTo>
                  <a:pt x="867" y="395"/>
                </a:moveTo>
                <a:cubicBezTo>
                  <a:pt x="867" y="390"/>
                  <a:pt x="863" y="386"/>
                  <a:pt x="858" y="386"/>
                </a:cubicBezTo>
                <a:cubicBezTo>
                  <a:pt x="854" y="386"/>
                  <a:pt x="850" y="390"/>
                  <a:pt x="850" y="395"/>
                </a:cubicBezTo>
                <a:cubicBezTo>
                  <a:pt x="850" y="399"/>
                  <a:pt x="854" y="403"/>
                  <a:pt x="858" y="403"/>
                </a:cubicBezTo>
                <a:cubicBezTo>
                  <a:pt x="863" y="403"/>
                  <a:pt x="867" y="399"/>
                  <a:pt x="867" y="395"/>
                </a:cubicBezTo>
                <a:close/>
                <a:moveTo>
                  <a:pt x="893" y="395"/>
                </a:moveTo>
                <a:cubicBezTo>
                  <a:pt x="893" y="390"/>
                  <a:pt x="889" y="386"/>
                  <a:pt x="884" y="386"/>
                </a:cubicBezTo>
                <a:cubicBezTo>
                  <a:pt x="879" y="386"/>
                  <a:pt x="876" y="390"/>
                  <a:pt x="876" y="395"/>
                </a:cubicBezTo>
                <a:cubicBezTo>
                  <a:pt x="876" y="399"/>
                  <a:pt x="879" y="403"/>
                  <a:pt x="884" y="403"/>
                </a:cubicBezTo>
                <a:cubicBezTo>
                  <a:pt x="889" y="403"/>
                  <a:pt x="893" y="399"/>
                  <a:pt x="893" y="395"/>
                </a:cubicBezTo>
                <a:close/>
                <a:moveTo>
                  <a:pt x="919" y="395"/>
                </a:moveTo>
                <a:cubicBezTo>
                  <a:pt x="919" y="390"/>
                  <a:pt x="915" y="386"/>
                  <a:pt x="910" y="386"/>
                </a:cubicBezTo>
                <a:cubicBezTo>
                  <a:pt x="905" y="386"/>
                  <a:pt x="901" y="390"/>
                  <a:pt x="901" y="395"/>
                </a:cubicBezTo>
                <a:cubicBezTo>
                  <a:pt x="901" y="399"/>
                  <a:pt x="905" y="403"/>
                  <a:pt x="910" y="403"/>
                </a:cubicBezTo>
                <a:cubicBezTo>
                  <a:pt x="915" y="403"/>
                  <a:pt x="919" y="399"/>
                  <a:pt x="919" y="395"/>
                </a:cubicBezTo>
                <a:close/>
                <a:moveTo>
                  <a:pt x="944" y="395"/>
                </a:moveTo>
                <a:cubicBezTo>
                  <a:pt x="944" y="390"/>
                  <a:pt x="940" y="386"/>
                  <a:pt x="936" y="386"/>
                </a:cubicBezTo>
                <a:cubicBezTo>
                  <a:pt x="931" y="386"/>
                  <a:pt x="927" y="390"/>
                  <a:pt x="927" y="395"/>
                </a:cubicBezTo>
                <a:cubicBezTo>
                  <a:pt x="927" y="399"/>
                  <a:pt x="931" y="403"/>
                  <a:pt x="936" y="403"/>
                </a:cubicBezTo>
                <a:cubicBezTo>
                  <a:pt x="940" y="403"/>
                  <a:pt x="944" y="399"/>
                  <a:pt x="944" y="395"/>
                </a:cubicBezTo>
                <a:close/>
                <a:moveTo>
                  <a:pt x="970" y="395"/>
                </a:moveTo>
                <a:cubicBezTo>
                  <a:pt x="970" y="390"/>
                  <a:pt x="966" y="386"/>
                  <a:pt x="961" y="386"/>
                </a:cubicBezTo>
                <a:cubicBezTo>
                  <a:pt x="957" y="386"/>
                  <a:pt x="953" y="390"/>
                  <a:pt x="953" y="395"/>
                </a:cubicBezTo>
                <a:cubicBezTo>
                  <a:pt x="953" y="399"/>
                  <a:pt x="957" y="403"/>
                  <a:pt x="961" y="403"/>
                </a:cubicBezTo>
                <a:cubicBezTo>
                  <a:pt x="966" y="403"/>
                  <a:pt x="970" y="399"/>
                  <a:pt x="970" y="395"/>
                </a:cubicBezTo>
                <a:close/>
                <a:moveTo>
                  <a:pt x="1099" y="395"/>
                </a:moveTo>
                <a:cubicBezTo>
                  <a:pt x="1099" y="390"/>
                  <a:pt x="1095" y="386"/>
                  <a:pt x="1090" y="386"/>
                </a:cubicBezTo>
                <a:cubicBezTo>
                  <a:pt x="1086" y="386"/>
                  <a:pt x="1082" y="390"/>
                  <a:pt x="1082" y="395"/>
                </a:cubicBezTo>
                <a:cubicBezTo>
                  <a:pt x="1082" y="399"/>
                  <a:pt x="1086" y="403"/>
                  <a:pt x="1090" y="403"/>
                </a:cubicBezTo>
                <a:cubicBezTo>
                  <a:pt x="1095" y="403"/>
                  <a:pt x="1099" y="399"/>
                  <a:pt x="1099" y="395"/>
                </a:cubicBezTo>
                <a:close/>
                <a:moveTo>
                  <a:pt x="1150" y="395"/>
                </a:moveTo>
                <a:cubicBezTo>
                  <a:pt x="1150" y="390"/>
                  <a:pt x="1147" y="386"/>
                  <a:pt x="1142" y="386"/>
                </a:cubicBezTo>
                <a:cubicBezTo>
                  <a:pt x="1137" y="386"/>
                  <a:pt x="1133" y="390"/>
                  <a:pt x="1133" y="395"/>
                </a:cubicBezTo>
                <a:cubicBezTo>
                  <a:pt x="1133" y="399"/>
                  <a:pt x="1137" y="403"/>
                  <a:pt x="1142" y="403"/>
                </a:cubicBezTo>
                <a:cubicBezTo>
                  <a:pt x="1147" y="403"/>
                  <a:pt x="1150" y="399"/>
                  <a:pt x="1150" y="395"/>
                </a:cubicBezTo>
                <a:close/>
                <a:moveTo>
                  <a:pt x="1176" y="395"/>
                </a:moveTo>
                <a:cubicBezTo>
                  <a:pt x="1176" y="390"/>
                  <a:pt x="1172" y="386"/>
                  <a:pt x="1168" y="386"/>
                </a:cubicBezTo>
                <a:cubicBezTo>
                  <a:pt x="1163" y="386"/>
                  <a:pt x="1159" y="390"/>
                  <a:pt x="1159" y="395"/>
                </a:cubicBezTo>
                <a:cubicBezTo>
                  <a:pt x="1159" y="399"/>
                  <a:pt x="1163" y="403"/>
                  <a:pt x="1168" y="403"/>
                </a:cubicBezTo>
                <a:cubicBezTo>
                  <a:pt x="1172" y="403"/>
                  <a:pt x="1176" y="399"/>
                  <a:pt x="1176" y="395"/>
                </a:cubicBezTo>
                <a:close/>
                <a:moveTo>
                  <a:pt x="1382" y="395"/>
                </a:moveTo>
                <a:cubicBezTo>
                  <a:pt x="1382" y="390"/>
                  <a:pt x="1378" y="386"/>
                  <a:pt x="1374" y="386"/>
                </a:cubicBezTo>
                <a:cubicBezTo>
                  <a:pt x="1369" y="386"/>
                  <a:pt x="1365" y="390"/>
                  <a:pt x="1365" y="395"/>
                </a:cubicBezTo>
                <a:cubicBezTo>
                  <a:pt x="1365" y="399"/>
                  <a:pt x="1369" y="403"/>
                  <a:pt x="1374" y="403"/>
                </a:cubicBezTo>
                <a:cubicBezTo>
                  <a:pt x="1378" y="403"/>
                  <a:pt x="1382" y="399"/>
                  <a:pt x="1382" y="395"/>
                </a:cubicBezTo>
                <a:close/>
                <a:moveTo>
                  <a:pt x="1408" y="395"/>
                </a:moveTo>
                <a:cubicBezTo>
                  <a:pt x="1408" y="390"/>
                  <a:pt x="1404" y="386"/>
                  <a:pt x="1399" y="386"/>
                </a:cubicBezTo>
                <a:cubicBezTo>
                  <a:pt x="1395" y="386"/>
                  <a:pt x="1391" y="390"/>
                  <a:pt x="1391" y="395"/>
                </a:cubicBezTo>
                <a:cubicBezTo>
                  <a:pt x="1391" y="399"/>
                  <a:pt x="1395" y="403"/>
                  <a:pt x="1399" y="403"/>
                </a:cubicBezTo>
                <a:cubicBezTo>
                  <a:pt x="1404" y="403"/>
                  <a:pt x="1408" y="399"/>
                  <a:pt x="1408" y="395"/>
                </a:cubicBezTo>
                <a:close/>
                <a:moveTo>
                  <a:pt x="1434" y="395"/>
                </a:moveTo>
                <a:cubicBezTo>
                  <a:pt x="1434" y="390"/>
                  <a:pt x="1430" y="386"/>
                  <a:pt x="1425" y="386"/>
                </a:cubicBezTo>
                <a:cubicBezTo>
                  <a:pt x="1420" y="386"/>
                  <a:pt x="1417" y="390"/>
                  <a:pt x="1417" y="395"/>
                </a:cubicBezTo>
                <a:cubicBezTo>
                  <a:pt x="1417" y="399"/>
                  <a:pt x="1420" y="403"/>
                  <a:pt x="1425" y="403"/>
                </a:cubicBezTo>
                <a:cubicBezTo>
                  <a:pt x="1430" y="403"/>
                  <a:pt x="1434" y="399"/>
                  <a:pt x="1434" y="395"/>
                </a:cubicBezTo>
                <a:close/>
                <a:moveTo>
                  <a:pt x="1485" y="395"/>
                </a:moveTo>
                <a:cubicBezTo>
                  <a:pt x="1485" y="390"/>
                  <a:pt x="1481" y="386"/>
                  <a:pt x="1477" y="386"/>
                </a:cubicBezTo>
                <a:cubicBezTo>
                  <a:pt x="1472" y="386"/>
                  <a:pt x="1468" y="390"/>
                  <a:pt x="1468" y="395"/>
                </a:cubicBezTo>
                <a:cubicBezTo>
                  <a:pt x="1468" y="399"/>
                  <a:pt x="1472" y="403"/>
                  <a:pt x="1477" y="403"/>
                </a:cubicBezTo>
                <a:cubicBezTo>
                  <a:pt x="1481" y="403"/>
                  <a:pt x="1485" y="399"/>
                  <a:pt x="1485" y="395"/>
                </a:cubicBezTo>
                <a:close/>
                <a:moveTo>
                  <a:pt x="1511" y="395"/>
                </a:moveTo>
                <a:cubicBezTo>
                  <a:pt x="1511" y="390"/>
                  <a:pt x="1507" y="386"/>
                  <a:pt x="1502" y="386"/>
                </a:cubicBezTo>
                <a:cubicBezTo>
                  <a:pt x="1498" y="386"/>
                  <a:pt x="1494" y="390"/>
                  <a:pt x="1494" y="395"/>
                </a:cubicBezTo>
                <a:cubicBezTo>
                  <a:pt x="1494" y="399"/>
                  <a:pt x="1498" y="403"/>
                  <a:pt x="1502" y="403"/>
                </a:cubicBezTo>
                <a:cubicBezTo>
                  <a:pt x="1507" y="403"/>
                  <a:pt x="1511" y="399"/>
                  <a:pt x="1511" y="395"/>
                </a:cubicBezTo>
                <a:close/>
                <a:moveTo>
                  <a:pt x="1537" y="395"/>
                </a:moveTo>
                <a:cubicBezTo>
                  <a:pt x="1537" y="390"/>
                  <a:pt x="1533" y="386"/>
                  <a:pt x="1528" y="386"/>
                </a:cubicBezTo>
                <a:cubicBezTo>
                  <a:pt x="1523" y="386"/>
                  <a:pt x="1520" y="390"/>
                  <a:pt x="1520" y="395"/>
                </a:cubicBezTo>
                <a:cubicBezTo>
                  <a:pt x="1520" y="399"/>
                  <a:pt x="1523" y="403"/>
                  <a:pt x="1528" y="403"/>
                </a:cubicBezTo>
                <a:cubicBezTo>
                  <a:pt x="1533" y="403"/>
                  <a:pt x="1537" y="399"/>
                  <a:pt x="1537" y="395"/>
                </a:cubicBezTo>
                <a:close/>
                <a:moveTo>
                  <a:pt x="1588" y="395"/>
                </a:moveTo>
                <a:cubicBezTo>
                  <a:pt x="1588" y="390"/>
                  <a:pt x="1584" y="386"/>
                  <a:pt x="1580" y="386"/>
                </a:cubicBezTo>
                <a:cubicBezTo>
                  <a:pt x="1575" y="386"/>
                  <a:pt x="1571" y="390"/>
                  <a:pt x="1571" y="395"/>
                </a:cubicBezTo>
                <a:cubicBezTo>
                  <a:pt x="1571" y="399"/>
                  <a:pt x="1575" y="403"/>
                  <a:pt x="1580" y="403"/>
                </a:cubicBezTo>
                <a:cubicBezTo>
                  <a:pt x="1584" y="403"/>
                  <a:pt x="1588" y="399"/>
                  <a:pt x="1588" y="395"/>
                </a:cubicBezTo>
                <a:close/>
                <a:moveTo>
                  <a:pt x="1614" y="395"/>
                </a:moveTo>
                <a:cubicBezTo>
                  <a:pt x="1614" y="390"/>
                  <a:pt x="1610" y="386"/>
                  <a:pt x="1605" y="386"/>
                </a:cubicBezTo>
                <a:cubicBezTo>
                  <a:pt x="1601" y="386"/>
                  <a:pt x="1597" y="390"/>
                  <a:pt x="1597" y="395"/>
                </a:cubicBezTo>
                <a:cubicBezTo>
                  <a:pt x="1597" y="399"/>
                  <a:pt x="1601" y="403"/>
                  <a:pt x="1605" y="403"/>
                </a:cubicBezTo>
                <a:cubicBezTo>
                  <a:pt x="1610" y="403"/>
                  <a:pt x="1614" y="399"/>
                  <a:pt x="1614" y="395"/>
                </a:cubicBezTo>
                <a:close/>
                <a:moveTo>
                  <a:pt x="1640" y="395"/>
                </a:moveTo>
                <a:cubicBezTo>
                  <a:pt x="1640" y="390"/>
                  <a:pt x="1636" y="386"/>
                  <a:pt x="1631" y="386"/>
                </a:cubicBezTo>
                <a:cubicBezTo>
                  <a:pt x="1626" y="386"/>
                  <a:pt x="1623" y="390"/>
                  <a:pt x="1623" y="395"/>
                </a:cubicBezTo>
                <a:cubicBezTo>
                  <a:pt x="1623" y="399"/>
                  <a:pt x="1626" y="403"/>
                  <a:pt x="1631" y="403"/>
                </a:cubicBezTo>
                <a:cubicBezTo>
                  <a:pt x="1636" y="403"/>
                  <a:pt x="1640" y="399"/>
                  <a:pt x="1640" y="395"/>
                </a:cubicBezTo>
                <a:close/>
                <a:moveTo>
                  <a:pt x="1666" y="395"/>
                </a:moveTo>
                <a:cubicBezTo>
                  <a:pt x="1666" y="390"/>
                  <a:pt x="1662" y="386"/>
                  <a:pt x="1657" y="386"/>
                </a:cubicBezTo>
                <a:cubicBezTo>
                  <a:pt x="1652" y="386"/>
                  <a:pt x="1648" y="390"/>
                  <a:pt x="1648" y="395"/>
                </a:cubicBezTo>
                <a:cubicBezTo>
                  <a:pt x="1648" y="399"/>
                  <a:pt x="1652" y="403"/>
                  <a:pt x="1657" y="403"/>
                </a:cubicBezTo>
                <a:cubicBezTo>
                  <a:pt x="1662" y="403"/>
                  <a:pt x="1666" y="399"/>
                  <a:pt x="1666" y="395"/>
                </a:cubicBezTo>
                <a:close/>
                <a:moveTo>
                  <a:pt x="1691" y="395"/>
                </a:moveTo>
                <a:cubicBezTo>
                  <a:pt x="1691" y="390"/>
                  <a:pt x="1687" y="386"/>
                  <a:pt x="1683" y="386"/>
                </a:cubicBezTo>
                <a:cubicBezTo>
                  <a:pt x="1678" y="386"/>
                  <a:pt x="1674" y="390"/>
                  <a:pt x="1674" y="395"/>
                </a:cubicBezTo>
                <a:cubicBezTo>
                  <a:pt x="1674" y="399"/>
                  <a:pt x="1678" y="403"/>
                  <a:pt x="1683" y="403"/>
                </a:cubicBezTo>
                <a:cubicBezTo>
                  <a:pt x="1687" y="403"/>
                  <a:pt x="1691" y="399"/>
                  <a:pt x="1691" y="395"/>
                </a:cubicBezTo>
                <a:close/>
                <a:moveTo>
                  <a:pt x="1717" y="395"/>
                </a:moveTo>
                <a:cubicBezTo>
                  <a:pt x="1717" y="390"/>
                  <a:pt x="1713" y="386"/>
                  <a:pt x="1708" y="386"/>
                </a:cubicBezTo>
                <a:cubicBezTo>
                  <a:pt x="1704" y="386"/>
                  <a:pt x="1700" y="390"/>
                  <a:pt x="1700" y="395"/>
                </a:cubicBezTo>
                <a:cubicBezTo>
                  <a:pt x="1700" y="399"/>
                  <a:pt x="1704" y="403"/>
                  <a:pt x="1708" y="403"/>
                </a:cubicBezTo>
                <a:cubicBezTo>
                  <a:pt x="1713" y="403"/>
                  <a:pt x="1717" y="399"/>
                  <a:pt x="1717" y="395"/>
                </a:cubicBezTo>
                <a:close/>
                <a:moveTo>
                  <a:pt x="1743" y="395"/>
                </a:moveTo>
                <a:cubicBezTo>
                  <a:pt x="1743" y="390"/>
                  <a:pt x="1739" y="386"/>
                  <a:pt x="1734" y="386"/>
                </a:cubicBezTo>
                <a:cubicBezTo>
                  <a:pt x="1730" y="386"/>
                  <a:pt x="1726" y="390"/>
                  <a:pt x="1726" y="395"/>
                </a:cubicBezTo>
                <a:cubicBezTo>
                  <a:pt x="1726" y="399"/>
                  <a:pt x="1730" y="403"/>
                  <a:pt x="1734" y="403"/>
                </a:cubicBezTo>
                <a:cubicBezTo>
                  <a:pt x="1739" y="403"/>
                  <a:pt x="1743" y="399"/>
                  <a:pt x="1743" y="395"/>
                </a:cubicBezTo>
                <a:close/>
                <a:moveTo>
                  <a:pt x="1769" y="395"/>
                </a:moveTo>
                <a:cubicBezTo>
                  <a:pt x="1769" y="390"/>
                  <a:pt x="1765" y="386"/>
                  <a:pt x="1760" y="386"/>
                </a:cubicBezTo>
                <a:cubicBezTo>
                  <a:pt x="1755" y="386"/>
                  <a:pt x="1751" y="390"/>
                  <a:pt x="1751" y="395"/>
                </a:cubicBezTo>
                <a:cubicBezTo>
                  <a:pt x="1751" y="399"/>
                  <a:pt x="1755" y="403"/>
                  <a:pt x="1760" y="403"/>
                </a:cubicBezTo>
                <a:cubicBezTo>
                  <a:pt x="1765" y="403"/>
                  <a:pt x="1769" y="399"/>
                  <a:pt x="1769" y="395"/>
                </a:cubicBezTo>
                <a:close/>
                <a:moveTo>
                  <a:pt x="1794" y="395"/>
                </a:moveTo>
                <a:cubicBezTo>
                  <a:pt x="1794" y="390"/>
                  <a:pt x="1791" y="386"/>
                  <a:pt x="1786" y="386"/>
                </a:cubicBezTo>
                <a:cubicBezTo>
                  <a:pt x="1781" y="386"/>
                  <a:pt x="1777" y="390"/>
                  <a:pt x="1777" y="395"/>
                </a:cubicBezTo>
                <a:cubicBezTo>
                  <a:pt x="1777" y="399"/>
                  <a:pt x="1781" y="403"/>
                  <a:pt x="1786" y="403"/>
                </a:cubicBezTo>
                <a:cubicBezTo>
                  <a:pt x="1791" y="403"/>
                  <a:pt x="1794" y="399"/>
                  <a:pt x="1794" y="395"/>
                </a:cubicBezTo>
                <a:close/>
                <a:moveTo>
                  <a:pt x="1820" y="395"/>
                </a:moveTo>
                <a:cubicBezTo>
                  <a:pt x="1820" y="390"/>
                  <a:pt x="1816" y="386"/>
                  <a:pt x="1812" y="386"/>
                </a:cubicBezTo>
                <a:cubicBezTo>
                  <a:pt x="1807" y="386"/>
                  <a:pt x="1803" y="390"/>
                  <a:pt x="1803" y="395"/>
                </a:cubicBezTo>
                <a:cubicBezTo>
                  <a:pt x="1803" y="399"/>
                  <a:pt x="1807" y="403"/>
                  <a:pt x="1812" y="403"/>
                </a:cubicBezTo>
                <a:cubicBezTo>
                  <a:pt x="1816" y="403"/>
                  <a:pt x="1820" y="399"/>
                  <a:pt x="1820" y="395"/>
                </a:cubicBezTo>
                <a:close/>
                <a:moveTo>
                  <a:pt x="1846" y="395"/>
                </a:moveTo>
                <a:cubicBezTo>
                  <a:pt x="1846" y="390"/>
                  <a:pt x="1842" y="386"/>
                  <a:pt x="1837" y="386"/>
                </a:cubicBezTo>
                <a:cubicBezTo>
                  <a:pt x="1833" y="386"/>
                  <a:pt x="1829" y="390"/>
                  <a:pt x="1829" y="395"/>
                </a:cubicBezTo>
                <a:cubicBezTo>
                  <a:pt x="1829" y="399"/>
                  <a:pt x="1833" y="403"/>
                  <a:pt x="1837" y="403"/>
                </a:cubicBezTo>
                <a:cubicBezTo>
                  <a:pt x="1842" y="403"/>
                  <a:pt x="1846" y="399"/>
                  <a:pt x="1846" y="395"/>
                </a:cubicBezTo>
                <a:close/>
                <a:moveTo>
                  <a:pt x="1872" y="395"/>
                </a:moveTo>
                <a:cubicBezTo>
                  <a:pt x="1872" y="390"/>
                  <a:pt x="1868" y="386"/>
                  <a:pt x="1863" y="386"/>
                </a:cubicBezTo>
                <a:cubicBezTo>
                  <a:pt x="1858" y="386"/>
                  <a:pt x="1854" y="390"/>
                  <a:pt x="1854" y="395"/>
                </a:cubicBezTo>
                <a:cubicBezTo>
                  <a:pt x="1854" y="399"/>
                  <a:pt x="1858" y="403"/>
                  <a:pt x="1863" y="403"/>
                </a:cubicBezTo>
                <a:cubicBezTo>
                  <a:pt x="1868" y="403"/>
                  <a:pt x="1872" y="399"/>
                  <a:pt x="1872" y="395"/>
                </a:cubicBezTo>
                <a:close/>
                <a:moveTo>
                  <a:pt x="1897" y="395"/>
                </a:moveTo>
                <a:cubicBezTo>
                  <a:pt x="1897" y="390"/>
                  <a:pt x="1894" y="386"/>
                  <a:pt x="1889" y="386"/>
                </a:cubicBezTo>
                <a:cubicBezTo>
                  <a:pt x="1884" y="386"/>
                  <a:pt x="1880" y="390"/>
                  <a:pt x="1880" y="395"/>
                </a:cubicBezTo>
                <a:cubicBezTo>
                  <a:pt x="1880" y="399"/>
                  <a:pt x="1884" y="403"/>
                  <a:pt x="1889" y="403"/>
                </a:cubicBezTo>
                <a:cubicBezTo>
                  <a:pt x="1894" y="403"/>
                  <a:pt x="1897" y="399"/>
                  <a:pt x="1897" y="395"/>
                </a:cubicBezTo>
                <a:close/>
                <a:moveTo>
                  <a:pt x="1923" y="395"/>
                </a:moveTo>
                <a:cubicBezTo>
                  <a:pt x="1923" y="390"/>
                  <a:pt x="1919" y="386"/>
                  <a:pt x="1915" y="386"/>
                </a:cubicBezTo>
                <a:cubicBezTo>
                  <a:pt x="1910" y="386"/>
                  <a:pt x="1906" y="390"/>
                  <a:pt x="1906" y="395"/>
                </a:cubicBezTo>
                <a:cubicBezTo>
                  <a:pt x="1906" y="399"/>
                  <a:pt x="1910" y="403"/>
                  <a:pt x="1915" y="403"/>
                </a:cubicBezTo>
                <a:cubicBezTo>
                  <a:pt x="1919" y="403"/>
                  <a:pt x="1923" y="399"/>
                  <a:pt x="1923" y="395"/>
                </a:cubicBezTo>
                <a:close/>
                <a:moveTo>
                  <a:pt x="1949" y="395"/>
                </a:moveTo>
                <a:cubicBezTo>
                  <a:pt x="1949" y="390"/>
                  <a:pt x="1945" y="386"/>
                  <a:pt x="1940" y="386"/>
                </a:cubicBezTo>
                <a:cubicBezTo>
                  <a:pt x="1936" y="386"/>
                  <a:pt x="1932" y="390"/>
                  <a:pt x="1932" y="395"/>
                </a:cubicBezTo>
                <a:cubicBezTo>
                  <a:pt x="1932" y="399"/>
                  <a:pt x="1936" y="403"/>
                  <a:pt x="1940" y="403"/>
                </a:cubicBezTo>
                <a:cubicBezTo>
                  <a:pt x="1945" y="403"/>
                  <a:pt x="1949" y="399"/>
                  <a:pt x="1949" y="395"/>
                </a:cubicBezTo>
                <a:close/>
                <a:moveTo>
                  <a:pt x="1975" y="395"/>
                </a:moveTo>
                <a:cubicBezTo>
                  <a:pt x="1975" y="390"/>
                  <a:pt x="1971" y="386"/>
                  <a:pt x="1966" y="386"/>
                </a:cubicBezTo>
                <a:cubicBezTo>
                  <a:pt x="1961" y="386"/>
                  <a:pt x="1957" y="390"/>
                  <a:pt x="1957" y="395"/>
                </a:cubicBezTo>
                <a:cubicBezTo>
                  <a:pt x="1957" y="399"/>
                  <a:pt x="1961" y="403"/>
                  <a:pt x="1966" y="403"/>
                </a:cubicBezTo>
                <a:cubicBezTo>
                  <a:pt x="1971" y="403"/>
                  <a:pt x="1975" y="399"/>
                  <a:pt x="1975" y="395"/>
                </a:cubicBezTo>
                <a:close/>
                <a:moveTo>
                  <a:pt x="2000" y="395"/>
                </a:moveTo>
                <a:cubicBezTo>
                  <a:pt x="2000" y="390"/>
                  <a:pt x="1997" y="386"/>
                  <a:pt x="1992" y="386"/>
                </a:cubicBezTo>
                <a:cubicBezTo>
                  <a:pt x="1987" y="386"/>
                  <a:pt x="1983" y="390"/>
                  <a:pt x="1983" y="395"/>
                </a:cubicBezTo>
                <a:cubicBezTo>
                  <a:pt x="1983" y="399"/>
                  <a:pt x="1987" y="403"/>
                  <a:pt x="1992" y="403"/>
                </a:cubicBezTo>
                <a:cubicBezTo>
                  <a:pt x="1997" y="403"/>
                  <a:pt x="2000" y="399"/>
                  <a:pt x="2000" y="395"/>
                </a:cubicBezTo>
                <a:close/>
                <a:moveTo>
                  <a:pt x="2026" y="395"/>
                </a:moveTo>
                <a:cubicBezTo>
                  <a:pt x="2026" y="390"/>
                  <a:pt x="2022" y="386"/>
                  <a:pt x="2018" y="386"/>
                </a:cubicBezTo>
                <a:cubicBezTo>
                  <a:pt x="2013" y="386"/>
                  <a:pt x="2009" y="390"/>
                  <a:pt x="2009" y="395"/>
                </a:cubicBezTo>
                <a:cubicBezTo>
                  <a:pt x="2009" y="399"/>
                  <a:pt x="2013" y="403"/>
                  <a:pt x="2018" y="403"/>
                </a:cubicBezTo>
                <a:cubicBezTo>
                  <a:pt x="2022" y="403"/>
                  <a:pt x="2026" y="399"/>
                  <a:pt x="2026" y="395"/>
                </a:cubicBezTo>
                <a:close/>
                <a:moveTo>
                  <a:pt x="2052" y="395"/>
                </a:moveTo>
                <a:cubicBezTo>
                  <a:pt x="2052" y="390"/>
                  <a:pt x="2048" y="386"/>
                  <a:pt x="2043" y="386"/>
                </a:cubicBezTo>
                <a:cubicBezTo>
                  <a:pt x="2039" y="386"/>
                  <a:pt x="2035" y="390"/>
                  <a:pt x="2035" y="395"/>
                </a:cubicBezTo>
                <a:cubicBezTo>
                  <a:pt x="2035" y="399"/>
                  <a:pt x="2039" y="403"/>
                  <a:pt x="2043" y="403"/>
                </a:cubicBezTo>
                <a:cubicBezTo>
                  <a:pt x="2048" y="403"/>
                  <a:pt x="2052" y="399"/>
                  <a:pt x="2052" y="395"/>
                </a:cubicBezTo>
                <a:close/>
                <a:moveTo>
                  <a:pt x="2078" y="395"/>
                </a:moveTo>
                <a:cubicBezTo>
                  <a:pt x="2078" y="390"/>
                  <a:pt x="2074" y="386"/>
                  <a:pt x="2069" y="386"/>
                </a:cubicBezTo>
                <a:cubicBezTo>
                  <a:pt x="2064" y="386"/>
                  <a:pt x="2061" y="390"/>
                  <a:pt x="2061" y="395"/>
                </a:cubicBezTo>
                <a:cubicBezTo>
                  <a:pt x="2061" y="399"/>
                  <a:pt x="2064" y="403"/>
                  <a:pt x="2069" y="403"/>
                </a:cubicBezTo>
                <a:cubicBezTo>
                  <a:pt x="2074" y="403"/>
                  <a:pt x="2078" y="399"/>
                  <a:pt x="2078" y="395"/>
                </a:cubicBezTo>
                <a:close/>
                <a:moveTo>
                  <a:pt x="2103" y="395"/>
                </a:moveTo>
                <a:cubicBezTo>
                  <a:pt x="2103" y="390"/>
                  <a:pt x="2100" y="386"/>
                  <a:pt x="2095" y="386"/>
                </a:cubicBezTo>
                <a:cubicBezTo>
                  <a:pt x="2090" y="386"/>
                  <a:pt x="2086" y="390"/>
                  <a:pt x="2086" y="395"/>
                </a:cubicBezTo>
                <a:cubicBezTo>
                  <a:pt x="2086" y="399"/>
                  <a:pt x="2090" y="403"/>
                  <a:pt x="2095" y="403"/>
                </a:cubicBezTo>
                <a:cubicBezTo>
                  <a:pt x="2100" y="403"/>
                  <a:pt x="2103" y="399"/>
                  <a:pt x="2103" y="395"/>
                </a:cubicBezTo>
                <a:close/>
                <a:moveTo>
                  <a:pt x="2129" y="395"/>
                </a:moveTo>
                <a:cubicBezTo>
                  <a:pt x="2129" y="390"/>
                  <a:pt x="2125" y="386"/>
                  <a:pt x="2121" y="386"/>
                </a:cubicBezTo>
                <a:cubicBezTo>
                  <a:pt x="2116" y="386"/>
                  <a:pt x="2112" y="390"/>
                  <a:pt x="2112" y="395"/>
                </a:cubicBezTo>
                <a:cubicBezTo>
                  <a:pt x="2112" y="399"/>
                  <a:pt x="2116" y="403"/>
                  <a:pt x="2121" y="403"/>
                </a:cubicBezTo>
                <a:cubicBezTo>
                  <a:pt x="2125" y="403"/>
                  <a:pt x="2129" y="399"/>
                  <a:pt x="2129" y="395"/>
                </a:cubicBezTo>
                <a:close/>
                <a:moveTo>
                  <a:pt x="2155" y="395"/>
                </a:moveTo>
                <a:cubicBezTo>
                  <a:pt x="2155" y="390"/>
                  <a:pt x="2151" y="386"/>
                  <a:pt x="2146" y="386"/>
                </a:cubicBezTo>
                <a:cubicBezTo>
                  <a:pt x="2142" y="386"/>
                  <a:pt x="2138" y="390"/>
                  <a:pt x="2138" y="395"/>
                </a:cubicBezTo>
                <a:cubicBezTo>
                  <a:pt x="2138" y="399"/>
                  <a:pt x="2142" y="403"/>
                  <a:pt x="2146" y="403"/>
                </a:cubicBezTo>
                <a:cubicBezTo>
                  <a:pt x="2151" y="403"/>
                  <a:pt x="2155" y="399"/>
                  <a:pt x="2155" y="395"/>
                </a:cubicBezTo>
                <a:close/>
                <a:moveTo>
                  <a:pt x="2181" y="395"/>
                </a:moveTo>
                <a:cubicBezTo>
                  <a:pt x="2181" y="390"/>
                  <a:pt x="2177" y="386"/>
                  <a:pt x="2172" y="386"/>
                </a:cubicBezTo>
                <a:cubicBezTo>
                  <a:pt x="2167" y="386"/>
                  <a:pt x="2164" y="390"/>
                  <a:pt x="2164" y="395"/>
                </a:cubicBezTo>
                <a:cubicBezTo>
                  <a:pt x="2164" y="399"/>
                  <a:pt x="2167" y="403"/>
                  <a:pt x="2172" y="403"/>
                </a:cubicBezTo>
                <a:cubicBezTo>
                  <a:pt x="2177" y="403"/>
                  <a:pt x="2181" y="399"/>
                  <a:pt x="2181" y="395"/>
                </a:cubicBezTo>
                <a:close/>
                <a:moveTo>
                  <a:pt x="2207" y="395"/>
                </a:moveTo>
                <a:cubicBezTo>
                  <a:pt x="2207" y="390"/>
                  <a:pt x="2203" y="386"/>
                  <a:pt x="2198" y="386"/>
                </a:cubicBezTo>
                <a:cubicBezTo>
                  <a:pt x="2193" y="386"/>
                  <a:pt x="2189" y="390"/>
                  <a:pt x="2189" y="395"/>
                </a:cubicBezTo>
                <a:cubicBezTo>
                  <a:pt x="2189" y="399"/>
                  <a:pt x="2193" y="403"/>
                  <a:pt x="2198" y="403"/>
                </a:cubicBezTo>
                <a:cubicBezTo>
                  <a:pt x="2203" y="403"/>
                  <a:pt x="2207" y="399"/>
                  <a:pt x="2207" y="395"/>
                </a:cubicBezTo>
                <a:close/>
                <a:moveTo>
                  <a:pt x="2232" y="395"/>
                </a:moveTo>
                <a:cubicBezTo>
                  <a:pt x="2232" y="390"/>
                  <a:pt x="2228" y="386"/>
                  <a:pt x="2224" y="386"/>
                </a:cubicBezTo>
                <a:cubicBezTo>
                  <a:pt x="2219" y="386"/>
                  <a:pt x="2215" y="390"/>
                  <a:pt x="2215" y="395"/>
                </a:cubicBezTo>
                <a:cubicBezTo>
                  <a:pt x="2215" y="399"/>
                  <a:pt x="2219" y="403"/>
                  <a:pt x="2224" y="403"/>
                </a:cubicBezTo>
                <a:cubicBezTo>
                  <a:pt x="2228" y="403"/>
                  <a:pt x="2232" y="399"/>
                  <a:pt x="2232" y="395"/>
                </a:cubicBezTo>
                <a:close/>
                <a:moveTo>
                  <a:pt x="2258" y="395"/>
                </a:moveTo>
                <a:cubicBezTo>
                  <a:pt x="2258" y="390"/>
                  <a:pt x="2254" y="386"/>
                  <a:pt x="2249" y="386"/>
                </a:cubicBezTo>
                <a:cubicBezTo>
                  <a:pt x="2245" y="386"/>
                  <a:pt x="2241" y="390"/>
                  <a:pt x="2241" y="395"/>
                </a:cubicBezTo>
                <a:cubicBezTo>
                  <a:pt x="2241" y="399"/>
                  <a:pt x="2245" y="403"/>
                  <a:pt x="2249" y="403"/>
                </a:cubicBezTo>
                <a:cubicBezTo>
                  <a:pt x="2254" y="403"/>
                  <a:pt x="2258" y="399"/>
                  <a:pt x="2258" y="395"/>
                </a:cubicBezTo>
                <a:close/>
                <a:moveTo>
                  <a:pt x="2284" y="395"/>
                </a:moveTo>
                <a:cubicBezTo>
                  <a:pt x="2284" y="390"/>
                  <a:pt x="2280" y="386"/>
                  <a:pt x="2275" y="386"/>
                </a:cubicBezTo>
                <a:cubicBezTo>
                  <a:pt x="2270" y="386"/>
                  <a:pt x="2267" y="390"/>
                  <a:pt x="2267" y="395"/>
                </a:cubicBezTo>
                <a:cubicBezTo>
                  <a:pt x="2267" y="399"/>
                  <a:pt x="2270" y="403"/>
                  <a:pt x="2275" y="403"/>
                </a:cubicBezTo>
                <a:cubicBezTo>
                  <a:pt x="2280" y="403"/>
                  <a:pt x="2284" y="399"/>
                  <a:pt x="2284" y="395"/>
                </a:cubicBezTo>
                <a:close/>
                <a:moveTo>
                  <a:pt x="2310" y="395"/>
                </a:moveTo>
                <a:cubicBezTo>
                  <a:pt x="2310" y="390"/>
                  <a:pt x="2306" y="386"/>
                  <a:pt x="2301" y="386"/>
                </a:cubicBezTo>
                <a:cubicBezTo>
                  <a:pt x="2296" y="386"/>
                  <a:pt x="2292" y="390"/>
                  <a:pt x="2292" y="395"/>
                </a:cubicBezTo>
                <a:cubicBezTo>
                  <a:pt x="2292" y="399"/>
                  <a:pt x="2296" y="403"/>
                  <a:pt x="2301" y="403"/>
                </a:cubicBezTo>
                <a:cubicBezTo>
                  <a:pt x="2306" y="403"/>
                  <a:pt x="2310" y="399"/>
                  <a:pt x="2310" y="395"/>
                </a:cubicBezTo>
                <a:close/>
                <a:moveTo>
                  <a:pt x="2335" y="395"/>
                </a:moveTo>
                <a:cubicBezTo>
                  <a:pt x="2335" y="390"/>
                  <a:pt x="2331" y="386"/>
                  <a:pt x="2327" y="386"/>
                </a:cubicBezTo>
                <a:cubicBezTo>
                  <a:pt x="2322" y="386"/>
                  <a:pt x="2318" y="390"/>
                  <a:pt x="2318" y="395"/>
                </a:cubicBezTo>
                <a:cubicBezTo>
                  <a:pt x="2318" y="399"/>
                  <a:pt x="2322" y="403"/>
                  <a:pt x="2327" y="403"/>
                </a:cubicBezTo>
                <a:cubicBezTo>
                  <a:pt x="2331" y="403"/>
                  <a:pt x="2335" y="399"/>
                  <a:pt x="2335" y="395"/>
                </a:cubicBezTo>
                <a:close/>
                <a:moveTo>
                  <a:pt x="2361" y="395"/>
                </a:moveTo>
                <a:cubicBezTo>
                  <a:pt x="2361" y="390"/>
                  <a:pt x="2357" y="386"/>
                  <a:pt x="2352" y="386"/>
                </a:cubicBezTo>
                <a:cubicBezTo>
                  <a:pt x="2348" y="386"/>
                  <a:pt x="2344" y="390"/>
                  <a:pt x="2344" y="395"/>
                </a:cubicBezTo>
                <a:cubicBezTo>
                  <a:pt x="2344" y="399"/>
                  <a:pt x="2348" y="403"/>
                  <a:pt x="2352" y="403"/>
                </a:cubicBezTo>
                <a:cubicBezTo>
                  <a:pt x="2357" y="403"/>
                  <a:pt x="2361" y="399"/>
                  <a:pt x="2361" y="395"/>
                </a:cubicBezTo>
                <a:close/>
                <a:moveTo>
                  <a:pt x="2387" y="395"/>
                </a:moveTo>
                <a:cubicBezTo>
                  <a:pt x="2387" y="390"/>
                  <a:pt x="2383" y="386"/>
                  <a:pt x="2378" y="386"/>
                </a:cubicBezTo>
                <a:cubicBezTo>
                  <a:pt x="2373" y="386"/>
                  <a:pt x="2370" y="390"/>
                  <a:pt x="2370" y="395"/>
                </a:cubicBezTo>
                <a:cubicBezTo>
                  <a:pt x="2370" y="399"/>
                  <a:pt x="2373" y="403"/>
                  <a:pt x="2378" y="403"/>
                </a:cubicBezTo>
                <a:cubicBezTo>
                  <a:pt x="2383" y="403"/>
                  <a:pt x="2387" y="399"/>
                  <a:pt x="2387" y="395"/>
                </a:cubicBezTo>
                <a:close/>
                <a:moveTo>
                  <a:pt x="2413" y="395"/>
                </a:moveTo>
                <a:cubicBezTo>
                  <a:pt x="2413" y="390"/>
                  <a:pt x="2409" y="386"/>
                  <a:pt x="2404" y="386"/>
                </a:cubicBezTo>
                <a:cubicBezTo>
                  <a:pt x="2399" y="386"/>
                  <a:pt x="2395" y="390"/>
                  <a:pt x="2395" y="395"/>
                </a:cubicBezTo>
                <a:cubicBezTo>
                  <a:pt x="2395" y="399"/>
                  <a:pt x="2399" y="403"/>
                  <a:pt x="2404" y="403"/>
                </a:cubicBezTo>
                <a:cubicBezTo>
                  <a:pt x="2409" y="403"/>
                  <a:pt x="2413" y="399"/>
                  <a:pt x="2413" y="395"/>
                </a:cubicBezTo>
                <a:close/>
                <a:moveTo>
                  <a:pt x="2438" y="395"/>
                </a:moveTo>
                <a:cubicBezTo>
                  <a:pt x="2438" y="390"/>
                  <a:pt x="2434" y="386"/>
                  <a:pt x="2430" y="386"/>
                </a:cubicBezTo>
                <a:cubicBezTo>
                  <a:pt x="2425" y="386"/>
                  <a:pt x="2421" y="390"/>
                  <a:pt x="2421" y="395"/>
                </a:cubicBezTo>
                <a:cubicBezTo>
                  <a:pt x="2421" y="399"/>
                  <a:pt x="2425" y="403"/>
                  <a:pt x="2430" y="403"/>
                </a:cubicBezTo>
                <a:cubicBezTo>
                  <a:pt x="2434" y="403"/>
                  <a:pt x="2438" y="399"/>
                  <a:pt x="2438" y="395"/>
                </a:cubicBezTo>
                <a:close/>
                <a:moveTo>
                  <a:pt x="2464" y="395"/>
                </a:moveTo>
                <a:cubicBezTo>
                  <a:pt x="2464" y="390"/>
                  <a:pt x="2460" y="386"/>
                  <a:pt x="2456" y="386"/>
                </a:cubicBezTo>
                <a:cubicBezTo>
                  <a:pt x="2451" y="386"/>
                  <a:pt x="2447" y="390"/>
                  <a:pt x="2447" y="395"/>
                </a:cubicBezTo>
                <a:cubicBezTo>
                  <a:pt x="2447" y="399"/>
                  <a:pt x="2451" y="403"/>
                  <a:pt x="2456" y="403"/>
                </a:cubicBezTo>
                <a:cubicBezTo>
                  <a:pt x="2460" y="403"/>
                  <a:pt x="2464" y="399"/>
                  <a:pt x="2464" y="395"/>
                </a:cubicBezTo>
                <a:close/>
                <a:moveTo>
                  <a:pt x="2490" y="395"/>
                </a:moveTo>
                <a:cubicBezTo>
                  <a:pt x="2490" y="390"/>
                  <a:pt x="2486" y="386"/>
                  <a:pt x="2481" y="386"/>
                </a:cubicBezTo>
                <a:cubicBezTo>
                  <a:pt x="2477" y="386"/>
                  <a:pt x="2473" y="390"/>
                  <a:pt x="2473" y="395"/>
                </a:cubicBezTo>
                <a:cubicBezTo>
                  <a:pt x="2473" y="399"/>
                  <a:pt x="2477" y="403"/>
                  <a:pt x="2481" y="403"/>
                </a:cubicBezTo>
                <a:cubicBezTo>
                  <a:pt x="2486" y="403"/>
                  <a:pt x="2490" y="399"/>
                  <a:pt x="2490" y="395"/>
                </a:cubicBezTo>
                <a:close/>
                <a:moveTo>
                  <a:pt x="2516" y="395"/>
                </a:moveTo>
                <a:cubicBezTo>
                  <a:pt x="2516" y="390"/>
                  <a:pt x="2512" y="386"/>
                  <a:pt x="2507" y="386"/>
                </a:cubicBezTo>
                <a:cubicBezTo>
                  <a:pt x="2502" y="386"/>
                  <a:pt x="2498" y="390"/>
                  <a:pt x="2498" y="395"/>
                </a:cubicBezTo>
                <a:cubicBezTo>
                  <a:pt x="2498" y="399"/>
                  <a:pt x="2502" y="403"/>
                  <a:pt x="2507" y="403"/>
                </a:cubicBezTo>
                <a:cubicBezTo>
                  <a:pt x="2512" y="403"/>
                  <a:pt x="2516" y="399"/>
                  <a:pt x="2516" y="395"/>
                </a:cubicBezTo>
                <a:close/>
                <a:moveTo>
                  <a:pt x="2541" y="395"/>
                </a:moveTo>
                <a:cubicBezTo>
                  <a:pt x="2541" y="390"/>
                  <a:pt x="2538" y="386"/>
                  <a:pt x="2533" y="386"/>
                </a:cubicBezTo>
                <a:cubicBezTo>
                  <a:pt x="2528" y="386"/>
                  <a:pt x="2524" y="390"/>
                  <a:pt x="2524" y="395"/>
                </a:cubicBezTo>
                <a:cubicBezTo>
                  <a:pt x="2524" y="399"/>
                  <a:pt x="2528" y="403"/>
                  <a:pt x="2533" y="403"/>
                </a:cubicBezTo>
                <a:cubicBezTo>
                  <a:pt x="2538" y="403"/>
                  <a:pt x="2541" y="399"/>
                  <a:pt x="2541" y="395"/>
                </a:cubicBezTo>
                <a:close/>
                <a:moveTo>
                  <a:pt x="2567" y="395"/>
                </a:moveTo>
                <a:cubicBezTo>
                  <a:pt x="2567" y="390"/>
                  <a:pt x="2563" y="386"/>
                  <a:pt x="2559" y="386"/>
                </a:cubicBezTo>
                <a:cubicBezTo>
                  <a:pt x="2554" y="386"/>
                  <a:pt x="2550" y="390"/>
                  <a:pt x="2550" y="395"/>
                </a:cubicBezTo>
                <a:cubicBezTo>
                  <a:pt x="2550" y="399"/>
                  <a:pt x="2554" y="403"/>
                  <a:pt x="2559" y="403"/>
                </a:cubicBezTo>
                <a:cubicBezTo>
                  <a:pt x="2563" y="403"/>
                  <a:pt x="2567" y="399"/>
                  <a:pt x="2567" y="395"/>
                </a:cubicBezTo>
                <a:close/>
                <a:moveTo>
                  <a:pt x="2593" y="395"/>
                </a:moveTo>
                <a:cubicBezTo>
                  <a:pt x="2593" y="390"/>
                  <a:pt x="2589" y="386"/>
                  <a:pt x="2584" y="386"/>
                </a:cubicBezTo>
                <a:cubicBezTo>
                  <a:pt x="2580" y="386"/>
                  <a:pt x="2576" y="390"/>
                  <a:pt x="2576" y="395"/>
                </a:cubicBezTo>
                <a:cubicBezTo>
                  <a:pt x="2576" y="399"/>
                  <a:pt x="2580" y="403"/>
                  <a:pt x="2584" y="403"/>
                </a:cubicBezTo>
                <a:cubicBezTo>
                  <a:pt x="2589" y="403"/>
                  <a:pt x="2593" y="399"/>
                  <a:pt x="2593" y="395"/>
                </a:cubicBezTo>
                <a:close/>
                <a:moveTo>
                  <a:pt x="2619" y="395"/>
                </a:moveTo>
                <a:cubicBezTo>
                  <a:pt x="2619" y="390"/>
                  <a:pt x="2615" y="386"/>
                  <a:pt x="2610" y="386"/>
                </a:cubicBezTo>
                <a:cubicBezTo>
                  <a:pt x="2605" y="386"/>
                  <a:pt x="2601" y="390"/>
                  <a:pt x="2601" y="395"/>
                </a:cubicBezTo>
                <a:cubicBezTo>
                  <a:pt x="2601" y="399"/>
                  <a:pt x="2605" y="403"/>
                  <a:pt x="2610" y="403"/>
                </a:cubicBezTo>
                <a:cubicBezTo>
                  <a:pt x="2615" y="403"/>
                  <a:pt x="2619" y="399"/>
                  <a:pt x="2619" y="395"/>
                </a:cubicBezTo>
                <a:close/>
                <a:moveTo>
                  <a:pt x="2644" y="395"/>
                </a:moveTo>
                <a:cubicBezTo>
                  <a:pt x="2644" y="390"/>
                  <a:pt x="2641" y="386"/>
                  <a:pt x="2636" y="386"/>
                </a:cubicBezTo>
                <a:cubicBezTo>
                  <a:pt x="2631" y="386"/>
                  <a:pt x="2627" y="390"/>
                  <a:pt x="2627" y="395"/>
                </a:cubicBezTo>
                <a:cubicBezTo>
                  <a:pt x="2627" y="399"/>
                  <a:pt x="2631" y="403"/>
                  <a:pt x="2636" y="403"/>
                </a:cubicBezTo>
                <a:cubicBezTo>
                  <a:pt x="2641" y="403"/>
                  <a:pt x="2644" y="399"/>
                  <a:pt x="2644" y="395"/>
                </a:cubicBezTo>
                <a:close/>
                <a:moveTo>
                  <a:pt x="2696" y="395"/>
                </a:moveTo>
                <a:cubicBezTo>
                  <a:pt x="2696" y="390"/>
                  <a:pt x="2692" y="386"/>
                  <a:pt x="2687" y="386"/>
                </a:cubicBezTo>
                <a:cubicBezTo>
                  <a:pt x="2683" y="386"/>
                  <a:pt x="2679" y="390"/>
                  <a:pt x="2679" y="395"/>
                </a:cubicBezTo>
                <a:cubicBezTo>
                  <a:pt x="2679" y="399"/>
                  <a:pt x="2683" y="403"/>
                  <a:pt x="2687" y="403"/>
                </a:cubicBezTo>
                <a:cubicBezTo>
                  <a:pt x="2692" y="403"/>
                  <a:pt x="2696" y="399"/>
                  <a:pt x="2696" y="395"/>
                </a:cubicBezTo>
                <a:close/>
                <a:moveTo>
                  <a:pt x="2722" y="395"/>
                </a:moveTo>
                <a:cubicBezTo>
                  <a:pt x="2722" y="390"/>
                  <a:pt x="2718" y="386"/>
                  <a:pt x="2713" y="386"/>
                </a:cubicBezTo>
                <a:cubicBezTo>
                  <a:pt x="2708" y="386"/>
                  <a:pt x="2705" y="390"/>
                  <a:pt x="2705" y="395"/>
                </a:cubicBezTo>
                <a:cubicBezTo>
                  <a:pt x="2705" y="399"/>
                  <a:pt x="2708" y="403"/>
                  <a:pt x="2713" y="403"/>
                </a:cubicBezTo>
                <a:cubicBezTo>
                  <a:pt x="2718" y="403"/>
                  <a:pt x="2722" y="399"/>
                  <a:pt x="2722" y="395"/>
                </a:cubicBezTo>
                <a:close/>
                <a:moveTo>
                  <a:pt x="17" y="420"/>
                </a:moveTo>
                <a:cubicBezTo>
                  <a:pt x="17" y="416"/>
                  <a:pt x="13" y="412"/>
                  <a:pt x="8" y="412"/>
                </a:cubicBezTo>
                <a:cubicBezTo>
                  <a:pt x="4" y="412"/>
                  <a:pt x="0" y="416"/>
                  <a:pt x="0" y="420"/>
                </a:cubicBezTo>
                <a:cubicBezTo>
                  <a:pt x="0" y="425"/>
                  <a:pt x="4" y="429"/>
                  <a:pt x="8" y="429"/>
                </a:cubicBezTo>
                <a:cubicBezTo>
                  <a:pt x="13" y="429"/>
                  <a:pt x="17" y="425"/>
                  <a:pt x="17" y="420"/>
                </a:cubicBezTo>
                <a:close/>
                <a:moveTo>
                  <a:pt x="43" y="420"/>
                </a:moveTo>
                <a:cubicBezTo>
                  <a:pt x="43" y="416"/>
                  <a:pt x="39" y="412"/>
                  <a:pt x="34" y="412"/>
                </a:cubicBezTo>
                <a:cubicBezTo>
                  <a:pt x="29" y="412"/>
                  <a:pt x="26" y="416"/>
                  <a:pt x="26" y="420"/>
                </a:cubicBezTo>
                <a:cubicBezTo>
                  <a:pt x="26" y="425"/>
                  <a:pt x="29" y="429"/>
                  <a:pt x="34" y="429"/>
                </a:cubicBezTo>
                <a:cubicBezTo>
                  <a:pt x="39" y="429"/>
                  <a:pt x="43" y="425"/>
                  <a:pt x="43" y="420"/>
                </a:cubicBezTo>
                <a:close/>
                <a:moveTo>
                  <a:pt x="69" y="420"/>
                </a:moveTo>
                <a:cubicBezTo>
                  <a:pt x="69" y="416"/>
                  <a:pt x="65" y="412"/>
                  <a:pt x="60" y="412"/>
                </a:cubicBezTo>
                <a:cubicBezTo>
                  <a:pt x="55" y="412"/>
                  <a:pt x="51" y="416"/>
                  <a:pt x="51" y="420"/>
                </a:cubicBezTo>
                <a:cubicBezTo>
                  <a:pt x="51" y="425"/>
                  <a:pt x="55" y="429"/>
                  <a:pt x="60" y="429"/>
                </a:cubicBezTo>
                <a:cubicBezTo>
                  <a:pt x="65" y="429"/>
                  <a:pt x="69" y="425"/>
                  <a:pt x="69" y="420"/>
                </a:cubicBezTo>
                <a:close/>
                <a:moveTo>
                  <a:pt x="94" y="420"/>
                </a:moveTo>
                <a:cubicBezTo>
                  <a:pt x="94" y="416"/>
                  <a:pt x="90" y="412"/>
                  <a:pt x="86" y="412"/>
                </a:cubicBezTo>
                <a:cubicBezTo>
                  <a:pt x="81" y="412"/>
                  <a:pt x="77" y="416"/>
                  <a:pt x="77" y="420"/>
                </a:cubicBezTo>
                <a:cubicBezTo>
                  <a:pt x="77" y="425"/>
                  <a:pt x="81" y="429"/>
                  <a:pt x="86" y="429"/>
                </a:cubicBezTo>
                <a:cubicBezTo>
                  <a:pt x="90" y="429"/>
                  <a:pt x="94" y="425"/>
                  <a:pt x="94" y="420"/>
                </a:cubicBezTo>
                <a:close/>
                <a:moveTo>
                  <a:pt x="120" y="420"/>
                </a:moveTo>
                <a:cubicBezTo>
                  <a:pt x="120" y="416"/>
                  <a:pt x="116" y="412"/>
                  <a:pt x="111" y="412"/>
                </a:cubicBezTo>
                <a:cubicBezTo>
                  <a:pt x="107" y="412"/>
                  <a:pt x="103" y="416"/>
                  <a:pt x="103" y="420"/>
                </a:cubicBezTo>
                <a:cubicBezTo>
                  <a:pt x="103" y="425"/>
                  <a:pt x="107" y="429"/>
                  <a:pt x="111" y="429"/>
                </a:cubicBezTo>
                <a:cubicBezTo>
                  <a:pt x="116" y="429"/>
                  <a:pt x="120" y="425"/>
                  <a:pt x="120" y="420"/>
                </a:cubicBezTo>
                <a:close/>
                <a:moveTo>
                  <a:pt x="146" y="420"/>
                </a:moveTo>
                <a:cubicBezTo>
                  <a:pt x="146" y="416"/>
                  <a:pt x="142" y="412"/>
                  <a:pt x="137" y="412"/>
                </a:cubicBezTo>
                <a:cubicBezTo>
                  <a:pt x="132" y="412"/>
                  <a:pt x="129" y="416"/>
                  <a:pt x="129" y="420"/>
                </a:cubicBezTo>
                <a:cubicBezTo>
                  <a:pt x="129" y="425"/>
                  <a:pt x="132" y="429"/>
                  <a:pt x="137" y="429"/>
                </a:cubicBezTo>
                <a:cubicBezTo>
                  <a:pt x="142" y="429"/>
                  <a:pt x="146" y="425"/>
                  <a:pt x="146" y="420"/>
                </a:cubicBezTo>
                <a:close/>
                <a:moveTo>
                  <a:pt x="172" y="420"/>
                </a:moveTo>
                <a:cubicBezTo>
                  <a:pt x="172" y="416"/>
                  <a:pt x="168" y="412"/>
                  <a:pt x="163" y="412"/>
                </a:cubicBezTo>
                <a:cubicBezTo>
                  <a:pt x="158" y="412"/>
                  <a:pt x="154" y="416"/>
                  <a:pt x="154" y="420"/>
                </a:cubicBezTo>
                <a:cubicBezTo>
                  <a:pt x="154" y="425"/>
                  <a:pt x="158" y="429"/>
                  <a:pt x="163" y="429"/>
                </a:cubicBezTo>
                <a:cubicBezTo>
                  <a:pt x="168" y="429"/>
                  <a:pt x="172" y="425"/>
                  <a:pt x="172" y="420"/>
                </a:cubicBezTo>
                <a:close/>
                <a:moveTo>
                  <a:pt x="197" y="420"/>
                </a:moveTo>
                <a:cubicBezTo>
                  <a:pt x="197" y="416"/>
                  <a:pt x="193" y="412"/>
                  <a:pt x="189" y="412"/>
                </a:cubicBezTo>
                <a:cubicBezTo>
                  <a:pt x="184" y="412"/>
                  <a:pt x="180" y="416"/>
                  <a:pt x="180" y="420"/>
                </a:cubicBezTo>
                <a:cubicBezTo>
                  <a:pt x="180" y="425"/>
                  <a:pt x="184" y="429"/>
                  <a:pt x="189" y="429"/>
                </a:cubicBezTo>
                <a:cubicBezTo>
                  <a:pt x="193" y="429"/>
                  <a:pt x="197" y="425"/>
                  <a:pt x="197" y="420"/>
                </a:cubicBezTo>
                <a:close/>
                <a:moveTo>
                  <a:pt x="223" y="420"/>
                </a:moveTo>
                <a:cubicBezTo>
                  <a:pt x="223" y="416"/>
                  <a:pt x="219" y="412"/>
                  <a:pt x="214" y="412"/>
                </a:cubicBezTo>
                <a:cubicBezTo>
                  <a:pt x="210" y="412"/>
                  <a:pt x="206" y="416"/>
                  <a:pt x="206" y="420"/>
                </a:cubicBezTo>
                <a:cubicBezTo>
                  <a:pt x="206" y="425"/>
                  <a:pt x="210" y="429"/>
                  <a:pt x="214" y="429"/>
                </a:cubicBezTo>
                <a:cubicBezTo>
                  <a:pt x="219" y="429"/>
                  <a:pt x="223" y="425"/>
                  <a:pt x="223" y="420"/>
                </a:cubicBezTo>
                <a:close/>
                <a:moveTo>
                  <a:pt x="249" y="420"/>
                </a:moveTo>
                <a:cubicBezTo>
                  <a:pt x="249" y="416"/>
                  <a:pt x="245" y="412"/>
                  <a:pt x="240" y="412"/>
                </a:cubicBezTo>
                <a:cubicBezTo>
                  <a:pt x="236" y="412"/>
                  <a:pt x="232" y="416"/>
                  <a:pt x="232" y="420"/>
                </a:cubicBezTo>
                <a:cubicBezTo>
                  <a:pt x="232" y="425"/>
                  <a:pt x="236" y="429"/>
                  <a:pt x="240" y="429"/>
                </a:cubicBezTo>
                <a:cubicBezTo>
                  <a:pt x="245" y="429"/>
                  <a:pt x="249" y="425"/>
                  <a:pt x="249" y="420"/>
                </a:cubicBezTo>
                <a:close/>
                <a:moveTo>
                  <a:pt x="275" y="420"/>
                </a:moveTo>
                <a:cubicBezTo>
                  <a:pt x="275" y="416"/>
                  <a:pt x="271" y="412"/>
                  <a:pt x="266" y="412"/>
                </a:cubicBezTo>
                <a:cubicBezTo>
                  <a:pt x="261" y="412"/>
                  <a:pt x="257" y="416"/>
                  <a:pt x="257" y="420"/>
                </a:cubicBezTo>
                <a:cubicBezTo>
                  <a:pt x="257" y="425"/>
                  <a:pt x="261" y="429"/>
                  <a:pt x="266" y="429"/>
                </a:cubicBezTo>
                <a:cubicBezTo>
                  <a:pt x="271" y="429"/>
                  <a:pt x="275" y="425"/>
                  <a:pt x="275" y="420"/>
                </a:cubicBezTo>
                <a:close/>
                <a:moveTo>
                  <a:pt x="300" y="420"/>
                </a:moveTo>
                <a:cubicBezTo>
                  <a:pt x="300" y="416"/>
                  <a:pt x="297" y="412"/>
                  <a:pt x="292" y="412"/>
                </a:cubicBezTo>
                <a:cubicBezTo>
                  <a:pt x="287" y="412"/>
                  <a:pt x="283" y="416"/>
                  <a:pt x="283" y="420"/>
                </a:cubicBezTo>
                <a:cubicBezTo>
                  <a:pt x="283" y="425"/>
                  <a:pt x="287" y="429"/>
                  <a:pt x="292" y="429"/>
                </a:cubicBezTo>
                <a:cubicBezTo>
                  <a:pt x="297" y="429"/>
                  <a:pt x="300" y="425"/>
                  <a:pt x="300" y="420"/>
                </a:cubicBezTo>
                <a:close/>
                <a:moveTo>
                  <a:pt x="326" y="420"/>
                </a:moveTo>
                <a:cubicBezTo>
                  <a:pt x="326" y="416"/>
                  <a:pt x="322" y="412"/>
                  <a:pt x="318" y="412"/>
                </a:cubicBezTo>
                <a:cubicBezTo>
                  <a:pt x="313" y="412"/>
                  <a:pt x="309" y="416"/>
                  <a:pt x="309" y="420"/>
                </a:cubicBezTo>
                <a:cubicBezTo>
                  <a:pt x="309" y="425"/>
                  <a:pt x="313" y="429"/>
                  <a:pt x="318" y="429"/>
                </a:cubicBezTo>
                <a:cubicBezTo>
                  <a:pt x="322" y="429"/>
                  <a:pt x="326" y="425"/>
                  <a:pt x="326" y="420"/>
                </a:cubicBezTo>
                <a:close/>
                <a:moveTo>
                  <a:pt x="352" y="420"/>
                </a:moveTo>
                <a:cubicBezTo>
                  <a:pt x="352" y="416"/>
                  <a:pt x="348" y="412"/>
                  <a:pt x="343" y="412"/>
                </a:cubicBezTo>
                <a:cubicBezTo>
                  <a:pt x="339" y="412"/>
                  <a:pt x="335" y="416"/>
                  <a:pt x="335" y="420"/>
                </a:cubicBezTo>
                <a:cubicBezTo>
                  <a:pt x="335" y="425"/>
                  <a:pt x="339" y="429"/>
                  <a:pt x="343" y="429"/>
                </a:cubicBezTo>
                <a:cubicBezTo>
                  <a:pt x="348" y="429"/>
                  <a:pt x="352" y="425"/>
                  <a:pt x="352" y="420"/>
                </a:cubicBezTo>
                <a:close/>
                <a:moveTo>
                  <a:pt x="378" y="420"/>
                </a:moveTo>
                <a:cubicBezTo>
                  <a:pt x="378" y="416"/>
                  <a:pt x="374" y="412"/>
                  <a:pt x="369" y="412"/>
                </a:cubicBezTo>
                <a:cubicBezTo>
                  <a:pt x="364" y="412"/>
                  <a:pt x="360" y="416"/>
                  <a:pt x="360" y="420"/>
                </a:cubicBezTo>
                <a:cubicBezTo>
                  <a:pt x="360" y="425"/>
                  <a:pt x="364" y="429"/>
                  <a:pt x="369" y="429"/>
                </a:cubicBezTo>
                <a:cubicBezTo>
                  <a:pt x="374" y="429"/>
                  <a:pt x="378" y="425"/>
                  <a:pt x="378" y="420"/>
                </a:cubicBezTo>
                <a:close/>
                <a:moveTo>
                  <a:pt x="403" y="420"/>
                </a:moveTo>
                <a:cubicBezTo>
                  <a:pt x="403" y="416"/>
                  <a:pt x="400" y="412"/>
                  <a:pt x="395" y="412"/>
                </a:cubicBezTo>
                <a:cubicBezTo>
                  <a:pt x="390" y="412"/>
                  <a:pt x="386" y="416"/>
                  <a:pt x="386" y="420"/>
                </a:cubicBezTo>
                <a:cubicBezTo>
                  <a:pt x="386" y="425"/>
                  <a:pt x="390" y="429"/>
                  <a:pt x="395" y="429"/>
                </a:cubicBezTo>
                <a:cubicBezTo>
                  <a:pt x="400" y="429"/>
                  <a:pt x="403" y="425"/>
                  <a:pt x="403" y="420"/>
                </a:cubicBezTo>
                <a:close/>
                <a:moveTo>
                  <a:pt x="429" y="420"/>
                </a:moveTo>
                <a:cubicBezTo>
                  <a:pt x="429" y="416"/>
                  <a:pt x="425" y="412"/>
                  <a:pt x="421" y="412"/>
                </a:cubicBezTo>
                <a:cubicBezTo>
                  <a:pt x="416" y="412"/>
                  <a:pt x="412" y="416"/>
                  <a:pt x="412" y="420"/>
                </a:cubicBezTo>
                <a:cubicBezTo>
                  <a:pt x="412" y="425"/>
                  <a:pt x="416" y="429"/>
                  <a:pt x="421" y="429"/>
                </a:cubicBezTo>
                <a:cubicBezTo>
                  <a:pt x="425" y="429"/>
                  <a:pt x="429" y="425"/>
                  <a:pt x="429" y="420"/>
                </a:cubicBezTo>
                <a:close/>
                <a:moveTo>
                  <a:pt x="455" y="420"/>
                </a:moveTo>
                <a:cubicBezTo>
                  <a:pt x="455" y="416"/>
                  <a:pt x="451" y="412"/>
                  <a:pt x="446" y="412"/>
                </a:cubicBezTo>
                <a:cubicBezTo>
                  <a:pt x="442" y="412"/>
                  <a:pt x="438" y="416"/>
                  <a:pt x="438" y="420"/>
                </a:cubicBezTo>
                <a:cubicBezTo>
                  <a:pt x="438" y="425"/>
                  <a:pt x="442" y="429"/>
                  <a:pt x="446" y="429"/>
                </a:cubicBezTo>
                <a:cubicBezTo>
                  <a:pt x="451" y="429"/>
                  <a:pt x="455" y="425"/>
                  <a:pt x="455" y="420"/>
                </a:cubicBezTo>
                <a:close/>
                <a:moveTo>
                  <a:pt x="481" y="420"/>
                </a:moveTo>
                <a:cubicBezTo>
                  <a:pt x="481" y="416"/>
                  <a:pt x="477" y="412"/>
                  <a:pt x="472" y="412"/>
                </a:cubicBezTo>
                <a:cubicBezTo>
                  <a:pt x="467" y="412"/>
                  <a:pt x="463" y="416"/>
                  <a:pt x="463" y="420"/>
                </a:cubicBezTo>
                <a:cubicBezTo>
                  <a:pt x="463" y="425"/>
                  <a:pt x="467" y="429"/>
                  <a:pt x="472" y="429"/>
                </a:cubicBezTo>
                <a:cubicBezTo>
                  <a:pt x="477" y="429"/>
                  <a:pt x="481" y="425"/>
                  <a:pt x="481" y="420"/>
                </a:cubicBezTo>
                <a:close/>
                <a:moveTo>
                  <a:pt x="506" y="420"/>
                </a:moveTo>
                <a:cubicBezTo>
                  <a:pt x="506" y="416"/>
                  <a:pt x="503" y="412"/>
                  <a:pt x="498" y="412"/>
                </a:cubicBezTo>
                <a:cubicBezTo>
                  <a:pt x="493" y="412"/>
                  <a:pt x="489" y="416"/>
                  <a:pt x="489" y="420"/>
                </a:cubicBezTo>
                <a:cubicBezTo>
                  <a:pt x="489" y="425"/>
                  <a:pt x="493" y="429"/>
                  <a:pt x="498" y="429"/>
                </a:cubicBezTo>
                <a:cubicBezTo>
                  <a:pt x="503" y="429"/>
                  <a:pt x="506" y="425"/>
                  <a:pt x="506" y="420"/>
                </a:cubicBezTo>
                <a:close/>
                <a:moveTo>
                  <a:pt x="532" y="420"/>
                </a:moveTo>
                <a:cubicBezTo>
                  <a:pt x="532" y="416"/>
                  <a:pt x="528" y="412"/>
                  <a:pt x="524" y="412"/>
                </a:cubicBezTo>
                <a:cubicBezTo>
                  <a:pt x="519" y="412"/>
                  <a:pt x="515" y="416"/>
                  <a:pt x="515" y="420"/>
                </a:cubicBezTo>
                <a:cubicBezTo>
                  <a:pt x="515" y="425"/>
                  <a:pt x="519" y="429"/>
                  <a:pt x="524" y="429"/>
                </a:cubicBezTo>
                <a:cubicBezTo>
                  <a:pt x="528" y="429"/>
                  <a:pt x="532" y="425"/>
                  <a:pt x="532" y="420"/>
                </a:cubicBezTo>
                <a:close/>
                <a:moveTo>
                  <a:pt x="558" y="420"/>
                </a:moveTo>
                <a:cubicBezTo>
                  <a:pt x="558" y="416"/>
                  <a:pt x="554" y="412"/>
                  <a:pt x="549" y="412"/>
                </a:cubicBezTo>
                <a:cubicBezTo>
                  <a:pt x="545" y="412"/>
                  <a:pt x="541" y="416"/>
                  <a:pt x="541" y="420"/>
                </a:cubicBezTo>
                <a:cubicBezTo>
                  <a:pt x="541" y="425"/>
                  <a:pt x="545" y="429"/>
                  <a:pt x="549" y="429"/>
                </a:cubicBezTo>
                <a:cubicBezTo>
                  <a:pt x="554" y="429"/>
                  <a:pt x="558" y="425"/>
                  <a:pt x="558" y="420"/>
                </a:cubicBezTo>
                <a:close/>
                <a:moveTo>
                  <a:pt x="584" y="420"/>
                </a:moveTo>
                <a:cubicBezTo>
                  <a:pt x="584" y="416"/>
                  <a:pt x="580" y="412"/>
                  <a:pt x="575" y="412"/>
                </a:cubicBezTo>
                <a:cubicBezTo>
                  <a:pt x="570" y="412"/>
                  <a:pt x="567" y="416"/>
                  <a:pt x="567" y="420"/>
                </a:cubicBezTo>
                <a:cubicBezTo>
                  <a:pt x="567" y="425"/>
                  <a:pt x="570" y="429"/>
                  <a:pt x="575" y="429"/>
                </a:cubicBezTo>
                <a:cubicBezTo>
                  <a:pt x="580" y="429"/>
                  <a:pt x="584" y="425"/>
                  <a:pt x="584" y="420"/>
                </a:cubicBezTo>
                <a:close/>
                <a:moveTo>
                  <a:pt x="609" y="420"/>
                </a:moveTo>
                <a:cubicBezTo>
                  <a:pt x="609" y="416"/>
                  <a:pt x="606" y="412"/>
                  <a:pt x="601" y="412"/>
                </a:cubicBezTo>
                <a:cubicBezTo>
                  <a:pt x="596" y="412"/>
                  <a:pt x="592" y="416"/>
                  <a:pt x="592" y="420"/>
                </a:cubicBezTo>
                <a:cubicBezTo>
                  <a:pt x="592" y="425"/>
                  <a:pt x="596" y="429"/>
                  <a:pt x="601" y="429"/>
                </a:cubicBezTo>
                <a:cubicBezTo>
                  <a:pt x="606" y="429"/>
                  <a:pt x="609" y="425"/>
                  <a:pt x="609" y="420"/>
                </a:cubicBezTo>
                <a:close/>
                <a:moveTo>
                  <a:pt x="893" y="420"/>
                </a:moveTo>
                <a:cubicBezTo>
                  <a:pt x="893" y="416"/>
                  <a:pt x="889" y="412"/>
                  <a:pt x="884" y="412"/>
                </a:cubicBezTo>
                <a:cubicBezTo>
                  <a:pt x="879" y="412"/>
                  <a:pt x="876" y="416"/>
                  <a:pt x="876" y="420"/>
                </a:cubicBezTo>
                <a:cubicBezTo>
                  <a:pt x="876" y="425"/>
                  <a:pt x="879" y="429"/>
                  <a:pt x="884" y="429"/>
                </a:cubicBezTo>
                <a:cubicBezTo>
                  <a:pt x="889" y="429"/>
                  <a:pt x="893" y="425"/>
                  <a:pt x="893" y="420"/>
                </a:cubicBezTo>
                <a:close/>
                <a:moveTo>
                  <a:pt x="919" y="420"/>
                </a:moveTo>
                <a:cubicBezTo>
                  <a:pt x="919" y="416"/>
                  <a:pt x="915" y="412"/>
                  <a:pt x="910" y="412"/>
                </a:cubicBezTo>
                <a:cubicBezTo>
                  <a:pt x="905" y="412"/>
                  <a:pt x="901" y="416"/>
                  <a:pt x="901" y="420"/>
                </a:cubicBezTo>
                <a:cubicBezTo>
                  <a:pt x="901" y="425"/>
                  <a:pt x="905" y="429"/>
                  <a:pt x="910" y="429"/>
                </a:cubicBezTo>
                <a:cubicBezTo>
                  <a:pt x="915" y="429"/>
                  <a:pt x="919" y="425"/>
                  <a:pt x="919" y="420"/>
                </a:cubicBezTo>
                <a:close/>
                <a:moveTo>
                  <a:pt x="944" y="420"/>
                </a:moveTo>
                <a:cubicBezTo>
                  <a:pt x="944" y="416"/>
                  <a:pt x="940" y="412"/>
                  <a:pt x="936" y="412"/>
                </a:cubicBezTo>
                <a:cubicBezTo>
                  <a:pt x="931" y="412"/>
                  <a:pt x="927" y="416"/>
                  <a:pt x="927" y="420"/>
                </a:cubicBezTo>
                <a:cubicBezTo>
                  <a:pt x="927" y="425"/>
                  <a:pt x="931" y="429"/>
                  <a:pt x="936" y="429"/>
                </a:cubicBezTo>
                <a:cubicBezTo>
                  <a:pt x="940" y="429"/>
                  <a:pt x="944" y="425"/>
                  <a:pt x="944" y="420"/>
                </a:cubicBezTo>
                <a:close/>
                <a:moveTo>
                  <a:pt x="970" y="420"/>
                </a:moveTo>
                <a:cubicBezTo>
                  <a:pt x="970" y="416"/>
                  <a:pt x="966" y="412"/>
                  <a:pt x="961" y="412"/>
                </a:cubicBezTo>
                <a:cubicBezTo>
                  <a:pt x="957" y="412"/>
                  <a:pt x="953" y="416"/>
                  <a:pt x="953" y="420"/>
                </a:cubicBezTo>
                <a:cubicBezTo>
                  <a:pt x="953" y="425"/>
                  <a:pt x="957" y="429"/>
                  <a:pt x="961" y="429"/>
                </a:cubicBezTo>
                <a:cubicBezTo>
                  <a:pt x="966" y="429"/>
                  <a:pt x="970" y="425"/>
                  <a:pt x="970" y="420"/>
                </a:cubicBezTo>
                <a:close/>
                <a:moveTo>
                  <a:pt x="1099" y="420"/>
                </a:moveTo>
                <a:cubicBezTo>
                  <a:pt x="1099" y="416"/>
                  <a:pt x="1095" y="412"/>
                  <a:pt x="1090" y="412"/>
                </a:cubicBezTo>
                <a:cubicBezTo>
                  <a:pt x="1086" y="412"/>
                  <a:pt x="1082" y="416"/>
                  <a:pt x="1082" y="420"/>
                </a:cubicBezTo>
                <a:cubicBezTo>
                  <a:pt x="1082" y="425"/>
                  <a:pt x="1086" y="429"/>
                  <a:pt x="1090" y="429"/>
                </a:cubicBezTo>
                <a:cubicBezTo>
                  <a:pt x="1095" y="429"/>
                  <a:pt x="1099" y="425"/>
                  <a:pt x="1099" y="420"/>
                </a:cubicBezTo>
                <a:close/>
                <a:moveTo>
                  <a:pt x="1125" y="420"/>
                </a:moveTo>
                <a:cubicBezTo>
                  <a:pt x="1125" y="416"/>
                  <a:pt x="1121" y="412"/>
                  <a:pt x="1116" y="412"/>
                </a:cubicBezTo>
                <a:cubicBezTo>
                  <a:pt x="1111" y="412"/>
                  <a:pt x="1107" y="416"/>
                  <a:pt x="1107" y="420"/>
                </a:cubicBezTo>
                <a:cubicBezTo>
                  <a:pt x="1107" y="425"/>
                  <a:pt x="1111" y="429"/>
                  <a:pt x="1116" y="429"/>
                </a:cubicBezTo>
                <a:cubicBezTo>
                  <a:pt x="1121" y="429"/>
                  <a:pt x="1125" y="425"/>
                  <a:pt x="1125" y="420"/>
                </a:cubicBezTo>
                <a:close/>
                <a:moveTo>
                  <a:pt x="1150" y="420"/>
                </a:moveTo>
                <a:cubicBezTo>
                  <a:pt x="1150" y="416"/>
                  <a:pt x="1147" y="412"/>
                  <a:pt x="1142" y="412"/>
                </a:cubicBezTo>
                <a:cubicBezTo>
                  <a:pt x="1137" y="412"/>
                  <a:pt x="1133" y="416"/>
                  <a:pt x="1133" y="420"/>
                </a:cubicBezTo>
                <a:cubicBezTo>
                  <a:pt x="1133" y="425"/>
                  <a:pt x="1137" y="429"/>
                  <a:pt x="1142" y="429"/>
                </a:cubicBezTo>
                <a:cubicBezTo>
                  <a:pt x="1147" y="429"/>
                  <a:pt x="1150" y="425"/>
                  <a:pt x="1150" y="420"/>
                </a:cubicBezTo>
                <a:close/>
                <a:moveTo>
                  <a:pt x="1356" y="420"/>
                </a:moveTo>
                <a:cubicBezTo>
                  <a:pt x="1356" y="416"/>
                  <a:pt x="1353" y="412"/>
                  <a:pt x="1348" y="412"/>
                </a:cubicBezTo>
                <a:cubicBezTo>
                  <a:pt x="1343" y="412"/>
                  <a:pt x="1339" y="416"/>
                  <a:pt x="1339" y="420"/>
                </a:cubicBezTo>
                <a:cubicBezTo>
                  <a:pt x="1339" y="425"/>
                  <a:pt x="1343" y="429"/>
                  <a:pt x="1348" y="429"/>
                </a:cubicBezTo>
                <a:cubicBezTo>
                  <a:pt x="1353" y="429"/>
                  <a:pt x="1356" y="425"/>
                  <a:pt x="1356" y="420"/>
                </a:cubicBezTo>
                <a:close/>
                <a:moveTo>
                  <a:pt x="1382" y="420"/>
                </a:moveTo>
                <a:cubicBezTo>
                  <a:pt x="1382" y="416"/>
                  <a:pt x="1378" y="412"/>
                  <a:pt x="1374" y="412"/>
                </a:cubicBezTo>
                <a:cubicBezTo>
                  <a:pt x="1369" y="412"/>
                  <a:pt x="1365" y="416"/>
                  <a:pt x="1365" y="420"/>
                </a:cubicBezTo>
                <a:cubicBezTo>
                  <a:pt x="1365" y="425"/>
                  <a:pt x="1369" y="429"/>
                  <a:pt x="1374" y="429"/>
                </a:cubicBezTo>
                <a:cubicBezTo>
                  <a:pt x="1378" y="429"/>
                  <a:pt x="1382" y="425"/>
                  <a:pt x="1382" y="420"/>
                </a:cubicBezTo>
                <a:close/>
                <a:moveTo>
                  <a:pt x="1408" y="420"/>
                </a:moveTo>
                <a:cubicBezTo>
                  <a:pt x="1408" y="416"/>
                  <a:pt x="1404" y="412"/>
                  <a:pt x="1399" y="412"/>
                </a:cubicBezTo>
                <a:cubicBezTo>
                  <a:pt x="1395" y="412"/>
                  <a:pt x="1391" y="416"/>
                  <a:pt x="1391" y="420"/>
                </a:cubicBezTo>
                <a:cubicBezTo>
                  <a:pt x="1391" y="425"/>
                  <a:pt x="1395" y="429"/>
                  <a:pt x="1399" y="429"/>
                </a:cubicBezTo>
                <a:cubicBezTo>
                  <a:pt x="1404" y="429"/>
                  <a:pt x="1408" y="425"/>
                  <a:pt x="1408" y="420"/>
                </a:cubicBezTo>
                <a:close/>
                <a:moveTo>
                  <a:pt x="1459" y="420"/>
                </a:moveTo>
                <a:cubicBezTo>
                  <a:pt x="1459" y="416"/>
                  <a:pt x="1456" y="412"/>
                  <a:pt x="1451" y="412"/>
                </a:cubicBezTo>
                <a:cubicBezTo>
                  <a:pt x="1446" y="412"/>
                  <a:pt x="1442" y="416"/>
                  <a:pt x="1442" y="420"/>
                </a:cubicBezTo>
                <a:cubicBezTo>
                  <a:pt x="1442" y="425"/>
                  <a:pt x="1446" y="429"/>
                  <a:pt x="1451" y="429"/>
                </a:cubicBezTo>
                <a:cubicBezTo>
                  <a:pt x="1456" y="429"/>
                  <a:pt x="1459" y="425"/>
                  <a:pt x="1459" y="420"/>
                </a:cubicBezTo>
                <a:close/>
                <a:moveTo>
                  <a:pt x="1485" y="420"/>
                </a:moveTo>
                <a:cubicBezTo>
                  <a:pt x="1485" y="416"/>
                  <a:pt x="1481" y="412"/>
                  <a:pt x="1477" y="412"/>
                </a:cubicBezTo>
                <a:cubicBezTo>
                  <a:pt x="1472" y="412"/>
                  <a:pt x="1468" y="416"/>
                  <a:pt x="1468" y="420"/>
                </a:cubicBezTo>
                <a:cubicBezTo>
                  <a:pt x="1468" y="425"/>
                  <a:pt x="1472" y="429"/>
                  <a:pt x="1477" y="429"/>
                </a:cubicBezTo>
                <a:cubicBezTo>
                  <a:pt x="1481" y="429"/>
                  <a:pt x="1485" y="425"/>
                  <a:pt x="1485" y="420"/>
                </a:cubicBezTo>
                <a:close/>
                <a:moveTo>
                  <a:pt x="1511" y="420"/>
                </a:moveTo>
                <a:cubicBezTo>
                  <a:pt x="1511" y="416"/>
                  <a:pt x="1507" y="412"/>
                  <a:pt x="1502" y="412"/>
                </a:cubicBezTo>
                <a:cubicBezTo>
                  <a:pt x="1498" y="412"/>
                  <a:pt x="1494" y="416"/>
                  <a:pt x="1494" y="420"/>
                </a:cubicBezTo>
                <a:cubicBezTo>
                  <a:pt x="1494" y="425"/>
                  <a:pt x="1498" y="429"/>
                  <a:pt x="1502" y="429"/>
                </a:cubicBezTo>
                <a:cubicBezTo>
                  <a:pt x="1507" y="429"/>
                  <a:pt x="1511" y="425"/>
                  <a:pt x="1511" y="420"/>
                </a:cubicBezTo>
                <a:close/>
                <a:moveTo>
                  <a:pt x="1537" y="420"/>
                </a:moveTo>
                <a:cubicBezTo>
                  <a:pt x="1537" y="416"/>
                  <a:pt x="1533" y="412"/>
                  <a:pt x="1528" y="412"/>
                </a:cubicBezTo>
                <a:cubicBezTo>
                  <a:pt x="1523" y="412"/>
                  <a:pt x="1520" y="416"/>
                  <a:pt x="1520" y="420"/>
                </a:cubicBezTo>
                <a:cubicBezTo>
                  <a:pt x="1520" y="425"/>
                  <a:pt x="1523" y="429"/>
                  <a:pt x="1528" y="429"/>
                </a:cubicBezTo>
                <a:cubicBezTo>
                  <a:pt x="1533" y="429"/>
                  <a:pt x="1537" y="425"/>
                  <a:pt x="1537" y="420"/>
                </a:cubicBezTo>
                <a:close/>
                <a:moveTo>
                  <a:pt x="1563" y="420"/>
                </a:moveTo>
                <a:cubicBezTo>
                  <a:pt x="1563" y="416"/>
                  <a:pt x="1559" y="412"/>
                  <a:pt x="1554" y="412"/>
                </a:cubicBezTo>
                <a:cubicBezTo>
                  <a:pt x="1549" y="412"/>
                  <a:pt x="1545" y="416"/>
                  <a:pt x="1545" y="420"/>
                </a:cubicBezTo>
                <a:cubicBezTo>
                  <a:pt x="1545" y="425"/>
                  <a:pt x="1549" y="429"/>
                  <a:pt x="1554" y="429"/>
                </a:cubicBezTo>
                <a:cubicBezTo>
                  <a:pt x="1559" y="429"/>
                  <a:pt x="1563" y="425"/>
                  <a:pt x="1563" y="420"/>
                </a:cubicBezTo>
                <a:close/>
                <a:moveTo>
                  <a:pt x="1588" y="420"/>
                </a:moveTo>
                <a:cubicBezTo>
                  <a:pt x="1588" y="416"/>
                  <a:pt x="1584" y="412"/>
                  <a:pt x="1580" y="412"/>
                </a:cubicBezTo>
                <a:cubicBezTo>
                  <a:pt x="1575" y="412"/>
                  <a:pt x="1571" y="416"/>
                  <a:pt x="1571" y="420"/>
                </a:cubicBezTo>
                <a:cubicBezTo>
                  <a:pt x="1571" y="425"/>
                  <a:pt x="1575" y="429"/>
                  <a:pt x="1580" y="429"/>
                </a:cubicBezTo>
                <a:cubicBezTo>
                  <a:pt x="1584" y="429"/>
                  <a:pt x="1588" y="425"/>
                  <a:pt x="1588" y="420"/>
                </a:cubicBezTo>
                <a:close/>
                <a:moveTo>
                  <a:pt x="1614" y="420"/>
                </a:moveTo>
                <a:cubicBezTo>
                  <a:pt x="1614" y="416"/>
                  <a:pt x="1610" y="412"/>
                  <a:pt x="1605" y="412"/>
                </a:cubicBezTo>
                <a:cubicBezTo>
                  <a:pt x="1601" y="412"/>
                  <a:pt x="1597" y="416"/>
                  <a:pt x="1597" y="420"/>
                </a:cubicBezTo>
                <a:cubicBezTo>
                  <a:pt x="1597" y="425"/>
                  <a:pt x="1601" y="429"/>
                  <a:pt x="1605" y="429"/>
                </a:cubicBezTo>
                <a:cubicBezTo>
                  <a:pt x="1610" y="429"/>
                  <a:pt x="1614" y="425"/>
                  <a:pt x="1614" y="420"/>
                </a:cubicBezTo>
                <a:close/>
                <a:moveTo>
                  <a:pt x="1640" y="420"/>
                </a:moveTo>
                <a:cubicBezTo>
                  <a:pt x="1640" y="416"/>
                  <a:pt x="1636" y="412"/>
                  <a:pt x="1631" y="412"/>
                </a:cubicBezTo>
                <a:cubicBezTo>
                  <a:pt x="1626" y="412"/>
                  <a:pt x="1623" y="416"/>
                  <a:pt x="1623" y="420"/>
                </a:cubicBezTo>
                <a:cubicBezTo>
                  <a:pt x="1623" y="425"/>
                  <a:pt x="1626" y="429"/>
                  <a:pt x="1631" y="429"/>
                </a:cubicBezTo>
                <a:cubicBezTo>
                  <a:pt x="1636" y="429"/>
                  <a:pt x="1640" y="425"/>
                  <a:pt x="1640" y="420"/>
                </a:cubicBezTo>
                <a:close/>
                <a:moveTo>
                  <a:pt x="1666" y="420"/>
                </a:moveTo>
                <a:cubicBezTo>
                  <a:pt x="1666" y="416"/>
                  <a:pt x="1662" y="412"/>
                  <a:pt x="1657" y="412"/>
                </a:cubicBezTo>
                <a:cubicBezTo>
                  <a:pt x="1652" y="412"/>
                  <a:pt x="1648" y="416"/>
                  <a:pt x="1648" y="420"/>
                </a:cubicBezTo>
                <a:cubicBezTo>
                  <a:pt x="1648" y="425"/>
                  <a:pt x="1652" y="429"/>
                  <a:pt x="1657" y="429"/>
                </a:cubicBezTo>
                <a:cubicBezTo>
                  <a:pt x="1662" y="429"/>
                  <a:pt x="1666" y="425"/>
                  <a:pt x="1666" y="420"/>
                </a:cubicBezTo>
                <a:close/>
                <a:moveTo>
                  <a:pt x="1691" y="420"/>
                </a:moveTo>
                <a:cubicBezTo>
                  <a:pt x="1691" y="416"/>
                  <a:pt x="1687" y="412"/>
                  <a:pt x="1683" y="412"/>
                </a:cubicBezTo>
                <a:cubicBezTo>
                  <a:pt x="1678" y="412"/>
                  <a:pt x="1674" y="416"/>
                  <a:pt x="1674" y="420"/>
                </a:cubicBezTo>
                <a:cubicBezTo>
                  <a:pt x="1674" y="425"/>
                  <a:pt x="1678" y="429"/>
                  <a:pt x="1683" y="429"/>
                </a:cubicBezTo>
                <a:cubicBezTo>
                  <a:pt x="1687" y="429"/>
                  <a:pt x="1691" y="425"/>
                  <a:pt x="1691" y="420"/>
                </a:cubicBezTo>
                <a:close/>
                <a:moveTo>
                  <a:pt x="1717" y="420"/>
                </a:moveTo>
                <a:cubicBezTo>
                  <a:pt x="1717" y="416"/>
                  <a:pt x="1713" y="412"/>
                  <a:pt x="1708" y="412"/>
                </a:cubicBezTo>
                <a:cubicBezTo>
                  <a:pt x="1704" y="412"/>
                  <a:pt x="1700" y="416"/>
                  <a:pt x="1700" y="420"/>
                </a:cubicBezTo>
                <a:cubicBezTo>
                  <a:pt x="1700" y="425"/>
                  <a:pt x="1704" y="429"/>
                  <a:pt x="1708" y="429"/>
                </a:cubicBezTo>
                <a:cubicBezTo>
                  <a:pt x="1713" y="429"/>
                  <a:pt x="1717" y="425"/>
                  <a:pt x="1717" y="420"/>
                </a:cubicBezTo>
                <a:close/>
                <a:moveTo>
                  <a:pt x="1743" y="420"/>
                </a:moveTo>
                <a:cubicBezTo>
                  <a:pt x="1743" y="416"/>
                  <a:pt x="1739" y="412"/>
                  <a:pt x="1734" y="412"/>
                </a:cubicBezTo>
                <a:cubicBezTo>
                  <a:pt x="1730" y="412"/>
                  <a:pt x="1726" y="416"/>
                  <a:pt x="1726" y="420"/>
                </a:cubicBezTo>
                <a:cubicBezTo>
                  <a:pt x="1726" y="425"/>
                  <a:pt x="1730" y="429"/>
                  <a:pt x="1734" y="429"/>
                </a:cubicBezTo>
                <a:cubicBezTo>
                  <a:pt x="1739" y="429"/>
                  <a:pt x="1743" y="425"/>
                  <a:pt x="1743" y="420"/>
                </a:cubicBezTo>
                <a:close/>
                <a:moveTo>
                  <a:pt x="1769" y="420"/>
                </a:moveTo>
                <a:cubicBezTo>
                  <a:pt x="1769" y="416"/>
                  <a:pt x="1765" y="412"/>
                  <a:pt x="1760" y="412"/>
                </a:cubicBezTo>
                <a:cubicBezTo>
                  <a:pt x="1755" y="412"/>
                  <a:pt x="1751" y="416"/>
                  <a:pt x="1751" y="420"/>
                </a:cubicBezTo>
                <a:cubicBezTo>
                  <a:pt x="1751" y="425"/>
                  <a:pt x="1755" y="429"/>
                  <a:pt x="1760" y="429"/>
                </a:cubicBezTo>
                <a:cubicBezTo>
                  <a:pt x="1765" y="429"/>
                  <a:pt x="1769" y="425"/>
                  <a:pt x="1769" y="420"/>
                </a:cubicBezTo>
                <a:close/>
                <a:moveTo>
                  <a:pt x="1794" y="420"/>
                </a:moveTo>
                <a:cubicBezTo>
                  <a:pt x="1794" y="416"/>
                  <a:pt x="1791" y="412"/>
                  <a:pt x="1786" y="412"/>
                </a:cubicBezTo>
                <a:cubicBezTo>
                  <a:pt x="1781" y="412"/>
                  <a:pt x="1777" y="416"/>
                  <a:pt x="1777" y="420"/>
                </a:cubicBezTo>
                <a:cubicBezTo>
                  <a:pt x="1777" y="425"/>
                  <a:pt x="1781" y="429"/>
                  <a:pt x="1786" y="429"/>
                </a:cubicBezTo>
                <a:cubicBezTo>
                  <a:pt x="1791" y="429"/>
                  <a:pt x="1794" y="425"/>
                  <a:pt x="1794" y="420"/>
                </a:cubicBezTo>
                <a:close/>
                <a:moveTo>
                  <a:pt x="1820" y="420"/>
                </a:moveTo>
                <a:cubicBezTo>
                  <a:pt x="1820" y="416"/>
                  <a:pt x="1816" y="412"/>
                  <a:pt x="1812" y="412"/>
                </a:cubicBezTo>
                <a:cubicBezTo>
                  <a:pt x="1807" y="412"/>
                  <a:pt x="1803" y="416"/>
                  <a:pt x="1803" y="420"/>
                </a:cubicBezTo>
                <a:cubicBezTo>
                  <a:pt x="1803" y="425"/>
                  <a:pt x="1807" y="429"/>
                  <a:pt x="1812" y="429"/>
                </a:cubicBezTo>
                <a:cubicBezTo>
                  <a:pt x="1816" y="429"/>
                  <a:pt x="1820" y="425"/>
                  <a:pt x="1820" y="420"/>
                </a:cubicBezTo>
                <a:close/>
                <a:moveTo>
                  <a:pt x="1846" y="420"/>
                </a:moveTo>
                <a:cubicBezTo>
                  <a:pt x="1846" y="416"/>
                  <a:pt x="1842" y="412"/>
                  <a:pt x="1837" y="412"/>
                </a:cubicBezTo>
                <a:cubicBezTo>
                  <a:pt x="1833" y="412"/>
                  <a:pt x="1829" y="416"/>
                  <a:pt x="1829" y="420"/>
                </a:cubicBezTo>
                <a:cubicBezTo>
                  <a:pt x="1829" y="425"/>
                  <a:pt x="1833" y="429"/>
                  <a:pt x="1837" y="429"/>
                </a:cubicBezTo>
                <a:cubicBezTo>
                  <a:pt x="1842" y="429"/>
                  <a:pt x="1846" y="425"/>
                  <a:pt x="1846" y="420"/>
                </a:cubicBezTo>
                <a:close/>
                <a:moveTo>
                  <a:pt x="1872" y="420"/>
                </a:moveTo>
                <a:cubicBezTo>
                  <a:pt x="1872" y="416"/>
                  <a:pt x="1868" y="412"/>
                  <a:pt x="1863" y="412"/>
                </a:cubicBezTo>
                <a:cubicBezTo>
                  <a:pt x="1858" y="412"/>
                  <a:pt x="1854" y="416"/>
                  <a:pt x="1854" y="420"/>
                </a:cubicBezTo>
                <a:cubicBezTo>
                  <a:pt x="1854" y="425"/>
                  <a:pt x="1858" y="429"/>
                  <a:pt x="1863" y="429"/>
                </a:cubicBezTo>
                <a:cubicBezTo>
                  <a:pt x="1868" y="429"/>
                  <a:pt x="1872" y="425"/>
                  <a:pt x="1872" y="420"/>
                </a:cubicBezTo>
                <a:close/>
                <a:moveTo>
                  <a:pt x="1897" y="420"/>
                </a:moveTo>
                <a:cubicBezTo>
                  <a:pt x="1897" y="416"/>
                  <a:pt x="1894" y="412"/>
                  <a:pt x="1889" y="412"/>
                </a:cubicBezTo>
                <a:cubicBezTo>
                  <a:pt x="1884" y="412"/>
                  <a:pt x="1880" y="416"/>
                  <a:pt x="1880" y="420"/>
                </a:cubicBezTo>
                <a:cubicBezTo>
                  <a:pt x="1880" y="425"/>
                  <a:pt x="1884" y="429"/>
                  <a:pt x="1889" y="429"/>
                </a:cubicBezTo>
                <a:cubicBezTo>
                  <a:pt x="1894" y="429"/>
                  <a:pt x="1897" y="425"/>
                  <a:pt x="1897" y="420"/>
                </a:cubicBezTo>
                <a:close/>
                <a:moveTo>
                  <a:pt x="1923" y="420"/>
                </a:moveTo>
                <a:cubicBezTo>
                  <a:pt x="1923" y="416"/>
                  <a:pt x="1919" y="412"/>
                  <a:pt x="1915" y="412"/>
                </a:cubicBezTo>
                <a:cubicBezTo>
                  <a:pt x="1910" y="412"/>
                  <a:pt x="1906" y="416"/>
                  <a:pt x="1906" y="420"/>
                </a:cubicBezTo>
                <a:cubicBezTo>
                  <a:pt x="1906" y="425"/>
                  <a:pt x="1910" y="429"/>
                  <a:pt x="1915" y="429"/>
                </a:cubicBezTo>
                <a:cubicBezTo>
                  <a:pt x="1919" y="429"/>
                  <a:pt x="1923" y="425"/>
                  <a:pt x="1923" y="420"/>
                </a:cubicBezTo>
                <a:close/>
                <a:moveTo>
                  <a:pt x="1949" y="420"/>
                </a:moveTo>
                <a:cubicBezTo>
                  <a:pt x="1949" y="416"/>
                  <a:pt x="1945" y="412"/>
                  <a:pt x="1940" y="412"/>
                </a:cubicBezTo>
                <a:cubicBezTo>
                  <a:pt x="1936" y="412"/>
                  <a:pt x="1932" y="416"/>
                  <a:pt x="1932" y="420"/>
                </a:cubicBezTo>
                <a:cubicBezTo>
                  <a:pt x="1932" y="425"/>
                  <a:pt x="1936" y="429"/>
                  <a:pt x="1940" y="429"/>
                </a:cubicBezTo>
                <a:cubicBezTo>
                  <a:pt x="1945" y="429"/>
                  <a:pt x="1949" y="425"/>
                  <a:pt x="1949" y="420"/>
                </a:cubicBezTo>
                <a:close/>
                <a:moveTo>
                  <a:pt x="1975" y="420"/>
                </a:moveTo>
                <a:cubicBezTo>
                  <a:pt x="1975" y="416"/>
                  <a:pt x="1971" y="412"/>
                  <a:pt x="1966" y="412"/>
                </a:cubicBezTo>
                <a:cubicBezTo>
                  <a:pt x="1961" y="412"/>
                  <a:pt x="1957" y="416"/>
                  <a:pt x="1957" y="420"/>
                </a:cubicBezTo>
                <a:cubicBezTo>
                  <a:pt x="1957" y="425"/>
                  <a:pt x="1961" y="429"/>
                  <a:pt x="1966" y="429"/>
                </a:cubicBezTo>
                <a:cubicBezTo>
                  <a:pt x="1971" y="429"/>
                  <a:pt x="1975" y="425"/>
                  <a:pt x="1975" y="420"/>
                </a:cubicBezTo>
                <a:close/>
                <a:moveTo>
                  <a:pt x="2000" y="420"/>
                </a:moveTo>
                <a:cubicBezTo>
                  <a:pt x="2000" y="416"/>
                  <a:pt x="1997" y="412"/>
                  <a:pt x="1992" y="412"/>
                </a:cubicBezTo>
                <a:cubicBezTo>
                  <a:pt x="1987" y="412"/>
                  <a:pt x="1983" y="416"/>
                  <a:pt x="1983" y="420"/>
                </a:cubicBezTo>
                <a:cubicBezTo>
                  <a:pt x="1983" y="425"/>
                  <a:pt x="1987" y="429"/>
                  <a:pt x="1992" y="429"/>
                </a:cubicBezTo>
                <a:cubicBezTo>
                  <a:pt x="1997" y="429"/>
                  <a:pt x="2000" y="425"/>
                  <a:pt x="2000" y="420"/>
                </a:cubicBezTo>
                <a:close/>
                <a:moveTo>
                  <a:pt x="2026" y="420"/>
                </a:moveTo>
                <a:cubicBezTo>
                  <a:pt x="2026" y="416"/>
                  <a:pt x="2022" y="412"/>
                  <a:pt x="2018" y="412"/>
                </a:cubicBezTo>
                <a:cubicBezTo>
                  <a:pt x="2013" y="412"/>
                  <a:pt x="2009" y="416"/>
                  <a:pt x="2009" y="420"/>
                </a:cubicBezTo>
                <a:cubicBezTo>
                  <a:pt x="2009" y="425"/>
                  <a:pt x="2013" y="429"/>
                  <a:pt x="2018" y="429"/>
                </a:cubicBezTo>
                <a:cubicBezTo>
                  <a:pt x="2022" y="429"/>
                  <a:pt x="2026" y="425"/>
                  <a:pt x="2026" y="420"/>
                </a:cubicBezTo>
                <a:close/>
                <a:moveTo>
                  <a:pt x="2052" y="420"/>
                </a:moveTo>
                <a:cubicBezTo>
                  <a:pt x="2052" y="416"/>
                  <a:pt x="2048" y="412"/>
                  <a:pt x="2043" y="412"/>
                </a:cubicBezTo>
                <a:cubicBezTo>
                  <a:pt x="2039" y="412"/>
                  <a:pt x="2035" y="416"/>
                  <a:pt x="2035" y="420"/>
                </a:cubicBezTo>
                <a:cubicBezTo>
                  <a:pt x="2035" y="425"/>
                  <a:pt x="2039" y="429"/>
                  <a:pt x="2043" y="429"/>
                </a:cubicBezTo>
                <a:cubicBezTo>
                  <a:pt x="2048" y="429"/>
                  <a:pt x="2052" y="425"/>
                  <a:pt x="2052" y="420"/>
                </a:cubicBezTo>
                <a:close/>
                <a:moveTo>
                  <a:pt x="2078" y="420"/>
                </a:moveTo>
                <a:cubicBezTo>
                  <a:pt x="2078" y="416"/>
                  <a:pt x="2074" y="412"/>
                  <a:pt x="2069" y="412"/>
                </a:cubicBezTo>
                <a:cubicBezTo>
                  <a:pt x="2064" y="412"/>
                  <a:pt x="2061" y="416"/>
                  <a:pt x="2061" y="420"/>
                </a:cubicBezTo>
                <a:cubicBezTo>
                  <a:pt x="2061" y="425"/>
                  <a:pt x="2064" y="429"/>
                  <a:pt x="2069" y="429"/>
                </a:cubicBezTo>
                <a:cubicBezTo>
                  <a:pt x="2074" y="429"/>
                  <a:pt x="2078" y="425"/>
                  <a:pt x="2078" y="420"/>
                </a:cubicBezTo>
                <a:close/>
                <a:moveTo>
                  <a:pt x="2103" y="420"/>
                </a:moveTo>
                <a:cubicBezTo>
                  <a:pt x="2103" y="416"/>
                  <a:pt x="2100" y="412"/>
                  <a:pt x="2095" y="412"/>
                </a:cubicBezTo>
                <a:cubicBezTo>
                  <a:pt x="2090" y="412"/>
                  <a:pt x="2086" y="416"/>
                  <a:pt x="2086" y="420"/>
                </a:cubicBezTo>
                <a:cubicBezTo>
                  <a:pt x="2086" y="425"/>
                  <a:pt x="2090" y="429"/>
                  <a:pt x="2095" y="429"/>
                </a:cubicBezTo>
                <a:cubicBezTo>
                  <a:pt x="2100" y="429"/>
                  <a:pt x="2103" y="425"/>
                  <a:pt x="2103" y="420"/>
                </a:cubicBezTo>
                <a:close/>
                <a:moveTo>
                  <a:pt x="2129" y="420"/>
                </a:moveTo>
                <a:cubicBezTo>
                  <a:pt x="2129" y="416"/>
                  <a:pt x="2125" y="412"/>
                  <a:pt x="2121" y="412"/>
                </a:cubicBezTo>
                <a:cubicBezTo>
                  <a:pt x="2116" y="412"/>
                  <a:pt x="2112" y="416"/>
                  <a:pt x="2112" y="420"/>
                </a:cubicBezTo>
                <a:cubicBezTo>
                  <a:pt x="2112" y="425"/>
                  <a:pt x="2116" y="429"/>
                  <a:pt x="2121" y="429"/>
                </a:cubicBezTo>
                <a:cubicBezTo>
                  <a:pt x="2125" y="429"/>
                  <a:pt x="2129" y="425"/>
                  <a:pt x="2129" y="420"/>
                </a:cubicBezTo>
                <a:close/>
                <a:moveTo>
                  <a:pt x="2155" y="420"/>
                </a:moveTo>
                <a:cubicBezTo>
                  <a:pt x="2155" y="416"/>
                  <a:pt x="2151" y="412"/>
                  <a:pt x="2146" y="412"/>
                </a:cubicBezTo>
                <a:cubicBezTo>
                  <a:pt x="2142" y="412"/>
                  <a:pt x="2138" y="416"/>
                  <a:pt x="2138" y="420"/>
                </a:cubicBezTo>
                <a:cubicBezTo>
                  <a:pt x="2138" y="425"/>
                  <a:pt x="2142" y="429"/>
                  <a:pt x="2146" y="429"/>
                </a:cubicBezTo>
                <a:cubicBezTo>
                  <a:pt x="2151" y="429"/>
                  <a:pt x="2155" y="425"/>
                  <a:pt x="2155" y="420"/>
                </a:cubicBezTo>
                <a:close/>
                <a:moveTo>
                  <a:pt x="2181" y="420"/>
                </a:moveTo>
                <a:cubicBezTo>
                  <a:pt x="2181" y="416"/>
                  <a:pt x="2177" y="412"/>
                  <a:pt x="2172" y="412"/>
                </a:cubicBezTo>
                <a:cubicBezTo>
                  <a:pt x="2167" y="412"/>
                  <a:pt x="2164" y="416"/>
                  <a:pt x="2164" y="420"/>
                </a:cubicBezTo>
                <a:cubicBezTo>
                  <a:pt x="2164" y="425"/>
                  <a:pt x="2167" y="429"/>
                  <a:pt x="2172" y="429"/>
                </a:cubicBezTo>
                <a:cubicBezTo>
                  <a:pt x="2177" y="429"/>
                  <a:pt x="2181" y="425"/>
                  <a:pt x="2181" y="420"/>
                </a:cubicBezTo>
                <a:close/>
                <a:moveTo>
                  <a:pt x="2207" y="420"/>
                </a:moveTo>
                <a:cubicBezTo>
                  <a:pt x="2207" y="416"/>
                  <a:pt x="2203" y="412"/>
                  <a:pt x="2198" y="412"/>
                </a:cubicBezTo>
                <a:cubicBezTo>
                  <a:pt x="2193" y="412"/>
                  <a:pt x="2189" y="416"/>
                  <a:pt x="2189" y="420"/>
                </a:cubicBezTo>
                <a:cubicBezTo>
                  <a:pt x="2189" y="425"/>
                  <a:pt x="2193" y="429"/>
                  <a:pt x="2198" y="429"/>
                </a:cubicBezTo>
                <a:cubicBezTo>
                  <a:pt x="2203" y="429"/>
                  <a:pt x="2207" y="425"/>
                  <a:pt x="2207" y="420"/>
                </a:cubicBezTo>
                <a:close/>
                <a:moveTo>
                  <a:pt x="2232" y="420"/>
                </a:moveTo>
                <a:cubicBezTo>
                  <a:pt x="2232" y="416"/>
                  <a:pt x="2228" y="412"/>
                  <a:pt x="2224" y="412"/>
                </a:cubicBezTo>
                <a:cubicBezTo>
                  <a:pt x="2219" y="412"/>
                  <a:pt x="2215" y="416"/>
                  <a:pt x="2215" y="420"/>
                </a:cubicBezTo>
                <a:cubicBezTo>
                  <a:pt x="2215" y="425"/>
                  <a:pt x="2219" y="429"/>
                  <a:pt x="2224" y="429"/>
                </a:cubicBezTo>
                <a:cubicBezTo>
                  <a:pt x="2228" y="429"/>
                  <a:pt x="2232" y="425"/>
                  <a:pt x="2232" y="420"/>
                </a:cubicBezTo>
                <a:close/>
                <a:moveTo>
                  <a:pt x="2258" y="420"/>
                </a:moveTo>
                <a:cubicBezTo>
                  <a:pt x="2258" y="416"/>
                  <a:pt x="2254" y="412"/>
                  <a:pt x="2249" y="412"/>
                </a:cubicBezTo>
                <a:cubicBezTo>
                  <a:pt x="2245" y="412"/>
                  <a:pt x="2241" y="416"/>
                  <a:pt x="2241" y="420"/>
                </a:cubicBezTo>
                <a:cubicBezTo>
                  <a:pt x="2241" y="425"/>
                  <a:pt x="2245" y="429"/>
                  <a:pt x="2249" y="429"/>
                </a:cubicBezTo>
                <a:cubicBezTo>
                  <a:pt x="2254" y="429"/>
                  <a:pt x="2258" y="425"/>
                  <a:pt x="2258" y="420"/>
                </a:cubicBezTo>
                <a:close/>
                <a:moveTo>
                  <a:pt x="2284" y="420"/>
                </a:moveTo>
                <a:cubicBezTo>
                  <a:pt x="2284" y="416"/>
                  <a:pt x="2280" y="412"/>
                  <a:pt x="2275" y="412"/>
                </a:cubicBezTo>
                <a:cubicBezTo>
                  <a:pt x="2270" y="412"/>
                  <a:pt x="2267" y="416"/>
                  <a:pt x="2267" y="420"/>
                </a:cubicBezTo>
                <a:cubicBezTo>
                  <a:pt x="2267" y="425"/>
                  <a:pt x="2270" y="429"/>
                  <a:pt x="2275" y="429"/>
                </a:cubicBezTo>
                <a:cubicBezTo>
                  <a:pt x="2280" y="429"/>
                  <a:pt x="2284" y="425"/>
                  <a:pt x="2284" y="420"/>
                </a:cubicBezTo>
                <a:close/>
                <a:moveTo>
                  <a:pt x="2310" y="420"/>
                </a:moveTo>
                <a:cubicBezTo>
                  <a:pt x="2310" y="416"/>
                  <a:pt x="2306" y="412"/>
                  <a:pt x="2301" y="412"/>
                </a:cubicBezTo>
                <a:cubicBezTo>
                  <a:pt x="2296" y="412"/>
                  <a:pt x="2292" y="416"/>
                  <a:pt x="2292" y="420"/>
                </a:cubicBezTo>
                <a:cubicBezTo>
                  <a:pt x="2292" y="425"/>
                  <a:pt x="2296" y="429"/>
                  <a:pt x="2301" y="429"/>
                </a:cubicBezTo>
                <a:cubicBezTo>
                  <a:pt x="2306" y="429"/>
                  <a:pt x="2310" y="425"/>
                  <a:pt x="2310" y="420"/>
                </a:cubicBezTo>
                <a:close/>
                <a:moveTo>
                  <a:pt x="2335" y="420"/>
                </a:moveTo>
                <a:cubicBezTo>
                  <a:pt x="2335" y="416"/>
                  <a:pt x="2331" y="412"/>
                  <a:pt x="2327" y="412"/>
                </a:cubicBezTo>
                <a:cubicBezTo>
                  <a:pt x="2322" y="412"/>
                  <a:pt x="2318" y="416"/>
                  <a:pt x="2318" y="420"/>
                </a:cubicBezTo>
                <a:cubicBezTo>
                  <a:pt x="2318" y="425"/>
                  <a:pt x="2322" y="429"/>
                  <a:pt x="2327" y="429"/>
                </a:cubicBezTo>
                <a:cubicBezTo>
                  <a:pt x="2331" y="429"/>
                  <a:pt x="2335" y="425"/>
                  <a:pt x="2335" y="420"/>
                </a:cubicBezTo>
                <a:close/>
                <a:moveTo>
                  <a:pt x="2361" y="420"/>
                </a:moveTo>
                <a:cubicBezTo>
                  <a:pt x="2361" y="416"/>
                  <a:pt x="2357" y="412"/>
                  <a:pt x="2352" y="412"/>
                </a:cubicBezTo>
                <a:cubicBezTo>
                  <a:pt x="2348" y="412"/>
                  <a:pt x="2344" y="416"/>
                  <a:pt x="2344" y="420"/>
                </a:cubicBezTo>
                <a:cubicBezTo>
                  <a:pt x="2344" y="425"/>
                  <a:pt x="2348" y="429"/>
                  <a:pt x="2352" y="429"/>
                </a:cubicBezTo>
                <a:cubicBezTo>
                  <a:pt x="2357" y="429"/>
                  <a:pt x="2361" y="425"/>
                  <a:pt x="2361" y="420"/>
                </a:cubicBezTo>
                <a:close/>
                <a:moveTo>
                  <a:pt x="2387" y="420"/>
                </a:moveTo>
                <a:cubicBezTo>
                  <a:pt x="2387" y="416"/>
                  <a:pt x="2383" y="412"/>
                  <a:pt x="2378" y="412"/>
                </a:cubicBezTo>
                <a:cubicBezTo>
                  <a:pt x="2373" y="412"/>
                  <a:pt x="2370" y="416"/>
                  <a:pt x="2370" y="420"/>
                </a:cubicBezTo>
                <a:cubicBezTo>
                  <a:pt x="2370" y="425"/>
                  <a:pt x="2373" y="429"/>
                  <a:pt x="2378" y="429"/>
                </a:cubicBezTo>
                <a:cubicBezTo>
                  <a:pt x="2383" y="429"/>
                  <a:pt x="2387" y="425"/>
                  <a:pt x="2387" y="420"/>
                </a:cubicBezTo>
                <a:close/>
                <a:moveTo>
                  <a:pt x="2413" y="420"/>
                </a:moveTo>
                <a:cubicBezTo>
                  <a:pt x="2413" y="416"/>
                  <a:pt x="2409" y="412"/>
                  <a:pt x="2404" y="412"/>
                </a:cubicBezTo>
                <a:cubicBezTo>
                  <a:pt x="2399" y="412"/>
                  <a:pt x="2395" y="416"/>
                  <a:pt x="2395" y="420"/>
                </a:cubicBezTo>
                <a:cubicBezTo>
                  <a:pt x="2395" y="425"/>
                  <a:pt x="2399" y="429"/>
                  <a:pt x="2404" y="429"/>
                </a:cubicBezTo>
                <a:cubicBezTo>
                  <a:pt x="2409" y="429"/>
                  <a:pt x="2413" y="425"/>
                  <a:pt x="2413" y="420"/>
                </a:cubicBezTo>
                <a:close/>
                <a:moveTo>
                  <a:pt x="2438" y="420"/>
                </a:moveTo>
                <a:cubicBezTo>
                  <a:pt x="2438" y="416"/>
                  <a:pt x="2434" y="412"/>
                  <a:pt x="2430" y="412"/>
                </a:cubicBezTo>
                <a:cubicBezTo>
                  <a:pt x="2425" y="412"/>
                  <a:pt x="2421" y="416"/>
                  <a:pt x="2421" y="420"/>
                </a:cubicBezTo>
                <a:cubicBezTo>
                  <a:pt x="2421" y="425"/>
                  <a:pt x="2425" y="429"/>
                  <a:pt x="2430" y="429"/>
                </a:cubicBezTo>
                <a:cubicBezTo>
                  <a:pt x="2434" y="429"/>
                  <a:pt x="2438" y="425"/>
                  <a:pt x="2438" y="420"/>
                </a:cubicBezTo>
                <a:close/>
                <a:moveTo>
                  <a:pt x="2464" y="420"/>
                </a:moveTo>
                <a:cubicBezTo>
                  <a:pt x="2464" y="416"/>
                  <a:pt x="2460" y="412"/>
                  <a:pt x="2456" y="412"/>
                </a:cubicBezTo>
                <a:cubicBezTo>
                  <a:pt x="2451" y="412"/>
                  <a:pt x="2447" y="416"/>
                  <a:pt x="2447" y="420"/>
                </a:cubicBezTo>
                <a:cubicBezTo>
                  <a:pt x="2447" y="425"/>
                  <a:pt x="2451" y="429"/>
                  <a:pt x="2456" y="429"/>
                </a:cubicBezTo>
                <a:cubicBezTo>
                  <a:pt x="2460" y="429"/>
                  <a:pt x="2464" y="425"/>
                  <a:pt x="2464" y="420"/>
                </a:cubicBezTo>
                <a:close/>
                <a:moveTo>
                  <a:pt x="2490" y="420"/>
                </a:moveTo>
                <a:cubicBezTo>
                  <a:pt x="2490" y="416"/>
                  <a:pt x="2486" y="412"/>
                  <a:pt x="2481" y="412"/>
                </a:cubicBezTo>
                <a:cubicBezTo>
                  <a:pt x="2477" y="412"/>
                  <a:pt x="2473" y="416"/>
                  <a:pt x="2473" y="420"/>
                </a:cubicBezTo>
                <a:cubicBezTo>
                  <a:pt x="2473" y="425"/>
                  <a:pt x="2477" y="429"/>
                  <a:pt x="2481" y="429"/>
                </a:cubicBezTo>
                <a:cubicBezTo>
                  <a:pt x="2486" y="429"/>
                  <a:pt x="2490" y="425"/>
                  <a:pt x="2490" y="420"/>
                </a:cubicBezTo>
                <a:close/>
                <a:moveTo>
                  <a:pt x="2516" y="420"/>
                </a:moveTo>
                <a:cubicBezTo>
                  <a:pt x="2516" y="416"/>
                  <a:pt x="2512" y="412"/>
                  <a:pt x="2507" y="412"/>
                </a:cubicBezTo>
                <a:cubicBezTo>
                  <a:pt x="2502" y="412"/>
                  <a:pt x="2498" y="416"/>
                  <a:pt x="2498" y="420"/>
                </a:cubicBezTo>
                <a:cubicBezTo>
                  <a:pt x="2498" y="425"/>
                  <a:pt x="2502" y="429"/>
                  <a:pt x="2507" y="429"/>
                </a:cubicBezTo>
                <a:cubicBezTo>
                  <a:pt x="2512" y="429"/>
                  <a:pt x="2516" y="425"/>
                  <a:pt x="2516" y="420"/>
                </a:cubicBezTo>
                <a:close/>
                <a:moveTo>
                  <a:pt x="2541" y="420"/>
                </a:moveTo>
                <a:cubicBezTo>
                  <a:pt x="2541" y="416"/>
                  <a:pt x="2538" y="412"/>
                  <a:pt x="2533" y="412"/>
                </a:cubicBezTo>
                <a:cubicBezTo>
                  <a:pt x="2528" y="412"/>
                  <a:pt x="2524" y="416"/>
                  <a:pt x="2524" y="420"/>
                </a:cubicBezTo>
                <a:cubicBezTo>
                  <a:pt x="2524" y="425"/>
                  <a:pt x="2528" y="429"/>
                  <a:pt x="2533" y="429"/>
                </a:cubicBezTo>
                <a:cubicBezTo>
                  <a:pt x="2538" y="429"/>
                  <a:pt x="2541" y="425"/>
                  <a:pt x="2541" y="420"/>
                </a:cubicBezTo>
                <a:close/>
                <a:moveTo>
                  <a:pt x="2567" y="420"/>
                </a:moveTo>
                <a:cubicBezTo>
                  <a:pt x="2567" y="416"/>
                  <a:pt x="2563" y="412"/>
                  <a:pt x="2559" y="412"/>
                </a:cubicBezTo>
                <a:cubicBezTo>
                  <a:pt x="2554" y="412"/>
                  <a:pt x="2550" y="416"/>
                  <a:pt x="2550" y="420"/>
                </a:cubicBezTo>
                <a:cubicBezTo>
                  <a:pt x="2550" y="425"/>
                  <a:pt x="2554" y="429"/>
                  <a:pt x="2559" y="429"/>
                </a:cubicBezTo>
                <a:cubicBezTo>
                  <a:pt x="2563" y="429"/>
                  <a:pt x="2567" y="425"/>
                  <a:pt x="2567" y="420"/>
                </a:cubicBezTo>
                <a:close/>
                <a:moveTo>
                  <a:pt x="2593" y="420"/>
                </a:moveTo>
                <a:cubicBezTo>
                  <a:pt x="2593" y="416"/>
                  <a:pt x="2589" y="412"/>
                  <a:pt x="2584" y="412"/>
                </a:cubicBezTo>
                <a:cubicBezTo>
                  <a:pt x="2580" y="412"/>
                  <a:pt x="2576" y="416"/>
                  <a:pt x="2576" y="420"/>
                </a:cubicBezTo>
                <a:cubicBezTo>
                  <a:pt x="2576" y="425"/>
                  <a:pt x="2580" y="429"/>
                  <a:pt x="2584" y="429"/>
                </a:cubicBezTo>
                <a:cubicBezTo>
                  <a:pt x="2589" y="429"/>
                  <a:pt x="2593" y="425"/>
                  <a:pt x="2593" y="420"/>
                </a:cubicBezTo>
                <a:close/>
                <a:moveTo>
                  <a:pt x="2619" y="420"/>
                </a:moveTo>
                <a:cubicBezTo>
                  <a:pt x="2619" y="416"/>
                  <a:pt x="2615" y="412"/>
                  <a:pt x="2610" y="412"/>
                </a:cubicBezTo>
                <a:cubicBezTo>
                  <a:pt x="2605" y="412"/>
                  <a:pt x="2601" y="416"/>
                  <a:pt x="2601" y="420"/>
                </a:cubicBezTo>
                <a:cubicBezTo>
                  <a:pt x="2601" y="425"/>
                  <a:pt x="2605" y="429"/>
                  <a:pt x="2610" y="429"/>
                </a:cubicBezTo>
                <a:cubicBezTo>
                  <a:pt x="2615" y="429"/>
                  <a:pt x="2619" y="425"/>
                  <a:pt x="2619" y="420"/>
                </a:cubicBezTo>
                <a:close/>
                <a:moveTo>
                  <a:pt x="17" y="446"/>
                </a:moveTo>
                <a:cubicBezTo>
                  <a:pt x="17" y="441"/>
                  <a:pt x="13" y="438"/>
                  <a:pt x="8" y="438"/>
                </a:cubicBezTo>
                <a:cubicBezTo>
                  <a:pt x="4" y="438"/>
                  <a:pt x="0" y="441"/>
                  <a:pt x="0" y="446"/>
                </a:cubicBezTo>
                <a:cubicBezTo>
                  <a:pt x="0" y="451"/>
                  <a:pt x="4" y="455"/>
                  <a:pt x="8" y="455"/>
                </a:cubicBezTo>
                <a:cubicBezTo>
                  <a:pt x="13" y="455"/>
                  <a:pt x="17" y="451"/>
                  <a:pt x="17" y="446"/>
                </a:cubicBezTo>
                <a:close/>
                <a:moveTo>
                  <a:pt x="43" y="446"/>
                </a:moveTo>
                <a:cubicBezTo>
                  <a:pt x="43" y="441"/>
                  <a:pt x="39" y="438"/>
                  <a:pt x="34" y="438"/>
                </a:cubicBezTo>
                <a:cubicBezTo>
                  <a:pt x="29" y="438"/>
                  <a:pt x="26" y="441"/>
                  <a:pt x="26" y="446"/>
                </a:cubicBezTo>
                <a:cubicBezTo>
                  <a:pt x="26" y="451"/>
                  <a:pt x="29" y="455"/>
                  <a:pt x="34" y="455"/>
                </a:cubicBezTo>
                <a:cubicBezTo>
                  <a:pt x="39" y="455"/>
                  <a:pt x="43" y="451"/>
                  <a:pt x="43" y="446"/>
                </a:cubicBezTo>
                <a:close/>
                <a:moveTo>
                  <a:pt x="69" y="446"/>
                </a:moveTo>
                <a:cubicBezTo>
                  <a:pt x="69" y="441"/>
                  <a:pt x="65" y="438"/>
                  <a:pt x="60" y="438"/>
                </a:cubicBezTo>
                <a:cubicBezTo>
                  <a:pt x="55" y="438"/>
                  <a:pt x="51" y="441"/>
                  <a:pt x="51" y="446"/>
                </a:cubicBezTo>
                <a:cubicBezTo>
                  <a:pt x="51" y="451"/>
                  <a:pt x="55" y="455"/>
                  <a:pt x="60" y="455"/>
                </a:cubicBezTo>
                <a:cubicBezTo>
                  <a:pt x="65" y="455"/>
                  <a:pt x="69" y="451"/>
                  <a:pt x="69" y="446"/>
                </a:cubicBezTo>
                <a:close/>
                <a:moveTo>
                  <a:pt x="94" y="446"/>
                </a:moveTo>
                <a:cubicBezTo>
                  <a:pt x="94" y="441"/>
                  <a:pt x="90" y="438"/>
                  <a:pt x="86" y="438"/>
                </a:cubicBezTo>
                <a:cubicBezTo>
                  <a:pt x="81" y="438"/>
                  <a:pt x="77" y="441"/>
                  <a:pt x="77" y="446"/>
                </a:cubicBezTo>
                <a:cubicBezTo>
                  <a:pt x="77" y="451"/>
                  <a:pt x="81" y="455"/>
                  <a:pt x="86" y="455"/>
                </a:cubicBezTo>
                <a:cubicBezTo>
                  <a:pt x="90" y="455"/>
                  <a:pt x="94" y="451"/>
                  <a:pt x="94" y="446"/>
                </a:cubicBezTo>
                <a:close/>
                <a:moveTo>
                  <a:pt x="120" y="446"/>
                </a:moveTo>
                <a:cubicBezTo>
                  <a:pt x="120" y="441"/>
                  <a:pt x="116" y="438"/>
                  <a:pt x="111" y="438"/>
                </a:cubicBezTo>
                <a:cubicBezTo>
                  <a:pt x="107" y="438"/>
                  <a:pt x="103" y="441"/>
                  <a:pt x="103" y="446"/>
                </a:cubicBezTo>
                <a:cubicBezTo>
                  <a:pt x="103" y="451"/>
                  <a:pt x="107" y="455"/>
                  <a:pt x="111" y="455"/>
                </a:cubicBezTo>
                <a:cubicBezTo>
                  <a:pt x="116" y="455"/>
                  <a:pt x="120" y="451"/>
                  <a:pt x="120" y="446"/>
                </a:cubicBezTo>
                <a:close/>
                <a:moveTo>
                  <a:pt x="146" y="446"/>
                </a:moveTo>
                <a:cubicBezTo>
                  <a:pt x="146" y="441"/>
                  <a:pt x="142" y="438"/>
                  <a:pt x="137" y="438"/>
                </a:cubicBezTo>
                <a:cubicBezTo>
                  <a:pt x="132" y="438"/>
                  <a:pt x="129" y="441"/>
                  <a:pt x="129" y="446"/>
                </a:cubicBezTo>
                <a:cubicBezTo>
                  <a:pt x="129" y="451"/>
                  <a:pt x="132" y="455"/>
                  <a:pt x="137" y="455"/>
                </a:cubicBezTo>
                <a:cubicBezTo>
                  <a:pt x="142" y="455"/>
                  <a:pt x="146" y="451"/>
                  <a:pt x="146" y="446"/>
                </a:cubicBezTo>
                <a:close/>
                <a:moveTo>
                  <a:pt x="172" y="446"/>
                </a:moveTo>
                <a:cubicBezTo>
                  <a:pt x="172" y="441"/>
                  <a:pt x="168" y="438"/>
                  <a:pt x="163" y="438"/>
                </a:cubicBezTo>
                <a:cubicBezTo>
                  <a:pt x="158" y="438"/>
                  <a:pt x="154" y="441"/>
                  <a:pt x="154" y="446"/>
                </a:cubicBezTo>
                <a:cubicBezTo>
                  <a:pt x="154" y="451"/>
                  <a:pt x="158" y="455"/>
                  <a:pt x="163" y="455"/>
                </a:cubicBezTo>
                <a:cubicBezTo>
                  <a:pt x="168" y="455"/>
                  <a:pt x="172" y="451"/>
                  <a:pt x="172" y="446"/>
                </a:cubicBezTo>
                <a:close/>
                <a:moveTo>
                  <a:pt x="197" y="446"/>
                </a:moveTo>
                <a:cubicBezTo>
                  <a:pt x="197" y="441"/>
                  <a:pt x="193" y="438"/>
                  <a:pt x="189" y="438"/>
                </a:cubicBezTo>
                <a:cubicBezTo>
                  <a:pt x="184" y="438"/>
                  <a:pt x="180" y="441"/>
                  <a:pt x="180" y="446"/>
                </a:cubicBezTo>
                <a:cubicBezTo>
                  <a:pt x="180" y="451"/>
                  <a:pt x="184" y="455"/>
                  <a:pt x="189" y="455"/>
                </a:cubicBezTo>
                <a:cubicBezTo>
                  <a:pt x="193" y="455"/>
                  <a:pt x="197" y="451"/>
                  <a:pt x="197" y="446"/>
                </a:cubicBezTo>
                <a:close/>
                <a:moveTo>
                  <a:pt x="223" y="446"/>
                </a:moveTo>
                <a:cubicBezTo>
                  <a:pt x="223" y="441"/>
                  <a:pt x="219" y="438"/>
                  <a:pt x="214" y="438"/>
                </a:cubicBezTo>
                <a:cubicBezTo>
                  <a:pt x="210" y="438"/>
                  <a:pt x="206" y="441"/>
                  <a:pt x="206" y="446"/>
                </a:cubicBezTo>
                <a:cubicBezTo>
                  <a:pt x="206" y="451"/>
                  <a:pt x="210" y="455"/>
                  <a:pt x="214" y="455"/>
                </a:cubicBezTo>
                <a:cubicBezTo>
                  <a:pt x="219" y="455"/>
                  <a:pt x="223" y="451"/>
                  <a:pt x="223" y="446"/>
                </a:cubicBezTo>
                <a:close/>
                <a:moveTo>
                  <a:pt x="249" y="446"/>
                </a:moveTo>
                <a:cubicBezTo>
                  <a:pt x="249" y="441"/>
                  <a:pt x="245" y="438"/>
                  <a:pt x="240" y="438"/>
                </a:cubicBezTo>
                <a:cubicBezTo>
                  <a:pt x="236" y="438"/>
                  <a:pt x="232" y="441"/>
                  <a:pt x="232" y="446"/>
                </a:cubicBezTo>
                <a:cubicBezTo>
                  <a:pt x="232" y="451"/>
                  <a:pt x="236" y="455"/>
                  <a:pt x="240" y="455"/>
                </a:cubicBezTo>
                <a:cubicBezTo>
                  <a:pt x="245" y="455"/>
                  <a:pt x="249" y="451"/>
                  <a:pt x="249" y="446"/>
                </a:cubicBezTo>
                <a:close/>
                <a:moveTo>
                  <a:pt x="275" y="446"/>
                </a:moveTo>
                <a:cubicBezTo>
                  <a:pt x="275" y="441"/>
                  <a:pt x="271" y="438"/>
                  <a:pt x="266" y="438"/>
                </a:cubicBezTo>
                <a:cubicBezTo>
                  <a:pt x="261" y="438"/>
                  <a:pt x="257" y="441"/>
                  <a:pt x="257" y="446"/>
                </a:cubicBezTo>
                <a:cubicBezTo>
                  <a:pt x="257" y="451"/>
                  <a:pt x="261" y="455"/>
                  <a:pt x="266" y="455"/>
                </a:cubicBezTo>
                <a:cubicBezTo>
                  <a:pt x="271" y="455"/>
                  <a:pt x="275" y="451"/>
                  <a:pt x="275" y="446"/>
                </a:cubicBezTo>
                <a:close/>
                <a:moveTo>
                  <a:pt x="300" y="446"/>
                </a:moveTo>
                <a:cubicBezTo>
                  <a:pt x="300" y="441"/>
                  <a:pt x="297" y="438"/>
                  <a:pt x="292" y="438"/>
                </a:cubicBezTo>
                <a:cubicBezTo>
                  <a:pt x="287" y="438"/>
                  <a:pt x="283" y="441"/>
                  <a:pt x="283" y="446"/>
                </a:cubicBezTo>
                <a:cubicBezTo>
                  <a:pt x="283" y="451"/>
                  <a:pt x="287" y="455"/>
                  <a:pt x="292" y="455"/>
                </a:cubicBezTo>
                <a:cubicBezTo>
                  <a:pt x="297" y="455"/>
                  <a:pt x="300" y="451"/>
                  <a:pt x="300" y="446"/>
                </a:cubicBezTo>
                <a:close/>
                <a:moveTo>
                  <a:pt x="326" y="446"/>
                </a:moveTo>
                <a:cubicBezTo>
                  <a:pt x="326" y="441"/>
                  <a:pt x="322" y="438"/>
                  <a:pt x="318" y="438"/>
                </a:cubicBezTo>
                <a:cubicBezTo>
                  <a:pt x="313" y="438"/>
                  <a:pt x="309" y="441"/>
                  <a:pt x="309" y="446"/>
                </a:cubicBezTo>
                <a:cubicBezTo>
                  <a:pt x="309" y="451"/>
                  <a:pt x="313" y="455"/>
                  <a:pt x="318" y="455"/>
                </a:cubicBezTo>
                <a:cubicBezTo>
                  <a:pt x="322" y="455"/>
                  <a:pt x="326" y="451"/>
                  <a:pt x="326" y="446"/>
                </a:cubicBezTo>
                <a:close/>
                <a:moveTo>
                  <a:pt x="352" y="446"/>
                </a:moveTo>
                <a:cubicBezTo>
                  <a:pt x="352" y="441"/>
                  <a:pt x="348" y="438"/>
                  <a:pt x="343" y="438"/>
                </a:cubicBezTo>
                <a:cubicBezTo>
                  <a:pt x="339" y="438"/>
                  <a:pt x="335" y="441"/>
                  <a:pt x="335" y="446"/>
                </a:cubicBezTo>
                <a:cubicBezTo>
                  <a:pt x="335" y="451"/>
                  <a:pt x="339" y="455"/>
                  <a:pt x="343" y="455"/>
                </a:cubicBezTo>
                <a:cubicBezTo>
                  <a:pt x="348" y="455"/>
                  <a:pt x="352" y="451"/>
                  <a:pt x="352" y="446"/>
                </a:cubicBezTo>
                <a:close/>
                <a:moveTo>
                  <a:pt x="378" y="446"/>
                </a:moveTo>
                <a:cubicBezTo>
                  <a:pt x="378" y="441"/>
                  <a:pt x="374" y="438"/>
                  <a:pt x="369" y="438"/>
                </a:cubicBezTo>
                <a:cubicBezTo>
                  <a:pt x="364" y="438"/>
                  <a:pt x="360" y="441"/>
                  <a:pt x="360" y="446"/>
                </a:cubicBezTo>
                <a:cubicBezTo>
                  <a:pt x="360" y="451"/>
                  <a:pt x="364" y="455"/>
                  <a:pt x="369" y="455"/>
                </a:cubicBezTo>
                <a:cubicBezTo>
                  <a:pt x="374" y="455"/>
                  <a:pt x="378" y="451"/>
                  <a:pt x="378" y="446"/>
                </a:cubicBezTo>
                <a:close/>
                <a:moveTo>
                  <a:pt x="403" y="446"/>
                </a:moveTo>
                <a:cubicBezTo>
                  <a:pt x="403" y="441"/>
                  <a:pt x="400" y="438"/>
                  <a:pt x="395" y="438"/>
                </a:cubicBezTo>
                <a:cubicBezTo>
                  <a:pt x="390" y="438"/>
                  <a:pt x="386" y="441"/>
                  <a:pt x="386" y="446"/>
                </a:cubicBezTo>
                <a:cubicBezTo>
                  <a:pt x="386" y="451"/>
                  <a:pt x="390" y="455"/>
                  <a:pt x="395" y="455"/>
                </a:cubicBezTo>
                <a:cubicBezTo>
                  <a:pt x="400" y="455"/>
                  <a:pt x="403" y="451"/>
                  <a:pt x="403" y="446"/>
                </a:cubicBezTo>
                <a:close/>
                <a:moveTo>
                  <a:pt x="429" y="446"/>
                </a:moveTo>
                <a:cubicBezTo>
                  <a:pt x="429" y="441"/>
                  <a:pt x="425" y="438"/>
                  <a:pt x="421" y="438"/>
                </a:cubicBezTo>
                <a:cubicBezTo>
                  <a:pt x="416" y="438"/>
                  <a:pt x="412" y="441"/>
                  <a:pt x="412" y="446"/>
                </a:cubicBezTo>
                <a:cubicBezTo>
                  <a:pt x="412" y="451"/>
                  <a:pt x="416" y="455"/>
                  <a:pt x="421" y="455"/>
                </a:cubicBezTo>
                <a:cubicBezTo>
                  <a:pt x="425" y="455"/>
                  <a:pt x="429" y="451"/>
                  <a:pt x="429" y="446"/>
                </a:cubicBezTo>
                <a:close/>
                <a:moveTo>
                  <a:pt x="455" y="446"/>
                </a:moveTo>
                <a:cubicBezTo>
                  <a:pt x="455" y="441"/>
                  <a:pt x="451" y="438"/>
                  <a:pt x="446" y="438"/>
                </a:cubicBezTo>
                <a:cubicBezTo>
                  <a:pt x="442" y="438"/>
                  <a:pt x="438" y="441"/>
                  <a:pt x="438" y="446"/>
                </a:cubicBezTo>
                <a:cubicBezTo>
                  <a:pt x="438" y="451"/>
                  <a:pt x="442" y="455"/>
                  <a:pt x="446" y="455"/>
                </a:cubicBezTo>
                <a:cubicBezTo>
                  <a:pt x="451" y="455"/>
                  <a:pt x="455" y="451"/>
                  <a:pt x="455" y="446"/>
                </a:cubicBezTo>
                <a:close/>
                <a:moveTo>
                  <a:pt x="481" y="446"/>
                </a:moveTo>
                <a:cubicBezTo>
                  <a:pt x="481" y="441"/>
                  <a:pt x="477" y="438"/>
                  <a:pt x="472" y="438"/>
                </a:cubicBezTo>
                <a:cubicBezTo>
                  <a:pt x="467" y="438"/>
                  <a:pt x="463" y="441"/>
                  <a:pt x="463" y="446"/>
                </a:cubicBezTo>
                <a:cubicBezTo>
                  <a:pt x="463" y="451"/>
                  <a:pt x="467" y="455"/>
                  <a:pt x="472" y="455"/>
                </a:cubicBezTo>
                <a:cubicBezTo>
                  <a:pt x="477" y="455"/>
                  <a:pt x="481" y="451"/>
                  <a:pt x="481" y="446"/>
                </a:cubicBezTo>
                <a:close/>
                <a:moveTo>
                  <a:pt x="506" y="446"/>
                </a:moveTo>
                <a:cubicBezTo>
                  <a:pt x="506" y="441"/>
                  <a:pt x="503" y="438"/>
                  <a:pt x="498" y="438"/>
                </a:cubicBezTo>
                <a:cubicBezTo>
                  <a:pt x="493" y="438"/>
                  <a:pt x="489" y="441"/>
                  <a:pt x="489" y="446"/>
                </a:cubicBezTo>
                <a:cubicBezTo>
                  <a:pt x="489" y="451"/>
                  <a:pt x="493" y="455"/>
                  <a:pt x="498" y="455"/>
                </a:cubicBezTo>
                <a:cubicBezTo>
                  <a:pt x="503" y="455"/>
                  <a:pt x="506" y="451"/>
                  <a:pt x="506" y="446"/>
                </a:cubicBezTo>
                <a:close/>
                <a:moveTo>
                  <a:pt x="532" y="446"/>
                </a:moveTo>
                <a:cubicBezTo>
                  <a:pt x="532" y="441"/>
                  <a:pt x="528" y="438"/>
                  <a:pt x="524" y="438"/>
                </a:cubicBezTo>
                <a:cubicBezTo>
                  <a:pt x="519" y="438"/>
                  <a:pt x="515" y="441"/>
                  <a:pt x="515" y="446"/>
                </a:cubicBezTo>
                <a:cubicBezTo>
                  <a:pt x="515" y="451"/>
                  <a:pt x="519" y="455"/>
                  <a:pt x="524" y="455"/>
                </a:cubicBezTo>
                <a:cubicBezTo>
                  <a:pt x="528" y="455"/>
                  <a:pt x="532" y="451"/>
                  <a:pt x="532" y="446"/>
                </a:cubicBezTo>
                <a:close/>
                <a:moveTo>
                  <a:pt x="558" y="446"/>
                </a:moveTo>
                <a:cubicBezTo>
                  <a:pt x="558" y="441"/>
                  <a:pt x="554" y="438"/>
                  <a:pt x="549" y="438"/>
                </a:cubicBezTo>
                <a:cubicBezTo>
                  <a:pt x="545" y="438"/>
                  <a:pt x="541" y="441"/>
                  <a:pt x="541" y="446"/>
                </a:cubicBezTo>
                <a:cubicBezTo>
                  <a:pt x="541" y="451"/>
                  <a:pt x="545" y="455"/>
                  <a:pt x="549" y="455"/>
                </a:cubicBezTo>
                <a:cubicBezTo>
                  <a:pt x="554" y="455"/>
                  <a:pt x="558" y="451"/>
                  <a:pt x="558" y="446"/>
                </a:cubicBezTo>
                <a:close/>
                <a:moveTo>
                  <a:pt x="584" y="446"/>
                </a:moveTo>
                <a:cubicBezTo>
                  <a:pt x="584" y="441"/>
                  <a:pt x="580" y="438"/>
                  <a:pt x="575" y="438"/>
                </a:cubicBezTo>
                <a:cubicBezTo>
                  <a:pt x="570" y="438"/>
                  <a:pt x="567" y="441"/>
                  <a:pt x="567" y="446"/>
                </a:cubicBezTo>
                <a:cubicBezTo>
                  <a:pt x="567" y="451"/>
                  <a:pt x="570" y="455"/>
                  <a:pt x="575" y="455"/>
                </a:cubicBezTo>
                <a:cubicBezTo>
                  <a:pt x="580" y="455"/>
                  <a:pt x="584" y="451"/>
                  <a:pt x="584" y="446"/>
                </a:cubicBezTo>
                <a:close/>
                <a:moveTo>
                  <a:pt x="687" y="446"/>
                </a:moveTo>
                <a:cubicBezTo>
                  <a:pt x="687" y="441"/>
                  <a:pt x="683" y="438"/>
                  <a:pt x="678" y="438"/>
                </a:cubicBezTo>
                <a:cubicBezTo>
                  <a:pt x="673" y="438"/>
                  <a:pt x="670" y="441"/>
                  <a:pt x="670" y="446"/>
                </a:cubicBezTo>
                <a:cubicBezTo>
                  <a:pt x="670" y="451"/>
                  <a:pt x="673" y="455"/>
                  <a:pt x="678" y="455"/>
                </a:cubicBezTo>
                <a:cubicBezTo>
                  <a:pt x="683" y="455"/>
                  <a:pt x="687" y="451"/>
                  <a:pt x="687" y="446"/>
                </a:cubicBezTo>
                <a:close/>
                <a:moveTo>
                  <a:pt x="712" y="446"/>
                </a:moveTo>
                <a:cubicBezTo>
                  <a:pt x="712" y="441"/>
                  <a:pt x="709" y="438"/>
                  <a:pt x="704" y="438"/>
                </a:cubicBezTo>
                <a:cubicBezTo>
                  <a:pt x="699" y="438"/>
                  <a:pt x="695" y="441"/>
                  <a:pt x="695" y="446"/>
                </a:cubicBezTo>
                <a:cubicBezTo>
                  <a:pt x="695" y="451"/>
                  <a:pt x="699" y="455"/>
                  <a:pt x="704" y="455"/>
                </a:cubicBezTo>
                <a:cubicBezTo>
                  <a:pt x="709" y="455"/>
                  <a:pt x="712" y="451"/>
                  <a:pt x="712" y="446"/>
                </a:cubicBezTo>
                <a:close/>
                <a:moveTo>
                  <a:pt x="919" y="446"/>
                </a:moveTo>
                <a:cubicBezTo>
                  <a:pt x="919" y="441"/>
                  <a:pt x="915" y="438"/>
                  <a:pt x="910" y="438"/>
                </a:cubicBezTo>
                <a:cubicBezTo>
                  <a:pt x="905" y="438"/>
                  <a:pt x="901" y="441"/>
                  <a:pt x="901" y="446"/>
                </a:cubicBezTo>
                <a:cubicBezTo>
                  <a:pt x="901" y="451"/>
                  <a:pt x="905" y="455"/>
                  <a:pt x="910" y="455"/>
                </a:cubicBezTo>
                <a:cubicBezTo>
                  <a:pt x="915" y="455"/>
                  <a:pt x="919" y="451"/>
                  <a:pt x="919" y="446"/>
                </a:cubicBezTo>
                <a:close/>
                <a:moveTo>
                  <a:pt x="944" y="446"/>
                </a:moveTo>
                <a:cubicBezTo>
                  <a:pt x="944" y="441"/>
                  <a:pt x="940" y="438"/>
                  <a:pt x="936" y="438"/>
                </a:cubicBezTo>
                <a:cubicBezTo>
                  <a:pt x="931" y="438"/>
                  <a:pt x="927" y="441"/>
                  <a:pt x="927" y="446"/>
                </a:cubicBezTo>
                <a:cubicBezTo>
                  <a:pt x="927" y="451"/>
                  <a:pt x="931" y="455"/>
                  <a:pt x="936" y="455"/>
                </a:cubicBezTo>
                <a:cubicBezTo>
                  <a:pt x="940" y="455"/>
                  <a:pt x="944" y="451"/>
                  <a:pt x="944" y="446"/>
                </a:cubicBezTo>
                <a:close/>
                <a:moveTo>
                  <a:pt x="970" y="446"/>
                </a:moveTo>
                <a:cubicBezTo>
                  <a:pt x="970" y="441"/>
                  <a:pt x="966" y="438"/>
                  <a:pt x="961" y="438"/>
                </a:cubicBezTo>
                <a:cubicBezTo>
                  <a:pt x="957" y="438"/>
                  <a:pt x="953" y="441"/>
                  <a:pt x="953" y="446"/>
                </a:cubicBezTo>
                <a:cubicBezTo>
                  <a:pt x="953" y="451"/>
                  <a:pt x="957" y="455"/>
                  <a:pt x="961" y="455"/>
                </a:cubicBezTo>
                <a:cubicBezTo>
                  <a:pt x="966" y="455"/>
                  <a:pt x="970" y="451"/>
                  <a:pt x="970" y="446"/>
                </a:cubicBezTo>
                <a:close/>
                <a:moveTo>
                  <a:pt x="1331" y="446"/>
                </a:moveTo>
                <a:cubicBezTo>
                  <a:pt x="1331" y="441"/>
                  <a:pt x="1327" y="438"/>
                  <a:pt x="1322" y="438"/>
                </a:cubicBezTo>
                <a:cubicBezTo>
                  <a:pt x="1317" y="438"/>
                  <a:pt x="1314" y="441"/>
                  <a:pt x="1314" y="446"/>
                </a:cubicBezTo>
                <a:cubicBezTo>
                  <a:pt x="1314" y="451"/>
                  <a:pt x="1317" y="455"/>
                  <a:pt x="1322" y="455"/>
                </a:cubicBezTo>
                <a:cubicBezTo>
                  <a:pt x="1327" y="455"/>
                  <a:pt x="1331" y="451"/>
                  <a:pt x="1331" y="446"/>
                </a:cubicBezTo>
                <a:close/>
                <a:moveTo>
                  <a:pt x="1356" y="446"/>
                </a:moveTo>
                <a:cubicBezTo>
                  <a:pt x="1356" y="441"/>
                  <a:pt x="1353" y="438"/>
                  <a:pt x="1348" y="438"/>
                </a:cubicBezTo>
                <a:cubicBezTo>
                  <a:pt x="1343" y="438"/>
                  <a:pt x="1339" y="441"/>
                  <a:pt x="1339" y="446"/>
                </a:cubicBezTo>
                <a:cubicBezTo>
                  <a:pt x="1339" y="451"/>
                  <a:pt x="1343" y="455"/>
                  <a:pt x="1348" y="455"/>
                </a:cubicBezTo>
                <a:cubicBezTo>
                  <a:pt x="1353" y="455"/>
                  <a:pt x="1356" y="451"/>
                  <a:pt x="1356" y="446"/>
                </a:cubicBezTo>
                <a:close/>
                <a:moveTo>
                  <a:pt x="1382" y="446"/>
                </a:moveTo>
                <a:cubicBezTo>
                  <a:pt x="1382" y="441"/>
                  <a:pt x="1378" y="438"/>
                  <a:pt x="1374" y="438"/>
                </a:cubicBezTo>
                <a:cubicBezTo>
                  <a:pt x="1369" y="438"/>
                  <a:pt x="1365" y="441"/>
                  <a:pt x="1365" y="446"/>
                </a:cubicBezTo>
                <a:cubicBezTo>
                  <a:pt x="1365" y="451"/>
                  <a:pt x="1369" y="455"/>
                  <a:pt x="1374" y="455"/>
                </a:cubicBezTo>
                <a:cubicBezTo>
                  <a:pt x="1378" y="455"/>
                  <a:pt x="1382" y="451"/>
                  <a:pt x="1382" y="446"/>
                </a:cubicBezTo>
                <a:close/>
                <a:moveTo>
                  <a:pt x="1459" y="446"/>
                </a:moveTo>
                <a:cubicBezTo>
                  <a:pt x="1459" y="441"/>
                  <a:pt x="1456" y="438"/>
                  <a:pt x="1451" y="438"/>
                </a:cubicBezTo>
                <a:cubicBezTo>
                  <a:pt x="1446" y="438"/>
                  <a:pt x="1442" y="441"/>
                  <a:pt x="1442" y="446"/>
                </a:cubicBezTo>
                <a:cubicBezTo>
                  <a:pt x="1442" y="451"/>
                  <a:pt x="1446" y="455"/>
                  <a:pt x="1451" y="455"/>
                </a:cubicBezTo>
                <a:cubicBezTo>
                  <a:pt x="1456" y="455"/>
                  <a:pt x="1459" y="451"/>
                  <a:pt x="1459" y="446"/>
                </a:cubicBezTo>
                <a:close/>
                <a:moveTo>
                  <a:pt x="1485" y="446"/>
                </a:moveTo>
                <a:cubicBezTo>
                  <a:pt x="1485" y="441"/>
                  <a:pt x="1481" y="438"/>
                  <a:pt x="1477" y="438"/>
                </a:cubicBezTo>
                <a:cubicBezTo>
                  <a:pt x="1472" y="438"/>
                  <a:pt x="1468" y="441"/>
                  <a:pt x="1468" y="446"/>
                </a:cubicBezTo>
                <a:cubicBezTo>
                  <a:pt x="1468" y="451"/>
                  <a:pt x="1472" y="455"/>
                  <a:pt x="1477" y="455"/>
                </a:cubicBezTo>
                <a:cubicBezTo>
                  <a:pt x="1481" y="455"/>
                  <a:pt x="1485" y="451"/>
                  <a:pt x="1485" y="446"/>
                </a:cubicBezTo>
                <a:close/>
                <a:moveTo>
                  <a:pt x="1511" y="446"/>
                </a:moveTo>
                <a:cubicBezTo>
                  <a:pt x="1511" y="441"/>
                  <a:pt x="1507" y="438"/>
                  <a:pt x="1502" y="438"/>
                </a:cubicBezTo>
                <a:cubicBezTo>
                  <a:pt x="1498" y="438"/>
                  <a:pt x="1494" y="441"/>
                  <a:pt x="1494" y="446"/>
                </a:cubicBezTo>
                <a:cubicBezTo>
                  <a:pt x="1494" y="451"/>
                  <a:pt x="1498" y="455"/>
                  <a:pt x="1502" y="455"/>
                </a:cubicBezTo>
                <a:cubicBezTo>
                  <a:pt x="1507" y="455"/>
                  <a:pt x="1511" y="451"/>
                  <a:pt x="1511" y="446"/>
                </a:cubicBezTo>
                <a:close/>
                <a:moveTo>
                  <a:pt x="1537" y="446"/>
                </a:moveTo>
                <a:cubicBezTo>
                  <a:pt x="1537" y="441"/>
                  <a:pt x="1533" y="438"/>
                  <a:pt x="1528" y="438"/>
                </a:cubicBezTo>
                <a:cubicBezTo>
                  <a:pt x="1523" y="438"/>
                  <a:pt x="1520" y="441"/>
                  <a:pt x="1520" y="446"/>
                </a:cubicBezTo>
                <a:cubicBezTo>
                  <a:pt x="1520" y="451"/>
                  <a:pt x="1523" y="455"/>
                  <a:pt x="1528" y="455"/>
                </a:cubicBezTo>
                <a:cubicBezTo>
                  <a:pt x="1533" y="455"/>
                  <a:pt x="1537" y="451"/>
                  <a:pt x="1537" y="446"/>
                </a:cubicBezTo>
                <a:close/>
                <a:moveTo>
                  <a:pt x="1563" y="446"/>
                </a:moveTo>
                <a:cubicBezTo>
                  <a:pt x="1563" y="441"/>
                  <a:pt x="1559" y="438"/>
                  <a:pt x="1554" y="438"/>
                </a:cubicBezTo>
                <a:cubicBezTo>
                  <a:pt x="1549" y="438"/>
                  <a:pt x="1545" y="441"/>
                  <a:pt x="1545" y="446"/>
                </a:cubicBezTo>
                <a:cubicBezTo>
                  <a:pt x="1545" y="451"/>
                  <a:pt x="1549" y="455"/>
                  <a:pt x="1554" y="455"/>
                </a:cubicBezTo>
                <a:cubicBezTo>
                  <a:pt x="1559" y="455"/>
                  <a:pt x="1563" y="451"/>
                  <a:pt x="1563" y="446"/>
                </a:cubicBezTo>
                <a:close/>
                <a:moveTo>
                  <a:pt x="1588" y="446"/>
                </a:moveTo>
                <a:cubicBezTo>
                  <a:pt x="1588" y="441"/>
                  <a:pt x="1584" y="438"/>
                  <a:pt x="1580" y="438"/>
                </a:cubicBezTo>
                <a:cubicBezTo>
                  <a:pt x="1575" y="438"/>
                  <a:pt x="1571" y="441"/>
                  <a:pt x="1571" y="446"/>
                </a:cubicBezTo>
                <a:cubicBezTo>
                  <a:pt x="1571" y="451"/>
                  <a:pt x="1575" y="455"/>
                  <a:pt x="1580" y="455"/>
                </a:cubicBezTo>
                <a:cubicBezTo>
                  <a:pt x="1584" y="455"/>
                  <a:pt x="1588" y="451"/>
                  <a:pt x="1588" y="446"/>
                </a:cubicBezTo>
                <a:close/>
                <a:moveTo>
                  <a:pt x="1614" y="446"/>
                </a:moveTo>
                <a:cubicBezTo>
                  <a:pt x="1614" y="441"/>
                  <a:pt x="1610" y="438"/>
                  <a:pt x="1605" y="438"/>
                </a:cubicBezTo>
                <a:cubicBezTo>
                  <a:pt x="1601" y="438"/>
                  <a:pt x="1597" y="441"/>
                  <a:pt x="1597" y="446"/>
                </a:cubicBezTo>
                <a:cubicBezTo>
                  <a:pt x="1597" y="451"/>
                  <a:pt x="1601" y="455"/>
                  <a:pt x="1605" y="455"/>
                </a:cubicBezTo>
                <a:cubicBezTo>
                  <a:pt x="1610" y="455"/>
                  <a:pt x="1614" y="451"/>
                  <a:pt x="1614" y="446"/>
                </a:cubicBezTo>
                <a:close/>
                <a:moveTo>
                  <a:pt x="1640" y="446"/>
                </a:moveTo>
                <a:cubicBezTo>
                  <a:pt x="1640" y="441"/>
                  <a:pt x="1636" y="438"/>
                  <a:pt x="1631" y="438"/>
                </a:cubicBezTo>
                <a:cubicBezTo>
                  <a:pt x="1626" y="438"/>
                  <a:pt x="1623" y="441"/>
                  <a:pt x="1623" y="446"/>
                </a:cubicBezTo>
                <a:cubicBezTo>
                  <a:pt x="1623" y="451"/>
                  <a:pt x="1626" y="455"/>
                  <a:pt x="1631" y="455"/>
                </a:cubicBezTo>
                <a:cubicBezTo>
                  <a:pt x="1636" y="455"/>
                  <a:pt x="1640" y="451"/>
                  <a:pt x="1640" y="446"/>
                </a:cubicBezTo>
                <a:close/>
                <a:moveTo>
                  <a:pt x="1666" y="446"/>
                </a:moveTo>
                <a:cubicBezTo>
                  <a:pt x="1666" y="441"/>
                  <a:pt x="1662" y="438"/>
                  <a:pt x="1657" y="438"/>
                </a:cubicBezTo>
                <a:cubicBezTo>
                  <a:pt x="1652" y="438"/>
                  <a:pt x="1648" y="441"/>
                  <a:pt x="1648" y="446"/>
                </a:cubicBezTo>
                <a:cubicBezTo>
                  <a:pt x="1648" y="451"/>
                  <a:pt x="1652" y="455"/>
                  <a:pt x="1657" y="455"/>
                </a:cubicBezTo>
                <a:cubicBezTo>
                  <a:pt x="1662" y="455"/>
                  <a:pt x="1666" y="451"/>
                  <a:pt x="1666" y="446"/>
                </a:cubicBezTo>
                <a:close/>
                <a:moveTo>
                  <a:pt x="1691" y="446"/>
                </a:moveTo>
                <a:cubicBezTo>
                  <a:pt x="1691" y="441"/>
                  <a:pt x="1687" y="438"/>
                  <a:pt x="1683" y="438"/>
                </a:cubicBezTo>
                <a:cubicBezTo>
                  <a:pt x="1678" y="438"/>
                  <a:pt x="1674" y="441"/>
                  <a:pt x="1674" y="446"/>
                </a:cubicBezTo>
                <a:cubicBezTo>
                  <a:pt x="1674" y="451"/>
                  <a:pt x="1678" y="455"/>
                  <a:pt x="1683" y="455"/>
                </a:cubicBezTo>
                <a:cubicBezTo>
                  <a:pt x="1687" y="455"/>
                  <a:pt x="1691" y="451"/>
                  <a:pt x="1691" y="446"/>
                </a:cubicBezTo>
                <a:close/>
                <a:moveTo>
                  <a:pt x="1717" y="446"/>
                </a:moveTo>
                <a:cubicBezTo>
                  <a:pt x="1717" y="441"/>
                  <a:pt x="1713" y="438"/>
                  <a:pt x="1708" y="438"/>
                </a:cubicBezTo>
                <a:cubicBezTo>
                  <a:pt x="1704" y="438"/>
                  <a:pt x="1700" y="441"/>
                  <a:pt x="1700" y="446"/>
                </a:cubicBezTo>
                <a:cubicBezTo>
                  <a:pt x="1700" y="451"/>
                  <a:pt x="1704" y="455"/>
                  <a:pt x="1708" y="455"/>
                </a:cubicBezTo>
                <a:cubicBezTo>
                  <a:pt x="1713" y="455"/>
                  <a:pt x="1717" y="451"/>
                  <a:pt x="1717" y="446"/>
                </a:cubicBezTo>
                <a:close/>
                <a:moveTo>
                  <a:pt x="1743" y="446"/>
                </a:moveTo>
                <a:cubicBezTo>
                  <a:pt x="1743" y="441"/>
                  <a:pt x="1739" y="438"/>
                  <a:pt x="1734" y="438"/>
                </a:cubicBezTo>
                <a:cubicBezTo>
                  <a:pt x="1730" y="438"/>
                  <a:pt x="1726" y="441"/>
                  <a:pt x="1726" y="446"/>
                </a:cubicBezTo>
                <a:cubicBezTo>
                  <a:pt x="1726" y="451"/>
                  <a:pt x="1730" y="455"/>
                  <a:pt x="1734" y="455"/>
                </a:cubicBezTo>
                <a:cubicBezTo>
                  <a:pt x="1739" y="455"/>
                  <a:pt x="1743" y="451"/>
                  <a:pt x="1743" y="446"/>
                </a:cubicBezTo>
                <a:close/>
                <a:moveTo>
                  <a:pt x="1769" y="446"/>
                </a:moveTo>
                <a:cubicBezTo>
                  <a:pt x="1769" y="441"/>
                  <a:pt x="1765" y="438"/>
                  <a:pt x="1760" y="438"/>
                </a:cubicBezTo>
                <a:cubicBezTo>
                  <a:pt x="1755" y="438"/>
                  <a:pt x="1751" y="441"/>
                  <a:pt x="1751" y="446"/>
                </a:cubicBezTo>
                <a:cubicBezTo>
                  <a:pt x="1751" y="451"/>
                  <a:pt x="1755" y="455"/>
                  <a:pt x="1760" y="455"/>
                </a:cubicBezTo>
                <a:cubicBezTo>
                  <a:pt x="1765" y="455"/>
                  <a:pt x="1769" y="451"/>
                  <a:pt x="1769" y="446"/>
                </a:cubicBezTo>
                <a:close/>
                <a:moveTo>
                  <a:pt x="1794" y="446"/>
                </a:moveTo>
                <a:cubicBezTo>
                  <a:pt x="1794" y="441"/>
                  <a:pt x="1791" y="438"/>
                  <a:pt x="1786" y="438"/>
                </a:cubicBezTo>
                <a:cubicBezTo>
                  <a:pt x="1781" y="438"/>
                  <a:pt x="1777" y="441"/>
                  <a:pt x="1777" y="446"/>
                </a:cubicBezTo>
                <a:cubicBezTo>
                  <a:pt x="1777" y="451"/>
                  <a:pt x="1781" y="455"/>
                  <a:pt x="1786" y="455"/>
                </a:cubicBezTo>
                <a:cubicBezTo>
                  <a:pt x="1791" y="455"/>
                  <a:pt x="1794" y="451"/>
                  <a:pt x="1794" y="446"/>
                </a:cubicBezTo>
                <a:close/>
                <a:moveTo>
                  <a:pt x="1820" y="446"/>
                </a:moveTo>
                <a:cubicBezTo>
                  <a:pt x="1820" y="441"/>
                  <a:pt x="1816" y="438"/>
                  <a:pt x="1812" y="438"/>
                </a:cubicBezTo>
                <a:cubicBezTo>
                  <a:pt x="1807" y="438"/>
                  <a:pt x="1803" y="441"/>
                  <a:pt x="1803" y="446"/>
                </a:cubicBezTo>
                <a:cubicBezTo>
                  <a:pt x="1803" y="451"/>
                  <a:pt x="1807" y="455"/>
                  <a:pt x="1812" y="455"/>
                </a:cubicBezTo>
                <a:cubicBezTo>
                  <a:pt x="1816" y="455"/>
                  <a:pt x="1820" y="451"/>
                  <a:pt x="1820" y="446"/>
                </a:cubicBezTo>
                <a:close/>
                <a:moveTo>
                  <a:pt x="1846" y="446"/>
                </a:moveTo>
                <a:cubicBezTo>
                  <a:pt x="1846" y="441"/>
                  <a:pt x="1842" y="438"/>
                  <a:pt x="1837" y="438"/>
                </a:cubicBezTo>
                <a:cubicBezTo>
                  <a:pt x="1833" y="438"/>
                  <a:pt x="1829" y="441"/>
                  <a:pt x="1829" y="446"/>
                </a:cubicBezTo>
                <a:cubicBezTo>
                  <a:pt x="1829" y="451"/>
                  <a:pt x="1833" y="455"/>
                  <a:pt x="1837" y="455"/>
                </a:cubicBezTo>
                <a:cubicBezTo>
                  <a:pt x="1842" y="455"/>
                  <a:pt x="1846" y="451"/>
                  <a:pt x="1846" y="446"/>
                </a:cubicBezTo>
                <a:close/>
                <a:moveTo>
                  <a:pt x="1872" y="446"/>
                </a:moveTo>
                <a:cubicBezTo>
                  <a:pt x="1872" y="441"/>
                  <a:pt x="1868" y="438"/>
                  <a:pt x="1863" y="438"/>
                </a:cubicBezTo>
                <a:cubicBezTo>
                  <a:pt x="1858" y="438"/>
                  <a:pt x="1854" y="441"/>
                  <a:pt x="1854" y="446"/>
                </a:cubicBezTo>
                <a:cubicBezTo>
                  <a:pt x="1854" y="451"/>
                  <a:pt x="1858" y="455"/>
                  <a:pt x="1863" y="455"/>
                </a:cubicBezTo>
                <a:cubicBezTo>
                  <a:pt x="1868" y="455"/>
                  <a:pt x="1872" y="451"/>
                  <a:pt x="1872" y="446"/>
                </a:cubicBezTo>
                <a:close/>
                <a:moveTo>
                  <a:pt x="1897" y="446"/>
                </a:moveTo>
                <a:cubicBezTo>
                  <a:pt x="1897" y="441"/>
                  <a:pt x="1894" y="438"/>
                  <a:pt x="1889" y="438"/>
                </a:cubicBezTo>
                <a:cubicBezTo>
                  <a:pt x="1884" y="438"/>
                  <a:pt x="1880" y="441"/>
                  <a:pt x="1880" y="446"/>
                </a:cubicBezTo>
                <a:cubicBezTo>
                  <a:pt x="1880" y="451"/>
                  <a:pt x="1884" y="455"/>
                  <a:pt x="1889" y="455"/>
                </a:cubicBezTo>
                <a:cubicBezTo>
                  <a:pt x="1894" y="455"/>
                  <a:pt x="1897" y="451"/>
                  <a:pt x="1897" y="446"/>
                </a:cubicBezTo>
                <a:close/>
                <a:moveTo>
                  <a:pt x="1923" y="446"/>
                </a:moveTo>
                <a:cubicBezTo>
                  <a:pt x="1923" y="441"/>
                  <a:pt x="1919" y="438"/>
                  <a:pt x="1915" y="438"/>
                </a:cubicBezTo>
                <a:cubicBezTo>
                  <a:pt x="1910" y="438"/>
                  <a:pt x="1906" y="441"/>
                  <a:pt x="1906" y="446"/>
                </a:cubicBezTo>
                <a:cubicBezTo>
                  <a:pt x="1906" y="451"/>
                  <a:pt x="1910" y="455"/>
                  <a:pt x="1915" y="455"/>
                </a:cubicBezTo>
                <a:cubicBezTo>
                  <a:pt x="1919" y="455"/>
                  <a:pt x="1923" y="451"/>
                  <a:pt x="1923" y="446"/>
                </a:cubicBezTo>
                <a:close/>
                <a:moveTo>
                  <a:pt x="1949" y="446"/>
                </a:moveTo>
                <a:cubicBezTo>
                  <a:pt x="1949" y="441"/>
                  <a:pt x="1945" y="438"/>
                  <a:pt x="1940" y="438"/>
                </a:cubicBezTo>
                <a:cubicBezTo>
                  <a:pt x="1936" y="438"/>
                  <a:pt x="1932" y="441"/>
                  <a:pt x="1932" y="446"/>
                </a:cubicBezTo>
                <a:cubicBezTo>
                  <a:pt x="1932" y="451"/>
                  <a:pt x="1936" y="455"/>
                  <a:pt x="1940" y="455"/>
                </a:cubicBezTo>
                <a:cubicBezTo>
                  <a:pt x="1945" y="455"/>
                  <a:pt x="1949" y="451"/>
                  <a:pt x="1949" y="446"/>
                </a:cubicBezTo>
                <a:close/>
                <a:moveTo>
                  <a:pt x="1975" y="446"/>
                </a:moveTo>
                <a:cubicBezTo>
                  <a:pt x="1975" y="441"/>
                  <a:pt x="1971" y="438"/>
                  <a:pt x="1966" y="438"/>
                </a:cubicBezTo>
                <a:cubicBezTo>
                  <a:pt x="1961" y="438"/>
                  <a:pt x="1957" y="441"/>
                  <a:pt x="1957" y="446"/>
                </a:cubicBezTo>
                <a:cubicBezTo>
                  <a:pt x="1957" y="451"/>
                  <a:pt x="1961" y="455"/>
                  <a:pt x="1966" y="455"/>
                </a:cubicBezTo>
                <a:cubicBezTo>
                  <a:pt x="1971" y="455"/>
                  <a:pt x="1975" y="451"/>
                  <a:pt x="1975" y="446"/>
                </a:cubicBezTo>
                <a:close/>
                <a:moveTo>
                  <a:pt x="2000" y="446"/>
                </a:moveTo>
                <a:cubicBezTo>
                  <a:pt x="2000" y="441"/>
                  <a:pt x="1997" y="438"/>
                  <a:pt x="1992" y="438"/>
                </a:cubicBezTo>
                <a:cubicBezTo>
                  <a:pt x="1987" y="438"/>
                  <a:pt x="1983" y="441"/>
                  <a:pt x="1983" y="446"/>
                </a:cubicBezTo>
                <a:cubicBezTo>
                  <a:pt x="1983" y="451"/>
                  <a:pt x="1987" y="455"/>
                  <a:pt x="1992" y="455"/>
                </a:cubicBezTo>
                <a:cubicBezTo>
                  <a:pt x="1997" y="455"/>
                  <a:pt x="2000" y="451"/>
                  <a:pt x="2000" y="446"/>
                </a:cubicBezTo>
                <a:close/>
                <a:moveTo>
                  <a:pt x="2026" y="446"/>
                </a:moveTo>
                <a:cubicBezTo>
                  <a:pt x="2026" y="441"/>
                  <a:pt x="2022" y="438"/>
                  <a:pt x="2018" y="438"/>
                </a:cubicBezTo>
                <a:cubicBezTo>
                  <a:pt x="2013" y="438"/>
                  <a:pt x="2009" y="441"/>
                  <a:pt x="2009" y="446"/>
                </a:cubicBezTo>
                <a:cubicBezTo>
                  <a:pt x="2009" y="451"/>
                  <a:pt x="2013" y="455"/>
                  <a:pt x="2018" y="455"/>
                </a:cubicBezTo>
                <a:cubicBezTo>
                  <a:pt x="2022" y="455"/>
                  <a:pt x="2026" y="451"/>
                  <a:pt x="2026" y="446"/>
                </a:cubicBezTo>
                <a:close/>
                <a:moveTo>
                  <a:pt x="2052" y="446"/>
                </a:moveTo>
                <a:cubicBezTo>
                  <a:pt x="2052" y="441"/>
                  <a:pt x="2048" y="438"/>
                  <a:pt x="2043" y="438"/>
                </a:cubicBezTo>
                <a:cubicBezTo>
                  <a:pt x="2039" y="438"/>
                  <a:pt x="2035" y="441"/>
                  <a:pt x="2035" y="446"/>
                </a:cubicBezTo>
                <a:cubicBezTo>
                  <a:pt x="2035" y="451"/>
                  <a:pt x="2039" y="455"/>
                  <a:pt x="2043" y="455"/>
                </a:cubicBezTo>
                <a:cubicBezTo>
                  <a:pt x="2048" y="455"/>
                  <a:pt x="2052" y="451"/>
                  <a:pt x="2052" y="446"/>
                </a:cubicBezTo>
                <a:close/>
                <a:moveTo>
                  <a:pt x="2078" y="446"/>
                </a:moveTo>
                <a:cubicBezTo>
                  <a:pt x="2078" y="441"/>
                  <a:pt x="2074" y="438"/>
                  <a:pt x="2069" y="438"/>
                </a:cubicBezTo>
                <a:cubicBezTo>
                  <a:pt x="2064" y="438"/>
                  <a:pt x="2061" y="441"/>
                  <a:pt x="2061" y="446"/>
                </a:cubicBezTo>
                <a:cubicBezTo>
                  <a:pt x="2061" y="451"/>
                  <a:pt x="2064" y="455"/>
                  <a:pt x="2069" y="455"/>
                </a:cubicBezTo>
                <a:cubicBezTo>
                  <a:pt x="2074" y="455"/>
                  <a:pt x="2078" y="451"/>
                  <a:pt x="2078" y="446"/>
                </a:cubicBezTo>
                <a:close/>
                <a:moveTo>
                  <a:pt x="2103" y="446"/>
                </a:moveTo>
                <a:cubicBezTo>
                  <a:pt x="2103" y="441"/>
                  <a:pt x="2100" y="438"/>
                  <a:pt x="2095" y="438"/>
                </a:cubicBezTo>
                <a:cubicBezTo>
                  <a:pt x="2090" y="438"/>
                  <a:pt x="2086" y="441"/>
                  <a:pt x="2086" y="446"/>
                </a:cubicBezTo>
                <a:cubicBezTo>
                  <a:pt x="2086" y="451"/>
                  <a:pt x="2090" y="455"/>
                  <a:pt x="2095" y="455"/>
                </a:cubicBezTo>
                <a:cubicBezTo>
                  <a:pt x="2100" y="455"/>
                  <a:pt x="2103" y="451"/>
                  <a:pt x="2103" y="446"/>
                </a:cubicBezTo>
                <a:close/>
                <a:moveTo>
                  <a:pt x="2129" y="446"/>
                </a:moveTo>
                <a:cubicBezTo>
                  <a:pt x="2129" y="441"/>
                  <a:pt x="2125" y="438"/>
                  <a:pt x="2121" y="438"/>
                </a:cubicBezTo>
                <a:cubicBezTo>
                  <a:pt x="2116" y="438"/>
                  <a:pt x="2112" y="441"/>
                  <a:pt x="2112" y="446"/>
                </a:cubicBezTo>
                <a:cubicBezTo>
                  <a:pt x="2112" y="451"/>
                  <a:pt x="2116" y="455"/>
                  <a:pt x="2121" y="455"/>
                </a:cubicBezTo>
                <a:cubicBezTo>
                  <a:pt x="2125" y="455"/>
                  <a:pt x="2129" y="451"/>
                  <a:pt x="2129" y="446"/>
                </a:cubicBezTo>
                <a:close/>
                <a:moveTo>
                  <a:pt x="2155" y="446"/>
                </a:moveTo>
                <a:cubicBezTo>
                  <a:pt x="2155" y="441"/>
                  <a:pt x="2151" y="438"/>
                  <a:pt x="2146" y="438"/>
                </a:cubicBezTo>
                <a:cubicBezTo>
                  <a:pt x="2142" y="438"/>
                  <a:pt x="2138" y="441"/>
                  <a:pt x="2138" y="446"/>
                </a:cubicBezTo>
                <a:cubicBezTo>
                  <a:pt x="2138" y="451"/>
                  <a:pt x="2142" y="455"/>
                  <a:pt x="2146" y="455"/>
                </a:cubicBezTo>
                <a:cubicBezTo>
                  <a:pt x="2151" y="455"/>
                  <a:pt x="2155" y="451"/>
                  <a:pt x="2155" y="446"/>
                </a:cubicBezTo>
                <a:close/>
                <a:moveTo>
                  <a:pt x="2181" y="446"/>
                </a:moveTo>
                <a:cubicBezTo>
                  <a:pt x="2181" y="441"/>
                  <a:pt x="2177" y="438"/>
                  <a:pt x="2172" y="438"/>
                </a:cubicBezTo>
                <a:cubicBezTo>
                  <a:pt x="2167" y="438"/>
                  <a:pt x="2164" y="441"/>
                  <a:pt x="2164" y="446"/>
                </a:cubicBezTo>
                <a:cubicBezTo>
                  <a:pt x="2164" y="451"/>
                  <a:pt x="2167" y="455"/>
                  <a:pt x="2172" y="455"/>
                </a:cubicBezTo>
                <a:cubicBezTo>
                  <a:pt x="2177" y="455"/>
                  <a:pt x="2181" y="451"/>
                  <a:pt x="2181" y="446"/>
                </a:cubicBezTo>
                <a:close/>
                <a:moveTo>
                  <a:pt x="2207" y="446"/>
                </a:moveTo>
                <a:cubicBezTo>
                  <a:pt x="2207" y="441"/>
                  <a:pt x="2203" y="438"/>
                  <a:pt x="2198" y="438"/>
                </a:cubicBezTo>
                <a:cubicBezTo>
                  <a:pt x="2193" y="438"/>
                  <a:pt x="2189" y="441"/>
                  <a:pt x="2189" y="446"/>
                </a:cubicBezTo>
                <a:cubicBezTo>
                  <a:pt x="2189" y="451"/>
                  <a:pt x="2193" y="455"/>
                  <a:pt x="2198" y="455"/>
                </a:cubicBezTo>
                <a:cubicBezTo>
                  <a:pt x="2203" y="455"/>
                  <a:pt x="2207" y="451"/>
                  <a:pt x="2207" y="446"/>
                </a:cubicBezTo>
                <a:close/>
                <a:moveTo>
                  <a:pt x="2232" y="446"/>
                </a:moveTo>
                <a:cubicBezTo>
                  <a:pt x="2232" y="441"/>
                  <a:pt x="2228" y="438"/>
                  <a:pt x="2224" y="438"/>
                </a:cubicBezTo>
                <a:cubicBezTo>
                  <a:pt x="2219" y="438"/>
                  <a:pt x="2215" y="441"/>
                  <a:pt x="2215" y="446"/>
                </a:cubicBezTo>
                <a:cubicBezTo>
                  <a:pt x="2215" y="451"/>
                  <a:pt x="2219" y="455"/>
                  <a:pt x="2224" y="455"/>
                </a:cubicBezTo>
                <a:cubicBezTo>
                  <a:pt x="2228" y="455"/>
                  <a:pt x="2232" y="451"/>
                  <a:pt x="2232" y="446"/>
                </a:cubicBezTo>
                <a:close/>
                <a:moveTo>
                  <a:pt x="2258" y="446"/>
                </a:moveTo>
                <a:cubicBezTo>
                  <a:pt x="2258" y="441"/>
                  <a:pt x="2254" y="438"/>
                  <a:pt x="2249" y="438"/>
                </a:cubicBezTo>
                <a:cubicBezTo>
                  <a:pt x="2245" y="438"/>
                  <a:pt x="2241" y="441"/>
                  <a:pt x="2241" y="446"/>
                </a:cubicBezTo>
                <a:cubicBezTo>
                  <a:pt x="2241" y="451"/>
                  <a:pt x="2245" y="455"/>
                  <a:pt x="2249" y="455"/>
                </a:cubicBezTo>
                <a:cubicBezTo>
                  <a:pt x="2254" y="455"/>
                  <a:pt x="2258" y="451"/>
                  <a:pt x="2258" y="446"/>
                </a:cubicBezTo>
                <a:close/>
                <a:moveTo>
                  <a:pt x="2284" y="446"/>
                </a:moveTo>
                <a:cubicBezTo>
                  <a:pt x="2284" y="441"/>
                  <a:pt x="2280" y="438"/>
                  <a:pt x="2275" y="438"/>
                </a:cubicBezTo>
                <a:cubicBezTo>
                  <a:pt x="2270" y="438"/>
                  <a:pt x="2267" y="441"/>
                  <a:pt x="2267" y="446"/>
                </a:cubicBezTo>
                <a:cubicBezTo>
                  <a:pt x="2267" y="451"/>
                  <a:pt x="2270" y="455"/>
                  <a:pt x="2275" y="455"/>
                </a:cubicBezTo>
                <a:cubicBezTo>
                  <a:pt x="2280" y="455"/>
                  <a:pt x="2284" y="451"/>
                  <a:pt x="2284" y="446"/>
                </a:cubicBezTo>
                <a:close/>
                <a:moveTo>
                  <a:pt x="2310" y="446"/>
                </a:moveTo>
                <a:cubicBezTo>
                  <a:pt x="2310" y="441"/>
                  <a:pt x="2306" y="438"/>
                  <a:pt x="2301" y="438"/>
                </a:cubicBezTo>
                <a:cubicBezTo>
                  <a:pt x="2296" y="438"/>
                  <a:pt x="2292" y="441"/>
                  <a:pt x="2292" y="446"/>
                </a:cubicBezTo>
                <a:cubicBezTo>
                  <a:pt x="2292" y="451"/>
                  <a:pt x="2296" y="455"/>
                  <a:pt x="2301" y="455"/>
                </a:cubicBezTo>
                <a:cubicBezTo>
                  <a:pt x="2306" y="455"/>
                  <a:pt x="2310" y="451"/>
                  <a:pt x="2310" y="446"/>
                </a:cubicBezTo>
                <a:close/>
                <a:moveTo>
                  <a:pt x="2335" y="446"/>
                </a:moveTo>
                <a:cubicBezTo>
                  <a:pt x="2335" y="441"/>
                  <a:pt x="2331" y="438"/>
                  <a:pt x="2327" y="438"/>
                </a:cubicBezTo>
                <a:cubicBezTo>
                  <a:pt x="2322" y="438"/>
                  <a:pt x="2318" y="441"/>
                  <a:pt x="2318" y="446"/>
                </a:cubicBezTo>
                <a:cubicBezTo>
                  <a:pt x="2318" y="451"/>
                  <a:pt x="2322" y="455"/>
                  <a:pt x="2327" y="455"/>
                </a:cubicBezTo>
                <a:cubicBezTo>
                  <a:pt x="2331" y="455"/>
                  <a:pt x="2335" y="451"/>
                  <a:pt x="2335" y="446"/>
                </a:cubicBezTo>
                <a:close/>
                <a:moveTo>
                  <a:pt x="2361" y="446"/>
                </a:moveTo>
                <a:cubicBezTo>
                  <a:pt x="2361" y="441"/>
                  <a:pt x="2357" y="438"/>
                  <a:pt x="2352" y="438"/>
                </a:cubicBezTo>
                <a:cubicBezTo>
                  <a:pt x="2348" y="438"/>
                  <a:pt x="2344" y="441"/>
                  <a:pt x="2344" y="446"/>
                </a:cubicBezTo>
                <a:cubicBezTo>
                  <a:pt x="2344" y="451"/>
                  <a:pt x="2348" y="455"/>
                  <a:pt x="2352" y="455"/>
                </a:cubicBezTo>
                <a:cubicBezTo>
                  <a:pt x="2357" y="455"/>
                  <a:pt x="2361" y="451"/>
                  <a:pt x="2361" y="446"/>
                </a:cubicBezTo>
                <a:close/>
                <a:moveTo>
                  <a:pt x="2387" y="446"/>
                </a:moveTo>
                <a:cubicBezTo>
                  <a:pt x="2387" y="441"/>
                  <a:pt x="2383" y="438"/>
                  <a:pt x="2378" y="438"/>
                </a:cubicBezTo>
                <a:cubicBezTo>
                  <a:pt x="2373" y="438"/>
                  <a:pt x="2370" y="441"/>
                  <a:pt x="2370" y="446"/>
                </a:cubicBezTo>
                <a:cubicBezTo>
                  <a:pt x="2370" y="451"/>
                  <a:pt x="2373" y="455"/>
                  <a:pt x="2378" y="455"/>
                </a:cubicBezTo>
                <a:cubicBezTo>
                  <a:pt x="2383" y="455"/>
                  <a:pt x="2387" y="451"/>
                  <a:pt x="2387" y="446"/>
                </a:cubicBezTo>
                <a:close/>
                <a:moveTo>
                  <a:pt x="2413" y="446"/>
                </a:moveTo>
                <a:cubicBezTo>
                  <a:pt x="2413" y="441"/>
                  <a:pt x="2409" y="438"/>
                  <a:pt x="2404" y="438"/>
                </a:cubicBezTo>
                <a:cubicBezTo>
                  <a:pt x="2399" y="438"/>
                  <a:pt x="2395" y="441"/>
                  <a:pt x="2395" y="446"/>
                </a:cubicBezTo>
                <a:cubicBezTo>
                  <a:pt x="2395" y="451"/>
                  <a:pt x="2399" y="455"/>
                  <a:pt x="2404" y="455"/>
                </a:cubicBezTo>
                <a:cubicBezTo>
                  <a:pt x="2409" y="455"/>
                  <a:pt x="2413" y="451"/>
                  <a:pt x="2413" y="446"/>
                </a:cubicBezTo>
                <a:close/>
                <a:moveTo>
                  <a:pt x="2438" y="446"/>
                </a:moveTo>
                <a:cubicBezTo>
                  <a:pt x="2438" y="441"/>
                  <a:pt x="2434" y="438"/>
                  <a:pt x="2430" y="438"/>
                </a:cubicBezTo>
                <a:cubicBezTo>
                  <a:pt x="2425" y="438"/>
                  <a:pt x="2421" y="441"/>
                  <a:pt x="2421" y="446"/>
                </a:cubicBezTo>
                <a:cubicBezTo>
                  <a:pt x="2421" y="451"/>
                  <a:pt x="2425" y="455"/>
                  <a:pt x="2430" y="455"/>
                </a:cubicBezTo>
                <a:cubicBezTo>
                  <a:pt x="2434" y="455"/>
                  <a:pt x="2438" y="451"/>
                  <a:pt x="2438" y="446"/>
                </a:cubicBezTo>
                <a:close/>
                <a:moveTo>
                  <a:pt x="2464" y="446"/>
                </a:moveTo>
                <a:cubicBezTo>
                  <a:pt x="2464" y="441"/>
                  <a:pt x="2460" y="438"/>
                  <a:pt x="2456" y="438"/>
                </a:cubicBezTo>
                <a:cubicBezTo>
                  <a:pt x="2451" y="438"/>
                  <a:pt x="2447" y="441"/>
                  <a:pt x="2447" y="446"/>
                </a:cubicBezTo>
                <a:cubicBezTo>
                  <a:pt x="2447" y="451"/>
                  <a:pt x="2451" y="455"/>
                  <a:pt x="2456" y="455"/>
                </a:cubicBezTo>
                <a:cubicBezTo>
                  <a:pt x="2460" y="455"/>
                  <a:pt x="2464" y="451"/>
                  <a:pt x="2464" y="446"/>
                </a:cubicBezTo>
                <a:close/>
                <a:moveTo>
                  <a:pt x="2490" y="446"/>
                </a:moveTo>
                <a:cubicBezTo>
                  <a:pt x="2490" y="441"/>
                  <a:pt x="2486" y="438"/>
                  <a:pt x="2481" y="438"/>
                </a:cubicBezTo>
                <a:cubicBezTo>
                  <a:pt x="2477" y="438"/>
                  <a:pt x="2473" y="441"/>
                  <a:pt x="2473" y="446"/>
                </a:cubicBezTo>
                <a:cubicBezTo>
                  <a:pt x="2473" y="451"/>
                  <a:pt x="2477" y="455"/>
                  <a:pt x="2481" y="455"/>
                </a:cubicBezTo>
                <a:cubicBezTo>
                  <a:pt x="2486" y="455"/>
                  <a:pt x="2490" y="451"/>
                  <a:pt x="2490" y="446"/>
                </a:cubicBezTo>
                <a:close/>
                <a:moveTo>
                  <a:pt x="2516" y="446"/>
                </a:moveTo>
                <a:cubicBezTo>
                  <a:pt x="2516" y="441"/>
                  <a:pt x="2512" y="438"/>
                  <a:pt x="2507" y="438"/>
                </a:cubicBezTo>
                <a:cubicBezTo>
                  <a:pt x="2502" y="438"/>
                  <a:pt x="2498" y="441"/>
                  <a:pt x="2498" y="446"/>
                </a:cubicBezTo>
                <a:cubicBezTo>
                  <a:pt x="2498" y="451"/>
                  <a:pt x="2502" y="455"/>
                  <a:pt x="2507" y="455"/>
                </a:cubicBezTo>
                <a:cubicBezTo>
                  <a:pt x="2512" y="455"/>
                  <a:pt x="2516" y="451"/>
                  <a:pt x="2516" y="446"/>
                </a:cubicBezTo>
                <a:close/>
                <a:moveTo>
                  <a:pt x="2541" y="446"/>
                </a:moveTo>
                <a:cubicBezTo>
                  <a:pt x="2541" y="441"/>
                  <a:pt x="2538" y="438"/>
                  <a:pt x="2533" y="438"/>
                </a:cubicBezTo>
                <a:cubicBezTo>
                  <a:pt x="2528" y="438"/>
                  <a:pt x="2524" y="441"/>
                  <a:pt x="2524" y="446"/>
                </a:cubicBezTo>
                <a:cubicBezTo>
                  <a:pt x="2524" y="451"/>
                  <a:pt x="2528" y="455"/>
                  <a:pt x="2533" y="455"/>
                </a:cubicBezTo>
                <a:cubicBezTo>
                  <a:pt x="2538" y="455"/>
                  <a:pt x="2541" y="451"/>
                  <a:pt x="2541" y="446"/>
                </a:cubicBezTo>
                <a:close/>
                <a:moveTo>
                  <a:pt x="2567" y="446"/>
                </a:moveTo>
                <a:cubicBezTo>
                  <a:pt x="2567" y="441"/>
                  <a:pt x="2563" y="438"/>
                  <a:pt x="2559" y="438"/>
                </a:cubicBezTo>
                <a:cubicBezTo>
                  <a:pt x="2554" y="438"/>
                  <a:pt x="2550" y="441"/>
                  <a:pt x="2550" y="446"/>
                </a:cubicBezTo>
                <a:cubicBezTo>
                  <a:pt x="2550" y="451"/>
                  <a:pt x="2554" y="455"/>
                  <a:pt x="2559" y="455"/>
                </a:cubicBezTo>
                <a:cubicBezTo>
                  <a:pt x="2563" y="455"/>
                  <a:pt x="2567" y="451"/>
                  <a:pt x="2567" y="446"/>
                </a:cubicBezTo>
                <a:close/>
                <a:moveTo>
                  <a:pt x="2593" y="446"/>
                </a:moveTo>
                <a:cubicBezTo>
                  <a:pt x="2593" y="441"/>
                  <a:pt x="2589" y="438"/>
                  <a:pt x="2584" y="438"/>
                </a:cubicBezTo>
                <a:cubicBezTo>
                  <a:pt x="2580" y="438"/>
                  <a:pt x="2576" y="441"/>
                  <a:pt x="2576" y="446"/>
                </a:cubicBezTo>
                <a:cubicBezTo>
                  <a:pt x="2576" y="451"/>
                  <a:pt x="2580" y="455"/>
                  <a:pt x="2584" y="455"/>
                </a:cubicBezTo>
                <a:cubicBezTo>
                  <a:pt x="2589" y="455"/>
                  <a:pt x="2593" y="451"/>
                  <a:pt x="2593" y="446"/>
                </a:cubicBezTo>
                <a:close/>
                <a:moveTo>
                  <a:pt x="69" y="472"/>
                </a:moveTo>
                <a:cubicBezTo>
                  <a:pt x="69" y="467"/>
                  <a:pt x="65" y="463"/>
                  <a:pt x="60" y="463"/>
                </a:cubicBezTo>
                <a:cubicBezTo>
                  <a:pt x="55" y="463"/>
                  <a:pt x="51" y="467"/>
                  <a:pt x="51" y="472"/>
                </a:cubicBezTo>
                <a:cubicBezTo>
                  <a:pt x="51" y="477"/>
                  <a:pt x="55" y="481"/>
                  <a:pt x="60" y="481"/>
                </a:cubicBezTo>
                <a:cubicBezTo>
                  <a:pt x="65" y="481"/>
                  <a:pt x="69" y="477"/>
                  <a:pt x="69" y="472"/>
                </a:cubicBezTo>
                <a:close/>
                <a:moveTo>
                  <a:pt x="94" y="472"/>
                </a:moveTo>
                <a:cubicBezTo>
                  <a:pt x="94" y="467"/>
                  <a:pt x="90" y="463"/>
                  <a:pt x="86" y="463"/>
                </a:cubicBezTo>
                <a:cubicBezTo>
                  <a:pt x="81" y="463"/>
                  <a:pt x="77" y="467"/>
                  <a:pt x="77" y="472"/>
                </a:cubicBezTo>
                <a:cubicBezTo>
                  <a:pt x="77" y="477"/>
                  <a:pt x="81" y="481"/>
                  <a:pt x="86" y="481"/>
                </a:cubicBezTo>
                <a:cubicBezTo>
                  <a:pt x="90" y="481"/>
                  <a:pt x="94" y="477"/>
                  <a:pt x="94" y="472"/>
                </a:cubicBezTo>
                <a:close/>
                <a:moveTo>
                  <a:pt x="120" y="472"/>
                </a:moveTo>
                <a:cubicBezTo>
                  <a:pt x="120" y="467"/>
                  <a:pt x="116" y="463"/>
                  <a:pt x="111" y="463"/>
                </a:cubicBezTo>
                <a:cubicBezTo>
                  <a:pt x="107" y="463"/>
                  <a:pt x="103" y="467"/>
                  <a:pt x="103" y="472"/>
                </a:cubicBezTo>
                <a:cubicBezTo>
                  <a:pt x="103" y="477"/>
                  <a:pt x="107" y="481"/>
                  <a:pt x="111" y="481"/>
                </a:cubicBezTo>
                <a:cubicBezTo>
                  <a:pt x="116" y="481"/>
                  <a:pt x="120" y="477"/>
                  <a:pt x="120" y="472"/>
                </a:cubicBezTo>
                <a:close/>
                <a:moveTo>
                  <a:pt x="146" y="472"/>
                </a:moveTo>
                <a:cubicBezTo>
                  <a:pt x="146" y="467"/>
                  <a:pt x="142" y="463"/>
                  <a:pt x="137" y="463"/>
                </a:cubicBezTo>
                <a:cubicBezTo>
                  <a:pt x="132" y="463"/>
                  <a:pt x="129" y="467"/>
                  <a:pt x="129" y="472"/>
                </a:cubicBezTo>
                <a:cubicBezTo>
                  <a:pt x="129" y="477"/>
                  <a:pt x="132" y="481"/>
                  <a:pt x="137" y="481"/>
                </a:cubicBezTo>
                <a:cubicBezTo>
                  <a:pt x="142" y="481"/>
                  <a:pt x="146" y="477"/>
                  <a:pt x="146" y="472"/>
                </a:cubicBezTo>
                <a:close/>
                <a:moveTo>
                  <a:pt x="172" y="472"/>
                </a:moveTo>
                <a:cubicBezTo>
                  <a:pt x="172" y="467"/>
                  <a:pt x="168" y="463"/>
                  <a:pt x="163" y="463"/>
                </a:cubicBezTo>
                <a:cubicBezTo>
                  <a:pt x="158" y="463"/>
                  <a:pt x="154" y="467"/>
                  <a:pt x="154" y="472"/>
                </a:cubicBezTo>
                <a:cubicBezTo>
                  <a:pt x="154" y="477"/>
                  <a:pt x="158" y="481"/>
                  <a:pt x="163" y="481"/>
                </a:cubicBezTo>
                <a:cubicBezTo>
                  <a:pt x="168" y="481"/>
                  <a:pt x="172" y="477"/>
                  <a:pt x="172" y="472"/>
                </a:cubicBezTo>
                <a:close/>
                <a:moveTo>
                  <a:pt x="197" y="472"/>
                </a:moveTo>
                <a:cubicBezTo>
                  <a:pt x="197" y="467"/>
                  <a:pt x="193" y="463"/>
                  <a:pt x="189" y="463"/>
                </a:cubicBezTo>
                <a:cubicBezTo>
                  <a:pt x="184" y="463"/>
                  <a:pt x="180" y="467"/>
                  <a:pt x="180" y="472"/>
                </a:cubicBezTo>
                <a:cubicBezTo>
                  <a:pt x="180" y="477"/>
                  <a:pt x="184" y="481"/>
                  <a:pt x="189" y="481"/>
                </a:cubicBezTo>
                <a:cubicBezTo>
                  <a:pt x="193" y="481"/>
                  <a:pt x="197" y="477"/>
                  <a:pt x="197" y="472"/>
                </a:cubicBezTo>
                <a:close/>
                <a:moveTo>
                  <a:pt x="223" y="472"/>
                </a:moveTo>
                <a:cubicBezTo>
                  <a:pt x="223" y="467"/>
                  <a:pt x="219" y="463"/>
                  <a:pt x="214" y="463"/>
                </a:cubicBezTo>
                <a:cubicBezTo>
                  <a:pt x="210" y="463"/>
                  <a:pt x="206" y="467"/>
                  <a:pt x="206" y="472"/>
                </a:cubicBezTo>
                <a:cubicBezTo>
                  <a:pt x="206" y="477"/>
                  <a:pt x="210" y="481"/>
                  <a:pt x="214" y="481"/>
                </a:cubicBezTo>
                <a:cubicBezTo>
                  <a:pt x="219" y="481"/>
                  <a:pt x="223" y="477"/>
                  <a:pt x="223" y="472"/>
                </a:cubicBezTo>
                <a:close/>
                <a:moveTo>
                  <a:pt x="249" y="472"/>
                </a:moveTo>
                <a:cubicBezTo>
                  <a:pt x="249" y="467"/>
                  <a:pt x="245" y="463"/>
                  <a:pt x="240" y="463"/>
                </a:cubicBezTo>
                <a:cubicBezTo>
                  <a:pt x="236" y="463"/>
                  <a:pt x="232" y="467"/>
                  <a:pt x="232" y="472"/>
                </a:cubicBezTo>
                <a:cubicBezTo>
                  <a:pt x="232" y="477"/>
                  <a:pt x="236" y="481"/>
                  <a:pt x="240" y="481"/>
                </a:cubicBezTo>
                <a:cubicBezTo>
                  <a:pt x="245" y="481"/>
                  <a:pt x="249" y="477"/>
                  <a:pt x="249" y="472"/>
                </a:cubicBezTo>
                <a:close/>
                <a:moveTo>
                  <a:pt x="275" y="472"/>
                </a:moveTo>
                <a:cubicBezTo>
                  <a:pt x="275" y="467"/>
                  <a:pt x="271" y="463"/>
                  <a:pt x="266" y="463"/>
                </a:cubicBezTo>
                <a:cubicBezTo>
                  <a:pt x="261" y="463"/>
                  <a:pt x="257" y="467"/>
                  <a:pt x="257" y="472"/>
                </a:cubicBezTo>
                <a:cubicBezTo>
                  <a:pt x="257" y="477"/>
                  <a:pt x="261" y="481"/>
                  <a:pt x="266" y="481"/>
                </a:cubicBezTo>
                <a:cubicBezTo>
                  <a:pt x="271" y="481"/>
                  <a:pt x="275" y="477"/>
                  <a:pt x="275" y="472"/>
                </a:cubicBezTo>
                <a:close/>
                <a:moveTo>
                  <a:pt x="300" y="472"/>
                </a:moveTo>
                <a:cubicBezTo>
                  <a:pt x="300" y="467"/>
                  <a:pt x="297" y="463"/>
                  <a:pt x="292" y="463"/>
                </a:cubicBezTo>
                <a:cubicBezTo>
                  <a:pt x="287" y="463"/>
                  <a:pt x="283" y="467"/>
                  <a:pt x="283" y="472"/>
                </a:cubicBezTo>
                <a:cubicBezTo>
                  <a:pt x="283" y="477"/>
                  <a:pt x="287" y="481"/>
                  <a:pt x="292" y="481"/>
                </a:cubicBezTo>
                <a:cubicBezTo>
                  <a:pt x="297" y="481"/>
                  <a:pt x="300" y="477"/>
                  <a:pt x="300" y="472"/>
                </a:cubicBezTo>
                <a:close/>
                <a:moveTo>
                  <a:pt x="326" y="472"/>
                </a:moveTo>
                <a:cubicBezTo>
                  <a:pt x="326" y="467"/>
                  <a:pt x="322" y="463"/>
                  <a:pt x="318" y="463"/>
                </a:cubicBezTo>
                <a:cubicBezTo>
                  <a:pt x="313" y="463"/>
                  <a:pt x="309" y="467"/>
                  <a:pt x="309" y="472"/>
                </a:cubicBezTo>
                <a:cubicBezTo>
                  <a:pt x="309" y="477"/>
                  <a:pt x="313" y="481"/>
                  <a:pt x="318" y="481"/>
                </a:cubicBezTo>
                <a:cubicBezTo>
                  <a:pt x="322" y="481"/>
                  <a:pt x="326" y="477"/>
                  <a:pt x="326" y="472"/>
                </a:cubicBezTo>
                <a:close/>
                <a:moveTo>
                  <a:pt x="352" y="472"/>
                </a:moveTo>
                <a:cubicBezTo>
                  <a:pt x="352" y="467"/>
                  <a:pt x="348" y="463"/>
                  <a:pt x="343" y="463"/>
                </a:cubicBezTo>
                <a:cubicBezTo>
                  <a:pt x="339" y="463"/>
                  <a:pt x="335" y="467"/>
                  <a:pt x="335" y="472"/>
                </a:cubicBezTo>
                <a:cubicBezTo>
                  <a:pt x="335" y="477"/>
                  <a:pt x="339" y="481"/>
                  <a:pt x="343" y="481"/>
                </a:cubicBezTo>
                <a:cubicBezTo>
                  <a:pt x="348" y="481"/>
                  <a:pt x="352" y="477"/>
                  <a:pt x="352" y="472"/>
                </a:cubicBezTo>
                <a:close/>
                <a:moveTo>
                  <a:pt x="378" y="472"/>
                </a:moveTo>
                <a:cubicBezTo>
                  <a:pt x="378" y="467"/>
                  <a:pt x="374" y="463"/>
                  <a:pt x="369" y="463"/>
                </a:cubicBezTo>
                <a:cubicBezTo>
                  <a:pt x="364" y="463"/>
                  <a:pt x="360" y="467"/>
                  <a:pt x="360" y="472"/>
                </a:cubicBezTo>
                <a:cubicBezTo>
                  <a:pt x="360" y="477"/>
                  <a:pt x="364" y="481"/>
                  <a:pt x="369" y="481"/>
                </a:cubicBezTo>
                <a:cubicBezTo>
                  <a:pt x="374" y="481"/>
                  <a:pt x="378" y="477"/>
                  <a:pt x="378" y="472"/>
                </a:cubicBezTo>
                <a:close/>
                <a:moveTo>
                  <a:pt x="403" y="472"/>
                </a:moveTo>
                <a:cubicBezTo>
                  <a:pt x="403" y="467"/>
                  <a:pt x="400" y="463"/>
                  <a:pt x="395" y="463"/>
                </a:cubicBezTo>
                <a:cubicBezTo>
                  <a:pt x="390" y="463"/>
                  <a:pt x="386" y="467"/>
                  <a:pt x="386" y="472"/>
                </a:cubicBezTo>
                <a:cubicBezTo>
                  <a:pt x="386" y="477"/>
                  <a:pt x="390" y="481"/>
                  <a:pt x="395" y="481"/>
                </a:cubicBezTo>
                <a:cubicBezTo>
                  <a:pt x="400" y="481"/>
                  <a:pt x="403" y="477"/>
                  <a:pt x="403" y="472"/>
                </a:cubicBezTo>
                <a:close/>
                <a:moveTo>
                  <a:pt x="429" y="472"/>
                </a:moveTo>
                <a:cubicBezTo>
                  <a:pt x="429" y="467"/>
                  <a:pt x="425" y="463"/>
                  <a:pt x="421" y="463"/>
                </a:cubicBezTo>
                <a:cubicBezTo>
                  <a:pt x="416" y="463"/>
                  <a:pt x="412" y="467"/>
                  <a:pt x="412" y="472"/>
                </a:cubicBezTo>
                <a:cubicBezTo>
                  <a:pt x="412" y="477"/>
                  <a:pt x="416" y="481"/>
                  <a:pt x="421" y="481"/>
                </a:cubicBezTo>
                <a:cubicBezTo>
                  <a:pt x="425" y="481"/>
                  <a:pt x="429" y="477"/>
                  <a:pt x="429" y="472"/>
                </a:cubicBezTo>
                <a:close/>
                <a:moveTo>
                  <a:pt x="455" y="472"/>
                </a:moveTo>
                <a:cubicBezTo>
                  <a:pt x="455" y="467"/>
                  <a:pt x="451" y="463"/>
                  <a:pt x="446" y="463"/>
                </a:cubicBezTo>
                <a:cubicBezTo>
                  <a:pt x="442" y="463"/>
                  <a:pt x="438" y="467"/>
                  <a:pt x="438" y="472"/>
                </a:cubicBezTo>
                <a:cubicBezTo>
                  <a:pt x="438" y="477"/>
                  <a:pt x="442" y="481"/>
                  <a:pt x="446" y="481"/>
                </a:cubicBezTo>
                <a:cubicBezTo>
                  <a:pt x="451" y="481"/>
                  <a:pt x="455" y="477"/>
                  <a:pt x="455" y="472"/>
                </a:cubicBezTo>
                <a:close/>
                <a:moveTo>
                  <a:pt x="481" y="472"/>
                </a:moveTo>
                <a:cubicBezTo>
                  <a:pt x="481" y="467"/>
                  <a:pt x="477" y="463"/>
                  <a:pt x="472" y="463"/>
                </a:cubicBezTo>
                <a:cubicBezTo>
                  <a:pt x="467" y="463"/>
                  <a:pt x="463" y="467"/>
                  <a:pt x="463" y="472"/>
                </a:cubicBezTo>
                <a:cubicBezTo>
                  <a:pt x="463" y="477"/>
                  <a:pt x="467" y="481"/>
                  <a:pt x="472" y="481"/>
                </a:cubicBezTo>
                <a:cubicBezTo>
                  <a:pt x="477" y="481"/>
                  <a:pt x="481" y="477"/>
                  <a:pt x="481" y="472"/>
                </a:cubicBezTo>
                <a:close/>
                <a:moveTo>
                  <a:pt x="506" y="472"/>
                </a:moveTo>
                <a:cubicBezTo>
                  <a:pt x="506" y="467"/>
                  <a:pt x="503" y="463"/>
                  <a:pt x="498" y="463"/>
                </a:cubicBezTo>
                <a:cubicBezTo>
                  <a:pt x="493" y="463"/>
                  <a:pt x="489" y="467"/>
                  <a:pt x="489" y="472"/>
                </a:cubicBezTo>
                <a:cubicBezTo>
                  <a:pt x="489" y="477"/>
                  <a:pt x="493" y="481"/>
                  <a:pt x="498" y="481"/>
                </a:cubicBezTo>
                <a:cubicBezTo>
                  <a:pt x="503" y="481"/>
                  <a:pt x="506" y="477"/>
                  <a:pt x="506" y="472"/>
                </a:cubicBezTo>
                <a:close/>
                <a:moveTo>
                  <a:pt x="532" y="472"/>
                </a:moveTo>
                <a:cubicBezTo>
                  <a:pt x="532" y="467"/>
                  <a:pt x="528" y="463"/>
                  <a:pt x="524" y="463"/>
                </a:cubicBezTo>
                <a:cubicBezTo>
                  <a:pt x="519" y="463"/>
                  <a:pt x="515" y="467"/>
                  <a:pt x="515" y="472"/>
                </a:cubicBezTo>
                <a:cubicBezTo>
                  <a:pt x="515" y="477"/>
                  <a:pt x="519" y="481"/>
                  <a:pt x="524" y="481"/>
                </a:cubicBezTo>
                <a:cubicBezTo>
                  <a:pt x="528" y="481"/>
                  <a:pt x="532" y="477"/>
                  <a:pt x="532" y="472"/>
                </a:cubicBezTo>
                <a:close/>
                <a:moveTo>
                  <a:pt x="558" y="472"/>
                </a:moveTo>
                <a:cubicBezTo>
                  <a:pt x="558" y="467"/>
                  <a:pt x="554" y="463"/>
                  <a:pt x="549" y="463"/>
                </a:cubicBezTo>
                <a:cubicBezTo>
                  <a:pt x="545" y="463"/>
                  <a:pt x="541" y="467"/>
                  <a:pt x="541" y="472"/>
                </a:cubicBezTo>
                <a:cubicBezTo>
                  <a:pt x="541" y="477"/>
                  <a:pt x="545" y="481"/>
                  <a:pt x="549" y="481"/>
                </a:cubicBezTo>
                <a:cubicBezTo>
                  <a:pt x="554" y="481"/>
                  <a:pt x="558" y="477"/>
                  <a:pt x="558" y="472"/>
                </a:cubicBezTo>
                <a:close/>
                <a:moveTo>
                  <a:pt x="687" y="472"/>
                </a:moveTo>
                <a:cubicBezTo>
                  <a:pt x="687" y="467"/>
                  <a:pt x="683" y="463"/>
                  <a:pt x="678" y="463"/>
                </a:cubicBezTo>
                <a:cubicBezTo>
                  <a:pt x="673" y="463"/>
                  <a:pt x="670" y="467"/>
                  <a:pt x="670" y="472"/>
                </a:cubicBezTo>
                <a:cubicBezTo>
                  <a:pt x="670" y="477"/>
                  <a:pt x="673" y="481"/>
                  <a:pt x="678" y="481"/>
                </a:cubicBezTo>
                <a:cubicBezTo>
                  <a:pt x="683" y="481"/>
                  <a:pt x="687" y="477"/>
                  <a:pt x="687" y="472"/>
                </a:cubicBezTo>
                <a:close/>
                <a:moveTo>
                  <a:pt x="712" y="472"/>
                </a:moveTo>
                <a:cubicBezTo>
                  <a:pt x="712" y="467"/>
                  <a:pt x="709" y="463"/>
                  <a:pt x="704" y="463"/>
                </a:cubicBezTo>
                <a:cubicBezTo>
                  <a:pt x="699" y="463"/>
                  <a:pt x="695" y="467"/>
                  <a:pt x="695" y="472"/>
                </a:cubicBezTo>
                <a:cubicBezTo>
                  <a:pt x="695" y="477"/>
                  <a:pt x="699" y="481"/>
                  <a:pt x="704" y="481"/>
                </a:cubicBezTo>
                <a:cubicBezTo>
                  <a:pt x="709" y="481"/>
                  <a:pt x="712" y="477"/>
                  <a:pt x="712" y="472"/>
                </a:cubicBezTo>
                <a:close/>
                <a:moveTo>
                  <a:pt x="738" y="472"/>
                </a:moveTo>
                <a:cubicBezTo>
                  <a:pt x="738" y="467"/>
                  <a:pt x="734" y="463"/>
                  <a:pt x="730" y="463"/>
                </a:cubicBezTo>
                <a:cubicBezTo>
                  <a:pt x="725" y="463"/>
                  <a:pt x="721" y="467"/>
                  <a:pt x="721" y="472"/>
                </a:cubicBezTo>
                <a:cubicBezTo>
                  <a:pt x="721" y="477"/>
                  <a:pt x="725" y="481"/>
                  <a:pt x="730" y="481"/>
                </a:cubicBezTo>
                <a:cubicBezTo>
                  <a:pt x="734" y="481"/>
                  <a:pt x="738" y="477"/>
                  <a:pt x="738" y="472"/>
                </a:cubicBezTo>
                <a:close/>
                <a:moveTo>
                  <a:pt x="1331" y="472"/>
                </a:moveTo>
                <a:cubicBezTo>
                  <a:pt x="1331" y="467"/>
                  <a:pt x="1327" y="463"/>
                  <a:pt x="1322" y="463"/>
                </a:cubicBezTo>
                <a:cubicBezTo>
                  <a:pt x="1317" y="463"/>
                  <a:pt x="1314" y="467"/>
                  <a:pt x="1314" y="472"/>
                </a:cubicBezTo>
                <a:cubicBezTo>
                  <a:pt x="1314" y="477"/>
                  <a:pt x="1317" y="481"/>
                  <a:pt x="1322" y="481"/>
                </a:cubicBezTo>
                <a:cubicBezTo>
                  <a:pt x="1327" y="481"/>
                  <a:pt x="1331" y="477"/>
                  <a:pt x="1331" y="472"/>
                </a:cubicBezTo>
                <a:close/>
                <a:moveTo>
                  <a:pt x="1356" y="472"/>
                </a:moveTo>
                <a:cubicBezTo>
                  <a:pt x="1356" y="467"/>
                  <a:pt x="1353" y="463"/>
                  <a:pt x="1348" y="463"/>
                </a:cubicBezTo>
                <a:cubicBezTo>
                  <a:pt x="1343" y="463"/>
                  <a:pt x="1339" y="467"/>
                  <a:pt x="1339" y="472"/>
                </a:cubicBezTo>
                <a:cubicBezTo>
                  <a:pt x="1339" y="477"/>
                  <a:pt x="1343" y="481"/>
                  <a:pt x="1348" y="481"/>
                </a:cubicBezTo>
                <a:cubicBezTo>
                  <a:pt x="1353" y="481"/>
                  <a:pt x="1356" y="477"/>
                  <a:pt x="1356" y="472"/>
                </a:cubicBezTo>
                <a:close/>
                <a:moveTo>
                  <a:pt x="1382" y="472"/>
                </a:moveTo>
                <a:cubicBezTo>
                  <a:pt x="1382" y="467"/>
                  <a:pt x="1378" y="463"/>
                  <a:pt x="1374" y="463"/>
                </a:cubicBezTo>
                <a:cubicBezTo>
                  <a:pt x="1369" y="463"/>
                  <a:pt x="1365" y="467"/>
                  <a:pt x="1365" y="472"/>
                </a:cubicBezTo>
                <a:cubicBezTo>
                  <a:pt x="1365" y="477"/>
                  <a:pt x="1369" y="481"/>
                  <a:pt x="1374" y="481"/>
                </a:cubicBezTo>
                <a:cubicBezTo>
                  <a:pt x="1378" y="481"/>
                  <a:pt x="1382" y="477"/>
                  <a:pt x="1382" y="472"/>
                </a:cubicBezTo>
                <a:close/>
                <a:moveTo>
                  <a:pt x="1511" y="472"/>
                </a:moveTo>
                <a:cubicBezTo>
                  <a:pt x="1511" y="467"/>
                  <a:pt x="1507" y="463"/>
                  <a:pt x="1502" y="463"/>
                </a:cubicBezTo>
                <a:cubicBezTo>
                  <a:pt x="1498" y="463"/>
                  <a:pt x="1494" y="467"/>
                  <a:pt x="1494" y="472"/>
                </a:cubicBezTo>
                <a:cubicBezTo>
                  <a:pt x="1494" y="477"/>
                  <a:pt x="1498" y="481"/>
                  <a:pt x="1502" y="481"/>
                </a:cubicBezTo>
                <a:cubicBezTo>
                  <a:pt x="1507" y="481"/>
                  <a:pt x="1511" y="477"/>
                  <a:pt x="1511" y="472"/>
                </a:cubicBezTo>
                <a:close/>
                <a:moveTo>
                  <a:pt x="1537" y="472"/>
                </a:moveTo>
                <a:cubicBezTo>
                  <a:pt x="1537" y="467"/>
                  <a:pt x="1533" y="463"/>
                  <a:pt x="1528" y="463"/>
                </a:cubicBezTo>
                <a:cubicBezTo>
                  <a:pt x="1523" y="463"/>
                  <a:pt x="1520" y="467"/>
                  <a:pt x="1520" y="472"/>
                </a:cubicBezTo>
                <a:cubicBezTo>
                  <a:pt x="1520" y="477"/>
                  <a:pt x="1523" y="481"/>
                  <a:pt x="1528" y="481"/>
                </a:cubicBezTo>
                <a:cubicBezTo>
                  <a:pt x="1533" y="481"/>
                  <a:pt x="1537" y="477"/>
                  <a:pt x="1537" y="472"/>
                </a:cubicBezTo>
                <a:close/>
                <a:moveTo>
                  <a:pt x="1563" y="472"/>
                </a:moveTo>
                <a:cubicBezTo>
                  <a:pt x="1563" y="467"/>
                  <a:pt x="1559" y="463"/>
                  <a:pt x="1554" y="463"/>
                </a:cubicBezTo>
                <a:cubicBezTo>
                  <a:pt x="1549" y="463"/>
                  <a:pt x="1545" y="467"/>
                  <a:pt x="1545" y="472"/>
                </a:cubicBezTo>
                <a:cubicBezTo>
                  <a:pt x="1545" y="477"/>
                  <a:pt x="1549" y="481"/>
                  <a:pt x="1554" y="481"/>
                </a:cubicBezTo>
                <a:cubicBezTo>
                  <a:pt x="1559" y="481"/>
                  <a:pt x="1563" y="477"/>
                  <a:pt x="1563" y="472"/>
                </a:cubicBezTo>
                <a:close/>
                <a:moveTo>
                  <a:pt x="1588" y="472"/>
                </a:moveTo>
                <a:cubicBezTo>
                  <a:pt x="1588" y="467"/>
                  <a:pt x="1584" y="463"/>
                  <a:pt x="1580" y="463"/>
                </a:cubicBezTo>
                <a:cubicBezTo>
                  <a:pt x="1575" y="463"/>
                  <a:pt x="1571" y="467"/>
                  <a:pt x="1571" y="472"/>
                </a:cubicBezTo>
                <a:cubicBezTo>
                  <a:pt x="1571" y="477"/>
                  <a:pt x="1575" y="481"/>
                  <a:pt x="1580" y="481"/>
                </a:cubicBezTo>
                <a:cubicBezTo>
                  <a:pt x="1584" y="481"/>
                  <a:pt x="1588" y="477"/>
                  <a:pt x="1588" y="472"/>
                </a:cubicBezTo>
                <a:close/>
                <a:moveTo>
                  <a:pt x="1614" y="472"/>
                </a:moveTo>
                <a:cubicBezTo>
                  <a:pt x="1614" y="467"/>
                  <a:pt x="1610" y="463"/>
                  <a:pt x="1605" y="463"/>
                </a:cubicBezTo>
                <a:cubicBezTo>
                  <a:pt x="1601" y="463"/>
                  <a:pt x="1597" y="467"/>
                  <a:pt x="1597" y="472"/>
                </a:cubicBezTo>
                <a:cubicBezTo>
                  <a:pt x="1597" y="477"/>
                  <a:pt x="1601" y="481"/>
                  <a:pt x="1605" y="481"/>
                </a:cubicBezTo>
                <a:cubicBezTo>
                  <a:pt x="1610" y="481"/>
                  <a:pt x="1614" y="477"/>
                  <a:pt x="1614" y="472"/>
                </a:cubicBezTo>
                <a:close/>
                <a:moveTo>
                  <a:pt x="1640" y="472"/>
                </a:moveTo>
                <a:cubicBezTo>
                  <a:pt x="1640" y="467"/>
                  <a:pt x="1636" y="463"/>
                  <a:pt x="1631" y="463"/>
                </a:cubicBezTo>
                <a:cubicBezTo>
                  <a:pt x="1626" y="463"/>
                  <a:pt x="1623" y="467"/>
                  <a:pt x="1623" y="472"/>
                </a:cubicBezTo>
                <a:cubicBezTo>
                  <a:pt x="1623" y="477"/>
                  <a:pt x="1626" y="481"/>
                  <a:pt x="1631" y="481"/>
                </a:cubicBezTo>
                <a:cubicBezTo>
                  <a:pt x="1636" y="481"/>
                  <a:pt x="1640" y="477"/>
                  <a:pt x="1640" y="472"/>
                </a:cubicBezTo>
                <a:close/>
                <a:moveTo>
                  <a:pt x="1666" y="472"/>
                </a:moveTo>
                <a:cubicBezTo>
                  <a:pt x="1666" y="467"/>
                  <a:pt x="1662" y="463"/>
                  <a:pt x="1657" y="463"/>
                </a:cubicBezTo>
                <a:cubicBezTo>
                  <a:pt x="1652" y="463"/>
                  <a:pt x="1648" y="467"/>
                  <a:pt x="1648" y="472"/>
                </a:cubicBezTo>
                <a:cubicBezTo>
                  <a:pt x="1648" y="477"/>
                  <a:pt x="1652" y="481"/>
                  <a:pt x="1657" y="481"/>
                </a:cubicBezTo>
                <a:cubicBezTo>
                  <a:pt x="1662" y="481"/>
                  <a:pt x="1666" y="477"/>
                  <a:pt x="1666" y="472"/>
                </a:cubicBezTo>
                <a:close/>
                <a:moveTo>
                  <a:pt x="1691" y="472"/>
                </a:moveTo>
                <a:cubicBezTo>
                  <a:pt x="1691" y="467"/>
                  <a:pt x="1687" y="463"/>
                  <a:pt x="1683" y="463"/>
                </a:cubicBezTo>
                <a:cubicBezTo>
                  <a:pt x="1678" y="463"/>
                  <a:pt x="1674" y="467"/>
                  <a:pt x="1674" y="472"/>
                </a:cubicBezTo>
                <a:cubicBezTo>
                  <a:pt x="1674" y="477"/>
                  <a:pt x="1678" y="481"/>
                  <a:pt x="1683" y="481"/>
                </a:cubicBezTo>
                <a:cubicBezTo>
                  <a:pt x="1687" y="481"/>
                  <a:pt x="1691" y="477"/>
                  <a:pt x="1691" y="472"/>
                </a:cubicBezTo>
                <a:close/>
                <a:moveTo>
                  <a:pt x="1717" y="472"/>
                </a:moveTo>
                <a:cubicBezTo>
                  <a:pt x="1717" y="467"/>
                  <a:pt x="1713" y="463"/>
                  <a:pt x="1708" y="463"/>
                </a:cubicBezTo>
                <a:cubicBezTo>
                  <a:pt x="1704" y="463"/>
                  <a:pt x="1700" y="467"/>
                  <a:pt x="1700" y="472"/>
                </a:cubicBezTo>
                <a:cubicBezTo>
                  <a:pt x="1700" y="477"/>
                  <a:pt x="1704" y="481"/>
                  <a:pt x="1708" y="481"/>
                </a:cubicBezTo>
                <a:cubicBezTo>
                  <a:pt x="1713" y="481"/>
                  <a:pt x="1717" y="477"/>
                  <a:pt x="1717" y="472"/>
                </a:cubicBezTo>
                <a:close/>
                <a:moveTo>
                  <a:pt x="1743" y="472"/>
                </a:moveTo>
                <a:cubicBezTo>
                  <a:pt x="1743" y="467"/>
                  <a:pt x="1739" y="463"/>
                  <a:pt x="1734" y="463"/>
                </a:cubicBezTo>
                <a:cubicBezTo>
                  <a:pt x="1730" y="463"/>
                  <a:pt x="1726" y="467"/>
                  <a:pt x="1726" y="472"/>
                </a:cubicBezTo>
                <a:cubicBezTo>
                  <a:pt x="1726" y="477"/>
                  <a:pt x="1730" y="481"/>
                  <a:pt x="1734" y="481"/>
                </a:cubicBezTo>
                <a:cubicBezTo>
                  <a:pt x="1739" y="481"/>
                  <a:pt x="1743" y="477"/>
                  <a:pt x="1743" y="472"/>
                </a:cubicBezTo>
                <a:close/>
                <a:moveTo>
                  <a:pt x="1769" y="472"/>
                </a:moveTo>
                <a:cubicBezTo>
                  <a:pt x="1769" y="467"/>
                  <a:pt x="1765" y="463"/>
                  <a:pt x="1760" y="463"/>
                </a:cubicBezTo>
                <a:cubicBezTo>
                  <a:pt x="1755" y="463"/>
                  <a:pt x="1751" y="467"/>
                  <a:pt x="1751" y="472"/>
                </a:cubicBezTo>
                <a:cubicBezTo>
                  <a:pt x="1751" y="477"/>
                  <a:pt x="1755" y="481"/>
                  <a:pt x="1760" y="481"/>
                </a:cubicBezTo>
                <a:cubicBezTo>
                  <a:pt x="1765" y="481"/>
                  <a:pt x="1769" y="477"/>
                  <a:pt x="1769" y="472"/>
                </a:cubicBezTo>
                <a:close/>
                <a:moveTo>
                  <a:pt x="1794" y="472"/>
                </a:moveTo>
                <a:cubicBezTo>
                  <a:pt x="1794" y="467"/>
                  <a:pt x="1791" y="463"/>
                  <a:pt x="1786" y="463"/>
                </a:cubicBezTo>
                <a:cubicBezTo>
                  <a:pt x="1781" y="463"/>
                  <a:pt x="1777" y="467"/>
                  <a:pt x="1777" y="472"/>
                </a:cubicBezTo>
                <a:cubicBezTo>
                  <a:pt x="1777" y="477"/>
                  <a:pt x="1781" y="481"/>
                  <a:pt x="1786" y="481"/>
                </a:cubicBezTo>
                <a:cubicBezTo>
                  <a:pt x="1791" y="481"/>
                  <a:pt x="1794" y="477"/>
                  <a:pt x="1794" y="472"/>
                </a:cubicBezTo>
                <a:close/>
                <a:moveTo>
                  <a:pt x="1820" y="472"/>
                </a:moveTo>
                <a:cubicBezTo>
                  <a:pt x="1820" y="467"/>
                  <a:pt x="1816" y="463"/>
                  <a:pt x="1812" y="463"/>
                </a:cubicBezTo>
                <a:cubicBezTo>
                  <a:pt x="1807" y="463"/>
                  <a:pt x="1803" y="467"/>
                  <a:pt x="1803" y="472"/>
                </a:cubicBezTo>
                <a:cubicBezTo>
                  <a:pt x="1803" y="477"/>
                  <a:pt x="1807" y="481"/>
                  <a:pt x="1812" y="481"/>
                </a:cubicBezTo>
                <a:cubicBezTo>
                  <a:pt x="1816" y="481"/>
                  <a:pt x="1820" y="477"/>
                  <a:pt x="1820" y="472"/>
                </a:cubicBezTo>
                <a:close/>
                <a:moveTo>
                  <a:pt x="1846" y="472"/>
                </a:moveTo>
                <a:cubicBezTo>
                  <a:pt x="1846" y="467"/>
                  <a:pt x="1842" y="463"/>
                  <a:pt x="1837" y="463"/>
                </a:cubicBezTo>
                <a:cubicBezTo>
                  <a:pt x="1833" y="463"/>
                  <a:pt x="1829" y="467"/>
                  <a:pt x="1829" y="472"/>
                </a:cubicBezTo>
                <a:cubicBezTo>
                  <a:pt x="1829" y="477"/>
                  <a:pt x="1833" y="481"/>
                  <a:pt x="1837" y="481"/>
                </a:cubicBezTo>
                <a:cubicBezTo>
                  <a:pt x="1842" y="481"/>
                  <a:pt x="1846" y="477"/>
                  <a:pt x="1846" y="472"/>
                </a:cubicBezTo>
                <a:close/>
                <a:moveTo>
                  <a:pt x="1872" y="472"/>
                </a:moveTo>
                <a:cubicBezTo>
                  <a:pt x="1872" y="467"/>
                  <a:pt x="1868" y="463"/>
                  <a:pt x="1863" y="463"/>
                </a:cubicBezTo>
                <a:cubicBezTo>
                  <a:pt x="1858" y="463"/>
                  <a:pt x="1854" y="467"/>
                  <a:pt x="1854" y="472"/>
                </a:cubicBezTo>
                <a:cubicBezTo>
                  <a:pt x="1854" y="477"/>
                  <a:pt x="1858" y="481"/>
                  <a:pt x="1863" y="481"/>
                </a:cubicBezTo>
                <a:cubicBezTo>
                  <a:pt x="1868" y="481"/>
                  <a:pt x="1872" y="477"/>
                  <a:pt x="1872" y="472"/>
                </a:cubicBezTo>
                <a:close/>
                <a:moveTo>
                  <a:pt x="1897" y="472"/>
                </a:moveTo>
                <a:cubicBezTo>
                  <a:pt x="1897" y="467"/>
                  <a:pt x="1894" y="463"/>
                  <a:pt x="1889" y="463"/>
                </a:cubicBezTo>
                <a:cubicBezTo>
                  <a:pt x="1884" y="463"/>
                  <a:pt x="1880" y="467"/>
                  <a:pt x="1880" y="472"/>
                </a:cubicBezTo>
                <a:cubicBezTo>
                  <a:pt x="1880" y="477"/>
                  <a:pt x="1884" y="481"/>
                  <a:pt x="1889" y="481"/>
                </a:cubicBezTo>
                <a:cubicBezTo>
                  <a:pt x="1894" y="481"/>
                  <a:pt x="1897" y="477"/>
                  <a:pt x="1897" y="472"/>
                </a:cubicBezTo>
                <a:close/>
                <a:moveTo>
                  <a:pt x="1923" y="472"/>
                </a:moveTo>
                <a:cubicBezTo>
                  <a:pt x="1923" y="467"/>
                  <a:pt x="1919" y="463"/>
                  <a:pt x="1915" y="463"/>
                </a:cubicBezTo>
                <a:cubicBezTo>
                  <a:pt x="1910" y="463"/>
                  <a:pt x="1906" y="467"/>
                  <a:pt x="1906" y="472"/>
                </a:cubicBezTo>
                <a:cubicBezTo>
                  <a:pt x="1906" y="477"/>
                  <a:pt x="1910" y="481"/>
                  <a:pt x="1915" y="481"/>
                </a:cubicBezTo>
                <a:cubicBezTo>
                  <a:pt x="1919" y="481"/>
                  <a:pt x="1923" y="477"/>
                  <a:pt x="1923" y="472"/>
                </a:cubicBezTo>
                <a:close/>
                <a:moveTo>
                  <a:pt x="1949" y="472"/>
                </a:moveTo>
                <a:cubicBezTo>
                  <a:pt x="1949" y="467"/>
                  <a:pt x="1945" y="463"/>
                  <a:pt x="1940" y="463"/>
                </a:cubicBezTo>
                <a:cubicBezTo>
                  <a:pt x="1936" y="463"/>
                  <a:pt x="1932" y="467"/>
                  <a:pt x="1932" y="472"/>
                </a:cubicBezTo>
                <a:cubicBezTo>
                  <a:pt x="1932" y="477"/>
                  <a:pt x="1936" y="481"/>
                  <a:pt x="1940" y="481"/>
                </a:cubicBezTo>
                <a:cubicBezTo>
                  <a:pt x="1945" y="481"/>
                  <a:pt x="1949" y="477"/>
                  <a:pt x="1949" y="472"/>
                </a:cubicBezTo>
                <a:close/>
                <a:moveTo>
                  <a:pt x="1975" y="472"/>
                </a:moveTo>
                <a:cubicBezTo>
                  <a:pt x="1975" y="467"/>
                  <a:pt x="1971" y="463"/>
                  <a:pt x="1966" y="463"/>
                </a:cubicBezTo>
                <a:cubicBezTo>
                  <a:pt x="1961" y="463"/>
                  <a:pt x="1957" y="467"/>
                  <a:pt x="1957" y="472"/>
                </a:cubicBezTo>
                <a:cubicBezTo>
                  <a:pt x="1957" y="477"/>
                  <a:pt x="1961" y="481"/>
                  <a:pt x="1966" y="481"/>
                </a:cubicBezTo>
                <a:cubicBezTo>
                  <a:pt x="1971" y="481"/>
                  <a:pt x="1975" y="477"/>
                  <a:pt x="1975" y="472"/>
                </a:cubicBezTo>
                <a:close/>
                <a:moveTo>
                  <a:pt x="2000" y="472"/>
                </a:moveTo>
                <a:cubicBezTo>
                  <a:pt x="2000" y="467"/>
                  <a:pt x="1997" y="463"/>
                  <a:pt x="1992" y="463"/>
                </a:cubicBezTo>
                <a:cubicBezTo>
                  <a:pt x="1987" y="463"/>
                  <a:pt x="1983" y="467"/>
                  <a:pt x="1983" y="472"/>
                </a:cubicBezTo>
                <a:cubicBezTo>
                  <a:pt x="1983" y="477"/>
                  <a:pt x="1987" y="481"/>
                  <a:pt x="1992" y="481"/>
                </a:cubicBezTo>
                <a:cubicBezTo>
                  <a:pt x="1997" y="481"/>
                  <a:pt x="2000" y="477"/>
                  <a:pt x="2000" y="472"/>
                </a:cubicBezTo>
                <a:close/>
                <a:moveTo>
                  <a:pt x="2026" y="472"/>
                </a:moveTo>
                <a:cubicBezTo>
                  <a:pt x="2026" y="467"/>
                  <a:pt x="2022" y="463"/>
                  <a:pt x="2018" y="463"/>
                </a:cubicBezTo>
                <a:cubicBezTo>
                  <a:pt x="2013" y="463"/>
                  <a:pt x="2009" y="467"/>
                  <a:pt x="2009" y="472"/>
                </a:cubicBezTo>
                <a:cubicBezTo>
                  <a:pt x="2009" y="477"/>
                  <a:pt x="2013" y="481"/>
                  <a:pt x="2018" y="481"/>
                </a:cubicBezTo>
                <a:cubicBezTo>
                  <a:pt x="2022" y="481"/>
                  <a:pt x="2026" y="477"/>
                  <a:pt x="2026" y="472"/>
                </a:cubicBezTo>
                <a:close/>
                <a:moveTo>
                  <a:pt x="2052" y="472"/>
                </a:moveTo>
                <a:cubicBezTo>
                  <a:pt x="2052" y="467"/>
                  <a:pt x="2048" y="463"/>
                  <a:pt x="2043" y="463"/>
                </a:cubicBezTo>
                <a:cubicBezTo>
                  <a:pt x="2039" y="463"/>
                  <a:pt x="2035" y="467"/>
                  <a:pt x="2035" y="472"/>
                </a:cubicBezTo>
                <a:cubicBezTo>
                  <a:pt x="2035" y="477"/>
                  <a:pt x="2039" y="481"/>
                  <a:pt x="2043" y="481"/>
                </a:cubicBezTo>
                <a:cubicBezTo>
                  <a:pt x="2048" y="481"/>
                  <a:pt x="2052" y="477"/>
                  <a:pt x="2052" y="472"/>
                </a:cubicBezTo>
                <a:close/>
                <a:moveTo>
                  <a:pt x="2078" y="472"/>
                </a:moveTo>
                <a:cubicBezTo>
                  <a:pt x="2078" y="467"/>
                  <a:pt x="2074" y="463"/>
                  <a:pt x="2069" y="463"/>
                </a:cubicBezTo>
                <a:cubicBezTo>
                  <a:pt x="2064" y="463"/>
                  <a:pt x="2061" y="467"/>
                  <a:pt x="2061" y="472"/>
                </a:cubicBezTo>
                <a:cubicBezTo>
                  <a:pt x="2061" y="477"/>
                  <a:pt x="2064" y="481"/>
                  <a:pt x="2069" y="481"/>
                </a:cubicBezTo>
                <a:cubicBezTo>
                  <a:pt x="2074" y="481"/>
                  <a:pt x="2078" y="477"/>
                  <a:pt x="2078" y="472"/>
                </a:cubicBezTo>
                <a:close/>
                <a:moveTo>
                  <a:pt x="2103" y="472"/>
                </a:moveTo>
                <a:cubicBezTo>
                  <a:pt x="2103" y="467"/>
                  <a:pt x="2100" y="463"/>
                  <a:pt x="2095" y="463"/>
                </a:cubicBezTo>
                <a:cubicBezTo>
                  <a:pt x="2090" y="463"/>
                  <a:pt x="2086" y="467"/>
                  <a:pt x="2086" y="472"/>
                </a:cubicBezTo>
                <a:cubicBezTo>
                  <a:pt x="2086" y="477"/>
                  <a:pt x="2090" y="481"/>
                  <a:pt x="2095" y="481"/>
                </a:cubicBezTo>
                <a:cubicBezTo>
                  <a:pt x="2100" y="481"/>
                  <a:pt x="2103" y="477"/>
                  <a:pt x="2103" y="472"/>
                </a:cubicBezTo>
                <a:close/>
                <a:moveTo>
                  <a:pt x="2129" y="472"/>
                </a:moveTo>
                <a:cubicBezTo>
                  <a:pt x="2129" y="467"/>
                  <a:pt x="2125" y="463"/>
                  <a:pt x="2121" y="463"/>
                </a:cubicBezTo>
                <a:cubicBezTo>
                  <a:pt x="2116" y="463"/>
                  <a:pt x="2112" y="467"/>
                  <a:pt x="2112" y="472"/>
                </a:cubicBezTo>
                <a:cubicBezTo>
                  <a:pt x="2112" y="477"/>
                  <a:pt x="2116" y="481"/>
                  <a:pt x="2121" y="481"/>
                </a:cubicBezTo>
                <a:cubicBezTo>
                  <a:pt x="2125" y="481"/>
                  <a:pt x="2129" y="477"/>
                  <a:pt x="2129" y="472"/>
                </a:cubicBezTo>
                <a:close/>
                <a:moveTo>
                  <a:pt x="2155" y="472"/>
                </a:moveTo>
                <a:cubicBezTo>
                  <a:pt x="2155" y="467"/>
                  <a:pt x="2151" y="463"/>
                  <a:pt x="2146" y="463"/>
                </a:cubicBezTo>
                <a:cubicBezTo>
                  <a:pt x="2142" y="463"/>
                  <a:pt x="2138" y="467"/>
                  <a:pt x="2138" y="472"/>
                </a:cubicBezTo>
                <a:cubicBezTo>
                  <a:pt x="2138" y="477"/>
                  <a:pt x="2142" y="481"/>
                  <a:pt x="2146" y="481"/>
                </a:cubicBezTo>
                <a:cubicBezTo>
                  <a:pt x="2151" y="481"/>
                  <a:pt x="2155" y="477"/>
                  <a:pt x="2155" y="472"/>
                </a:cubicBezTo>
                <a:close/>
                <a:moveTo>
                  <a:pt x="2181" y="472"/>
                </a:moveTo>
                <a:cubicBezTo>
                  <a:pt x="2181" y="467"/>
                  <a:pt x="2177" y="463"/>
                  <a:pt x="2172" y="463"/>
                </a:cubicBezTo>
                <a:cubicBezTo>
                  <a:pt x="2167" y="463"/>
                  <a:pt x="2164" y="467"/>
                  <a:pt x="2164" y="472"/>
                </a:cubicBezTo>
                <a:cubicBezTo>
                  <a:pt x="2164" y="477"/>
                  <a:pt x="2167" y="481"/>
                  <a:pt x="2172" y="481"/>
                </a:cubicBezTo>
                <a:cubicBezTo>
                  <a:pt x="2177" y="481"/>
                  <a:pt x="2181" y="477"/>
                  <a:pt x="2181" y="472"/>
                </a:cubicBezTo>
                <a:close/>
                <a:moveTo>
                  <a:pt x="2207" y="472"/>
                </a:moveTo>
                <a:cubicBezTo>
                  <a:pt x="2207" y="467"/>
                  <a:pt x="2203" y="463"/>
                  <a:pt x="2198" y="463"/>
                </a:cubicBezTo>
                <a:cubicBezTo>
                  <a:pt x="2193" y="463"/>
                  <a:pt x="2189" y="467"/>
                  <a:pt x="2189" y="472"/>
                </a:cubicBezTo>
                <a:cubicBezTo>
                  <a:pt x="2189" y="477"/>
                  <a:pt x="2193" y="481"/>
                  <a:pt x="2198" y="481"/>
                </a:cubicBezTo>
                <a:cubicBezTo>
                  <a:pt x="2203" y="481"/>
                  <a:pt x="2207" y="477"/>
                  <a:pt x="2207" y="472"/>
                </a:cubicBezTo>
                <a:close/>
                <a:moveTo>
                  <a:pt x="2232" y="472"/>
                </a:moveTo>
                <a:cubicBezTo>
                  <a:pt x="2232" y="467"/>
                  <a:pt x="2228" y="463"/>
                  <a:pt x="2224" y="463"/>
                </a:cubicBezTo>
                <a:cubicBezTo>
                  <a:pt x="2219" y="463"/>
                  <a:pt x="2215" y="467"/>
                  <a:pt x="2215" y="472"/>
                </a:cubicBezTo>
                <a:cubicBezTo>
                  <a:pt x="2215" y="477"/>
                  <a:pt x="2219" y="481"/>
                  <a:pt x="2224" y="481"/>
                </a:cubicBezTo>
                <a:cubicBezTo>
                  <a:pt x="2228" y="481"/>
                  <a:pt x="2232" y="477"/>
                  <a:pt x="2232" y="472"/>
                </a:cubicBezTo>
                <a:close/>
                <a:moveTo>
                  <a:pt x="2258" y="472"/>
                </a:moveTo>
                <a:cubicBezTo>
                  <a:pt x="2258" y="467"/>
                  <a:pt x="2254" y="463"/>
                  <a:pt x="2249" y="463"/>
                </a:cubicBezTo>
                <a:cubicBezTo>
                  <a:pt x="2245" y="463"/>
                  <a:pt x="2241" y="467"/>
                  <a:pt x="2241" y="472"/>
                </a:cubicBezTo>
                <a:cubicBezTo>
                  <a:pt x="2241" y="477"/>
                  <a:pt x="2245" y="481"/>
                  <a:pt x="2249" y="481"/>
                </a:cubicBezTo>
                <a:cubicBezTo>
                  <a:pt x="2254" y="481"/>
                  <a:pt x="2258" y="477"/>
                  <a:pt x="2258" y="472"/>
                </a:cubicBezTo>
                <a:close/>
                <a:moveTo>
                  <a:pt x="2284" y="472"/>
                </a:moveTo>
                <a:cubicBezTo>
                  <a:pt x="2284" y="467"/>
                  <a:pt x="2280" y="463"/>
                  <a:pt x="2275" y="463"/>
                </a:cubicBezTo>
                <a:cubicBezTo>
                  <a:pt x="2270" y="463"/>
                  <a:pt x="2267" y="467"/>
                  <a:pt x="2267" y="472"/>
                </a:cubicBezTo>
                <a:cubicBezTo>
                  <a:pt x="2267" y="477"/>
                  <a:pt x="2270" y="481"/>
                  <a:pt x="2275" y="481"/>
                </a:cubicBezTo>
                <a:cubicBezTo>
                  <a:pt x="2280" y="481"/>
                  <a:pt x="2284" y="477"/>
                  <a:pt x="2284" y="472"/>
                </a:cubicBezTo>
                <a:close/>
                <a:moveTo>
                  <a:pt x="2310" y="472"/>
                </a:moveTo>
                <a:cubicBezTo>
                  <a:pt x="2310" y="467"/>
                  <a:pt x="2306" y="463"/>
                  <a:pt x="2301" y="463"/>
                </a:cubicBezTo>
                <a:cubicBezTo>
                  <a:pt x="2296" y="463"/>
                  <a:pt x="2292" y="467"/>
                  <a:pt x="2292" y="472"/>
                </a:cubicBezTo>
                <a:cubicBezTo>
                  <a:pt x="2292" y="477"/>
                  <a:pt x="2296" y="481"/>
                  <a:pt x="2301" y="481"/>
                </a:cubicBezTo>
                <a:cubicBezTo>
                  <a:pt x="2306" y="481"/>
                  <a:pt x="2310" y="477"/>
                  <a:pt x="2310" y="472"/>
                </a:cubicBezTo>
                <a:close/>
                <a:moveTo>
                  <a:pt x="2335" y="472"/>
                </a:moveTo>
                <a:cubicBezTo>
                  <a:pt x="2335" y="467"/>
                  <a:pt x="2331" y="463"/>
                  <a:pt x="2327" y="463"/>
                </a:cubicBezTo>
                <a:cubicBezTo>
                  <a:pt x="2322" y="463"/>
                  <a:pt x="2318" y="467"/>
                  <a:pt x="2318" y="472"/>
                </a:cubicBezTo>
                <a:cubicBezTo>
                  <a:pt x="2318" y="477"/>
                  <a:pt x="2322" y="481"/>
                  <a:pt x="2327" y="481"/>
                </a:cubicBezTo>
                <a:cubicBezTo>
                  <a:pt x="2331" y="481"/>
                  <a:pt x="2335" y="477"/>
                  <a:pt x="2335" y="472"/>
                </a:cubicBezTo>
                <a:close/>
                <a:moveTo>
                  <a:pt x="2361" y="472"/>
                </a:moveTo>
                <a:cubicBezTo>
                  <a:pt x="2361" y="467"/>
                  <a:pt x="2357" y="463"/>
                  <a:pt x="2352" y="463"/>
                </a:cubicBezTo>
                <a:cubicBezTo>
                  <a:pt x="2348" y="463"/>
                  <a:pt x="2344" y="467"/>
                  <a:pt x="2344" y="472"/>
                </a:cubicBezTo>
                <a:cubicBezTo>
                  <a:pt x="2344" y="477"/>
                  <a:pt x="2348" y="481"/>
                  <a:pt x="2352" y="481"/>
                </a:cubicBezTo>
                <a:cubicBezTo>
                  <a:pt x="2357" y="481"/>
                  <a:pt x="2361" y="477"/>
                  <a:pt x="2361" y="472"/>
                </a:cubicBezTo>
                <a:close/>
                <a:moveTo>
                  <a:pt x="2387" y="472"/>
                </a:moveTo>
                <a:cubicBezTo>
                  <a:pt x="2387" y="467"/>
                  <a:pt x="2383" y="463"/>
                  <a:pt x="2378" y="463"/>
                </a:cubicBezTo>
                <a:cubicBezTo>
                  <a:pt x="2373" y="463"/>
                  <a:pt x="2370" y="467"/>
                  <a:pt x="2370" y="472"/>
                </a:cubicBezTo>
                <a:cubicBezTo>
                  <a:pt x="2370" y="477"/>
                  <a:pt x="2373" y="481"/>
                  <a:pt x="2378" y="481"/>
                </a:cubicBezTo>
                <a:cubicBezTo>
                  <a:pt x="2383" y="481"/>
                  <a:pt x="2387" y="477"/>
                  <a:pt x="2387" y="472"/>
                </a:cubicBezTo>
                <a:close/>
                <a:moveTo>
                  <a:pt x="2413" y="472"/>
                </a:moveTo>
                <a:cubicBezTo>
                  <a:pt x="2413" y="467"/>
                  <a:pt x="2409" y="463"/>
                  <a:pt x="2404" y="463"/>
                </a:cubicBezTo>
                <a:cubicBezTo>
                  <a:pt x="2399" y="463"/>
                  <a:pt x="2395" y="467"/>
                  <a:pt x="2395" y="472"/>
                </a:cubicBezTo>
                <a:cubicBezTo>
                  <a:pt x="2395" y="477"/>
                  <a:pt x="2399" y="481"/>
                  <a:pt x="2404" y="481"/>
                </a:cubicBezTo>
                <a:cubicBezTo>
                  <a:pt x="2409" y="481"/>
                  <a:pt x="2413" y="477"/>
                  <a:pt x="2413" y="472"/>
                </a:cubicBezTo>
                <a:close/>
                <a:moveTo>
                  <a:pt x="2438" y="472"/>
                </a:moveTo>
                <a:cubicBezTo>
                  <a:pt x="2438" y="467"/>
                  <a:pt x="2434" y="463"/>
                  <a:pt x="2430" y="463"/>
                </a:cubicBezTo>
                <a:cubicBezTo>
                  <a:pt x="2425" y="463"/>
                  <a:pt x="2421" y="467"/>
                  <a:pt x="2421" y="472"/>
                </a:cubicBezTo>
                <a:cubicBezTo>
                  <a:pt x="2421" y="477"/>
                  <a:pt x="2425" y="481"/>
                  <a:pt x="2430" y="481"/>
                </a:cubicBezTo>
                <a:cubicBezTo>
                  <a:pt x="2434" y="481"/>
                  <a:pt x="2438" y="477"/>
                  <a:pt x="2438" y="472"/>
                </a:cubicBezTo>
                <a:close/>
                <a:moveTo>
                  <a:pt x="2541" y="472"/>
                </a:moveTo>
                <a:cubicBezTo>
                  <a:pt x="2541" y="467"/>
                  <a:pt x="2538" y="463"/>
                  <a:pt x="2533" y="463"/>
                </a:cubicBezTo>
                <a:cubicBezTo>
                  <a:pt x="2528" y="463"/>
                  <a:pt x="2524" y="467"/>
                  <a:pt x="2524" y="472"/>
                </a:cubicBezTo>
                <a:cubicBezTo>
                  <a:pt x="2524" y="477"/>
                  <a:pt x="2528" y="481"/>
                  <a:pt x="2533" y="481"/>
                </a:cubicBezTo>
                <a:cubicBezTo>
                  <a:pt x="2538" y="481"/>
                  <a:pt x="2541" y="477"/>
                  <a:pt x="2541" y="472"/>
                </a:cubicBezTo>
                <a:close/>
                <a:moveTo>
                  <a:pt x="2567" y="472"/>
                </a:moveTo>
                <a:cubicBezTo>
                  <a:pt x="2567" y="467"/>
                  <a:pt x="2563" y="463"/>
                  <a:pt x="2559" y="463"/>
                </a:cubicBezTo>
                <a:cubicBezTo>
                  <a:pt x="2554" y="463"/>
                  <a:pt x="2550" y="467"/>
                  <a:pt x="2550" y="472"/>
                </a:cubicBezTo>
                <a:cubicBezTo>
                  <a:pt x="2550" y="477"/>
                  <a:pt x="2554" y="481"/>
                  <a:pt x="2559" y="481"/>
                </a:cubicBezTo>
                <a:cubicBezTo>
                  <a:pt x="2563" y="481"/>
                  <a:pt x="2567" y="477"/>
                  <a:pt x="2567" y="472"/>
                </a:cubicBezTo>
                <a:close/>
                <a:moveTo>
                  <a:pt x="17" y="498"/>
                </a:moveTo>
                <a:cubicBezTo>
                  <a:pt x="17" y="493"/>
                  <a:pt x="13" y="489"/>
                  <a:pt x="8" y="489"/>
                </a:cubicBezTo>
                <a:cubicBezTo>
                  <a:pt x="4" y="489"/>
                  <a:pt x="0" y="493"/>
                  <a:pt x="0" y="498"/>
                </a:cubicBezTo>
                <a:cubicBezTo>
                  <a:pt x="0" y="502"/>
                  <a:pt x="4" y="506"/>
                  <a:pt x="8" y="506"/>
                </a:cubicBezTo>
                <a:cubicBezTo>
                  <a:pt x="13" y="506"/>
                  <a:pt x="17" y="502"/>
                  <a:pt x="17" y="498"/>
                </a:cubicBezTo>
                <a:close/>
                <a:moveTo>
                  <a:pt x="43" y="498"/>
                </a:moveTo>
                <a:cubicBezTo>
                  <a:pt x="43" y="493"/>
                  <a:pt x="39" y="489"/>
                  <a:pt x="34" y="489"/>
                </a:cubicBezTo>
                <a:cubicBezTo>
                  <a:pt x="29" y="489"/>
                  <a:pt x="26" y="493"/>
                  <a:pt x="26" y="498"/>
                </a:cubicBezTo>
                <a:cubicBezTo>
                  <a:pt x="26" y="502"/>
                  <a:pt x="29" y="506"/>
                  <a:pt x="34" y="506"/>
                </a:cubicBezTo>
                <a:cubicBezTo>
                  <a:pt x="39" y="506"/>
                  <a:pt x="43" y="502"/>
                  <a:pt x="43" y="498"/>
                </a:cubicBezTo>
                <a:close/>
                <a:moveTo>
                  <a:pt x="69" y="498"/>
                </a:moveTo>
                <a:cubicBezTo>
                  <a:pt x="69" y="493"/>
                  <a:pt x="65" y="489"/>
                  <a:pt x="60" y="489"/>
                </a:cubicBezTo>
                <a:cubicBezTo>
                  <a:pt x="55" y="489"/>
                  <a:pt x="51" y="493"/>
                  <a:pt x="51" y="498"/>
                </a:cubicBezTo>
                <a:cubicBezTo>
                  <a:pt x="51" y="502"/>
                  <a:pt x="55" y="506"/>
                  <a:pt x="60" y="506"/>
                </a:cubicBezTo>
                <a:cubicBezTo>
                  <a:pt x="65" y="506"/>
                  <a:pt x="69" y="502"/>
                  <a:pt x="69" y="498"/>
                </a:cubicBezTo>
                <a:close/>
                <a:moveTo>
                  <a:pt x="94" y="498"/>
                </a:moveTo>
                <a:cubicBezTo>
                  <a:pt x="94" y="493"/>
                  <a:pt x="90" y="489"/>
                  <a:pt x="86" y="489"/>
                </a:cubicBezTo>
                <a:cubicBezTo>
                  <a:pt x="81" y="489"/>
                  <a:pt x="77" y="493"/>
                  <a:pt x="77" y="498"/>
                </a:cubicBezTo>
                <a:cubicBezTo>
                  <a:pt x="77" y="502"/>
                  <a:pt x="81" y="506"/>
                  <a:pt x="86" y="506"/>
                </a:cubicBezTo>
                <a:cubicBezTo>
                  <a:pt x="90" y="506"/>
                  <a:pt x="94" y="502"/>
                  <a:pt x="94" y="498"/>
                </a:cubicBezTo>
                <a:close/>
                <a:moveTo>
                  <a:pt x="120" y="498"/>
                </a:moveTo>
                <a:cubicBezTo>
                  <a:pt x="120" y="493"/>
                  <a:pt x="116" y="489"/>
                  <a:pt x="111" y="489"/>
                </a:cubicBezTo>
                <a:cubicBezTo>
                  <a:pt x="107" y="489"/>
                  <a:pt x="103" y="493"/>
                  <a:pt x="103" y="498"/>
                </a:cubicBezTo>
                <a:cubicBezTo>
                  <a:pt x="103" y="502"/>
                  <a:pt x="107" y="506"/>
                  <a:pt x="111" y="506"/>
                </a:cubicBezTo>
                <a:cubicBezTo>
                  <a:pt x="116" y="506"/>
                  <a:pt x="120" y="502"/>
                  <a:pt x="120" y="498"/>
                </a:cubicBezTo>
                <a:close/>
                <a:moveTo>
                  <a:pt x="146" y="498"/>
                </a:moveTo>
                <a:cubicBezTo>
                  <a:pt x="146" y="493"/>
                  <a:pt x="142" y="489"/>
                  <a:pt x="137" y="489"/>
                </a:cubicBezTo>
                <a:cubicBezTo>
                  <a:pt x="132" y="489"/>
                  <a:pt x="129" y="493"/>
                  <a:pt x="129" y="498"/>
                </a:cubicBezTo>
                <a:cubicBezTo>
                  <a:pt x="129" y="502"/>
                  <a:pt x="132" y="506"/>
                  <a:pt x="137" y="506"/>
                </a:cubicBezTo>
                <a:cubicBezTo>
                  <a:pt x="142" y="506"/>
                  <a:pt x="146" y="502"/>
                  <a:pt x="146" y="498"/>
                </a:cubicBezTo>
                <a:close/>
                <a:moveTo>
                  <a:pt x="172" y="498"/>
                </a:moveTo>
                <a:cubicBezTo>
                  <a:pt x="172" y="493"/>
                  <a:pt x="168" y="489"/>
                  <a:pt x="163" y="489"/>
                </a:cubicBezTo>
                <a:cubicBezTo>
                  <a:pt x="158" y="489"/>
                  <a:pt x="154" y="493"/>
                  <a:pt x="154" y="498"/>
                </a:cubicBezTo>
                <a:cubicBezTo>
                  <a:pt x="154" y="502"/>
                  <a:pt x="158" y="506"/>
                  <a:pt x="163" y="506"/>
                </a:cubicBezTo>
                <a:cubicBezTo>
                  <a:pt x="168" y="506"/>
                  <a:pt x="172" y="502"/>
                  <a:pt x="172" y="498"/>
                </a:cubicBezTo>
                <a:close/>
                <a:moveTo>
                  <a:pt x="197" y="498"/>
                </a:moveTo>
                <a:cubicBezTo>
                  <a:pt x="197" y="493"/>
                  <a:pt x="193" y="489"/>
                  <a:pt x="189" y="489"/>
                </a:cubicBezTo>
                <a:cubicBezTo>
                  <a:pt x="184" y="489"/>
                  <a:pt x="180" y="493"/>
                  <a:pt x="180" y="498"/>
                </a:cubicBezTo>
                <a:cubicBezTo>
                  <a:pt x="180" y="502"/>
                  <a:pt x="184" y="506"/>
                  <a:pt x="189" y="506"/>
                </a:cubicBezTo>
                <a:cubicBezTo>
                  <a:pt x="193" y="506"/>
                  <a:pt x="197" y="502"/>
                  <a:pt x="197" y="498"/>
                </a:cubicBezTo>
                <a:close/>
                <a:moveTo>
                  <a:pt x="223" y="498"/>
                </a:moveTo>
                <a:cubicBezTo>
                  <a:pt x="223" y="493"/>
                  <a:pt x="219" y="489"/>
                  <a:pt x="214" y="489"/>
                </a:cubicBezTo>
                <a:cubicBezTo>
                  <a:pt x="210" y="489"/>
                  <a:pt x="206" y="493"/>
                  <a:pt x="206" y="498"/>
                </a:cubicBezTo>
                <a:cubicBezTo>
                  <a:pt x="206" y="502"/>
                  <a:pt x="210" y="506"/>
                  <a:pt x="214" y="506"/>
                </a:cubicBezTo>
                <a:cubicBezTo>
                  <a:pt x="219" y="506"/>
                  <a:pt x="223" y="502"/>
                  <a:pt x="223" y="498"/>
                </a:cubicBezTo>
                <a:close/>
                <a:moveTo>
                  <a:pt x="249" y="498"/>
                </a:moveTo>
                <a:cubicBezTo>
                  <a:pt x="249" y="493"/>
                  <a:pt x="245" y="489"/>
                  <a:pt x="240" y="489"/>
                </a:cubicBezTo>
                <a:cubicBezTo>
                  <a:pt x="236" y="489"/>
                  <a:pt x="232" y="493"/>
                  <a:pt x="232" y="498"/>
                </a:cubicBezTo>
                <a:cubicBezTo>
                  <a:pt x="232" y="502"/>
                  <a:pt x="236" y="506"/>
                  <a:pt x="240" y="506"/>
                </a:cubicBezTo>
                <a:cubicBezTo>
                  <a:pt x="245" y="506"/>
                  <a:pt x="249" y="502"/>
                  <a:pt x="249" y="498"/>
                </a:cubicBezTo>
                <a:close/>
                <a:moveTo>
                  <a:pt x="275" y="498"/>
                </a:moveTo>
                <a:cubicBezTo>
                  <a:pt x="275" y="493"/>
                  <a:pt x="271" y="489"/>
                  <a:pt x="266" y="489"/>
                </a:cubicBezTo>
                <a:cubicBezTo>
                  <a:pt x="261" y="489"/>
                  <a:pt x="257" y="493"/>
                  <a:pt x="257" y="498"/>
                </a:cubicBezTo>
                <a:cubicBezTo>
                  <a:pt x="257" y="502"/>
                  <a:pt x="261" y="506"/>
                  <a:pt x="266" y="506"/>
                </a:cubicBezTo>
                <a:cubicBezTo>
                  <a:pt x="271" y="506"/>
                  <a:pt x="275" y="502"/>
                  <a:pt x="275" y="498"/>
                </a:cubicBezTo>
                <a:close/>
                <a:moveTo>
                  <a:pt x="300" y="498"/>
                </a:moveTo>
                <a:cubicBezTo>
                  <a:pt x="300" y="493"/>
                  <a:pt x="297" y="489"/>
                  <a:pt x="292" y="489"/>
                </a:cubicBezTo>
                <a:cubicBezTo>
                  <a:pt x="287" y="489"/>
                  <a:pt x="283" y="493"/>
                  <a:pt x="283" y="498"/>
                </a:cubicBezTo>
                <a:cubicBezTo>
                  <a:pt x="283" y="502"/>
                  <a:pt x="287" y="506"/>
                  <a:pt x="292" y="506"/>
                </a:cubicBezTo>
                <a:cubicBezTo>
                  <a:pt x="297" y="506"/>
                  <a:pt x="300" y="502"/>
                  <a:pt x="300" y="498"/>
                </a:cubicBezTo>
                <a:close/>
                <a:moveTo>
                  <a:pt x="326" y="498"/>
                </a:moveTo>
                <a:cubicBezTo>
                  <a:pt x="326" y="493"/>
                  <a:pt x="322" y="489"/>
                  <a:pt x="318" y="489"/>
                </a:cubicBezTo>
                <a:cubicBezTo>
                  <a:pt x="313" y="489"/>
                  <a:pt x="309" y="493"/>
                  <a:pt x="309" y="498"/>
                </a:cubicBezTo>
                <a:cubicBezTo>
                  <a:pt x="309" y="502"/>
                  <a:pt x="313" y="506"/>
                  <a:pt x="318" y="506"/>
                </a:cubicBezTo>
                <a:cubicBezTo>
                  <a:pt x="322" y="506"/>
                  <a:pt x="326" y="502"/>
                  <a:pt x="326" y="498"/>
                </a:cubicBezTo>
                <a:close/>
                <a:moveTo>
                  <a:pt x="352" y="498"/>
                </a:moveTo>
                <a:cubicBezTo>
                  <a:pt x="352" y="493"/>
                  <a:pt x="348" y="489"/>
                  <a:pt x="343" y="489"/>
                </a:cubicBezTo>
                <a:cubicBezTo>
                  <a:pt x="339" y="489"/>
                  <a:pt x="335" y="493"/>
                  <a:pt x="335" y="498"/>
                </a:cubicBezTo>
                <a:cubicBezTo>
                  <a:pt x="335" y="502"/>
                  <a:pt x="339" y="506"/>
                  <a:pt x="343" y="506"/>
                </a:cubicBezTo>
                <a:cubicBezTo>
                  <a:pt x="348" y="506"/>
                  <a:pt x="352" y="502"/>
                  <a:pt x="352" y="498"/>
                </a:cubicBezTo>
                <a:close/>
                <a:moveTo>
                  <a:pt x="378" y="498"/>
                </a:moveTo>
                <a:cubicBezTo>
                  <a:pt x="378" y="493"/>
                  <a:pt x="374" y="489"/>
                  <a:pt x="369" y="489"/>
                </a:cubicBezTo>
                <a:cubicBezTo>
                  <a:pt x="364" y="489"/>
                  <a:pt x="360" y="493"/>
                  <a:pt x="360" y="498"/>
                </a:cubicBezTo>
                <a:cubicBezTo>
                  <a:pt x="360" y="502"/>
                  <a:pt x="364" y="506"/>
                  <a:pt x="369" y="506"/>
                </a:cubicBezTo>
                <a:cubicBezTo>
                  <a:pt x="374" y="506"/>
                  <a:pt x="378" y="502"/>
                  <a:pt x="378" y="498"/>
                </a:cubicBezTo>
                <a:close/>
                <a:moveTo>
                  <a:pt x="403" y="498"/>
                </a:moveTo>
                <a:cubicBezTo>
                  <a:pt x="403" y="493"/>
                  <a:pt x="400" y="489"/>
                  <a:pt x="395" y="489"/>
                </a:cubicBezTo>
                <a:cubicBezTo>
                  <a:pt x="390" y="489"/>
                  <a:pt x="386" y="493"/>
                  <a:pt x="386" y="498"/>
                </a:cubicBezTo>
                <a:cubicBezTo>
                  <a:pt x="386" y="502"/>
                  <a:pt x="390" y="506"/>
                  <a:pt x="395" y="506"/>
                </a:cubicBezTo>
                <a:cubicBezTo>
                  <a:pt x="400" y="506"/>
                  <a:pt x="403" y="502"/>
                  <a:pt x="403" y="498"/>
                </a:cubicBezTo>
                <a:close/>
                <a:moveTo>
                  <a:pt x="429" y="498"/>
                </a:moveTo>
                <a:cubicBezTo>
                  <a:pt x="429" y="493"/>
                  <a:pt x="425" y="489"/>
                  <a:pt x="421" y="489"/>
                </a:cubicBezTo>
                <a:cubicBezTo>
                  <a:pt x="416" y="489"/>
                  <a:pt x="412" y="493"/>
                  <a:pt x="412" y="498"/>
                </a:cubicBezTo>
                <a:cubicBezTo>
                  <a:pt x="412" y="502"/>
                  <a:pt x="416" y="506"/>
                  <a:pt x="421" y="506"/>
                </a:cubicBezTo>
                <a:cubicBezTo>
                  <a:pt x="425" y="506"/>
                  <a:pt x="429" y="502"/>
                  <a:pt x="429" y="498"/>
                </a:cubicBezTo>
                <a:close/>
                <a:moveTo>
                  <a:pt x="455" y="498"/>
                </a:moveTo>
                <a:cubicBezTo>
                  <a:pt x="455" y="493"/>
                  <a:pt x="451" y="489"/>
                  <a:pt x="446" y="489"/>
                </a:cubicBezTo>
                <a:cubicBezTo>
                  <a:pt x="442" y="489"/>
                  <a:pt x="438" y="493"/>
                  <a:pt x="438" y="498"/>
                </a:cubicBezTo>
                <a:cubicBezTo>
                  <a:pt x="438" y="502"/>
                  <a:pt x="442" y="506"/>
                  <a:pt x="446" y="506"/>
                </a:cubicBezTo>
                <a:cubicBezTo>
                  <a:pt x="451" y="506"/>
                  <a:pt x="455" y="502"/>
                  <a:pt x="455" y="498"/>
                </a:cubicBezTo>
                <a:close/>
                <a:moveTo>
                  <a:pt x="481" y="498"/>
                </a:moveTo>
                <a:cubicBezTo>
                  <a:pt x="481" y="493"/>
                  <a:pt x="477" y="489"/>
                  <a:pt x="472" y="489"/>
                </a:cubicBezTo>
                <a:cubicBezTo>
                  <a:pt x="467" y="489"/>
                  <a:pt x="463" y="493"/>
                  <a:pt x="463" y="498"/>
                </a:cubicBezTo>
                <a:cubicBezTo>
                  <a:pt x="463" y="502"/>
                  <a:pt x="467" y="506"/>
                  <a:pt x="472" y="506"/>
                </a:cubicBezTo>
                <a:cubicBezTo>
                  <a:pt x="477" y="506"/>
                  <a:pt x="481" y="502"/>
                  <a:pt x="481" y="498"/>
                </a:cubicBezTo>
                <a:close/>
                <a:moveTo>
                  <a:pt x="506" y="498"/>
                </a:moveTo>
                <a:cubicBezTo>
                  <a:pt x="506" y="493"/>
                  <a:pt x="503" y="489"/>
                  <a:pt x="498" y="489"/>
                </a:cubicBezTo>
                <a:cubicBezTo>
                  <a:pt x="493" y="489"/>
                  <a:pt x="489" y="493"/>
                  <a:pt x="489" y="498"/>
                </a:cubicBezTo>
                <a:cubicBezTo>
                  <a:pt x="489" y="502"/>
                  <a:pt x="493" y="506"/>
                  <a:pt x="498" y="506"/>
                </a:cubicBezTo>
                <a:cubicBezTo>
                  <a:pt x="503" y="506"/>
                  <a:pt x="506" y="502"/>
                  <a:pt x="506" y="498"/>
                </a:cubicBezTo>
                <a:close/>
                <a:moveTo>
                  <a:pt x="532" y="498"/>
                </a:moveTo>
                <a:cubicBezTo>
                  <a:pt x="532" y="493"/>
                  <a:pt x="528" y="489"/>
                  <a:pt x="524" y="489"/>
                </a:cubicBezTo>
                <a:cubicBezTo>
                  <a:pt x="519" y="489"/>
                  <a:pt x="515" y="493"/>
                  <a:pt x="515" y="498"/>
                </a:cubicBezTo>
                <a:cubicBezTo>
                  <a:pt x="515" y="502"/>
                  <a:pt x="519" y="506"/>
                  <a:pt x="524" y="506"/>
                </a:cubicBezTo>
                <a:cubicBezTo>
                  <a:pt x="528" y="506"/>
                  <a:pt x="532" y="502"/>
                  <a:pt x="532" y="498"/>
                </a:cubicBezTo>
                <a:close/>
                <a:moveTo>
                  <a:pt x="687" y="498"/>
                </a:moveTo>
                <a:cubicBezTo>
                  <a:pt x="687" y="493"/>
                  <a:pt x="683" y="489"/>
                  <a:pt x="678" y="489"/>
                </a:cubicBezTo>
                <a:cubicBezTo>
                  <a:pt x="673" y="489"/>
                  <a:pt x="670" y="493"/>
                  <a:pt x="670" y="498"/>
                </a:cubicBezTo>
                <a:cubicBezTo>
                  <a:pt x="670" y="502"/>
                  <a:pt x="673" y="506"/>
                  <a:pt x="678" y="506"/>
                </a:cubicBezTo>
                <a:cubicBezTo>
                  <a:pt x="683" y="506"/>
                  <a:pt x="687" y="502"/>
                  <a:pt x="687" y="498"/>
                </a:cubicBezTo>
                <a:close/>
                <a:moveTo>
                  <a:pt x="712" y="498"/>
                </a:moveTo>
                <a:cubicBezTo>
                  <a:pt x="712" y="493"/>
                  <a:pt x="709" y="489"/>
                  <a:pt x="704" y="489"/>
                </a:cubicBezTo>
                <a:cubicBezTo>
                  <a:pt x="699" y="489"/>
                  <a:pt x="695" y="493"/>
                  <a:pt x="695" y="498"/>
                </a:cubicBezTo>
                <a:cubicBezTo>
                  <a:pt x="695" y="502"/>
                  <a:pt x="699" y="506"/>
                  <a:pt x="704" y="506"/>
                </a:cubicBezTo>
                <a:cubicBezTo>
                  <a:pt x="709" y="506"/>
                  <a:pt x="712" y="502"/>
                  <a:pt x="712" y="498"/>
                </a:cubicBezTo>
                <a:close/>
                <a:moveTo>
                  <a:pt x="738" y="498"/>
                </a:moveTo>
                <a:cubicBezTo>
                  <a:pt x="738" y="493"/>
                  <a:pt x="734" y="489"/>
                  <a:pt x="730" y="489"/>
                </a:cubicBezTo>
                <a:cubicBezTo>
                  <a:pt x="725" y="489"/>
                  <a:pt x="721" y="493"/>
                  <a:pt x="721" y="498"/>
                </a:cubicBezTo>
                <a:cubicBezTo>
                  <a:pt x="721" y="502"/>
                  <a:pt x="725" y="506"/>
                  <a:pt x="730" y="506"/>
                </a:cubicBezTo>
                <a:cubicBezTo>
                  <a:pt x="734" y="506"/>
                  <a:pt x="738" y="502"/>
                  <a:pt x="738" y="498"/>
                </a:cubicBezTo>
                <a:close/>
                <a:moveTo>
                  <a:pt x="790" y="498"/>
                </a:moveTo>
                <a:cubicBezTo>
                  <a:pt x="790" y="493"/>
                  <a:pt x="786" y="489"/>
                  <a:pt x="781" y="489"/>
                </a:cubicBezTo>
                <a:cubicBezTo>
                  <a:pt x="776" y="489"/>
                  <a:pt x="773" y="493"/>
                  <a:pt x="773" y="498"/>
                </a:cubicBezTo>
                <a:cubicBezTo>
                  <a:pt x="773" y="502"/>
                  <a:pt x="776" y="506"/>
                  <a:pt x="781" y="506"/>
                </a:cubicBezTo>
                <a:cubicBezTo>
                  <a:pt x="786" y="506"/>
                  <a:pt x="790" y="502"/>
                  <a:pt x="790" y="498"/>
                </a:cubicBezTo>
                <a:close/>
                <a:moveTo>
                  <a:pt x="1331" y="498"/>
                </a:moveTo>
                <a:cubicBezTo>
                  <a:pt x="1331" y="493"/>
                  <a:pt x="1327" y="489"/>
                  <a:pt x="1322" y="489"/>
                </a:cubicBezTo>
                <a:cubicBezTo>
                  <a:pt x="1317" y="489"/>
                  <a:pt x="1314" y="493"/>
                  <a:pt x="1314" y="498"/>
                </a:cubicBezTo>
                <a:cubicBezTo>
                  <a:pt x="1314" y="502"/>
                  <a:pt x="1317" y="506"/>
                  <a:pt x="1322" y="506"/>
                </a:cubicBezTo>
                <a:cubicBezTo>
                  <a:pt x="1327" y="506"/>
                  <a:pt x="1331" y="502"/>
                  <a:pt x="1331" y="498"/>
                </a:cubicBezTo>
                <a:close/>
                <a:moveTo>
                  <a:pt x="1382" y="498"/>
                </a:moveTo>
                <a:cubicBezTo>
                  <a:pt x="1382" y="493"/>
                  <a:pt x="1378" y="489"/>
                  <a:pt x="1374" y="489"/>
                </a:cubicBezTo>
                <a:cubicBezTo>
                  <a:pt x="1369" y="489"/>
                  <a:pt x="1365" y="493"/>
                  <a:pt x="1365" y="498"/>
                </a:cubicBezTo>
                <a:cubicBezTo>
                  <a:pt x="1365" y="502"/>
                  <a:pt x="1369" y="506"/>
                  <a:pt x="1374" y="506"/>
                </a:cubicBezTo>
                <a:cubicBezTo>
                  <a:pt x="1378" y="506"/>
                  <a:pt x="1382" y="502"/>
                  <a:pt x="1382" y="498"/>
                </a:cubicBezTo>
                <a:close/>
                <a:moveTo>
                  <a:pt x="1408" y="498"/>
                </a:moveTo>
                <a:cubicBezTo>
                  <a:pt x="1408" y="493"/>
                  <a:pt x="1404" y="489"/>
                  <a:pt x="1399" y="489"/>
                </a:cubicBezTo>
                <a:cubicBezTo>
                  <a:pt x="1395" y="489"/>
                  <a:pt x="1391" y="493"/>
                  <a:pt x="1391" y="498"/>
                </a:cubicBezTo>
                <a:cubicBezTo>
                  <a:pt x="1391" y="502"/>
                  <a:pt x="1395" y="506"/>
                  <a:pt x="1399" y="506"/>
                </a:cubicBezTo>
                <a:cubicBezTo>
                  <a:pt x="1404" y="506"/>
                  <a:pt x="1408" y="502"/>
                  <a:pt x="1408" y="498"/>
                </a:cubicBezTo>
                <a:close/>
                <a:moveTo>
                  <a:pt x="1459" y="498"/>
                </a:moveTo>
                <a:cubicBezTo>
                  <a:pt x="1459" y="493"/>
                  <a:pt x="1456" y="489"/>
                  <a:pt x="1451" y="489"/>
                </a:cubicBezTo>
                <a:cubicBezTo>
                  <a:pt x="1446" y="489"/>
                  <a:pt x="1442" y="493"/>
                  <a:pt x="1442" y="498"/>
                </a:cubicBezTo>
                <a:cubicBezTo>
                  <a:pt x="1442" y="502"/>
                  <a:pt x="1446" y="506"/>
                  <a:pt x="1451" y="506"/>
                </a:cubicBezTo>
                <a:cubicBezTo>
                  <a:pt x="1456" y="506"/>
                  <a:pt x="1459" y="502"/>
                  <a:pt x="1459" y="498"/>
                </a:cubicBezTo>
                <a:close/>
                <a:moveTo>
                  <a:pt x="1485" y="498"/>
                </a:moveTo>
                <a:cubicBezTo>
                  <a:pt x="1485" y="493"/>
                  <a:pt x="1481" y="489"/>
                  <a:pt x="1477" y="489"/>
                </a:cubicBezTo>
                <a:cubicBezTo>
                  <a:pt x="1472" y="489"/>
                  <a:pt x="1468" y="493"/>
                  <a:pt x="1468" y="498"/>
                </a:cubicBezTo>
                <a:cubicBezTo>
                  <a:pt x="1468" y="502"/>
                  <a:pt x="1472" y="506"/>
                  <a:pt x="1477" y="506"/>
                </a:cubicBezTo>
                <a:cubicBezTo>
                  <a:pt x="1481" y="506"/>
                  <a:pt x="1485" y="502"/>
                  <a:pt x="1485" y="498"/>
                </a:cubicBezTo>
                <a:close/>
                <a:moveTo>
                  <a:pt x="1511" y="498"/>
                </a:moveTo>
                <a:cubicBezTo>
                  <a:pt x="1511" y="493"/>
                  <a:pt x="1507" y="489"/>
                  <a:pt x="1502" y="489"/>
                </a:cubicBezTo>
                <a:cubicBezTo>
                  <a:pt x="1498" y="489"/>
                  <a:pt x="1494" y="493"/>
                  <a:pt x="1494" y="498"/>
                </a:cubicBezTo>
                <a:cubicBezTo>
                  <a:pt x="1494" y="502"/>
                  <a:pt x="1498" y="506"/>
                  <a:pt x="1502" y="506"/>
                </a:cubicBezTo>
                <a:cubicBezTo>
                  <a:pt x="1507" y="506"/>
                  <a:pt x="1511" y="502"/>
                  <a:pt x="1511" y="498"/>
                </a:cubicBezTo>
                <a:close/>
                <a:moveTo>
                  <a:pt x="1537" y="498"/>
                </a:moveTo>
                <a:cubicBezTo>
                  <a:pt x="1537" y="493"/>
                  <a:pt x="1533" y="489"/>
                  <a:pt x="1528" y="489"/>
                </a:cubicBezTo>
                <a:cubicBezTo>
                  <a:pt x="1523" y="489"/>
                  <a:pt x="1520" y="493"/>
                  <a:pt x="1520" y="498"/>
                </a:cubicBezTo>
                <a:cubicBezTo>
                  <a:pt x="1520" y="502"/>
                  <a:pt x="1523" y="506"/>
                  <a:pt x="1528" y="506"/>
                </a:cubicBezTo>
                <a:cubicBezTo>
                  <a:pt x="1533" y="506"/>
                  <a:pt x="1537" y="502"/>
                  <a:pt x="1537" y="498"/>
                </a:cubicBezTo>
                <a:close/>
                <a:moveTo>
                  <a:pt x="1563" y="498"/>
                </a:moveTo>
                <a:cubicBezTo>
                  <a:pt x="1563" y="493"/>
                  <a:pt x="1559" y="489"/>
                  <a:pt x="1554" y="489"/>
                </a:cubicBezTo>
                <a:cubicBezTo>
                  <a:pt x="1549" y="489"/>
                  <a:pt x="1545" y="493"/>
                  <a:pt x="1545" y="498"/>
                </a:cubicBezTo>
                <a:cubicBezTo>
                  <a:pt x="1545" y="502"/>
                  <a:pt x="1549" y="506"/>
                  <a:pt x="1554" y="506"/>
                </a:cubicBezTo>
                <a:cubicBezTo>
                  <a:pt x="1559" y="506"/>
                  <a:pt x="1563" y="502"/>
                  <a:pt x="1563" y="498"/>
                </a:cubicBezTo>
                <a:close/>
                <a:moveTo>
                  <a:pt x="1588" y="498"/>
                </a:moveTo>
                <a:cubicBezTo>
                  <a:pt x="1588" y="493"/>
                  <a:pt x="1584" y="489"/>
                  <a:pt x="1580" y="489"/>
                </a:cubicBezTo>
                <a:cubicBezTo>
                  <a:pt x="1575" y="489"/>
                  <a:pt x="1571" y="493"/>
                  <a:pt x="1571" y="498"/>
                </a:cubicBezTo>
                <a:cubicBezTo>
                  <a:pt x="1571" y="502"/>
                  <a:pt x="1575" y="506"/>
                  <a:pt x="1580" y="506"/>
                </a:cubicBezTo>
                <a:cubicBezTo>
                  <a:pt x="1584" y="506"/>
                  <a:pt x="1588" y="502"/>
                  <a:pt x="1588" y="498"/>
                </a:cubicBezTo>
                <a:close/>
                <a:moveTo>
                  <a:pt x="1614" y="498"/>
                </a:moveTo>
                <a:cubicBezTo>
                  <a:pt x="1614" y="493"/>
                  <a:pt x="1610" y="489"/>
                  <a:pt x="1605" y="489"/>
                </a:cubicBezTo>
                <a:cubicBezTo>
                  <a:pt x="1601" y="489"/>
                  <a:pt x="1597" y="493"/>
                  <a:pt x="1597" y="498"/>
                </a:cubicBezTo>
                <a:cubicBezTo>
                  <a:pt x="1597" y="502"/>
                  <a:pt x="1601" y="506"/>
                  <a:pt x="1605" y="506"/>
                </a:cubicBezTo>
                <a:cubicBezTo>
                  <a:pt x="1610" y="506"/>
                  <a:pt x="1614" y="502"/>
                  <a:pt x="1614" y="498"/>
                </a:cubicBezTo>
                <a:close/>
                <a:moveTo>
                  <a:pt x="1640" y="498"/>
                </a:moveTo>
                <a:cubicBezTo>
                  <a:pt x="1640" y="493"/>
                  <a:pt x="1636" y="489"/>
                  <a:pt x="1631" y="489"/>
                </a:cubicBezTo>
                <a:cubicBezTo>
                  <a:pt x="1626" y="489"/>
                  <a:pt x="1623" y="493"/>
                  <a:pt x="1623" y="498"/>
                </a:cubicBezTo>
                <a:cubicBezTo>
                  <a:pt x="1623" y="502"/>
                  <a:pt x="1626" y="506"/>
                  <a:pt x="1631" y="506"/>
                </a:cubicBezTo>
                <a:cubicBezTo>
                  <a:pt x="1636" y="506"/>
                  <a:pt x="1640" y="502"/>
                  <a:pt x="1640" y="498"/>
                </a:cubicBezTo>
                <a:close/>
                <a:moveTo>
                  <a:pt x="1666" y="498"/>
                </a:moveTo>
                <a:cubicBezTo>
                  <a:pt x="1666" y="493"/>
                  <a:pt x="1662" y="489"/>
                  <a:pt x="1657" y="489"/>
                </a:cubicBezTo>
                <a:cubicBezTo>
                  <a:pt x="1652" y="489"/>
                  <a:pt x="1648" y="493"/>
                  <a:pt x="1648" y="498"/>
                </a:cubicBezTo>
                <a:cubicBezTo>
                  <a:pt x="1648" y="502"/>
                  <a:pt x="1652" y="506"/>
                  <a:pt x="1657" y="506"/>
                </a:cubicBezTo>
                <a:cubicBezTo>
                  <a:pt x="1662" y="506"/>
                  <a:pt x="1666" y="502"/>
                  <a:pt x="1666" y="498"/>
                </a:cubicBezTo>
                <a:close/>
                <a:moveTo>
                  <a:pt x="1691" y="498"/>
                </a:moveTo>
                <a:cubicBezTo>
                  <a:pt x="1691" y="493"/>
                  <a:pt x="1687" y="489"/>
                  <a:pt x="1683" y="489"/>
                </a:cubicBezTo>
                <a:cubicBezTo>
                  <a:pt x="1678" y="489"/>
                  <a:pt x="1674" y="493"/>
                  <a:pt x="1674" y="498"/>
                </a:cubicBezTo>
                <a:cubicBezTo>
                  <a:pt x="1674" y="502"/>
                  <a:pt x="1678" y="506"/>
                  <a:pt x="1683" y="506"/>
                </a:cubicBezTo>
                <a:cubicBezTo>
                  <a:pt x="1687" y="506"/>
                  <a:pt x="1691" y="502"/>
                  <a:pt x="1691" y="498"/>
                </a:cubicBezTo>
                <a:close/>
                <a:moveTo>
                  <a:pt x="1717" y="498"/>
                </a:moveTo>
                <a:cubicBezTo>
                  <a:pt x="1717" y="493"/>
                  <a:pt x="1713" y="489"/>
                  <a:pt x="1708" y="489"/>
                </a:cubicBezTo>
                <a:cubicBezTo>
                  <a:pt x="1704" y="489"/>
                  <a:pt x="1700" y="493"/>
                  <a:pt x="1700" y="498"/>
                </a:cubicBezTo>
                <a:cubicBezTo>
                  <a:pt x="1700" y="502"/>
                  <a:pt x="1704" y="506"/>
                  <a:pt x="1708" y="506"/>
                </a:cubicBezTo>
                <a:cubicBezTo>
                  <a:pt x="1713" y="506"/>
                  <a:pt x="1717" y="502"/>
                  <a:pt x="1717" y="498"/>
                </a:cubicBezTo>
                <a:close/>
                <a:moveTo>
                  <a:pt x="1743" y="498"/>
                </a:moveTo>
                <a:cubicBezTo>
                  <a:pt x="1743" y="493"/>
                  <a:pt x="1739" y="489"/>
                  <a:pt x="1734" y="489"/>
                </a:cubicBezTo>
                <a:cubicBezTo>
                  <a:pt x="1730" y="489"/>
                  <a:pt x="1726" y="493"/>
                  <a:pt x="1726" y="498"/>
                </a:cubicBezTo>
                <a:cubicBezTo>
                  <a:pt x="1726" y="502"/>
                  <a:pt x="1730" y="506"/>
                  <a:pt x="1734" y="506"/>
                </a:cubicBezTo>
                <a:cubicBezTo>
                  <a:pt x="1739" y="506"/>
                  <a:pt x="1743" y="502"/>
                  <a:pt x="1743" y="498"/>
                </a:cubicBezTo>
                <a:close/>
                <a:moveTo>
                  <a:pt x="1769" y="498"/>
                </a:moveTo>
                <a:cubicBezTo>
                  <a:pt x="1769" y="493"/>
                  <a:pt x="1765" y="489"/>
                  <a:pt x="1760" y="489"/>
                </a:cubicBezTo>
                <a:cubicBezTo>
                  <a:pt x="1755" y="489"/>
                  <a:pt x="1751" y="493"/>
                  <a:pt x="1751" y="498"/>
                </a:cubicBezTo>
                <a:cubicBezTo>
                  <a:pt x="1751" y="502"/>
                  <a:pt x="1755" y="506"/>
                  <a:pt x="1760" y="506"/>
                </a:cubicBezTo>
                <a:cubicBezTo>
                  <a:pt x="1765" y="506"/>
                  <a:pt x="1769" y="502"/>
                  <a:pt x="1769" y="498"/>
                </a:cubicBezTo>
                <a:close/>
                <a:moveTo>
                  <a:pt x="1794" y="498"/>
                </a:moveTo>
                <a:cubicBezTo>
                  <a:pt x="1794" y="493"/>
                  <a:pt x="1791" y="489"/>
                  <a:pt x="1786" y="489"/>
                </a:cubicBezTo>
                <a:cubicBezTo>
                  <a:pt x="1781" y="489"/>
                  <a:pt x="1777" y="493"/>
                  <a:pt x="1777" y="498"/>
                </a:cubicBezTo>
                <a:cubicBezTo>
                  <a:pt x="1777" y="502"/>
                  <a:pt x="1781" y="506"/>
                  <a:pt x="1786" y="506"/>
                </a:cubicBezTo>
                <a:cubicBezTo>
                  <a:pt x="1791" y="506"/>
                  <a:pt x="1794" y="502"/>
                  <a:pt x="1794" y="498"/>
                </a:cubicBezTo>
                <a:close/>
                <a:moveTo>
                  <a:pt x="1820" y="498"/>
                </a:moveTo>
                <a:cubicBezTo>
                  <a:pt x="1820" y="493"/>
                  <a:pt x="1816" y="489"/>
                  <a:pt x="1812" y="489"/>
                </a:cubicBezTo>
                <a:cubicBezTo>
                  <a:pt x="1807" y="489"/>
                  <a:pt x="1803" y="493"/>
                  <a:pt x="1803" y="498"/>
                </a:cubicBezTo>
                <a:cubicBezTo>
                  <a:pt x="1803" y="502"/>
                  <a:pt x="1807" y="506"/>
                  <a:pt x="1812" y="506"/>
                </a:cubicBezTo>
                <a:cubicBezTo>
                  <a:pt x="1816" y="506"/>
                  <a:pt x="1820" y="502"/>
                  <a:pt x="1820" y="498"/>
                </a:cubicBezTo>
                <a:close/>
                <a:moveTo>
                  <a:pt x="1846" y="498"/>
                </a:moveTo>
                <a:cubicBezTo>
                  <a:pt x="1846" y="493"/>
                  <a:pt x="1842" y="489"/>
                  <a:pt x="1837" y="489"/>
                </a:cubicBezTo>
                <a:cubicBezTo>
                  <a:pt x="1833" y="489"/>
                  <a:pt x="1829" y="493"/>
                  <a:pt x="1829" y="498"/>
                </a:cubicBezTo>
                <a:cubicBezTo>
                  <a:pt x="1829" y="502"/>
                  <a:pt x="1833" y="506"/>
                  <a:pt x="1837" y="506"/>
                </a:cubicBezTo>
                <a:cubicBezTo>
                  <a:pt x="1842" y="506"/>
                  <a:pt x="1846" y="502"/>
                  <a:pt x="1846" y="498"/>
                </a:cubicBezTo>
                <a:close/>
                <a:moveTo>
                  <a:pt x="1872" y="498"/>
                </a:moveTo>
                <a:cubicBezTo>
                  <a:pt x="1872" y="493"/>
                  <a:pt x="1868" y="489"/>
                  <a:pt x="1863" y="489"/>
                </a:cubicBezTo>
                <a:cubicBezTo>
                  <a:pt x="1858" y="489"/>
                  <a:pt x="1854" y="493"/>
                  <a:pt x="1854" y="498"/>
                </a:cubicBezTo>
                <a:cubicBezTo>
                  <a:pt x="1854" y="502"/>
                  <a:pt x="1858" y="506"/>
                  <a:pt x="1863" y="506"/>
                </a:cubicBezTo>
                <a:cubicBezTo>
                  <a:pt x="1868" y="506"/>
                  <a:pt x="1872" y="502"/>
                  <a:pt x="1872" y="498"/>
                </a:cubicBezTo>
                <a:close/>
                <a:moveTo>
                  <a:pt x="1897" y="498"/>
                </a:moveTo>
                <a:cubicBezTo>
                  <a:pt x="1897" y="493"/>
                  <a:pt x="1894" y="489"/>
                  <a:pt x="1889" y="489"/>
                </a:cubicBezTo>
                <a:cubicBezTo>
                  <a:pt x="1884" y="489"/>
                  <a:pt x="1880" y="493"/>
                  <a:pt x="1880" y="498"/>
                </a:cubicBezTo>
                <a:cubicBezTo>
                  <a:pt x="1880" y="502"/>
                  <a:pt x="1884" y="506"/>
                  <a:pt x="1889" y="506"/>
                </a:cubicBezTo>
                <a:cubicBezTo>
                  <a:pt x="1894" y="506"/>
                  <a:pt x="1897" y="502"/>
                  <a:pt x="1897" y="498"/>
                </a:cubicBezTo>
                <a:close/>
                <a:moveTo>
                  <a:pt x="1923" y="498"/>
                </a:moveTo>
                <a:cubicBezTo>
                  <a:pt x="1923" y="493"/>
                  <a:pt x="1919" y="489"/>
                  <a:pt x="1915" y="489"/>
                </a:cubicBezTo>
                <a:cubicBezTo>
                  <a:pt x="1910" y="489"/>
                  <a:pt x="1906" y="493"/>
                  <a:pt x="1906" y="498"/>
                </a:cubicBezTo>
                <a:cubicBezTo>
                  <a:pt x="1906" y="502"/>
                  <a:pt x="1910" y="506"/>
                  <a:pt x="1915" y="506"/>
                </a:cubicBezTo>
                <a:cubicBezTo>
                  <a:pt x="1919" y="506"/>
                  <a:pt x="1923" y="502"/>
                  <a:pt x="1923" y="498"/>
                </a:cubicBezTo>
                <a:close/>
                <a:moveTo>
                  <a:pt x="1949" y="498"/>
                </a:moveTo>
                <a:cubicBezTo>
                  <a:pt x="1949" y="493"/>
                  <a:pt x="1945" y="489"/>
                  <a:pt x="1940" y="489"/>
                </a:cubicBezTo>
                <a:cubicBezTo>
                  <a:pt x="1936" y="489"/>
                  <a:pt x="1932" y="493"/>
                  <a:pt x="1932" y="498"/>
                </a:cubicBezTo>
                <a:cubicBezTo>
                  <a:pt x="1932" y="502"/>
                  <a:pt x="1936" y="506"/>
                  <a:pt x="1940" y="506"/>
                </a:cubicBezTo>
                <a:cubicBezTo>
                  <a:pt x="1945" y="506"/>
                  <a:pt x="1949" y="502"/>
                  <a:pt x="1949" y="498"/>
                </a:cubicBezTo>
                <a:close/>
                <a:moveTo>
                  <a:pt x="1975" y="498"/>
                </a:moveTo>
                <a:cubicBezTo>
                  <a:pt x="1975" y="493"/>
                  <a:pt x="1971" y="489"/>
                  <a:pt x="1966" y="489"/>
                </a:cubicBezTo>
                <a:cubicBezTo>
                  <a:pt x="1961" y="489"/>
                  <a:pt x="1957" y="493"/>
                  <a:pt x="1957" y="498"/>
                </a:cubicBezTo>
                <a:cubicBezTo>
                  <a:pt x="1957" y="502"/>
                  <a:pt x="1961" y="506"/>
                  <a:pt x="1966" y="506"/>
                </a:cubicBezTo>
                <a:cubicBezTo>
                  <a:pt x="1971" y="506"/>
                  <a:pt x="1975" y="502"/>
                  <a:pt x="1975" y="498"/>
                </a:cubicBezTo>
                <a:close/>
                <a:moveTo>
                  <a:pt x="2000" y="498"/>
                </a:moveTo>
                <a:cubicBezTo>
                  <a:pt x="2000" y="493"/>
                  <a:pt x="1997" y="489"/>
                  <a:pt x="1992" y="489"/>
                </a:cubicBezTo>
                <a:cubicBezTo>
                  <a:pt x="1987" y="489"/>
                  <a:pt x="1983" y="493"/>
                  <a:pt x="1983" y="498"/>
                </a:cubicBezTo>
                <a:cubicBezTo>
                  <a:pt x="1983" y="502"/>
                  <a:pt x="1987" y="506"/>
                  <a:pt x="1992" y="506"/>
                </a:cubicBezTo>
                <a:cubicBezTo>
                  <a:pt x="1997" y="506"/>
                  <a:pt x="2000" y="502"/>
                  <a:pt x="2000" y="498"/>
                </a:cubicBezTo>
                <a:close/>
                <a:moveTo>
                  <a:pt x="2026" y="498"/>
                </a:moveTo>
                <a:cubicBezTo>
                  <a:pt x="2026" y="493"/>
                  <a:pt x="2022" y="489"/>
                  <a:pt x="2018" y="489"/>
                </a:cubicBezTo>
                <a:cubicBezTo>
                  <a:pt x="2013" y="489"/>
                  <a:pt x="2009" y="493"/>
                  <a:pt x="2009" y="498"/>
                </a:cubicBezTo>
                <a:cubicBezTo>
                  <a:pt x="2009" y="502"/>
                  <a:pt x="2013" y="506"/>
                  <a:pt x="2018" y="506"/>
                </a:cubicBezTo>
                <a:cubicBezTo>
                  <a:pt x="2022" y="506"/>
                  <a:pt x="2026" y="502"/>
                  <a:pt x="2026" y="498"/>
                </a:cubicBezTo>
                <a:close/>
                <a:moveTo>
                  <a:pt x="2052" y="498"/>
                </a:moveTo>
                <a:cubicBezTo>
                  <a:pt x="2052" y="493"/>
                  <a:pt x="2048" y="489"/>
                  <a:pt x="2043" y="489"/>
                </a:cubicBezTo>
                <a:cubicBezTo>
                  <a:pt x="2039" y="489"/>
                  <a:pt x="2035" y="493"/>
                  <a:pt x="2035" y="498"/>
                </a:cubicBezTo>
                <a:cubicBezTo>
                  <a:pt x="2035" y="502"/>
                  <a:pt x="2039" y="506"/>
                  <a:pt x="2043" y="506"/>
                </a:cubicBezTo>
                <a:cubicBezTo>
                  <a:pt x="2048" y="506"/>
                  <a:pt x="2052" y="502"/>
                  <a:pt x="2052" y="498"/>
                </a:cubicBezTo>
                <a:close/>
                <a:moveTo>
                  <a:pt x="2078" y="498"/>
                </a:moveTo>
                <a:cubicBezTo>
                  <a:pt x="2078" y="493"/>
                  <a:pt x="2074" y="489"/>
                  <a:pt x="2069" y="489"/>
                </a:cubicBezTo>
                <a:cubicBezTo>
                  <a:pt x="2064" y="489"/>
                  <a:pt x="2061" y="493"/>
                  <a:pt x="2061" y="498"/>
                </a:cubicBezTo>
                <a:cubicBezTo>
                  <a:pt x="2061" y="502"/>
                  <a:pt x="2064" y="506"/>
                  <a:pt x="2069" y="506"/>
                </a:cubicBezTo>
                <a:cubicBezTo>
                  <a:pt x="2074" y="506"/>
                  <a:pt x="2078" y="502"/>
                  <a:pt x="2078" y="498"/>
                </a:cubicBezTo>
                <a:close/>
                <a:moveTo>
                  <a:pt x="2103" y="498"/>
                </a:moveTo>
                <a:cubicBezTo>
                  <a:pt x="2103" y="493"/>
                  <a:pt x="2100" y="489"/>
                  <a:pt x="2095" y="489"/>
                </a:cubicBezTo>
                <a:cubicBezTo>
                  <a:pt x="2090" y="489"/>
                  <a:pt x="2086" y="493"/>
                  <a:pt x="2086" y="498"/>
                </a:cubicBezTo>
                <a:cubicBezTo>
                  <a:pt x="2086" y="502"/>
                  <a:pt x="2090" y="506"/>
                  <a:pt x="2095" y="506"/>
                </a:cubicBezTo>
                <a:cubicBezTo>
                  <a:pt x="2100" y="506"/>
                  <a:pt x="2103" y="502"/>
                  <a:pt x="2103" y="498"/>
                </a:cubicBezTo>
                <a:close/>
                <a:moveTo>
                  <a:pt x="2129" y="498"/>
                </a:moveTo>
                <a:cubicBezTo>
                  <a:pt x="2129" y="493"/>
                  <a:pt x="2125" y="489"/>
                  <a:pt x="2121" y="489"/>
                </a:cubicBezTo>
                <a:cubicBezTo>
                  <a:pt x="2116" y="489"/>
                  <a:pt x="2112" y="493"/>
                  <a:pt x="2112" y="498"/>
                </a:cubicBezTo>
                <a:cubicBezTo>
                  <a:pt x="2112" y="502"/>
                  <a:pt x="2116" y="506"/>
                  <a:pt x="2121" y="506"/>
                </a:cubicBezTo>
                <a:cubicBezTo>
                  <a:pt x="2125" y="506"/>
                  <a:pt x="2129" y="502"/>
                  <a:pt x="2129" y="498"/>
                </a:cubicBezTo>
                <a:close/>
                <a:moveTo>
                  <a:pt x="2155" y="498"/>
                </a:moveTo>
                <a:cubicBezTo>
                  <a:pt x="2155" y="493"/>
                  <a:pt x="2151" y="489"/>
                  <a:pt x="2146" y="489"/>
                </a:cubicBezTo>
                <a:cubicBezTo>
                  <a:pt x="2142" y="489"/>
                  <a:pt x="2138" y="493"/>
                  <a:pt x="2138" y="498"/>
                </a:cubicBezTo>
                <a:cubicBezTo>
                  <a:pt x="2138" y="502"/>
                  <a:pt x="2142" y="506"/>
                  <a:pt x="2146" y="506"/>
                </a:cubicBezTo>
                <a:cubicBezTo>
                  <a:pt x="2151" y="506"/>
                  <a:pt x="2155" y="502"/>
                  <a:pt x="2155" y="498"/>
                </a:cubicBezTo>
                <a:close/>
                <a:moveTo>
                  <a:pt x="2181" y="498"/>
                </a:moveTo>
                <a:cubicBezTo>
                  <a:pt x="2181" y="493"/>
                  <a:pt x="2177" y="489"/>
                  <a:pt x="2172" y="489"/>
                </a:cubicBezTo>
                <a:cubicBezTo>
                  <a:pt x="2167" y="489"/>
                  <a:pt x="2164" y="493"/>
                  <a:pt x="2164" y="498"/>
                </a:cubicBezTo>
                <a:cubicBezTo>
                  <a:pt x="2164" y="502"/>
                  <a:pt x="2167" y="506"/>
                  <a:pt x="2172" y="506"/>
                </a:cubicBezTo>
                <a:cubicBezTo>
                  <a:pt x="2177" y="506"/>
                  <a:pt x="2181" y="502"/>
                  <a:pt x="2181" y="498"/>
                </a:cubicBezTo>
                <a:close/>
                <a:moveTo>
                  <a:pt x="2207" y="498"/>
                </a:moveTo>
                <a:cubicBezTo>
                  <a:pt x="2207" y="493"/>
                  <a:pt x="2203" y="489"/>
                  <a:pt x="2198" y="489"/>
                </a:cubicBezTo>
                <a:cubicBezTo>
                  <a:pt x="2193" y="489"/>
                  <a:pt x="2189" y="493"/>
                  <a:pt x="2189" y="498"/>
                </a:cubicBezTo>
                <a:cubicBezTo>
                  <a:pt x="2189" y="502"/>
                  <a:pt x="2193" y="506"/>
                  <a:pt x="2198" y="506"/>
                </a:cubicBezTo>
                <a:cubicBezTo>
                  <a:pt x="2203" y="506"/>
                  <a:pt x="2207" y="502"/>
                  <a:pt x="2207" y="498"/>
                </a:cubicBezTo>
                <a:close/>
                <a:moveTo>
                  <a:pt x="2232" y="498"/>
                </a:moveTo>
                <a:cubicBezTo>
                  <a:pt x="2232" y="493"/>
                  <a:pt x="2228" y="489"/>
                  <a:pt x="2224" y="489"/>
                </a:cubicBezTo>
                <a:cubicBezTo>
                  <a:pt x="2219" y="489"/>
                  <a:pt x="2215" y="493"/>
                  <a:pt x="2215" y="498"/>
                </a:cubicBezTo>
                <a:cubicBezTo>
                  <a:pt x="2215" y="502"/>
                  <a:pt x="2219" y="506"/>
                  <a:pt x="2224" y="506"/>
                </a:cubicBezTo>
                <a:cubicBezTo>
                  <a:pt x="2228" y="506"/>
                  <a:pt x="2232" y="502"/>
                  <a:pt x="2232" y="498"/>
                </a:cubicBezTo>
                <a:close/>
                <a:moveTo>
                  <a:pt x="2258" y="498"/>
                </a:moveTo>
                <a:cubicBezTo>
                  <a:pt x="2258" y="493"/>
                  <a:pt x="2254" y="489"/>
                  <a:pt x="2249" y="489"/>
                </a:cubicBezTo>
                <a:cubicBezTo>
                  <a:pt x="2245" y="489"/>
                  <a:pt x="2241" y="493"/>
                  <a:pt x="2241" y="498"/>
                </a:cubicBezTo>
                <a:cubicBezTo>
                  <a:pt x="2241" y="502"/>
                  <a:pt x="2245" y="506"/>
                  <a:pt x="2249" y="506"/>
                </a:cubicBezTo>
                <a:cubicBezTo>
                  <a:pt x="2254" y="506"/>
                  <a:pt x="2258" y="502"/>
                  <a:pt x="2258" y="498"/>
                </a:cubicBezTo>
                <a:close/>
                <a:moveTo>
                  <a:pt x="2284" y="498"/>
                </a:moveTo>
                <a:cubicBezTo>
                  <a:pt x="2284" y="493"/>
                  <a:pt x="2280" y="489"/>
                  <a:pt x="2275" y="489"/>
                </a:cubicBezTo>
                <a:cubicBezTo>
                  <a:pt x="2270" y="489"/>
                  <a:pt x="2267" y="493"/>
                  <a:pt x="2267" y="498"/>
                </a:cubicBezTo>
                <a:cubicBezTo>
                  <a:pt x="2267" y="502"/>
                  <a:pt x="2270" y="506"/>
                  <a:pt x="2275" y="506"/>
                </a:cubicBezTo>
                <a:cubicBezTo>
                  <a:pt x="2280" y="506"/>
                  <a:pt x="2284" y="502"/>
                  <a:pt x="2284" y="498"/>
                </a:cubicBezTo>
                <a:close/>
                <a:moveTo>
                  <a:pt x="2310" y="498"/>
                </a:moveTo>
                <a:cubicBezTo>
                  <a:pt x="2310" y="493"/>
                  <a:pt x="2306" y="489"/>
                  <a:pt x="2301" y="489"/>
                </a:cubicBezTo>
                <a:cubicBezTo>
                  <a:pt x="2296" y="489"/>
                  <a:pt x="2292" y="493"/>
                  <a:pt x="2292" y="498"/>
                </a:cubicBezTo>
                <a:cubicBezTo>
                  <a:pt x="2292" y="502"/>
                  <a:pt x="2296" y="506"/>
                  <a:pt x="2301" y="506"/>
                </a:cubicBezTo>
                <a:cubicBezTo>
                  <a:pt x="2306" y="506"/>
                  <a:pt x="2310" y="502"/>
                  <a:pt x="2310" y="498"/>
                </a:cubicBezTo>
                <a:close/>
                <a:moveTo>
                  <a:pt x="2335" y="498"/>
                </a:moveTo>
                <a:cubicBezTo>
                  <a:pt x="2335" y="493"/>
                  <a:pt x="2331" y="489"/>
                  <a:pt x="2327" y="489"/>
                </a:cubicBezTo>
                <a:cubicBezTo>
                  <a:pt x="2322" y="489"/>
                  <a:pt x="2318" y="493"/>
                  <a:pt x="2318" y="498"/>
                </a:cubicBezTo>
                <a:cubicBezTo>
                  <a:pt x="2318" y="502"/>
                  <a:pt x="2322" y="506"/>
                  <a:pt x="2327" y="506"/>
                </a:cubicBezTo>
                <a:cubicBezTo>
                  <a:pt x="2331" y="506"/>
                  <a:pt x="2335" y="502"/>
                  <a:pt x="2335" y="498"/>
                </a:cubicBezTo>
                <a:close/>
                <a:moveTo>
                  <a:pt x="2361" y="498"/>
                </a:moveTo>
                <a:cubicBezTo>
                  <a:pt x="2361" y="493"/>
                  <a:pt x="2357" y="489"/>
                  <a:pt x="2352" y="489"/>
                </a:cubicBezTo>
                <a:cubicBezTo>
                  <a:pt x="2348" y="489"/>
                  <a:pt x="2344" y="493"/>
                  <a:pt x="2344" y="498"/>
                </a:cubicBezTo>
                <a:cubicBezTo>
                  <a:pt x="2344" y="502"/>
                  <a:pt x="2348" y="506"/>
                  <a:pt x="2352" y="506"/>
                </a:cubicBezTo>
                <a:cubicBezTo>
                  <a:pt x="2357" y="506"/>
                  <a:pt x="2361" y="502"/>
                  <a:pt x="2361" y="498"/>
                </a:cubicBezTo>
                <a:close/>
                <a:moveTo>
                  <a:pt x="2387" y="498"/>
                </a:moveTo>
                <a:cubicBezTo>
                  <a:pt x="2387" y="493"/>
                  <a:pt x="2383" y="489"/>
                  <a:pt x="2378" y="489"/>
                </a:cubicBezTo>
                <a:cubicBezTo>
                  <a:pt x="2373" y="489"/>
                  <a:pt x="2370" y="493"/>
                  <a:pt x="2370" y="498"/>
                </a:cubicBezTo>
                <a:cubicBezTo>
                  <a:pt x="2370" y="502"/>
                  <a:pt x="2373" y="506"/>
                  <a:pt x="2378" y="506"/>
                </a:cubicBezTo>
                <a:cubicBezTo>
                  <a:pt x="2383" y="506"/>
                  <a:pt x="2387" y="502"/>
                  <a:pt x="2387" y="498"/>
                </a:cubicBezTo>
                <a:close/>
                <a:moveTo>
                  <a:pt x="2413" y="498"/>
                </a:moveTo>
                <a:cubicBezTo>
                  <a:pt x="2413" y="493"/>
                  <a:pt x="2409" y="489"/>
                  <a:pt x="2404" y="489"/>
                </a:cubicBezTo>
                <a:cubicBezTo>
                  <a:pt x="2399" y="489"/>
                  <a:pt x="2395" y="493"/>
                  <a:pt x="2395" y="498"/>
                </a:cubicBezTo>
                <a:cubicBezTo>
                  <a:pt x="2395" y="502"/>
                  <a:pt x="2399" y="506"/>
                  <a:pt x="2404" y="506"/>
                </a:cubicBezTo>
                <a:cubicBezTo>
                  <a:pt x="2409" y="506"/>
                  <a:pt x="2413" y="502"/>
                  <a:pt x="2413" y="498"/>
                </a:cubicBezTo>
                <a:close/>
                <a:moveTo>
                  <a:pt x="2438" y="498"/>
                </a:moveTo>
                <a:cubicBezTo>
                  <a:pt x="2438" y="493"/>
                  <a:pt x="2434" y="489"/>
                  <a:pt x="2430" y="489"/>
                </a:cubicBezTo>
                <a:cubicBezTo>
                  <a:pt x="2425" y="489"/>
                  <a:pt x="2421" y="493"/>
                  <a:pt x="2421" y="498"/>
                </a:cubicBezTo>
                <a:cubicBezTo>
                  <a:pt x="2421" y="502"/>
                  <a:pt x="2425" y="506"/>
                  <a:pt x="2430" y="506"/>
                </a:cubicBezTo>
                <a:cubicBezTo>
                  <a:pt x="2434" y="506"/>
                  <a:pt x="2438" y="502"/>
                  <a:pt x="2438" y="498"/>
                </a:cubicBezTo>
                <a:close/>
                <a:moveTo>
                  <a:pt x="2516" y="498"/>
                </a:moveTo>
                <a:cubicBezTo>
                  <a:pt x="2516" y="493"/>
                  <a:pt x="2512" y="489"/>
                  <a:pt x="2507" y="489"/>
                </a:cubicBezTo>
                <a:cubicBezTo>
                  <a:pt x="2502" y="489"/>
                  <a:pt x="2498" y="493"/>
                  <a:pt x="2498" y="498"/>
                </a:cubicBezTo>
                <a:cubicBezTo>
                  <a:pt x="2498" y="502"/>
                  <a:pt x="2502" y="506"/>
                  <a:pt x="2507" y="506"/>
                </a:cubicBezTo>
                <a:cubicBezTo>
                  <a:pt x="2512" y="506"/>
                  <a:pt x="2516" y="502"/>
                  <a:pt x="2516" y="498"/>
                </a:cubicBezTo>
                <a:close/>
                <a:moveTo>
                  <a:pt x="2541" y="498"/>
                </a:moveTo>
                <a:cubicBezTo>
                  <a:pt x="2541" y="493"/>
                  <a:pt x="2538" y="489"/>
                  <a:pt x="2533" y="489"/>
                </a:cubicBezTo>
                <a:cubicBezTo>
                  <a:pt x="2528" y="489"/>
                  <a:pt x="2524" y="493"/>
                  <a:pt x="2524" y="498"/>
                </a:cubicBezTo>
                <a:cubicBezTo>
                  <a:pt x="2524" y="502"/>
                  <a:pt x="2528" y="506"/>
                  <a:pt x="2533" y="506"/>
                </a:cubicBezTo>
                <a:cubicBezTo>
                  <a:pt x="2538" y="506"/>
                  <a:pt x="2541" y="502"/>
                  <a:pt x="2541" y="498"/>
                </a:cubicBezTo>
                <a:close/>
                <a:moveTo>
                  <a:pt x="43" y="523"/>
                </a:moveTo>
                <a:cubicBezTo>
                  <a:pt x="43" y="519"/>
                  <a:pt x="39" y="515"/>
                  <a:pt x="34" y="515"/>
                </a:cubicBezTo>
                <a:cubicBezTo>
                  <a:pt x="29" y="515"/>
                  <a:pt x="26" y="519"/>
                  <a:pt x="26" y="523"/>
                </a:cubicBezTo>
                <a:cubicBezTo>
                  <a:pt x="26" y="528"/>
                  <a:pt x="29" y="532"/>
                  <a:pt x="34" y="532"/>
                </a:cubicBezTo>
                <a:cubicBezTo>
                  <a:pt x="39" y="532"/>
                  <a:pt x="43" y="528"/>
                  <a:pt x="43" y="523"/>
                </a:cubicBezTo>
                <a:close/>
                <a:moveTo>
                  <a:pt x="69" y="523"/>
                </a:moveTo>
                <a:cubicBezTo>
                  <a:pt x="69" y="519"/>
                  <a:pt x="65" y="515"/>
                  <a:pt x="60" y="515"/>
                </a:cubicBezTo>
                <a:cubicBezTo>
                  <a:pt x="55" y="515"/>
                  <a:pt x="51" y="519"/>
                  <a:pt x="51" y="523"/>
                </a:cubicBezTo>
                <a:cubicBezTo>
                  <a:pt x="51" y="528"/>
                  <a:pt x="55" y="532"/>
                  <a:pt x="60" y="532"/>
                </a:cubicBezTo>
                <a:cubicBezTo>
                  <a:pt x="65" y="532"/>
                  <a:pt x="69" y="528"/>
                  <a:pt x="69" y="523"/>
                </a:cubicBezTo>
                <a:close/>
                <a:moveTo>
                  <a:pt x="94" y="523"/>
                </a:moveTo>
                <a:cubicBezTo>
                  <a:pt x="94" y="519"/>
                  <a:pt x="90" y="515"/>
                  <a:pt x="86" y="515"/>
                </a:cubicBezTo>
                <a:cubicBezTo>
                  <a:pt x="81" y="515"/>
                  <a:pt x="77" y="519"/>
                  <a:pt x="77" y="523"/>
                </a:cubicBezTo>
                <a:cubicBezTo>
                  <a:pt x="77" y="528"/>
                  <a:pt x="81" y="532"/>
                  <a:pt x="86" y="532"/>
                </a:cubicBezTo>
                <a:cubicBezTo>
                  <a:pt x="90" y="532"/>
                  <a:pt x="94" y="528"/>
                  <a:pt x="94" y="523"/>
                </a:cubicBezTo>
                <a:close/>
                <a:moveTo>
                  <a:pt x="223" y="523"/>
                </a:moveTo>
                <a:cubicBezTo>
                  <a:pt x="223" y="519"/>
                  <a:pt x="219" y="515"/>
                  <a:pt x="214" y="515"/>
                </a:cubicBezTo>
                <a:cubicBezTo>
                  <a:pt x="210" y="515"/>
                  <a:pt x="206" y="519"/>
                  <a:pt x="206" y="523"/>
                </a:cubicBezTo>
                <a:cubicBezTo>
                  <a:pt x="206" y="528"/>
                  <a:pt x="210" y="532"/>
                  <a:pt x="214" y="532"/>
                </a:cubicBezTo>
                <a:cubicBezTo>
                  <a:pt x="219" y="532"/>
                  <a:pt x="223" y="528"/>
                  <a:pt x="223" y="523"/>
                </a:cubicBezTo>
                <a:close/>
                <a:moveTo>
                  <a:pt x="249" y="523"/>
                </a:moveTo>
                <a:cubicBezTo>
                  <a:pt x="249" y="519"/>
                  <a:pt x="245" y="515"/>
                  <a:pt x="240" y="515"/>
                </a:cubicBezTo>
                <a:cubicBezTo>
                  <a:pt x="236" y="515"/>
                  <a:pt x="232" y="519"/>
                  <a:pt x="232" y="523"/>
                </a:cubicBezTo>
                <a:cubicBezTo>
                  <a:pt x="232" y="528"/>
                  <a:pt x="236" y="532"/>
                  <a:pt x="240" y="532"/>
                </a:cubicBezTo>
                <a:cubicBezTo>
                  <a:pt x="245" y="532"/>
                  <a:pt x="249" y="528"/>
                  <a:pt x="249" y="523"/>
                </a:cubicBezTo>
                <a:close/>
                <a:moveTo>
                  <a:pt x="275" y="523"/>
                </a:moveTo>
                <a:cubicBezTo>
                  <a:pt x="275" y="519"/>
                  <a:pt x="271" y="515"/>
                  <a:pt x="266" y="515"/>
                </a:cubicBezTo>
                <a:cubicBezTo>
                  <a:pt x="261" y="515"/>
                  <a:pt x="257" y="519"/>
                  <a:pt x="257" y="523"/>
                </a:cubicBezTo>
                <a:cubicBezTo>
                  <a:pt x="257" y="528"/>
                  <a:pt x="261" y="532"/>
                  <a:pt x="266" y="532"/>
                </a:cubicBezTo>
                <a:cubicBezTo>
                  <a:pt x="271" y="532"/>
                  <a:pt x="275" y="528"/>
                  <a:pt x="275" y="523"/>
                </a:cubicBezTo>
                <a:close/>
                <a:moveTo>
                  <a:pt x="300" y="523"/>
                </a:moveTo>
                <a:cubicBezTo>
                  <a:pt x="300" y="519"/>
                  <a:pt x="297" y="515"/>
                  <a:pt x="292" y="515"/>
                </a:cubicBezTo>
                <a:cubicBezTo>
                  <a:pt x="287" y="515"/>
                  <a:pt x="283" y="519"/>
                  <a:pt x="283" y="523"/>
                </a:cubicBezTo>
                <a:cubicBezTo>
                  <a:pt x="283" y="528"/>
                  <a:pt x="287" y="532"/>
                  <a:pt x="292" y="532"/>
                </a:cubicBezTo>
                <a:cubicBezTo>
                  <a:pt x="297" y="532"/>
                  <a:pt x="300" y="528"/>
                  <a:pt x="300" y="523"/>
                </a:cubicBezTo>
                <a:close/>
                <a:moveTo>
                  <a:pt x="326" y="523"/>
                </a:moveTo>
                <a:cubicBezTo>
                  <a:pt x="326" y="519"/>
                  <a:pt x="322" y="515"/>
                  <a:pt x="318" y="515"/>
                </a:cubicBezTo>
                <a:cubicBezTo>
                  <a:pt x="313" y="515"/>
                  <a:pt x="309" y="519"/>
                  <a:pt x="309" y="523"/>
                </a:cubicBezTo>
                <a:cubicBezTo>
                  <a:pt x="309" y="528"/>
                  <a:pt x="313" y="532"/>
                  <a:pt x="318" y="532"/>
                </a:cubicBezTo>
                <a:cubicBezTo>
                  <a:pt x="322" y="532"/>
                  <a:pt x="326" y="528"/>
                  <a:pt x="326" y="523"/>
                </a:cubicBezTo>
                <a:close/>
                <a:moveTo>
                  <a:pt x="352" y="523"/>
                </a:moveTo>
                <a:cubicBezTo>
                  <a:pt x="352" y="519"/>
                  <a:pt x="348" y="515"/>
                  <a:pt x="343" y="515"/>
                </a:cubicBezTo>
                <a:cubicBezTo>
                  <a:pt x="339" y="515"/>
                  <a:pt x="335" y="519"/>
                  <a:pt x="335" y="523"/>
                </a:cubicBezTo>
                <a:cubicBezTo>
                  <a:pt x="335" y="528"/>
                  <a:pt x="339" y="532"/>
                  <a:pt x="343" y="532"/>
                </a:cubicBezTo>
                <a:cubicBezTo>
                  <a:pt x="348" y="532"/>
                  <a:pt x="352" y="528"/>
                  <a:pt x="352" y="523"/>
                </a:cubicBezTo>
                <a:close/>
                <a:moveTo>
                  <a:pt x="378" y="523"/>
                </a:moveTo>
                <a:cubicBezTo>
                  <a:pt x="378" y="519"/>
                  <a:pt x="374" y="515"/>
                  <a:pt x="369" y="515"/>
                </a:cubicBezTo>
                <a:cubicBezTo>
                  <a:pt x="364" y="515"/>
                  <a:pt x="360" y="519"/>
                  <a:pt x="360" y="523"/>
                </a:cubicBezTo>
                <a:cubicBezTo>
                  <a:pt x="360" y="528"/>
                  <a:pt x="364" y="532"/>
                  <a:pt x="369" y="532"/>
                </a:cubicBezTo>
                <a:cubicBezTo>
                  <a:pt x="374" y="532"/>
                  <a:pt x="378" y="528"/>
                  <a:pt x="378" y="523"/>
                </a:cubicBezTo>
                <a:close/>
                <a:moveTo>
                  <a:pt x="403" y="523"/>
                </a:moveTo>
                <a:cubicBezTo>
                  <a:pt x="403" y="519"/>
                  <a:pt x="400" y="515"/>
                  <a:pt x="395" y="515"/>
                </a:cubicBezTo>
                <a:cubicBezTo>
                  <a:pt x="390" y="515"/>
                  <a:pt x="386" y="519"/>
                  <a:pt x="386" y="523"/>
                </a:cubicBezTo>
                <a:cubicBezTo>
                  <a:pt x="386" y="528"/>
                  <a:pt x="390" y="532"/>
                  <a:pt x="395" y="532"/>
                </a:cubicBezTo>
                <a:cubicBezTo>
                  <a:pt x="400" y="532"/>
                  <a:pt x="403" y="528"/>
                  <a:pt x="403" y="523"/>
                </a:cubicBezTo>
                <a:close/>
                <a:moveTo>
                  <a:pt x="429" y="523"/>
                </a:moveTo>
                <a:cubicBezTo>
                  <a:pt x="429" y="519"/>
                  <a:pt x="425" y="515"/>
                  <a:pt x="421" y="515"/>
                </a:cubicBezTo>
                <a:cubicBezTo>
                  <a:pt x="416" y="515"/>
                  <a:pt x="412" y="519"/>
                  <a:pt x="412" y="523"/>
                </a:cubicBezTo>
                <a:cubicBezTo>
                  <a:pt x="412" y="528"/>
                  <a:pt x="416" y="532"/>
                  <a:pt x="421" y="532"/>
                </a:cubicBezTo>
                <a:cubicBezTo>
                  <a:pt x="425" y="532"/>
                  <a:pt x="429" y="528"/>
                  <a:pt x="429" y="523"/>
                </a:cubicBezTo>
                <a:close/>
                <a:moveTo>
                  <a:pt x="455" y="523"/>
                </a:moveTo>
                <a:cubicBezTo>
                  <a:pt x="455" y="519"/>
                  <a:pt x="451" y="515"/>
                  <a:pt x="446" y="515"/>
                </a:cubicBezTo>
                <a:cubicBezTo>
                  <a:pt x="442" y="515"/>
                  <a:pt x="438" y="519"/>
                  <a:pt x="438" y="523"/>
                </a:cubicBezTo>
                <a:cubicBezTo>
                  <a:pt x="438" y="528"/>
                  <a:pt x="442" y="532"/>
                  <a:pt x="446" y="532"/>
                </a:cubicBezTo>
                <a:cubicBezTo>
                  <a:pt x="451" y="532"/>
                  <a:pt x="455" y="528"/>
                  <a:pt x="455" y="523"/>
                </a:cubicBezTo>
                <a:close/>
                <a:moveTo>
                  <a:pt x="481" y="523"/>
                </a:moveTo>
                <a:cubicBezTo>
                  <a:pt x="481" y="519"/>
                  <a:pt x="477" y="515"/>
                  <a:pt x="472" y="515"/>
                </a:cubicBezTo>
                <a:cubicBezTo>
                  <a:pt x="467" y="515"/>
                  <a:pt x="463" y="519"/>
                  <a:pt x="463" y="523"/>
                </a:cubicBezTo>
                <a:cubicBezTo>
                  <a:pt x="463" y="528"/>
                  <a:pt x="467" y="532"/>
                  <a:pt x="472" y="532"/>
                </a:cubicBezTo>
                <a:cubicBezTo>
                  <a:pt x="477" y="532"/>
                  <a:pt x="481" y="528"/>
                  <a:pt x="481" y="523"/>
                </a:cubicBezTo>
                <a:close/>
                <a:moveTo>
                  <a:pt x="506" y="523"/>
                </a:moveTo>
                <a:cubicBezTo>
                  <a:pt x="506" y="519"/>
                  <a:pt x="503" y="515"/>
                  <a:pt x="498" y="515"/>
                </a:cubicBezTo>
                <a:cubicBezTo>
                  <a:pt x="493" y="515"/>
                  <a:pt x="489" y="519"/>
                  <a:pt x="489" y="523"/>
                </a:cubicBezTo>
                <a:cubicBezTo>
                  <a:pt x="489" y="528"/>
                  <a:pt x="493" y="532"/>
                  <a:pt x="498" y="532"/>
                </a:cubicBezTo>
                <a:cubicBezTo>
                  <a:pt x="503" y="532"/>
                  <a:pt x="506" y="528"/>
                  <a:pt x="506" y="523"/>
                </a:cubicBezTo>
                <a:close/>
                <a:moveTo>
                  <a:pt x="532" y="523"/>
                </a:moveTo>
                <a:cubicBezTo>
                  <a:pt x="532" y="519"/>
                  <a:pt x="528" y="515"/>
                  <a:pt x="524" y="515"/>
                </a:cubicBezTo>
                <a:cubicBezTo>
                  <a:pt x="519" y="515"/>
                  <a:pt x="515" y="519"/>
                  <a:pt x="515" y="523"/>
                </a:cubicBezTo>
                <a:cubicBezTo>
                  <a:pt x="515" y="528"/>
                  <a:pt x="519" y="532"/>
                  <a:pt x="524" y="532"/>
                </a:cubicBezTo>
                <a:cubicBezTo>
                  <a:pt x="528" y="532"/>
                  <a:pt x="532" y="528"/>
                  <a:pt x="532" y="523"/>
                </a:cubicBezTo>
                <a:close/>
                <a:moveTo>
                  <a:pt x="558" y="523"/>
                </a:moveTo>
                <a:cubicBezTo>
                  <a:pt x="558" y="519"/>
                  <a:pt x="554" y="515"/>
                  <a:pt x="549" y="515"/>
                </a:cubicBezTo>
                <a:cubicBezTo>
                  <a:pt x="545" y="515"/>
                  <a:pt x="541" y="519"/>
                  <a:pt x="541" y="523"/>
                </a:cubicBezTo>
                <a:cubicBezTo>
                  <a:pt x="541" y="528"/>
                  <a:pt x="545" y="532"/>
                  <a:pt x="549" y="532"/>
                </a:cubicBezTo>
                <a:cubicBezTo>
                  <a:pt x="554" y="532"/>
                  <a:pt x="558" y="528"/>
                  <a:pt x="558" y="523"/>
                </a:cubicBezTo>
                <a:close/>
                <a:moveTo>
                  <a:pt x="712" y="523"/>
                </a:moveTo>
                <a:cubicBezTo>
                  <a:pt x="712" y="519"/>
                  <a:pt x="709" y="515"/>
                  <a:pt x="704" y="515"/>
                </a:cubicBezTo>
                <a:cubicBezTo>
                  <a:pt x="699" y="515"/>
                  <a:pt x="695" y="519"/>
                  <a:pt x="695" y="523"/>
                </a:cubicBezTo>
                <a:cubicBezTo>
                  <a:pt x="695" y="528"/>
                  <a:pt x="699" y="532"/>
                  <a:pt x="704" y="532"/>
                </a:cubicBezTo>
                <a:cubicBezTo>
                  <a:pt x="709" y="532"/>
                  <a:pt x="712" y="528"/>
                  <a:pt x="712" y="523"/>
                </a:cubicBezTo>
                <a:close/>
                <a:moveTo>
                  <a:pt x="738" y="523"/>
                </a:moveTo>
                <a:cubicBezTo>
                  <a:pt x="738" y="519"/>
                  <a:pt x="734" y="515"/>
                  <a:pt x="730" y="515"/>
                </a:cubicBezTo>
                <a:cubicBezTo>
                  <a:pt x="725" y="515"/>
                  <a:pt x="721" y="519"/>
                  <a:pt x="721" y="523"/>
                </a:cubicBezTo>
                <a:cubicBezTo>
                  <a:pt x="721" y="528"/>
                  <a:pt x="725" y="532"/>
                  <a:pt x="730" y="532"/>
                </a:cubicBezTo>
                <a:cubicBezTo>
                  <a:pt x="734" y="532"/>
                  <a:pt x="738" y="528"/>
                  <a:pt x="738" y="523"/>
                </a:cubicBezTo>
                <a:close/>
                <a:moveTo>
                  <a:pt x="764" y="523"/>
                </a:moveTo>
                <a:cubicBezTo>
                  <a:pt x="764" y="519"/>
                  <a:pt x="760" y="515"/>
                  <a:pt x="755" y="515"/>
                </a:cubicBezTo>
                <a:cubicBezTo>
                  <a:pt x="751" y="515"/>
                  <a:pt x="747" y="519"/>
                  <a:pt x="747" y="523"/>
                </a:cubicBezTo>
                <a:cubicBezTo>
                  <a:pt x="747" y="528"/>
                  <a:pt x="751" y="532"/>
                  <a:pt x="755" y="532"/>
                </a:cubicBezTo>
                <a:cubicBezTo>
                  <a:pt x="760" y="532"/>
                  <a:pt x="764" y="528"/>
                  <a:pt x="764" y="523"/>
                </a:cubicBezTo>
                <a:close/>
                <a:moveTo>
                  <a:pt x="790" y="523"/>
                </a:moveTo>
                <a:cubicBezTo>
                  <a:pt x="790" y="519"/>
                  <a:pt x="786" y="515"/>
                  <a:pt x="781" y="515"/>
                </a:cubicBezTo>
                <a:cubicBezTo>
                  <a:pt x="776" y="515"/>
                  <a:pt x="773" y="519"/>
                  <a:pt x="773" y="523"/>
                </a:cubicBezTo>
                <a:cubicBezTo>
                  <a:pt x="773" y="528"/>
                  <a:pt x="776" y="532"/>
                  <a:pt x="781" y="532"/>
                </a:cubicBezTo>
                <a:cubicBezTo>
                  <a:pt x="786" y="532"/>
                  <a:pt x="790" y="528"/>
                  <a:pt x="790" y="523"/>
                </a:cubicBezTo>
                <a:close/>
                <a:moveTo>
                  <a:pt x="1253" y="523"/>
                </a:moveTo>
                <a:cubicBezTo>
                  <a:pt x="1253" y="519"/>
                  <a:pt x="1250" y="515"/>
                  <a:pt x="1245" y="515"/>
                </a:cubicBezTo>
                <a:cubicBezTo>
                  <a:pt x="1240" y="515"/>
                  <a:pt x="1236" y="519"/>
                  <a:pt x="1236" y="523"/>
                </a:cubicBezTo>
                <a:cubicBezTo>
                  <a:pt x="1236" y="528"/>
                  <a:pt x="1240" y="532"/>
                  <a:pt x="1245" y="532"/>
                </a:cubicBezTo>
                <a:cubicBezTo>
                  <a:pt x="1250" y="532"/>
                  <a:pt x="1253" y="528"/>
                  <a:pt x="1253" y="523"/>
                </a:cubicBezTo>
                <a:close/>
                <a:moveTo>
                  <a:pt x="1382" y="523"/>
                </a:moveTo>
                <a:cubicBezTo>
                  <a:pt x="1382" y="519"/>
                  <a:pt x="1378" y="515"/>
                  <a:pt x="1374" y="515"/>
                </a:cubicBezTo>
                <a:cubicBezTo>
                  <a:pt x="1369" y="515"/>
                  <a:pt x="1365" y="519"/>
                  <a:pt x="1365" y="523"/>
                </a:cubicBezTo>
                <a:cubicBezTo>
                  <a:pt x="1365" y="528"/>
                  <a:pt x="1369" y="532"/>
                  <a:pt x="1374" y="532"/>
                </a:cubicBezTo>
                <a:cubicBezTo>
                  <a:pt x="1378" y="532"/>
                  <a:pt x="1382" y="528"/>
                  <a:pt x="1382" y="523"/>
                </a:cubicBezTo>
                <a:close/>
                <a:moveTo>
                  <a:pt x="1408" y="523"/>
                </a:moveTo>
                <a:cubicBezTo>
                  <a:pt x="1408" y="519"/>
                  <a:pt x="1404" y="515"/>
                  <a:pt x="1399" y="515"/>
                </a:cubicBezTo>
                <a:cubicBezTo>
                  <a:pt x="1395" y="515"/>
                  <a:pt x="1391" y="519"/>
                  <a:pt x="1391" y="523"/>
                </a:cubicBezTo>
                <a:cubicBezTo>
                  <a:pt x="1391" y="528"/>
                  <a:pt x="1395" y="532"/>
                  <a:pt x="1399" y="532"/>
                </a:cubicBezTo>
                <a:cubicBezTo>
                  <a:pt x="1404" y="532"/>
                  <a:pt x="1408" y="528"/>
                  <a:pt x="1408" y="523"/>
                </a:cubicBezTo>
                <a:close/>
                <a:moveTo>
                  <a:pt x="1459" y="523"/>
                </a:moveTo>
                <a:cubicBezTo>
                  <a:pt x="1459" y="519"/>
                  <a:pt x="1456" y="515"/>
                  <a:pt x="1451" y="515"/>
                </a:cubicBezTo>
                <a:cubicBezTo>
                  <a:pt x="1446" y="515"/>
                  <a:pt x="1442" y="519"/>
                  <a:pt x="1442" y="523"/>
                </a:cubicBezTo>
                <a:cubicBezTo>
                  <a:pt x="1442" y="528"/>
                  <a:pt x="1446" y="532"/>
                  <a:pt x="1451" y="532"/>
                </a:cubicBezTo>
                <a:cubicBezTo>
                  <a:pt x="1456" y="532"/>
                  <a:pt x="1459" y="528"/>
                  <a:pt x="1459" y="523"/>
                </a:cubicBezTo>
                <a:close/>
                <a:moveTo>
                  <a:pt x="1485" y="523"/>
                </a:moveTo>
                <a:cubicBezTo>
                  <a:pt x="1485" y="519"/>
                  <a:pt x="1481" y="515"/>
                  <a:pt x="1477" y="515"/>
                </a:cubicBezTo>
                <a:cubicBezTo>
                  <a:pt x="1472" y="515"/>
                  <a:pt x="1468" y="519"/>
                  <a:pt x="1468" y="523"/>
                </a:cubicBezTo>
                <a:cubicBezTo>
                  <a:pt x="1468" y="528"/>
                  <a:pt x="1472" y="532"/>
                  <a:pt x="1477" y="532"/>
                </a:cubicBezTo>
                <a:cubicBezTo>
                  <a:pt x="1481" y="532"/>
                  <a:pt x="1485" y="528"/>
                  <a:pt x="1485" y="523"/>
                </a:cubicBezTo>
                <a:close/>
                <a:moveTo>
                  <a:pt x="1511" y="523"/>
                </a:moveTo>
                <a:cubicBezTo>
                  <a:pt x="1511" y="519"/>
                  <a:pt x="1507" y="515"/>
                  <a:pt x="1502" y="515"/>
                </a:cubicBezTo>
                <a:cubicBezTo>
                  <a:pt x="1498" y="515"/>
                  <a:pt x="1494" y="519"/>
                  <a:pt x="1494" y="523"/>
                </a:cubicBezTo>
                <a:cubicBezTo>
                  <a:pt x="1494" y="528"/>
                  <a:pt x="1498" y="532"/>
                  <a:pt x="1502" y="532"/>
                </a:cubicBezTo>
                <a:cubicBezTo>
                  <a:pt x="1507" y="532"/>
                  <a:pt x="1511" y="528"/>
                  <a:pt x="1511" y="523"/>
                </a:cubicBezTo>
                <a:close/>
                <a:moveTo>
                  <a:pt x="1537" y="523"/>
                </a:moveTo>
                <a:cubicBezTo>
                  <a:pt x="1537" y="519"/>
                  <a:pt x="1533" y="515"/>
                  <a:pt x="1528" y="515"/>
                </a:cubicBezTo>
                <a:cubicBezTo>
                  <a:pt x="1523" y="515"/>
                  <a:pt x="1520" y="519"/>
                  <a:pt x="1520" y="523"/>
                </a:cubicBezTo>
                <a:cubicBezTo>
                  <a:pt x="1520" y="528"/>
                  <a:pt x="1523" y="532"/>
                  <a:pt x="1528" y="532"/>
                </a:cubicBezTo>
                <a:cubicBezTo>
                  <a:pt x="1533" y="532"/>
                  <a:pt x="1537" y="528"/>
                  <a:pt x="1537" y="523"/>
                </a:cubicBezTo>
                <a:close/>
                <a:moveTo>
                  <a:pt x="1563" y="523"/>
                </a:moveTo>
                <a:cubicBezTo>
                  <a:pt x="1563" y="519"/>
                  <a:pt x="1559" y="515"/>
                  <a:pt x="1554" y="515"/>
                </a:cubicBezTo>
                <a:cubicBezTo>
                  <a:pt x="1549" y="515"/>
                  <a:pt x="1545" y="519"/>
                  <a:pt x="1545" y="523"/>
                </a:cubicBezTo>
                <a:cubicBezTo>
                  <a:pt x="1545" y="528"/>
                  <a:pt x="1549" y="532"/>
                  <a:pt x="1554" y="532"/>
                </a:cubicBezTo>
                <a:cubicBezTo>
                  <a:pt x="1559" y="532"/>
                  <a:pt x="1563" y="528"/>
                  <a:pt x="1563" y="523"/>
                </a:cubicBezTo>
                <a:close/>
                <a:moveTo>
                  <a:pt x="1588" y="523"/>
                </a:moveTo>
                <a:cubicBezTo>
                  <a:pt x="1588" y="519"/>
                  <a:pt x="1584" y="515"/>
                  <a:pt x="1580" y="515"/>
                </a:cubicBezTo>
                <a:cubicBezTo>
                  <a:pt x="1575" y="515"/>
                  <a:pt x="1571" y="519"/>
                  <a:pt x="1571" y="523"/>
                </a:cubicBezTo>
                <a:cubicBezTo>
                  <a:pt x="1571" y="528"/>
                  <a:pt x="1575" y="532"/>
                  <a:pt x="1580" y="532"/>
                </a:cubicBezTo>
                <a:cubicBezTo>
                  <a:pt x="1584" y="532"/>
                  <a:pt x="1588" y="528"/>
                  <a:pt x="1588" y="523"/>
                </a:cubicBezTo>
                <a:close/>
                <a:moveTo>
                  <a:pt x="1614" y="523"/>
                </a:moveTo>
                <a:cubicBezTo>
                  <a:pt x="1614" y="519"/>
                  <a:pt x="1610" y="515"/>
                  <a:pt x="1605" y="515"/>
                </a:cubicBezTo>
                <a:cubicBezTo>
                  <a:pt x="1601" y="515"/>
                  <a:pt x="1597" y="519"/>
                  <a:pt x="1597" y="523"/>
                </a:cubicBezTo>
                <a:cubicBezTo>
                  <a:pt x="1597" y="528"/>
                  <a:pt x="1601" y="532"/>
                  <a:pt x="1605" y="532"/>
                </a:cubicBezTo>
                <a:cubicBezTo>
                  <a:pt x="1610" y="532"/>
                  <a:pt x="1614" y="528"/>
                  <a:pt x="1614" y="523"/>
                </a:cubicBezTo>
                <a:close/>
                <a:moveTo>
                  <a:pt x="1640" y="523"/>
                </a:moveTo>
                <a:cubicBezTo>
                  <a:pt x="1640" y="519"/>
                  <a:pt x="1636" y="515"/>
                  <a:pt x="1631" y="515"/>
                </a:cubicBezTo>
                <a:cubicBezTo>
                  <a:pt x="1626" y="515"/>
                  <a:pt x="1623" y="519"/>
                  <a:pt x="1623" y="523"/>
                </a:cubicBezTo>
                <a:cubicBezTo>
                  <a:pt x="1623" y="528"/>
                  <a:pt x="1626" y="532"/>
                  <a:pt x="1631" y="532"/>
                </a:cubicBezTo>
                <a:cubicBezTo>
                  <a:pt x="1636" y="532"/>
                  <a:pt x="1640" y="528"/>
                  <a:pt x="1640" y="523"/>
                </a:cubicBezTo>
                <a:close/>
                <a:moveTo>
                  <a:pt x="1666" y="523"/>
                </a:moveTo>
                <a:cubicBezTo>
                  <a:pt x="1666" y="519"/>
                  <a:pt x="1662" y="515"/>
                  <a:pt x="1657" y="515"/>
                </a:cubicBezTo>
                <a:cubicBezTo>
                  <a:pt x="1652" y="515"/>
                  <a:pt x="1648" y="519"/>
                  <a:pt x="1648" y="523"/>
                </a:cubicBezTo>
                <a:cubicBezTo>
                  <a:pt x="1648" y="528"/>
                  <a:pt x="1652" y="532"/>
                  <a:pt x="1657" y="532"/>
                </a:cubicBezTo>
                <a:cubicBezTo>
                  <a:pt x="1662" y="532"/>
                  <a:pt x="1666" y="528"/>
                  <a:pt x="1666" y="523"/>
                </a:cubicBezTo>
                <a:close/>
                <a:moveTo>
                  <a:pt x="1691" y="523"/>
                </a:moveTo>
                <a:cubicBezTo>
                  <a:pt x="1691" y="519"/>
                  <a:pt x="1687" y="515"/>
                  <a:pt x="1683" y="515"/>
                </a:cubicBezTo>
                <a:cubicBezTo>
                  <a:pt x="1678" y="515"/>
                  <a:pt x="1674" y="519"/>
                  <a:pt x="1674" y="523"/>
                </a:cubicBezTo>
                <a:cubicBezTo>
                  <a:pt x="1674" y="528"/>
                  <a:pt x="1678" y="532"/>
                  <a:pt x="1683" y="532"/>
                </a:cubicBezTo>
                <a:cubicBezTo>
                  <a:pt x="1687" y="532"/>
                  <a:pt x="1691" y="528"/>
                  <a:pt x="1691" y="523"/>
                </a:cubicBezTo>
                <a:close/>
                <a:moveTo>
                  <a:pt x="1717" y="523"/>
                </a:moveTo>
                <a:cubicBezTo>
                  <a:pt x="1717" y="519"/>
                  <a:pt x="1713" y="515"/>
                  <a:pt x="1708" y="515"/>
                </a:cubicBezTo>
                <a:cubicBezTo>
                  <a:pt x="1704" y="515"/>
                  <a:pt x="1700" y="519"/>
                  <a:pt x="1700" y="523"/>
                </a:cubicBezTo>
                <a:cubicBezTo>
                  <a:pt x="1700" y="528"/>
                  <a:pt x="1704" y="532"/>
                  <a:pt x="1708" y="532"/>
                </a:cubicBezTo>
                <a:cubicBezTo>
                  <a:pt x="1713" y="532"/>
                  <a:pt x="1717" y="528"/>
                  <a:pt x="1717" y="523"/>
                </a:cubicBezTo>
                <a:close/>
                <a:moveTo>
                  <a:pt x="1743" y="523"/>
                </a:moveTo>
                <a:cubicBezTo>
                  <a:pt x="1743" y="519"/>
                  <a:pt x="1739" y="515"/>
                  <a:pt x="1734" y="515"/>
                </a:cubicBezTo>
                <a:cubicBezTo>
                  <a:pt x="1730" y="515"/>
                  <a:pt x="1726" y="519"/>
                  <a:pt x="1726" y="523"/>
                </a:cubicBezTo>
                <a:cubicBezTo>
                  <a:pt x="1726" y="528"/>
                  <a:pt x="1730" y="532"/>
                  <a:pt x="1734" y="532"/>
                </a:cubicBezTo>
                <a:cubicBezTo>
                  <a:pt x="1739" y="532"/>
                  <a:pt x="1743" y="528"/>
                  <a:pt x="1743" y="523"/>
                </a:cubicBezTo>
                <a:close/>
                <a:moveTo>
                  <a:pt x="1769" y="523"/>
                </a:moveTo>
                <a:cubicBezTo>
                  <a:pt x="1769" y="519"/>
                  <a:pt x="1765" y="515"/>
                  <a:pt x="1760" y="515"/>
                </a:cubicBezTo>
                <a:cubicBezTo>
                  <a:pt x="1755" y="515"/>
                  <a:pt x="1751" y="519"/>
                  <a:pt x="1751" y="523"/>
                </a:cubicBezTo>
                <a:cubicBezTo>
                  <a:pt x="1751" y="528"/>
                  <a:pt x="1755" y="532"/>
                  <a:pt x="1760" y="532"/>
                </a:cubicBezTo>
                <a:cubicBezTo>
                  <a:pt x="1765" y="532"/>
                  <a:pt x="1769" y="528"/>
                  <a:pt x="1769" y="523"/>
                </a:cubicBezTo>
                <a:close/>
                <a:moveTo>
                  <a:pt x="1794" y="523"/>
                </a:moveTo>
                <a:cubicBezTo>
                  <a:pt x="1794" y="519"/>
                  <a:pt x="1791" y="515"/>
                  <a:pt x="1786" y="515"/>
                </a:cubicBezTo>
                <a:cubicBezTo>
                  <a:pt x="1781" y="515"/>
                  <a:pt x="1777" y="519"/>
                  <a:pt x="1777" y="523"/>
                </a:cubicBezTo>
                <a:cubicBezTo>
                  <a:pt x="1777" y="528"/>
                  <a:pt x="1781" y="532"/>
                  <a:pt x="1786" y="532"/>
                </a:cubicBezTo>
                <a:cubicBezTo>
                  <a:pt x="1791" y="532"/>
                  <a:pt x="1794" y="528"/>
                  <a:pt x="1794" y="523"/>
                </a:cubicBezTo>
                <a:close/>
                <a:moveTo>
                  <a:pt x="1820" y="523"/>
                </a:moveTo>
                <a:cubicBezTo>
                  <a:pt x="1820" y="519"/>
                  <a:pt x="1816" y="515"/>
                  <a:pt x="1812" y="515"/>
                </a:cubicBezTo>
                <a:cubicBezTo>
                  <a:pt x="1807" y="515"/>
                  <a:pt x="1803" y="519"/>
                  <a:pt x="1803" y="523"/>
                </a:cubicBezTo>
                <a:cubicBezTo>
                  <a:pt x="1803" y="528"/>
                  <a:pt x="1807" y="532"/>
                  <a:pt x="1812" y="532"/>
                </a:cubicBezTo>
                <a:cubicBezTo>
                  <a:pt x="1816" y="532"/>
                  <a:pt x="1820" y="528"/>
                  <a:pt x="1820" y="523"/>
                </a:cubicBezTo>
                <a:close/>
                <a:moveTo>
                  <a:pt x="1846" y="523"/>
                </a:moveTo>
                <a:cubicBezTo>
                  <a:pt x="1846" y="519"/>
                  <a:pt x="1842" y="515"/>
                  <a:pt x="1837" y="515"/>
                </a:cubicBezTo>
                <a:cubicBezTo>
                  <a:pt x="1833" y="515"/>
                  <a:pt x="1829" y="519"/>
                  <a:pt x="1829" y="523"/>
                </a:cubicBezTo>
                <a:cubicBezTo>
                  <a:pt x="1829" y="528"/>
                  <a:pt x="1833" y="532"/>
                  <a:pt x="1837" y="532"/>
                </a:cubicBezTo>
                <a:cubicBezTo>
                  <a:pt x="1842" y="532"/>
                  <a:pt x="1846" y="528"/>
                  <a:pt x="1846" y="523"/>
                </a:cubicBezTo>
                <a:close/>
                <a:moveTo>
                  <a:pt x="1872" y="523"/>
                </a:moveTo>
                <a:cubicBezTo>
                  <a:pt x="1872" y="519"/>
                  <a:pt x="1868" y="515"/>
                  <a:pt x="1863" y="515"/>
                </a:cubicBezTo>
                <a:cubicBezTo>
                  <a:pt x="1858" y="515"/>
                  <a:pt x="1854" y="519"/>
                  <a:pt x="1854" y="523"/>
                </a:cubicBezTo>
                <a:cubicBezTo>
                  <a:pt x="1854" y="528"/>
                  <a:pt x="1858" y="532"/>
                  <a:pt x="1863" y="532"/>
                </a:cubicBezTo>
                <a:cubicBezTo>
                  <a:pt x="1868" y="532"/>
                  <a:pt x="1872" y="528"/>
                  <a:pt x="1872" y="523"/>
                </a:cubicBezTo>
                <a:close/>
                <a:moveTo>
                  <a:pt x="1897" y="523"/>
                </a:moveTo>
                <a:cubicBezTo>
                  <a:pt x="1897" y="519"/>
                  <a:pt x="1894" y="515"/>
                  <a:pt x="1889" y="515"/>
                </a:cubicBezTo>
                <a:cubicBezTo>
                  <a:pt x="1884" y="515"/>
                  <a:pt x="1880" y="519"/>
                  <a:pt x="1880" y="523"/>
                </a:cubicBezTo>
                <a:cubicBezTo>
                  <a:pt x="1880" y="528"/>
                  <a:pt x="1884" y="532"/>
                  <a:pt x="1889" y="532"/>
                </a:cubicBezTo>
                <a:cubicBezTo>
                  <a:pt x="1894" y="532"/>
                  <a:pt x="1897" y="528"/>
                  <a:pt x="1897" y="523"/>
                </a:cubicBezTo>
                <a:close/>
                <a:moveTo>
                  <a:pt x="1923" y="523"/>
                </a:moveTo>
                <a:cubicBezTo>
                  <a:pt x="1923" y="519"/>
                  <a:pt x="1919" y="515"/>
                  <a:pt x="1915" y="515"/>
                </a:cubicBezTo>
                <a:cubicBezTo>
                  <a:pt x="1910" y="515"/>
                  <a:pt x="1906" y="519"/>
                  <a:pt x="1906" y="523"/>
                </a:cubicBezTo>
                <a:cubicBezTo>
                  <a:pt x="1906" y="528"/>
                  <a:pt x="1910" y="532"/>
                  <a:pt x="1915" y="532"/>
                </a:cubicBezTo>
                <a:cubicBezTo>
                  <a:pt x="1919" y="532"/>
                  <a:pt x="1923" y="528"/>
                  <a:pt x="1923" y="523"/>
                </a:cubicBezTo>
                <a:close/>
                <a:moveTo>
                  <a:pt x="1949" y="523"/>
                </a:moveTo>
                <a:cubicBezTo>
                  <a:pt x="1949" y="519"/>
                  <a:pt x="1945" y="515"/>
                  <a:pt x="1940" y="515"/>
                </a:cubicBezTo>
                <a:cubicBezTo>
                  <a:pt x="1936" y="515"/>
                  <a:pt x="1932" y="519"/>
                  <a:pt x="1932" y="523"/>
                </a:cubicBezTo>
                <a:cubicBezTo>
                  <a:pt x="1932" y="528"/>
                  <a:pt x="1936" y="532"/>
                  <a:pt x="1940" y="532"/>
                </a:cubicBezTo>
                <a:cubicBezTo>
                  <a:pt x="1945" y="532"/>
                  <a:pt x="1949" y="528"/>
                  <a:pt x="1949" y="523"/>
                </a:cubicBezTo>
                <a:close/>
                <a:moveTo>
                  <a:pt x="1975" y="523"/>
                </a:moveTo>
                <a:cubicBezTo>
                  <a:pt x="1975" y="519"/>
                  <a:pt x="1971" y="515"/>
                  <a:pt x="1966" y="515"/>
                </a:cubicBezTo>
                <a:cubicBezTo>
                  <a:pt x="1961" y="515"/>
                  <a:pt x="1957" y="519"/>
                  <a:pt x="1957" y="523"/>
                </a:cubicBezTo>
                <a:cubicBezTo>
                  <a:pt x="1957" y="528"/>
                  <a:pt x="1961" y="532"/>
                  <a:pt x="1966" y="532"/>
                </a:cubicBezTo>
                <a:cubicBezTo>
                  <a:pt x="1971" y="532"/>
                  <a:pt x="1975" y="528"/>
                  <a:pt x="1975" y="523"/>
                </a:cubicBezTo>
                <a:close/>
                <a:moveTo>
                  <a:pt x="2000" y="523"/>
                </a:moveTo>
                <a:cubicBezTo>
                  <a:pt x="2000" y="519"/>
                  <a:pt x="1997" y="515"/>
                  <a:pt x="1992" y="515"/>
                </a:cubicBezTo>
                <a:cubicBezTo>
                  <a:pt x="1987" y="515"/>
                  <a:pt x="1983" y="519"/>
                  <a:pt x="1983" y="523"/>
                </a:cubicBezTo>
                <a:cubicBezTo>
                  <a:pt x="1983" y="528"/>
                  <a:pt x="1987" y="532"/>
                  <a:pt x="1992" y="532"/>
                </a:cubicBezTo>
                <a:cubicBezTo>
                  <a:pt x="1997" y="532"/>
                  <a:pt x="2000" y="528"/>
                  <a:pt x="2000" y="523"/>
                </a:cubicBezTo>
                <a:close/>
                <a:moveTo>
                  <a:pt x="2026" y="523"/>
                </a:moveTo>
                <a:cubicBezTo>
                  <a:pt x="2026" y="519"/>
                  <a:pt x="2022" y="515"/>
                  <a:pt x="2018" y="515"/>
                </a:cubicBezTo>
                <a:cubicBezTo>
                  <a:pt x="2013" y="515"/>
                  <a:pt x="2009" y="519"/>
                  <a:pt x="2009" y="523"/>
                </a:cubicBezTo>
                <a:cubicBezTo>
                  <a:pt x="2009" y="528"/>
                  <a:pt x="2013" y="532"/>
                  <a:pt x="2018" y="532"/>
                </a:cubicBezTo>
                <a:cubicBezTo>
                  <a:pt x="2022" y="532"/>
                  <a:pt x="2026" y="528"/>
                  <a:pt x="2026" y="523"/>
                </a:cubicBezTo>
                <a:close/>
                <a:moveTo>
                  <a:pt x="2052" y="523"/>
                </a:moveTo>
                <a:cubicBezTo>
                  <a:pt x="2052" y="519"/>
                  <a:pt x="2048" y="515"/>
                  <a:pt x="2043" y="515"/>
                </a:cubicBezTo>
                <a:cubicBezTo>
                  <a:pt x="2039" y="515"/>
                  <a:pt x="2035" y="519"/>
                  <a:pt x="2035" y="523"/>
                </a:cubicBezTo>
                <a:cubicBezTo>
                  <a:pt x="2035" y="528"/>
                  <a:pt x="2039" y="532"/>
                  <a:pt x="2043" y="532"/>
                </a:cubicBezTo>
                <a:cubicBezTo>
                  <a:pt x="2048" y="532"/>
                  <a:pt x="2052" y="528"/>
                  <a:pt x="2052" y="523"/>
                </a:cubicBezTo>
                <a:close/>
                <a:moveTo>
                  <a:pt x="2078" y="523"/>
                </a:moveTo>
                <a:cubicBezTo>
                  <a:pt x="2078" y="519"/>
                  <a:pt x="2074" y="515"/>
                  <a:pt x="2069" y="515"/>
                </a:cubicBezTo>
                <a:cubicBezTo>
                  <a:pt x="2064" y="515"/>
                  <a:pt x="2061" y="519"/>
                  <a:pt x="2061" y="523"/>
                </a:cubicBezTo>
                <a:cubicBezTo>
                  <a:pt x="2061" y="528"/>
                  <a:pt x="2064" y="532"/>
                  <a:pt x="2069" y="532"/>
                </a:cubicBezTo>
                <a:cubicBezTo>
                  <a:pt x="2074" y="532"/>
                  <a:pt x="2078" y="528"/>
                  <a:pt x="2078" y="523"/>
                </a:cubicBezTo>
                <a:close/>
                <a:moveTo>
                  <a:pt x="2103" y="523"/>
                </a:moveTo>
                <a:cubicBezTo>
                  <a:pt x="2103" y="519"/>
                  <a:pt x="2100" y="515"/>
                  <a:pt x="2095" y="515"/>
                </a:cubicBezTo>
                <a:cubicBezTo>
                  <a:pt x="2090" y="515"/>
                  <a:pt x="2086" y="519"/>
                  <a:pt x="2086" y="523"/>
                </a:cubicBezTo>
                <a:cubicBezTo>
                  <a:pt x="2086" y="528"/>
                  <a:pt x="2090" y="532"/>
                  <a:pt x="2095" y="532"/>
                </a:cubicBezTo>
                <a:cubicBezTo>
                  <a:pt x="2100" y="532"/>
                  <a:pt x="2103" y="528"/>
                  <a:pt x="2103" y="523"/>
                </a:cubicBezTo>
                <a:close/>
                <a:moveTo>
                  <a:pt x="2129" y="523"/>
                </a:moveTo>
                <a:cubicBezTo>
                  <a:pt x="2129" y="519"/>
                  <a:pt x="2125" y="515"/>
                  <a:pt x="2121" y="515"/>
                </a:cubicBezTo>
                <a:cubicBezTo>
                  <a:pt x="2116" y="515"/>
                  <a:pt x="2112" y="519"/>
                  <a:pt x="2112" y="523"/>
                </a:cubicBezTo>
                <a:cubicBezTo>
                  <a:pt x="2112" y="528"/>
                  <a:pt x="2116" y="532"/>
                  <a:pt x="2121" y="532"/>
                </a:cubicBezTo>
                <a:cubicBezTo>
                  <a:pt x="2125" y="532"/>
                  <a:pt x="2129" y="528"/>
                  <a:pt x="2129" y="523"/>
                </a:cubicBezTo>
                <a:close/>
                <a:moveTo>
                  <a:pt x="2155" y="523"/>
                </a:moveTo>
                <a:cubicBezTo>
                  <a:pt x="2155" y="519"/>
                  <a:pt x="2151" y="515"/>
                  <a:pt x="2146" y="515"/>
                </a:cubicBezTo>
                <a:cubicBezTo>
                  <a:pt x="2142" y="515"/>
                  <a:pt x="2138" y="519"/>
                  <a:pt x="2138" y="523"/>
                </a:cubicBezTo>
                <a:cubicBezTo>
                  <a:pt x="2138" y="528"/>
                  <a:pt x="2142" y="532"/>
                  <a:pt x="2146" y="532"/>
                </a:cubicBezTo>
                <a:cubicBezTo>
                  <a:pt x="2151" y="532"/>
                  <a:pt x="2155" y="528"/>
                  <a:pt x="2155" y="523"/>
                </a:cubicBezTo>
                <a:close/>
                <a:moveTo>
                  <a:pt x="2181" y="523"/>
                </a:moveTo>
                <a:cubicBezTo>
                  <a:pt x="2181" y="519"/>
                  <a:pt x="2177" y="515"/>
                  <a:pt x="2172" y="515"/>
                </a:cubicBezTo>
                <a:cubicBezTo>
                  <a:pt x="2167" y="515"/>
                  <a:pt x="2164" y="519"/>
                  <a:pt x="2164" y="523"/>
                </a:cubicBezTo>
                <a:cubicBezTo>
                  <a:pt x="2164" y="528"/>
                  <a:pt x="2167" y="532"/>
                  <a:pt x="2172" y="532"/>
                </a:cubicBezTo>
                <a:cubicBezTo>
                  <a:pt x="2177" y="532"/>
                  <a:pt x="2181" y="528"/>
                  <a:pt x="2181" y="523"/>
                </a:cubicBezTo>
                <a:close/>
                <a:moveTo>
                  <a:pt x="2207" y="523"/>
                </a:moveTo>
                <a:cubicBezTo>
                  <a:pt x="2207" y="519"/>
                  <a:pt x="2203" y="515"/>
                  <a:pt x="2198" y="515"/>
                </a:cubicBezTo>
                <a:cubicBezTo>
                  <a:pt x="2193" y="515"/>
                  <a:pt x="2189" y="519"/>
                  <a:pt x="2189" y="523"/>
                </a:cubicBezTo>
                <a:cubicBezTo>
                  <a:pt x="2189" y="528"/>
                  <a:pt x="2193" y="532"/>
                  <a:pt x="2198" y="532"/>
                </a:cubicBezTo>
                <a:cubicBezTo>
                  <a:pt x="2203" y="532"/>
                  <a:pt x="2207" y="528"/>
                  <a:pt x="2207" y="523"/>
                </a:cubicBezTo>
                <a:close/>
                <a:moveTo>
                  <a:pt x="2232" y="523"/>
                </a:moveTo>
                <a:cubicBezTo>
                  <a:pt x="2232" y="519"/>
                  <a:pt x="2228" y="515"/>
                  <a:pt x="2224" y="515"/>
                </a:cubicBezTo>
                <a:cubicBezTo>
                  <a:pt x="2219" y="515"/>
                  <a:pt x="2215" y="519"/>
                  <a:pt x="2215" y="523"/>
                </a:cubicBezTo>
                <a:cubicBezTo>
                  <a:pt x="2215" y="528"/>
                  <a:pt x="2219" y="532"/>
                  <a:pt x="2224" y="532"/>
                </a:cubicBezTo>
                <a:cubicBezTo>
                  <a:pt x="2228" y="532"/>
                  <a:pt x="2232" y="528"/>
                  <a:pt x="2232" y="523"/>
                </a:cubicBezTo>
                <a:close/>
                <a:moveTo>
                  <a:pt x="2258" y="523"/>
                </a:moveTo>
                <a:cubicBezTo>
                  <a:pt x="2258" y="519"/>
                  <a:pt x="2254" y="515"/>
                  <a:pt x="2249" y="515"/>
                </a:cubicBezTo>
                <a:cubicBezTo>
                  <a:pt x="2245" y="515"/>
                  <a:pt x="2241" y="519"/>
                  <a:pt x="2241" y="523"/>
                </a:cubicBezTo>
                <a:cubicBezTo>
                  <a:pt x="2241" y="528"/>
                  <a:pt x="2245" y="532"/>
                  <a:pt x="2249" y="532"/>
                </a:cubicBezTo>
                <a:cubicBezTo>
                  <a:pt x="2254" y="532"/>
                  <a:pt x="2258" y="528"/>
                  <a:pt x="2258" y="523"/>
                </a:cubicBezTo>
                <a:close/>
                <a:moveTo>
                  <a:pt x="2284" y="523"/>
                </a:moveTo>
                <a:cubicBezTo>
                  <a:pt x="2284" y="519"/>
                  <a:pt x="2280" y="515"/>
                  <a:pt x="2275" y="515"/>
                </a:cubicBezTo>
                <a:cubicBezTo>
                  <a:pt x="2270" y="515"/>
                  <a:pt x="2267" y="519"/>
                  <a:pt x="2267" y="523"/>
                </a:cubicBezTo>
                <a:cubicBezTo>
                  <a:pt x="2267" y="528"/>
                  <a:pt x="2270" y="532"/>
                  <a:pt x="2275" y="532"/>
                </a:cubicBezTo>
                <a:cubicBezTo>
                  <a:pt x="2280" y="532"/>
                  <a:pt x="2284" y="528"/>
                  <a:pt x="2284" y="523"/>
                </a:cubicBezTo>
                <a:close/>
                <a:moveTo>
                  <a:pt x="2310" y="523"/>
                </a:moveTo>
                <a:cubicBezTo>
                  <a:pt x="2310" y="519"/>
                  <a:pt x="2306" y="515"/>
                  <a:pt x="2301" y="515"/>
                </a:cubicBezTo>
                <a:cubicBezTo>
                  <a:pt x="2296" y="515"/>
                  <a:pt x="2292" y="519"/>
                  <a:pt x="2292" y="523"/>
                </a:cubicBezTo>
                <a:cubicBezTo>
                  <a:pt x="2292" y="528"/>
                  <a:pt x="2296" y="532"/>
                  <a:pt x="2301" y="532"/>
                </a:cubicBezTo>
                <a:cubicBezTo>
                  <a:pt x="2306" y="532"/>
                  <a:pt x="2310" y="528"/>
                  <a:pt x="2310" y="523"/>
                </a:cubicBezTo>
                <a:close/>
                <a:moveTo>
                  <a:pt x="2490" y="523"/>
                </a:moveTo>
                <a:cubicBezTo>
                  <a:pt x="2490" y="519"/>
                  <a:pt x="2486" y="515"/>
                  <a:pt x="2481" y="515"/>
                </a:cubicBezTo>
                <a:cubicBezTo>
                  <a:pt x="2477" y="515"/>
                  <a:pt x="2473" y="519"/>
                  <a:pt x="2473" y="523"/>
                </a:cubicBezTo>
                <a:cubicBezTo>
                  <a:pt x="2473" y="528"/>
                  <a:pt x="2477" y="532"/>
                  <a:pt x="2481" y="532"/>
                </a:cubicBezTo>
                <a:cubicBezTo>
                  <a:pt x="2486" y="532"/>
                  <a:pt x="2490" y="528"/>
                  <a:pt x="2490" y="523"/>
                </a:cubicBezTo>
                <a:close/>
                <a:moveTo>
                  <a:pt x="2516" y="523"/>
                </a:moveTo>
                <a:cubicBezTo>
                  <a:pt x="2516" y="519"/>
                  <a:pt x="2512" y="515"/>
                  <a:pt x="2507" y="515"/>
                </a:cubicBezTo>
                <a:cubicBezTo>
                  <a:pt x="2502" y="515"/>
                  <a:pt x="2498" y="519"/>
                  <a:pt x="2498" y="523"/>
                </a:cubicBezTo>
                <a:cubicBezTo>
                  <a:pt x="2498" y="528"/>
                  <a:pt x="2502" y="532"/>
                  <a:pt x="2507" y="532"/>
                </a:cubicBezTo>
                <a:cubicBezTo>
                  <a:pt x="2512" y="532"/>
                  <a:pt x="2516" y="528"/>
                  <a:pt x="2516" y="523"/>
                </a:cubicBezTo>
                <a:close/>
                <a:moveTo>
                  <a:pt x="249" y="549"/>
                </a:moveTo>
                <a:cubicBezTo>
                  <a:pt x="249" y="545"/>
                  <a:pt x="245" y="541"/>
                  <a:pt x="240" y="541"/>
                </a:cubicBezTo>
                <a:cubicBezTo>
                  <a:pt x="236" y="541"/>
                  <a:pt x="232" y="545"/>
                  <a:pt x="232" y="549"/>
                </a:cubicBezTo>
                <a:cubicBezTo>
                  <a:pt x="232" y="554"/>
                  <a:pt x="236" y="558"/>
                  <a:pt x="240" y="558"/>
                </a:cubicBezTo>
                <a:cubicBezTo>
                  <a:pt x="245" y="558"/>
                  <a:pt x="249" y="554"/>
                  <a:pt x="249" y="549"/>
                </a:cubicBezTo>
                <a:close/>
                <a:moveTo>
                  <a:pt x="275" y="549"/>
                </a:moveTo>
                <a:cubicBezTo>
                  <a:pt x="275" y="545"/>
                  <a:pt x="271" y="541"/>
                  <a:pt x="266" y="541"/>
                </a:cubicBezTo>
                <a:cubicBezTo>
                  <a:pt x="261" y="541"/>
                  <a:pt x="257" y="545"/>
                  <a:pt x="257" y="549"/>
                </a:cubicBezTo>
                <a:cubicBezTo>
                  <a:pt x="257" y="554"/>
                  <a:pt x="261" y="558"/>
                  <a:pt x="266" y="558"/>
                </a:cubicBezTo>
                <a:cubicBezTo>
                  <a:pt x="271" y="558"/>
                  <a:pt x="275" y="554"/>
                  <a:pt x="275" y="549"/>
                </a:cubicBezTo>
                <a:close/>
                <a:moveTo>
                  <a:pt x="300" y="549"/>
                </a:moveTo>
                <a:cubicBezTo>
                  <a:pt x="300" y="545"/>
                  <a:pt x="297" y="541"/>
                  <a:pt x="292" y="541"/>
                </a:cubicBezTo>
                <a:cubicBezTo>
                  <a:pt x="287" y="541"/>
                  <a:pt x="283" y="545"/>
                  <a:pt x="283" y="549"/>
                </a:cubicBezTo>
                <a:cubicBezTo>
                  <a:pt x="283" y="554"/>
                  <a:pt x="287" y="558"/>
                  <a:pt x="292" y="558"/>
                </a:cubicBezTo>
                <a:cubicBezTo>
                  <a:pt x="297" y="558"/>
                  <a:pt x="300" y="554"/>
                  <a:pt x="300" y="549"/>
                </a:cubicBezTo>
                <a:close/>
                <a:moveTo>
                  <a:pt x="326" y="549"/>
                </a:moveTo>
                <a:cubicBezTo>
                  <a:pt x="326" y="545"/>
                  <a:pt x="322" y="541"/>
                  <a:pt x="318" y="541"/>
                </a:cubicBezTo>
                <a:cubicBezTo>
                  <a:pt x="313" y="541"/>
                  <a:pt x="309" y="545"/>
                  <a:pt x="309" y="549"/>
                </a:cubicBezTo>
                <a:cubicBezTo>
                  <a:pt x="309" y="554"/>
                  <a:pt x="313" y="558"/>
                  <a:pt x="318" y="558"/>
                </a:cubicBezTo>
                <a:cubicBezTo>
                  <a:pt x="322" y="558"/>
                  <a:pt x="326" y="554"/>
                  <a:pt x="326" y="549"/>
                </a:cubicBezTo>
                <a:close/>
                <a:moveTo>
                  <a:pt x="352" y="549"/>
                </a:moveTo>
                <a:cubicBezTo>
                  <a:pt x="352" y="545"/>
                  <a:pt x="348" y="541"/>
                  <a:pt x="343" y="541"/>
                </a:cubicBezTo>
                <a:cubicBezTo>
                  <a:pt x="339" y="541"/>
                  <a:pt x="335" y="545"/>
                  <a:pt x="335" y="549"/>
                </a:cubicBezTo>
                <a:cubicBezTo>
                  <a:pt x="335" y="554"/>
                  <a:pt x="339" y="558"/>
                  <a:pt x="343" y="558"/>
                </a:cubicBezTo>
                <a:cubicBezTo>
                  <a:pt x="348" y="558"/>
                  <a:pt x="352" y="554"/>
                  <a:pt x="352" y="549"/>
                </a:cubicBezTo>
                <a:close/>
                <a:moveTo>
                  <a:pt x="378" y="549"/>
                </a:moveTo>
                <a:cubicBezTo>
                  <a:pt x="378" y="545"/>
                  <a:pt x="374" y="541"/>
                  <a:pt x="369" y="541"/>
                </a:cubicBezTo>
                <a:cubicBezTo>
                  <a:pt x="364" y="541"/>
                  <a:pt x="360" y="545"/>
                  <a:pt x="360" y="549"/>
                </a:cubicBezTo>
                <a:cubicBezTo>
                  <a:pt x="360" y="554"/>
                  <a:pt x="364" y="558"/>
                  <a:pt x="369" y="558"/>
                </a:cubicBezTo>
                <a:cubicBezTo>
                  <a:pt x="374" y="558"/>
                  <a:pt x="378" y="554"/>
                  <a:pt x="378" y="549"/>
                </a:cubicBezTo>
                <a:close/>
                <a:moveTo>
                  <a:pt x="403" y="549"/>
                </a:moveTo>
                <a:cubicBezTo>
                  <a:pt x="403" y="545"/>
                  <a:pt x="400" y="541"/>
                  <a:pt x="395" y="541"/>
                </a:cubicBezTo>
                <a:cubicBezTo>
                  <a:pt x="390" y="541"/>
                  <a:pt x="386" y="545"/>
                  <a:pt x="386" y="549"/>
                </a:cubicBezTo>
                <a:cubicBezTo>
                  <a:pt x="386" y="554"/>
                  <a:pt x="390" y="558"/>
                  <a:pt x="395" y="558"/>
                </a:cubicBezTo>
                <a:cubicBezTo>
                  <a:pt x="400" y="558"/>
                  <a:pt x="403" y="554"/>
                  <a:pt x="403" y="549"/>
                </a:cubicBezTo>
                <a:close/>
                <a:moveTo>
                  <a:pt x="429" y="549"/>
                </a:moveTo>
                <a:cubicBezTo>
                  <a:pt x="429" y="545"/>
                  <a:pt x="425" y="541"/>
                  <a:pt x="421" y="541"/>
                </a:cubicBezTo>
                <a:cubicBezTo>
                  <a:pt x="416" y="541"/>
                  <a:pt x="412" y="545"/>
                  <a:pt x="412" y="549"/>
                </a:cubicBezTo>
                <a:cubicBezTo>
                  <a:pt x="412" y="554"/>
                  <a:pt x="416" y="558"/>
                  <a:pt x="421" y="558"/>
                </a:cubicBezTo>
                <a:cubicBezTo>
                  <a:pt x="425" y="558"/>
                  <a:pt x="429" y="554"/>
                  <a:pt x="429" y="549"/>
                </a:cubicBezTo>
                <a:close/>
                <a:moveTo>
                  <a:pt x="455" y="549"/>
                </a:moveTo>
                <a:cubicBezTo>
                  <a:pt x="455" y="545"/>
                  <a:pt x="451" y="541"/>
                  <a:pt x="446" y="541"/>
                </a:cubicBezTo>
                <a:cubicBezTo>
                  <a:pt x="442" y="541"/>
                  <a:pt x="438" y="545"/>
                  <a:pt x="438" y="549"/>
                </a:cubicBezTo>
                <a:cubicBezTo>
                  <a:pt x="438" y="554"/>
                  <a:pt x="442" y="558"/>
                  <a:pt x="446" y="558"/>
                </a:cubicBezTo>
                <a:cubicBezTo>
                  <a:pt x="451" y="558"/>
                  <a:pt x="455" y="554"/>
                  <a:pt x="455" y="549"/>
                </a:cubicBezTo>
                <a:close/>
                <a:moveTo>
                  <a:pt x="481" y="549"/>
                </a:moveTo>
                <a:cubicBezTo>
                  <a:pt x="481" y="545"/>
                  <a:pt x="477" y="541"/>
                  <a:pt x="472" y="541"/>
                </a:cubicBezTo>
                <a:cubicBezTo>
                  <a:pt x="467" y="541"/>
                  <a:pt x="463" y="545"/>
                  <a:pt x="463" y="549"/>
                </a:cubicBezTo>
                <a:cubicBezTo>
                  <a:pt x="463" y="554"/>
                  <a:pt x="467" y="558"/>
                  <a:pt x="472" y="558"/>
                </a:cubicBezTo>
                <a:cubicBezTo>
                  <a:pt x="477" y="558"/>
                  <a:pt x="481" y="554"/>
                  <a:pt x="481" y="549"/>
                </a:cubicBezTo>
                <a:close/>
                <a:moveTo>
                  <a:pt x="506" y="549"/>
                </a:moveTo>
                <a:cubicBezTo>
                  <a:pt x="506" y="545"/>
                  <a:pt x="503" y="541"/>
                  <a:pt x="498" y="541"/>
                </a:cubicBezTo>
                <a:cubicBezTo>
                  <a:pt x="493" y="541"/>
                  <a:pt x="489" y="545"/>
                  <a:pt x="489" y="549"/>
                </a:cubicBezTo>
                <a:cubicBezTo>
                  <a:pt x="489" y="554"/>
                  <a:pt x="493" y="558"/>
                  <a:pt x="498" y="558"/>
                </a:cubicBezTo>
                <a:cubicBezTo>
                  <a:pt x="503" y="558"/>
                  <a:pt x="506" y="554"/>
                  <a:pt x="506" y="549"/>
                </a:cubicBezTo>
                <a:close/>
                <a:moveTo>
                  <a:pt x="532" y="549"/>
                </a:moveTo>
                <a:cubicBezTo>
                  <a:pt x="532" y="545"/>
                  <a:pt x="528" y="541"/>
                  <a:pt x="524" y="541"/>
                </a:cubicBezTo>
                <a:cubicBezTo>
                  <a:pt x="519" y="541"/>
                  <a:pt x="515" y="545"/>
                  <a:pt x="515" y="549"/>
                </a:cubicBezTo>
                <a:cubicBezTo>
                  <a:pt x="515" y="554"/>
                  <a:pt x="519" y="558"/>
                  <a:pt x="524" y="558"/>
                </a:cubicBezTo>
                <a:cubicBezTo>
                  <a:pt x="528" y="558"/>
                  <a:pt x="532" y="554"/>
                  <a:pt x="532" y="549"/>
                </a:cubicBezTo>
                <a:close/>
                <a:moveTo>
                  <a:pt x="558" y="549"/>
                </a:moveTo>
                <a:cubicBezTo>
                  <a:pt x="558" y="545"/>
                  <a:pt x="554" y="541"/>
                  <a:pt x="549" y="541"/>
                </a:cubicBezTo>
                <a:cubicBezTo>
                  <a:pt x="545" y="541"/>
                  <a:pt x="541" y="545"/>
                  <a:pt x="541" y="549"/>
                </a:cubicBezTo>
                <a:cubicBezTo>
                  <a:pt x="541" y="554"/>
                  <a:pt x="545" y="558"/>
                  <a:pt x="549" y="558"/>
                </a:cubicBezTo>
                <a:cubicBezTo>
                  <a:pt x="554" y="558"/>
                  <a:pt x="558" y="554"/>
                  <a:pt x="558" y="549"/>
                </a:cubicBezTo>
                <a:close/>
                <a:moveTo>
                  <a:pt x="584" y="549"/>
                </a:moveTo>
                <a:cubicBezTo>
                  <a:pt x="584" y="545"/>
                  <a:pt x="580" y="541"/>
                  <a:pt x="575" y="541"/>
                </a:cubicBezTo>
                <a:cubicBezTo>
                  <a:pt x="570" y="541"/>
                  <a:pt x="567" y="545"/>
                  <a:pt x="567" y="549"/>
                </a:cubicBezTo>
                <a:cubicBezTo>
                  <a:pt x="567" y="554"/>
                  <a:pt x="570" y="558"/>
                  <a:pt x="575" y="558"/>
                </a:cubicBezTo>
                <a:cubicBezTo>
                  <a:pt x="580" y="558"/>
                  <a:pt x="584" y="554"/>
                  <a:pt x="584" y="549"/>
                </a:cubicBezTo>
                <a:close/>
                <a:moveTo>
                  <a:pt x="712" y="549"/>
                </a:moveTo>
                <a:cubicBezTo>
                  <a:pt x="712" y="545"/>
                  <a:pt x="709" y="541"/>
                  <a:pt x="704" y="541"/>
                </a:cubicBezTo>
                <a:cubicBezTo>
                  <a:pt x="699" y="541"/>
                  <a:pt x="695" y="545"/>
                  <a:pt x="695" y="549"/>
                </a:cubicBezTo>
                <a:cubicBezTo>
                  <a:pt x="695" y="554"/>
                  <a:pt x="699" y="558"/>
                  <a:pt x="704" y="558"/>
                </a:cubicBezTo>
                <a:cubicBezTo>
                  <a:pt x="709" y="558"/>
                  <a:pt x="712" y="554"/>
                  <a:pt x="712" y="549"/>
                </a:cubicBezTo>
                <a:close/>
                <a:moveTo>
                  <a:pt x="738" y="549"/>
                </a:moveTo>
                <a:cubicBezTo>
                  <a:pt x="738" y="545"/>
                  <a:pt x="734" y="541"/>
                  <a:pt x="730" y="541"/>
                </a:cubicBezTo>
                <a:cubicBezTo>
                  <a:pt x="725" y="541"/>
                  <a:pt x="721" y="545"/>
                  <a:pt x="721" y="549"/>
                </a:cubicBezTo>
                <a:cubicBezTo>
                  <a:pt x="721" y="554"/>
                  <a:pt x="725" y="558"/>
                  <a:pt x="730" y="558"/>
                </a:cubicBezTo>
                <a:cubicBezTo>
                  <a:pt x="734" y="558"/>
                  <a:pt x="738" y="554"/>
                  <a:pt x="738" y="549"/>
                </a:cubicBezTo>
                <a:close/>
                <a:moveTo>
                  <a:pt x="764" y="549"/>
                </a:moveTo>
                <a:cubicBezTo>
                  <a:pt x="764" y="545"/>
                  <a:pt x="760" y="541"/>
                  <a:pt x="755" y="541"/>
                </a:cubicBezTo>
                <a:cubicBezTo>
                  <a:pt x="751" y="541"/>
                  <a:pt x="747" y="545"/>
                  <a:pt x="747" y="549"/>
                </a:cubicBezTo>
                <a:cubicBezTo>
                  <a:pt x="747" y="554"/>
                  <a:pt x="751" y="558"/>
                  <a:pt x="755" y="558"/>
                </a:cubicBezTo>
                <a:cubicBezTo>
                  <a:pt x="760" y="558"/>
                  <a:pt x="764" y="554"/>
                  <a:pt x="764" y="549"/>
                </a:cubicBezTo>
                <a:close/>
                <a:moveTo>
                  <a:pt x="790" y="549"/>
                </a:moveTo>
                <a:cubicBezTo>
                  <a:pt x="790" y="545"/>
                  <a:pt x="786" y="541"/>
                  <a:pt x="781" y="541"/>
                </a:cubicBezTo>
                <a:cubicBezTo>
                  <a:pt x="776" y="541"/>
                  <a:pt x="773" y="545"/>
                  <a:pt x="773" y="549"/>
                </a:cubicBezTo>
                <a:cubicBezTo>
                  <a:pt x="773" y="554"/>
                  <a:pt x="776" y="558"/>
                  <a:pt x="781" y="558"/>
                </a:cubicBezTo>
                <a:cubicBezTo>
                  <a:pt x="786" y="558"/>
                  <a:pt x="790" y="554"/>
                  <a:pt x="790" y="549"/>
                </a:cubicBezTo>
                <a:close/>
                <a:moveTo>
                  <a:pt x="816" y="549"/>
                </a:moveTo>
                <a:cubicBezTo>
                  <a:pt x="816" y="545"/>
                  <a:pt x="812" y="541"/>
                  <a:pt x="807" y="541"/>
                </a:cubicBezTo>
                <a:cubicBezTo>
                  <a:pt x="802" y="541"/>
                  <a:pt x="798" y="545"/>
                  <a:pt x="798" y="549"/>
                </a:cubicBezTo>
                <a:cubicBezTo>
                  <a:pt x="798" y="554"/>
                  <a:pt x="802" y="558"/>
                  <a:pt x="807" y="558"/>
                </a:cubicBezTo>
                <a:cubicBezTo>
                  <a:pt x="812" y="558"/>
                  <a:pt x="816" y="554"/>
                  <a:pt x="816" y="549"/>
                </a:cubicBezTo>
                <a:close/>
                <a:moveTo>
                  <a:pt x="1228" y="549"/>
                </a:moveTo>
                <a:cubicBezTo>
                  <a:pt x="1228" y="545"/>
                  <a:pt x="1224" y="541"/>
                  <a:pt x="1219" y="541"/>
                </a:cubicBezTo>
                <a:cubicBezTo>
                  <a:pt x="1214" y="541"/>
                  <a:pt x="1210" y="545"/>
                  <a:pt x="1210" y="549"/>
                </a:cubicBezTo>
                <a:cubicBezTo>
                  <a:pt x="1210" y="554"/>
                  <a:pt x="1214" y="558"/>
                  <a:pt x="1219" y="558"/>
                </a:cubicBezTo>
                <a:cubicBezTo>
                  <a:pt x="1224" y="558"/>
                  <a:pt x="1228" y="554"/>
                  <a:pt x="1228" y="549"/>
                </a:cubicBezTo>
                <a:close/>
                <a:moveTo>
                  <a:pt x="1253" y="549"/>
                </a:moveTo>
                <a:cubicBezTo>
                  <a:pt x="1253" y="545"/>
                  <a:pt x="1250" y="541"/>
                  <a:pt x="1245" y="541"/>
                </a:cubicBezTo>
                <a:cubicBezTo>
                  <a:pt x="1240" y="541"/>
                  <a:pt x="1236" y="545"/>
                  <a:pt x="1236" y="549"/>
                </a:cubicBezTo>
                <a:cubicBezTo>
                  <a:pt x="1236" y="554"/>
                  <a:pt x="1240" y="558"/>
                  <a:pt x="1245" y="558"/>
                </a:cubicBezTo>
                <a:cubicBezTo>
                  <a:pt x="1250" y="558"/>
                  <a:pt x="1253" y="554"/>
                  <a:pt x="1253" y="549"/>
                </a:cubicBezTo>
                <a:close/>
                <a:moveTo>
                  <a:pt x="1459" y="549"/>
                </a:moveTo>
                <a:cubicBezTo>
                  <a:pt x="1459" y="545"/>
                  <a:pt x="1456" y="541"/>
                  <a:pt x="1451" y="541"/>
                </a:cubicBezTo>
                <a:cubicBezTo>
                  <a:pt x="1446" y="541"/>
                  <a:pt x="1442" y="545"/>
                  <a:pt x="1442" y="549"/>
                </a:cubicBezTo>
                <a:cubicBezTo>
                  <a:pt x="1442" y="554"/>
                  <a:pt x="1446" y="558"/>
                  <a:pt x="1451" y="558"/>
                </a:cubicBezTo>
                <a:cubicBezTo>
                  <a:pt x="1456" y="558"/>
                  <a:pt x="1459" y="554"/>
                  <a:pt x="1459" y="549"/>
                </a:cubicBezTo>
                <a:close/>
                <a:moveTo>
                  <a:pt x="1485" y="549"/>
                </a:moveTo>
                <a:cubicBezTo>
                  <a:pt x="1485" y="545"/>
                  <a:pt x="1481" y="541"/>
                  <a:pt x="1477" y="541"/>
                </a:cubicBezTo>
                <a:cubicBezTo>
                  <a:pt x="1472" y="541"/>
                  <a:pt x="1468" y="545"/>
                  <a:pt x="1468" y="549"/>
                </a:cubicBezTo>
                <a:cubicBezTo>
                  <a:pt x="1468" y="554"/>
                  <a:pt x="1472" y="558"/>
                  <a:pt x="1477" y="558"/>
                </a:cubicBezTo>
                <a:cubicBezTo>
                  <a:pt x="1481" y="558"/>
                  <a:pt x="1485" y="554"/>
                  <a:pt x="1485" y="549"/>
                </a:cubicBezTo>
                <a:close/>
                <a:moveTo>
                  <a:pt x="1511" y="549"/>
                </a:moveTo>
                <a:cubicBezTo>
                  <a:pt x="1511" y="545"/>
                  <a:pt x="1507" y="541"/>
                  <a:pt x="1502" y="541"/>
                </a:cubicBezTo>
                <a:cubicBezTo>
                  <a:pt x="1498" y="541"/>
                  <a:pt x="1494" y="545"/>
                  <a:pt x="1494" y="549"/>
                </a:cubicBezTo>
                <a:cubicBezTo>
                  <a:pt x="1494" y="554"/>
                  <a:pt x="1498" y="558"/>
                  <a:pt x="1502" y="558"/>
                </a:cubicBezTo>
                <a:cubicBezTo>
                  <a:pt x="1507" y="558"/>
                  <a:pt x="1511" y="554"/>
                  <a:pt x="1511" y="549"/>
                </a:cubicBezTo>
                <a:close/>
                <a:moveTo>
                  <a:pt x="1537" y="549"/>
                </a:moveTo>
                <a:cubicBezTo>
                  <a:pt x="1537" y="545"/>
                  <a:pt x="1533" y="541"/>
                  <a:pt x="1528" y="541"/>
                </a:cubicBezTo>
                <a:cubicBezTo>
                  <a:pt x="1523" y="541"/>
                  <a:pt x="1520" y="545"/>
                  <a:pt x="1520" y="549"/>
                </a:cubicBezTo>
                <a:cubicBezTo>
                  <a:pt x="1520" y="554"/>
                  <a:pt x="1523" y="558"/>
                  <a:pt x="1528" y="558"/>
                </a:cubicBezTo>
                <a:cubicBezTo>
                  <a:pt x="1533" y="558"/>
                  <a:pt x="1537" y="554"/>
                  <a:pt x="1537" y="549"/>
                </a:cubicBezTo>
                <a:close/>
                <a:moveTo>
                  <a:pt x="1563" y="549"/>
                </a:moveTo>
                <a:cubicBezTo>
                  <a:pt x="1563" y="545"/>
                  <a:pt x="1559" y="541"/>
                  <a:pt x="1554" y="541"/>
                </a:cubicBezTo>
                <a:cubicBezTo>
                  <a:pt x="1549" y="541"/>
                  <a:pt x="1545" y="545"/>
                  <a:pt x="1545" y="549"/>
                </a:cubicBezTo>
                <a:cubicBezTo>
                  <a:pt x="1545" y="554"/>
                  <a:pt x="1549" y="558"/>
                  <a:pt x="1554" y="558"/>
                </a:cubicBezTo>
                <a:cubicBezTo>
                  <a:pt x="1559" y="558"/>
                  <a:pt x="1563" y="554"/>
                  <a:pt x="1563" y="549"/>
                </a:cubicBezTo>
                <a:close/>
                <a:moveTo>
                  <a:pt x="1588" y="549"/>
                </a:moveTo>
                <a:cubicBezTo>
                  <a:pt x="1588" y="545"/>
                  <a:pt x="1584" y="541"/>
                  <a:pt x="1580" y="541"/>
                </a:cubicBezTo>
                <a:cubicBezTo>
                  <a:pt x="1575" y="541"/>
                  <a:pt x="1571" y="545"/>
                  <a:pt x="1571" y="549"/>
                </a:cubicBezTo>
                <a:cubicBezTo>
                  <a:pt x="1571" y="554"/>
                  <a:pt x="1575" y="558"/>
                  <a:pt x="1580" y="558"/>
                </a:cubicBezTo>
                <a:cubicBezTo>
                  <a:pt x="1584" y="558"/>
                  <a:pt x="1588" y="554"/>
                  <a:pt x="1588" y="549"/>
                </a:cubicBezTo>
                <a:close/>
                <a:moveTo>
                  <a:pt x="1614" y="549"/>
                </a:moveTo>
                <a:cubicBezTo>
                  <a:pt x="1614" y="545"/>
                  <a:pt x="1610" y="541"/>
                  <a:pt x="1605" y="541"/>
                </a:cubicBezTo>
                <a:cubicBezTo>
                  <a:pt x="1601" y="541"/>
                  <a:pt x="1597" y="545"/>
                  <a:pt x="1597" y="549"/>
                </a:cubicBezTo>
                <a:cubicBezTo>
                  <a:pt x="1597" y="554"/>
                  <a:pt x="1601" y="558"/>
                  <a:pt x="1605" y="558"/>
                </a:cubicBezTo>
                <a:cubicBezTo>
                  <a:pt x="1610" y="558"/>
                  <a:pt x="1614" y="554"/>
                  <a:pt x="1614" y="549"/>
                </a:cubicBezTo>
                <a:close/>
                <a:moveTo>
                  <a:pt x="1640" y="549"/>
                </a:moveTo>
                <a:cubicBezTo>
                  <a:pt x="1640" y="545"/>
                  <a:pt x="1636" y="541"/>
                  <a:pt x="1631" y="541"/>
                </a:cubicBezTo>
                <a:cubicBezTo>
                  <a:pt x="1626" y="541"/>
                  <a:pt x="1623" y="545"/>
                  <a:pt x="1623" y="549"/>
                </a:cubicBezTo>
                <a:cubicBezTo>
                  <a:pt x="1623" y="554"/>
                  <a:pt x="1626" y="558"/>
                  <a:pt x="1631" y="558"/>
                </a:cubicBezTo>
                <a:cubicBezTo>
                  <a:pt x="1636" y="558"/>
                  <a:pt x="1640" y="554"/>
                  <a:pt x="1640" y="549"/>
                </a:cubicBezTo>
                <a:close/>
                <a:moveTo>
                  <a:pt x="1666" y="549"/>
                </a:moveTo>
                <a:cubicBezTo>
                  <a:pt x="1666" y="545"/>
                  <a:pt x="1662" y="541"/>
                  <a:pt x="1657" y="541"/>
                </a:cubicBezTo>
                <a:cubicBezTo>
                  <a:pt x="1652" y="541"/>
                  <a:pt x="1648" y="545"/>
                  <a:pt x="1648" y="549"/>
                </a:cubicBezTo>
                <a:cubicBezTo>
                  <a:pt x="1648" y="554"/>
                  <a:pt x="1652" y="558"/>
                  <a:pt x="1657" y="558"/>
                </a:cubicBezTo>
                <a:cubicBezTo>
                  <a:pt x="1662" y="558"/>
                  <a:pt x="1666" y="554"/>
                  <a:pt x="1666" y="549"/>
                </a:cubicBezTo>
                <a:close/>
                <a:moveTo>
                  <a:pt x="1691" y="549"/>
                </a:moveTo>
                <a:cubicBezTo>
                  <a:pt x="1691" y="545"/>
                  <a:pt x="1687" y="541"/>
                  <a:pt x="1683" y="541"/>
                </a:cubicBezTo>
                <a:cubicBezTo>
                  <a:pt x="1678" y="541"/>
                  <a:pt x="1674" y="545"/>
                  <a:pt x="1674" y="549"/>
                </a:cubicBezTo>
                <a:cubicBezTo>
                  <a:pt x="1674" y="554"/>
                  <a:pt x="1678" y="558"/>
                  <a:pt x="1683" y="558"/>
                </a:cubicBezTo>
                <a:cubicBezTo>
                  <a:pt x="1687" y="558"/>
                  <a:pt x="1691" y="554"/>
                  <a:pt x="1691" y="549"/>
                </a:cubicBezTo>
                <a:close/>
                <a:moveTo>
                  <a:pt x="1717" y="549"/>
                </a:moveTo>
                <a:cubicBezTo>
                  <a:pt x="1717" y="545"/>
                  <a:pt x="1713" y="541"/>
                  <a:pt x="1708" y="541"/>
                </a:cubicBezTo>
                <a:cubicBezTo>
                  <a:pt x="1704" y="541"/>
                  <a:pt x="1700" y="545"/>
                  <a:pt x="1700" y="549"/>
                </a:cubicBezTo>
                <a:cubicBezTo>
                  <a:pt x="1700" y="554"/>
                  <a:pt x="1704" y="558"/>
                  <a:pt x="1708" y="558"/>
                </a:cubicBezTo>
                <a:cubicBezTo>
                  <a:pt x="1713" y="558"/>
                  <a:pt x="1717" y="554"/>
                  <a:pt x="1717" y="549"/>
                </a:cubicBezTo>
                <a:close/>
                <a:moveTo>
                  <a:pt x="1743" y="549"/>
                </a:moveTo>
                <a:cubicBezTo>
                  <a:pt x="1743" y="545"/>
                  <a:pt x="1739" y="541"/>
                  <a:pt x="1734" y="541"/>
                </a:cubicBezTo>
                <a:cubicBezTo>
                  <a:pt x="1730" y="541"/>
                  <a:pt x="1726" y="545"/>
                  <a:pt x="1726" y="549"/>
                </a:cubicBezTo>
                <a:cubicBezTo>
                  <a:pt x="1726" y="554"/>
                  <a:pt x="1730" y="558"/>
                  <a:pt x="1734" y="558"/>
                </a:cubicBezTo>
                <a:cubicBezTo>
                  <a:pt x="1739" y="558"/>
                  <a:pt x="1743" y="554"/>
                  <a:pt x="1743" y="549"/>
                </a:cubicBezTo>
                <a:close/>
                <a:moveTo>
                  <a:pt x="1769" y="549"/>
                </a:moveTo>
                <a:cubicBezTo>
                  <a:pt x="1769" y="545"/>
                  <a:pt x="1765" y="541"/>
                  <a:pt x="1760" y="541"/>
                </a:cubicBezTo>
                <a:cubicBezTo>
                  <a:pt x="1755" y="541"/>
                  <a:pt x="1751" y="545"/>
                  <a:pt x="1751" y="549"/>
                </a:cubicBezTo>
                <a:cubicBezTo>
                  <a:pt x="1751" y="554"/>
                  <a:pt x="1755" y="558"/>
                  <a:pt x="1760" y="558"/>
                </a:cubicBezTo>
                <a:cubicBezTo>
                  <a:pt x="1765" y="558"/>
                  <a:pt x="1769" y="554"/>
                  <a:pt x="1769" y="549"/>
                </a:cubicBezTo>
                <a:close/>
                <a:moveTo>
                  <a:pt x="1794" y="549"/>
                </a:moveTo>
                <a:cubicBezTo>
                  <a:pt x="1794" y="545"/>
                  <a:pt x="1791" y="541"/>
                  <a:pt x="1786" y="541"/>
                </a:cubicBezTo>
                <a:cubicBezTo>
                  <a:pt x="1781" y="541"/>
                  <a:pt x="1777" y="545"/>
                  <a:pt x="1777" y="549"/>
                </a:cubicBezTo>
                <a:cubicBezTo>
                  <a:pt x="1777" y="554"/>
                  <a:pt x="1781" y="558"/>
                  <a:pt x="1786" y="558"/>
                </a:cubicBezTo>
                <a:cubicBezTo>
                  <a:pt x="1791" y="558"/>
                  <a:pt x="1794" y="554"/>
                  <a:pt x="1794" y="549"/>
                </a:cubicBezTo>
                <a:close/>
                <a:moveTo>
                  <a:pt x="1820" y="549"/>
                </a:moveTo>
                <a:cubicBezTo>
                  <a:pt x="1820" y="545"/>
                  <a:pt x="1816" y="541"/>
                  <a:pt x="1812" y="541"/>
                </a:cubicBezTo>
                <a:cubicBezTo>
                  <a:pt x="1807" y="541"/>
                  <a:pt x="1803" y="545"/>
                  <a:pt x="1803" y="549"/>
                </a:cubicBezTo>
                <a:cubicBezTo>
                  <a:pt x="1803" y="554"/>
                  <a:pt x="1807" y="558"/>
                  <a:pt x="1812" y="558"/>
                </a:cubicBezTo>
                <a:cubicBezTo>
                  <a:pt x="1816" y="558"/>
                  <a:pt x="1820" y="554"/>
                  <a:pt x="1820" y="549"/>
                </a:cubicBezTo>
                <a:close/>
                <a:moveTo>
                  <a:pt x="1846" y="549"/>
                </a:moveTo>
                <a:cubicBezTo>
                  <a:pt x="1846" y="545"/>
                  <a:pt x="1842" y="541"/>
                  <a:pt x="1837" y="541"/>
                </a:cubicBezTo>
                <a:cubicBezTo>
                  <a:pt x="1833" y="541"/>
                  <a:pt x="1829" y="545"/>
                  <a:pt x="1829" y="549"/>
                </a:cubicBezTo>
                <a:cubicBezTo>
                  <a:pt x="1829" y="554"/>
                  <a:pt x="1833" y="558"/>
                  <a:pt x="1837" y="558"/>
                </a:cubicBezTo>
                <a:cubicBezTo>
                  <a:pt x="1842" y="558"/>
                  <a:pt x="1846" y="554"/>
                  <a:pt x="1846" y="549"/>
                </a:cubicBezTo>
                <a:close/>
                <a:moveTo>
                  <a:pt x="1872" y="549"/>
                </a:moveTo>
                <a:cubicBezTo>
                  <a:pt x="1872" y="545"/>
                  <a:pt x="1868" y="541"/>
                  <a:pt x="1863" y="541"/>
                </a:cubicBezTo>
                <a:cubicBezTo>
                  <a:pt x="1858" y="541"/>
                  <a:pt x="1854" y="545"/>
                  <a:pt x="1854" y="549"/>
                </a:cubicBezTo>
                <a:cubicBezTo>
                  <a:pt x="1854" y="554"/>
                  <a:pt x="1858" y="558"/>
                  <a:pt x="1863" y="558"/>
                </a:cubicBezTo>
                <a:cubicBezTo>
                  <a:pt x="1868" y="558"/>
                  <a:pt x="1872" y="554"/>
                  <a:pt x="1872" y="549"/>
                </a:cubicBezTo>
                <a:close/>
                <a:moveTo>
                  <a:pt x="1897" y="549"/>
                </a:moveTo>
                <a:cubicBezTo>
                  <a:pt x="1897" y="545"/>
                  <a:pt x="1894" y="541"/>
                  <a:pt x="1889" y="541"/>
                </a:cubicBezTo>
                <a:cubicBezTo>
                  <a:pt x="1884" y="541"/>
                  <a:pt x="1880" y="545"/>
                  <a:pt x="1880" y="549"/>
                </a:cubicBezTo>
                <a:cubicBezTo>
                  <a:pt x="1880" y="554"/>
                  <a:pt x="1884" y="558"/>
                  <a:pt x="1889" y="558"/>
                </a:cubicBezTo>
                <a:cubicBezTo>
                  <a:pt x="1894" y="558"/>
                  <a:pt x="1897" y="554"/>
                  <a:pt x="1897" y="549"/>
                </a:cubicBezTo>
                <a:close/>
                <a:moveTo>
                  <a:pt x="1923" y="549"/>
                </a:moveTo>
                <a:cubicBezTo>
                  <a:pt x="1923" y="545"/>
                  <a:pt x="1919" y="541"/>
                  <a:pt x="1915" y="541"/>
                </a:cubicBezTo>
                <a:cubicBezTo>
                  <a:pt x="1910" y="541"/>
                  <a:pt x="1906" y="545"/>
                  <a:pt x="1906" y="549"/>
                </a:cubicBezTo>
                <a:cubicBezTo>
                  <a:pt x="1906" y="554"/>
                  <a:pt x="1910" y="558"/>
                  <a:pt x="1915" y="558"/>
                </a:cubicBezTo>
                <a:cubicBezTo>
                  <a:pt x="1919" y="558"/>
                  <a:pt x="1923" y="554"/>
                  <a:pt x="1923" y="549"/>
                </a:cubicBezTo>
                <a:close/>
                <a:moveTo>
                  <a:pt x="1949" y="549"/>
                </a:moveTo>
                <a:cubicBezTo>
                  <a:pt x="1949" y="545"/>
                  <a:pt x="1945" y="541"/>
                  <a:pt x="1940" y="541"/>
                </a:cubicBezTo>
                <a:cubicBezTo>
                  <a:pt x="1936" y="541"/>
                  <a:pt x="1932" y="545"/>
                  <a:pt x="1932" y="549"/>
                </a:cubicBezTo>
                <a:cubicBezTo>
                  <a:pt x="1932" y="554"/>
                  <a:pt x="1936" y="558"/>
                  <a:pt x="1940" y="558"/>
                </a:cubicBezTo>
                <a:cubicBezTo>
                  <a:pt x="1945" y="558"/>
                  <a:pt x="1949" y="554"/>
                  <a:pt x="1949" y="549"/>
                </a:cubicBezTo>
                <a:close/>
                <a:moveTo>
                  <a:pt x="1975" y="549"/>
                </a:moveTo>
                <a:cubicBezTo>
                  <a:pt x="1975" y="545"/>
                  <a:pt x="1971" y="541"/>
                  <a:pt x="1966" y="541"/>
                </a:cubicBezTo>
                <a:cubicBezTo>
                  <a:pt x="1961" y="541"/>
                  <a:pt x="1957" y="545"/>
                  <a:pt x="1957" y="549"/>
                </a:cubicBezTo>
                <a:cubicBezTo>
                  <a:pt x="1957" y="554"/>
                  <a:pt x="1961" y="558"/>
                  <a:pt x="1966" y="558"/>
                </a:cubicBezTo>
                <a:cubicBezTo>
                  <a:pt x="1971" y="558"/>
                  <a:pt x="1975" y="554"/>
                  <a:pt x="1975" y="549"/>
                </a:cubicBezTo>
                <a:close/>
                <a:moveTo>
                  <a:pt x="2000" y="549"/>
                </a:moveTo>
                <a:cubicBezTo>
                  <a:pt x="2000" y="545"/>
                  <a:pt x="1997" y="541"/>
                  <a:pt x="1992" y="541"/>
                </a:cubicBezTo>
                <a:cubicBezTo>
                  <a:pt x="1987" y="541"/>
                  <a:pt x="1983" y="545"/>
                  <a:pt x="1983" y="549"/>
                </a:cubicBezTo>
                <a:cubicBezTo>
                  <a:pt x="1983" y="554"/>
                  <a:pt x="1987" y="558"/>
                  <a:pt x="1992" y="558"/>
                </a:cubicBezTo>
                <a:cubicBezTo>
                  <a:pt x="1997" y="558"/>
                  <a:pt x="2000" y="554"/>
                  <a:pt x="2000" y="549"/>
                </a:cubicBezTo>
                <a:close/>
                <a:moveTo>
                  <a:pt x="2026" y="549"/>
                </a:moveTo>
                <a:cubicBezTo>
                  <a:pt x="2026" y="545"/>
                  <a:pt x="2022" y="541"/>
                  <a:pt x="2018" y="541"/>
                </a:cubicBezTo>
                <a:cubicBezTo>
                  <a:pt x="2013" y="541"/>
                  <a:pt x="2009" y="545"/>
                  <a:pt x="2009" y="549"/>
                </a:cubicBezTo>
                <a:cubicBezTo>
                  <a:pt x="2009" y="554"/>
                  <a:pt x="2013" y="558"/>
                  <a:pt x="2018" y="558"/>
                </a:cubicBezTo>
                <a:cubicBezTo>
                  <a:pt x="2022" y="558"/>
                  <a:pt x="2026" y="554"/>
                  <a:pt x="2026" y="549"/>
                </a:cubicBezTo>
                <a:close/>
                <a:moveTo>
                  <a:pt x="2052" y="549"/>
                </a:moveTo>
                <a:cubicBezTo>
                  <a:pt x="2052" y="545"/>
                  <a:pt x="2048" y="541"/>
                  <a:pt x="2043" y="541"/>
                </a:cubicBezTo>
                <a:cubicBezTo>
                  <a:pt x="2039" y="541"/>
                  <a:pt x="2035" y="545"/>
                  <a:pt x="2035" y="549"/>
                </a:cubicBezTo>
                <a:cubicBezTo>
                  <a:pt x="2035" y="554"/>
                  <a:pt x="2039" y="558"/>
                  <a:pt x="2043" y="558"/>
                </a:cubicBezTo>
                <a:cubicBezTo>
                  <a:pt x="2048" y="558"/>
                  <a:pt x="2052" y="554"/>
                  <a:pt x="2052" y="549"/>
                </a:cubicBezTo>
                <a:close/>
                <a:moveTo>
                  <a:pt x="2078" y="549"/>
                </a:moveTo>
                <a:cubicBezTo>
                  <a:pt x="2078" y="545"/>
                  <a:pt x="2074" y="541"/>
                  <a:pt x="2069" y="541"/>
                </a:cubicBezTo>
                <a:cubicBezTo>
                  <a:pt x="2064" y="541"/>
                  <a:pt x="2061" y="545"/>
                  <a:pt x="2061" y="549"/>
                </a:cubicBezTo>
                <a:cubicBezTo>
                  <a:pt x="2061" y="554"/>
                  <a:pt x="2064" y="558"/>
                  <a:pt x="2069" y="558"/>
                </a:cubicBezTo>
                <a:cubicBezTo>
                  <a:pt x="2074" y="558"/>
                  <a:pt x="2078" y="554"/>
                  <a:pt x="2078" y="549"/>
                </a:cubicBezTo>
                <a:close/>
                <a:moveTo>
                  <a:pt x="2103" y="549"/>
                </a:moveTo>
                <a:cubicBezTo>
                  <a:pt x="2103" y="545"/>
                  <a:pt x="2100" y="541"/>
                  <a:pt x="2095" y="541"/>
                </a:cubicBezTo>
                <a:cubicBezTo>
                  <a:pt x="2090" y="541"/>
                  <a:pt x="2086" y="545"/>
                  <a:pt x="2086" y="549"/>
                </a:cubicBezTo>
                <a:cubicBezTo>
                  <a:pt x="2086" y="554"/>
                  <a:pt x="2090" y="558"/>
                  <a:pt x="2095" y="558"/>
                </a:cubicBezTo>
                <a:cubicBezTo>
                  <a:pt x="2100" y="558"/>
                  <a:pt x="2103" y="554"/>
                  <a:pt x="2103" y="549"/>
                </a:cubicBezTo>
                <a:close/>
                <a:moveTo>
                  <a:pt x="2129" y="549"/>
                </a:moveTo>
                <a:cubicBezTo>
                  <a:pt x="2129" y="545"/>
                  <a:pt x="2125" y="541"/>
                  <a:pt x="2121" y="541"/>
                </a:cubicBezTo>
                <a:cubicBezTo>
                  <a:pt x="2116" y="541"/>
                  <a:pt x="2112" y="545"/>
                  <a:pt x="2112" y="549"/>
                </a:cubicBezTo>
                <a:cubicBezTo>
                  <a:pt x="2112" y="554"/>
                  <a:pt x="2116" y="558"/>
                  <a:pt x="2121" y="558"/>
                </a:cubicBezTo>
                <a:cubicBezTo>
                  <a:pt x="2125" y="558"/>
                  <a:pt x="2129" y="554"/>
                  <a:pt x="2129" y="549"/>
                </a:cubicBezTo>
                <a:close/>
                <a:moveTo>
                  <a:pt x="2155" y="549"/>
                </a:moveTo>
                <a:cubicBezTo>
                  <a:pt x="2155" y="545"/>
                  <a:pt x="2151" y="541"/>
                  <a:pt x="2146" y="541"/>
                </a:cubicBezTo>
                <a:cubicBezTo>
                  <a:pt x="2142" y="541"/>
                  <a:pt x="2138" y="545"/>
                  <a:pt x="2138" y="549"/>
                </a:cubicBezTo>
                <a:cubicBezTo>
                  <a:pt x="2138" y="554"/>
                  <a:pt x="2142" y="558"/>
                  <a:pt x="2146" y="558"/>
                </a:cubicBezTo>
                <a:cubicBezTo>
                  <a:pt x="2151" y="558"/>
                  <a:pt x="2155" y="554"/>
                  <a:pt x="2155" y="549"/>
                </a:cubicBezTo>
                <a:close/>
                <a:moveTo>
                  <a:pt x="2181" y="549"/>
                </a:moveTo>
                <a:cubicBezTo>
                  <a:pt x="2181" y="545"/>
                  <a:pt x="2177" y="541"/>
                  <a:pt x="2172" y="541"/>
                </a:cubicBezTo>
                <a:cubicBezTo>
                  <a:pt x="2167" y="541"/>
                  <a:pt x="2164" y="545"/>
                  <a:pt x="2164" y="549"/>
                </a:cubicBezTo>
                <a:cubicBezTo>
                  <a:pt x="2164" y="554"/>
                  <a:pt x="2167" y="558"/>
                  <a:pt x="2172" y="558"/>
                </a:cubicBezTo>
                <a:cubicBezTo>
                  <a:pt x="2177" y="558"/>
                  <a:pt x="2181" y="554"/>
                  <a:pt x="2181" y="549"/>
                </a:cubicBezTo>
                <a:close/>
                <a:moveTo>
                  <a:pt x="2207" y="549"/>
                </a:moveTo>
                <a:cubicBezTo>
                  <a:pt x="2207" y="545"/>
                  <a:pt x="2203" y="541"/>
                  <a:pt x="2198" y="541"/>
                </a:cubicBezTo>
                <a:cubicBezTo>
                  <a:pt x="2193" y="541"/>
                  <a:pt x="2189" y="545"/>
                  <a:pt x="2189" y="549"/>
                </a:cubicBezTo>
                <a:cubicBezTo>
                  <a:pt x="2189" y="554"/>
                  <a:pt x="2193" y="558"/>
                  <a:pt x="2198" y="558"/>
                </a:cubicBezTo>
                <a:cubicBezTo>
                  <a:pt x="2203" y="558"/>
                  <a:pt x="2207" y="554"/>
                  <a:pt x="2207" y="549"/>
                </a:cubicBezTo>
                <a:close/>
                <a:moveTo>
                  <a:pt x="2232" y="549"/>
                </a:moveTo>
                <a:cubicBezTo>
                  <a:pt x="2232" y="545"/>
                  <a:pt x="2228" y="541"/>
                  <a:pt x="2224" y="541"/>
                </a:cubicBezTo>
                <a:cubicBezTo>
                  <a:pt x="2219" y="541"/>
                  <a:pt x="2215" y="545"/>
                  <a:pt x="2215" y="549"/>
                </a:cubicBezTo>
                <a:cubicBezTo>
                  <a:pt x="2215" y="554"/>
                  <a:pt x="2219" y="558"/>
                  <a:pt x="2224" y="558"/>
                </a:cubicBezTo>
                <a:cubicBezTo>
                  <a:pt x="2228" y="558"/>
                  <a:pt x="2232" y="554"/>
                  <a:pt x="2232" y="549"/>
                </a:cubicBezTo>
                <a:close/>
                <a:moveTo>
                  <a:pt x="2258" y="549"/>
                </a:moveTo>
                <a:cubicBezTo>
                  <a:pt x="2258" y="545"/>
                  <a:pt x="2254" y="541"/>
                  <a:pt x="2249" y="541"/>
                </a:cubicBezTo>
                <a:cubicBezTo>
                  <a:pt x="2245" y="541"/>
                  <a:pt x="2241" y="545"/>
                  <a:pt x="2241" y="549"/>
                </a:cubicBezTo>
                <a:cubicBezTo>
                  <a:pt x="2241" y="554"/>
                  <a:pt x="2245" y="558"/>
                  <a:pt x="2249" y="558"/>
                </a:cubicBezTo>
                <a:cubicBezTo>
                  <a:pt x="2254" y="558"/>
                  <a:pt x="2258" y="554"/>
                  <a:pt x="2258" y="549"/>
                </a:cubicBezTo>
                <a:close/>
                <a:moveTo>
                  <a:pt x="2284" y="549"/>
                </a:moveTo>
                <a:cubicBezTo>
                  <a:pt x="2284" y="545"/>
                  <a:pt x="2280" y="541"/>
                  <a:pt x="2275" y="541"/>
                </a:cubicBezTo>
                <a:cubicBezTo>
                  <a:pt x="2270" y="541"/>
                  <a:pt x="2267" y="545"/>
                  <a:pt x="2267" y="549"/>
                </a:cubicBezTo>
                <a:cubicBezTo>
                  <a:pt x="2267" y="554"/>
                  <a:pt x="2270" y="558"/>
                  <a:pt x="2275" y="558"/>
                </a:cubicBezTo>
                <a:cubicBezTo>
                  <a:pt x="2280" y="558"/>
                  <a:pt x="2284" y="554"/>
                  <a:pt x="2284" y="549"/>
                </a:cubicBezTo>
                <a:close/>
                <a:moveTo>
                  <a:pt x="2310" y="549"/>
                </a:moveTo>
                <a:cubicBezTo>
                  <a:pt x="2310" y="545"/>
                  <a:pt x="2306" y="541"/>
                  <a:pt x="2301" y="541"/>
                </a:cubicBezTo>
                <a:cubicBezTo>
                  <a:pt x="2296" y="541"/>
                  <a:pt x="2292" y="545"/>
                  <a:pt x="2292" y="549"/>
                </a:cubicBezTo>
                <a:cubicBezTo>
                  <a:pt x="2292" y="554"/>
                  <a:pt x="2296" y="558"/>
                  <a:pt x="2301" y="558"/>
                </a:cubicBezTo>
                <a:cubicBezTo>
                  <a:pt x="2306" y="558"/>
                  <a:pt x="2310" y="554"/>
                  <a:pt x="2310" y="549"/>
                </a:cubicBezTo>
                <a:close/>
                <a:moveTo>
                  <a:pt x="2490" y="549"/>
                </a:moveTo>
                <a:cubicBezTo>
                  <a:pt x="2490" y="545"/>
                  <a:pt x="2486" y="541"/>
                  <a:pt x="2481" y="541"/>
                </a:cubicBezTo>
                <a:cubicBezTo>
                  <a:pt x="2477" y="541"/>
                  <a:pt x="2473" y="545"/>
                  <a:pt x="2473" y="549"/>
                </a:cubicBezTo>
                <a:cubicBezTo>
                  <a:pt x="2473" y="554"/>
                  <a:pt x="2477" y="558"/>
                  <a:pt x="2481" y="558"/>
                </a:cubicBezTo>
                <a:cubicBezTo>
                  <a:pt x="2486" y="558"/>
                  <a:pt x="2490" y="554"/>
                  <a:pt x="2490" y="549"/>
                </a:cubicBezTo>
                <a:close/>
                <a:moveTo>
                  <a:pt x="2516" y="549"/>
                </a:moveTo>
                <a:cubicBezTo>
                  <a:pt x="2516" y="545"/>
                  <a:pt x="2512" y="541"/>
                  <a:pt x="2507" y="541"/>
                </a:cubicBezTo>
                <a:cubicBezTo>
                  <a:pt x="2502" y="541"/>
                  <a:pt x="2498" y="545"/>
                  <a:pt x="2498" y="549"/>
                </a:cubicBezTo>
                <a:cubicBezTo>
                  <a:pt x="2498" y="554"/>
                  <a:pt x="2502" y="558"/>
                  <a:pt x="2507" y="558"/>
                </a:cubicBezTo>
                <a:cubicBezTo>
                  <a:pt x="2512" y="558"/>
                  <a:pt x="2516" y="554"/>
                  <a:pt x="2516" y="549"/>
                </a:cubicBezTo>
                <a:close/>
                <a:moveTo>
                  <a:pt x="275" y="575"/>
                </a:moveTo>
                <a:cubicBezTo>
                  <a:pt x="275" y="570"/>
                  <a:pt x="271" y="566"/>
                  <a:pt x="266" y="566"/>
                </a:cubicBezTo>
                <a:cubicBezTo>
                  <a:pt x="261" y="566"/>
                  <a:pt x="257" y="570"/>
                  <a:pt x="257" y="575"/>
                </a:cubicBezTo>
                <a:cubicBezTo>
                  <a:pt x="257" y="580"/>
                  <a:pt x="261" y="584"/>
                  <a:pt x="266" y="584"/>
                </a:cubicBezTo>
                <a:cubicBezTo>
                  <a:pt x="271" y="584"/>
                  <a:pt x="275" y="580"/>
                  <a:pt x="275" y="575"/>
                </a:cubicBezTo>
                <a:close/>
                <a:moveTo>
                  <a:pt x="300" y="575"/>
                </a:moveTo>
                <a:cubicBezTo>
                  <a:pt x="300" y="570"/>
                  <a:pt x="297" y="566"/>
                  <a:pt x="292" y="566"/>
                </a:cubicBezTo>
                <a:cubicBezTo>
                  <a:pt x="287" y="566"/>
                  <a:pt x="283" y="570"/>
                  <a:pt x="283" y="575"/>
                </a:cubicBezTo>
                <a:cubicBezTo>
                  <a:pt x="283" y="580"/>
                  <a:pt x="287" y="584"/>
                  <a:pt x="292" y="584"/>
                </a:cubicBezTo>
                <a:cubicBezTo>
                  <a:pt x="297" y="584"/>
                  <a:pt x="300" y="580"/>
                  <a:pt x="300" y="575"/>
                </a:cubicBezTo>
                <a:close/>
                <a:moveTo>
                  <a:pt x="326" y="575"/>
                </a:moveTo>
                <a:cubicBezTo>
                  <a:pt x="326" y="570"/>
                  <a:pt x="322" y="566"/>
                  <a:pt x="318" y="566"/>
                </a:cubicBezTo>
                <a:cubicBezTo>
                  <a:pt x="313" y="566"/>
                  <a:pt x="309" y="570"/>
                  <a:pt x="309" y="575"/>
                </a:cubicBezTo>
                <a:cubicBezTo>
                  <a:pt x="309" y="580"/>
                  <a:pt x="313" y="584"/>
                  <a:pt x="318" y="584"/>
                </a:cubicBezTo>
                <a:cubicBezTo>
                  <a:pt x="322" y="584"/>
                  <a:pt x="326" y="580"/>
                  <a:pt x="326" y="575"/>
                </a:cubicBezTo>
                <a:close/>
                <a:moveTo>
                  <a:pt x="352" y="575"/>
                </a:moveTo>
                <a:cubicBezTo>
                  <a:pt x="352" y="570"/>
                  <a:pt x="348" y="566"/>
                  <a:pt x="343" y="566"/>
                </a:cubicBezTo>
                <a:cubicBezTo>
                  <a:pt x="339" y="566"/>
                  <a:pt x="335" y="570"/>
                  <a:pt x="335" y="575"/>
                </a:cubicBezTo>
                <a:cubicBezTo>
                  <a:pt x="335" y="580"/>
                  <a:pt x="339" y="584"/>
                  <a:pt x="343" y="584"/>
                </a:cubicBezTo>
                <a:cubicBezTo>
                  <a:pt x="348" y="584"/>
                  <a:pt x="352" y="580"/>
                  <a:pt x="352" y="575"/>
                </a:cubicBezTo>
                <a:close/>
                <a:moveTo>
                  <a:pt x="378" y="575"/>
                </a:moveTo>
                <a:cubicBezTo>
                  <a:pt x="378" y="570"/>
                  <a:pt x="374" y="566"/>
                  <a:pt x="369" y="566"/>
                </a:cubicBezTo>
                <a:cubicBezTo>
                  <a:pt x="364" y="566"/>
                  <a:pt x="360" y="570"/>
                  <a:pt x="360" y="575"/>
                </a:cubicBezTo>
                <a:cubicBezTo>
                  <a:pt x="360" y="580"/>
                  <a:pt x="364" y="584"/>
                  <a:pt x="369" y="584"/>
                </a:cubicBezTo>
                <a:cubicBezTo>
                  <a:pt x="374" y="584"/>
                  <a:pt x="378" y="580"/>
                  <a:pt x="378" y="575"/>
                </a:cubicBezTo>
                <a:close/>
                <a:moveTo>
                  <a:pt x="403" y="575"/>
                </a:moveTo>
                <a:cubicBezTo>
                  <a:pt x="403" y="570"/>
                  <a:pt x="400" y="566"/>
                  <a:pt x="395" y="566"/>
                </a:cubicBezTo>
                <a:cubicBezTo>
                  <a:pt x="390" y="566"/>
                  <a:pt x="386" y="570"/>
                  <a:pt x="386" y="575"/>
                </a:cubicBezTo>
                <a:cubicBezTo>
                  <a:pt x="386" y="580"/>
                  <a:pt x="390" y="584"/>
                  <a:pt x="395" y="584"/>
                </a:cubicBezTo>
                <a:cubicBezTo>
                  <a:pt x="400" y="584"/>
                  <a:pt x="403" y="580"/>
                  <a:pt x="403" y="575"/>
                </a:cubicBezTo>
                <a:close/>
                <a:moveTo>
                  <a:pt x="429" y="575"/>
                </a:moveTo>
                <a:cubicBezTo>
                  <a:pt x="429" y="570"/>
                  <a:pt x="425" y="566"/>
                  <a:pt x="421" y="566"/>
                </a:cubicBezTo>
                <a:cubicBezTo>
                  <a:pt x="416" y="566"/>
                  <a:pt x="412" y="570"/>
                  <a:pt x="412" y="575"/>
                </a:cubicBezTo>
                <a:cubicBezTo>
                  <a:pt x="412" y="580"/>
                  <a:pt x="416" y="584"/>
                  <a:pt x="421" y="584"/>
                </a:cubicBezTo>
                <a:cubicBezTo>
                  <a:pt x="425" y="584"/>
                  <a:pt x="429" y="580"/>
                  <a:pt x="429" y="575"/>
                </a:cubicBezTo>
                <a:close/>
                <a:moveTo>
                  <a:pt x="455" y="575"/>
                </a:moveTo>
                <a:cubicBezTo>
                  <a:pt x="455" y="570"/>
                  <a:pt x="451" y="566"/>
                  <a:pt x="446" y="566"/>
                </a:cubicBezTo>
                <a:cubicBezTo>
                  <a:pt x="442" y="566"/>
                  <a:pt x="438" y="570"/>
                  <a:pt x="438" y="575"/>
                </a:cubicBezTo>
                <a:cubicBezTo>
                  <a:pt x="438" y="580"/>
                  <a:pt x="442" y="584"/>
                  <a:pt x="446" y="584"/>
                </a:cubicBezTo>
                <a:cubicBezTo>
                  <a:pt x="451" y="584"/>
                  <a:pt x="455" y="580"/>
                  <a:pt x="455" y="575"/>
                </a:cubicBezTo>
                <a:close/>
                <a:moveTo>
                  <a:pt x="481" y="575"/>
                </a:moveTo>
                <a:cubicBezTo>
                  <a:pt x="481" y="570"/>
                  <a:pt x="477" y="566"/>
                  <a:pt x="472" y="566"/>
                </a:cubicBezTo>
                <a:cubicBezTo>
                  <a:pt x="467" y="566"/>
                  <a:pt x="463" y="570"/>
                  <a:pt x="463" y="575"/>
                </a:cubicBezTo>
                <a:cubicBezTo>
                  <a:pt x="463" y="580"/>
                  <a:pt x="467" y="584"/>
                  <a:pt x="472" y="584"/>
                </a:cubicBezTo>
                <a:cubicBezTo>
                  <a:pt x="477" y="584"/>
                  <a:pt x="481" y="580"/>
                  <a:pt x="481" y="575"/>
                </a:cubicBezTo>
                <a:close/>
                <a:moveTo>
                  <a:pt x="506" y="575"/>
                </a:moveTo>
                <a:cubicBezTo>
                  <a:pt x="506" y="570"/>
                  <a:pt x="503" y="566"/>
                  <a:pt x="498" y="566"/>
                </a:cubicBezTo>
                <a:cubicBezTo>
                  <a:pt x="493" y="566"/>
                  <a:pt x="489" y="570"/>
                  <a:pt x="489" y="575"/>
                </a:cubicBezTo>
                <a:cubicBezTo>
                  <a:pt x="489" y="580"/>
                  <a:pt x="493" y="584"/>
                  <a:pt x="498" y="584"/>
                </a:cubicBezTo>
                <a:cubicBezTo>
                  <a:pt x="503" y="584"/>
                  <a:pt x="506" y="580"/>
                  <a:pt x="506" y="575"/>
                </a:cubicBezTo>
                <a:close/>
                <a:moveTo>
                  <a:pt x="532" y="575"/>
                </a:moveTo>
                <a:cubicBezTo>
                  <a:pt x="532" y="570"/>
                  <a:pt x="528" y="566"/>
                  <a:pt x="524" y="566"/>
                </a:cubicBezTo>
                <a:cubicBezTo>
                  <a:pt x="519" y="566"/>
                  <a:pt x="515" y="570"/>
                  <a:pt x="515" y="575"/>
                </a:cubicBezTo>
                <a:cubicBezTo>
                  <a:pt x="515" y="580"/>
                  <a:pt x="519" y="584"/>
                  <a:pt x="524" y="584"/>
                </a:cubicBezTo>
                <a:cubicBezTo>
                  <a:pt x="528" y="584"/>
                  <a:pt x="532" y="580"/>
                  <a:pt x="532" y="575"/>
                </a:cubicBezTo>
                <a:close/>
                <a:moveTo>
                  <a:pt x="558" y="575"/>
                </a:moveTo>
                <a:cubicBezTo>
                  <a:pt x="558" y="570"/>
                  <a:pt x="554" y="566"/>
                  <a:pt x="549" y="566"/>
                </a:cubicBezTo>
                <a:cubicBezTo>
                  <a:pt x="545" y="566"/>
                  <a:pt x="541" y="570"/>
                  <a:pt x="541" y="575"/>
                </a:cubicBezTo>
                <a:cubicBezTo>
                  <a:pt x="541" y="580"/>
                  <a:pt x="545" y="584"/>
                  <a:pt x="549" y="584"/>
                </a:cubicBezTo>
                <a:cubicBezTo>
                  <a:pt x="554" y="584"/>
                  <a:pt x="558" y="580"/>
                  <a:pt x="558" y="575"/>
                </a:cubicBezTo>
                <a:close/>
                <a:moveTo>
                  <a:pt x="584" y="575"/>
                </a:moveTo>
                <a:cubicBezTo>
                  <a:pt x="584" y="570"/>
                  <a:pt x="580" y="566"/>
                  <a:pt x="575" y="566"/>
                </a:cubicBezTo>
                <a:cubicBezTo>
                  <a:pt x="570" y="566"/>
                  <a:pt x="567" y="570"/>
                  <a:pt x="567" y="575"/>
                </a:cubicBezTo>
                <a:cubicBezTo>
                  <a:pt x="567" y="580"/>
                  <a:pt x="570" y="584"/>
                  <a:pt x="575" y="584"/>
                </a:cubicBezTo>
                <a:cubicBezTo>
                  <a:pt x="580" y="584"/>
                  <a:pt x="584" y="580"/>
                  <a:pt x="584" y="575"/>
                </a:cubicBezTo>
                <a:close/>
                <a:moveTo>
                  <a:pt x="609" y="575"/>
                </a:moveTo>
                <a:cubicBezTo>
                  <a:pt x="609" y="570"/>
                  <a:pt x="606" y="566"/>
                  <a:pt x="601" y="566"/>
                </a:cubicBezTo>
                <a:cubicBezTo>
                  <a:pt x="596" y="566"/>
                  <a:pt x="592" y="570"/>
                  <a:pt x="592" y="575"/>
                </a:cubicBezTo>
                <a:cubicBezTo>
                  <a:pt x="592" y="580"/>
                  <a:pt x="596" y="584"/>
                  <a:pt x="601" y="584"/>
                </a:cubicBezTo>
                <a:cubicBezTo>
                  <a:pt x="606" y="584"/>
                  <a:pt x="609" y="580"/>
                  <a:pt x="609" y="575"/>
                </a:cubicBezTo>
                <a:close/>
                <a:moveTo>
                  <a:pt x="635" y="575"/>
                </a:moveTo>
                <a:cubicBezTo>
                  <a:pt x="635" y="570"/>
                  <a:pt x="631" y="566"/>
                  <a:pt x="627" y="566"/>
                </a:cubicBezTo>
                <a:cubicBezTo>
                  <a:pt x="622" y="566"/>
                  <a:pt x="618" y="570"/>
                  <a:pt x="618" y="575"/>
                </a:cubicBezTo>
                <a:cubicBezTo>
                  <a:pt x="618" y="580"/>
                  <a:pt x="622" y="584"/>
                  <a:pt x="627" y="584"/>
                </a:cubicBezTo>
                <a:cubicBezTo>
                  <a:pt x="631" y="584"/>
                  <a:pt x="635" y="580"/>
                  <a:pt x="635" y="575"/>
                </a:cubicBezTo>
                <a:close/>
                <a:moveTo>
                  <a:pt x="687" y="575"/>
                </a:moveTo>
                <a:cubicBezTo>
                  <a:pt x="687" y="570"/>
                  <a:pt x="683" y="566"/>
                  <a:pt x="678" y="566"/>
                </a:cubicBezTo>
                <a:cubicBezTo>
                  <a:pt x="673" y="566"/>
                  <a:pt x="670" y="570"/>
                  <a:pt x="670" y="575"/>
                </a:cubicBezTo>
                <a:cubicBezTo>
                  <a:pt x="670" y="580"/>
                  <a:pt x="673" y="584"/>
                  <a:pt x="678" y="584"/>
                </a:cubicBezTo>
                <a:cubicBezTo>
                  <a:pt x="683" y="584"/>
                  <a:pt x="687" y="580"/>
                  <a:pt x="687" y="575"/>
                </a:cubicBezTo>
                <a:close/>
                <a:moveTo>
                  <a:pt x="712" y="575"/>
                </a:moveTo>
                <a:cubicBezTo>
                  <a:pt x="712" y="570"/>
                  <a:pt x="709" y="566"/>
                  <a:pt x="704" y="566"/>
                </a:cubicBezTo>
                <a:cubicBezTo>
                  <a:pt x="699" y="566"/>
                  <a:pt x="695" y="570"/>
                  <a:pt x="695" y="575"/>
                </a:cubicBezTo>
                <a:cubicBezTo>
                  <a:pt x="695" y="580"/>
                  <a:pt x="699" y="584"/>
                  <a:pt x="704" y="584"/>
                </a:cubicBezTo>
                <a:cubicBezTo>
                  <a:pt x="709" y="584"/>
                  <a:pt x="712" y="580"/>
                  <a:pt x="712" y="575"/>
                </a:cubicBezTo>
                <a:close/>
                <a:moveTo>
                  <a:pt x="738" y="575"/>
                </a:moveTo>
                <a:cubicBezTo>
                  <a:pt x="738" y="570"/>
                  <a:pt x="734" y="566"/>
                  <a:pt x="730" y="566"/>
                </a:cubicBezTo>
                <a:cubicBezTo>
                  <a:pt x="725" y="566"/>
                  <a:pt x="721" y="570"/>
                  <a:pt x="721" y="575"/>
                </a:cubicBezTo>
                <a:cubicBezTo>
                  <a:pt x="721" y="580"/>
                  <a:pt x="725" y="584"/>
                  <a:pt x="730" y="584"/>
                </a:cubicBezTo>
                <a:cubicBezTo>
                  <a:pt x="734" y="584"/>
                  <a:pt x="738" y="580"/>
                  <a:pt x="738" y="575"/>
                </a:cubicBezTo>
                <a:close/>
                <a:moveTo>
                  <a:pt x="764" y="575"/>
                </a:moveTo>
                <a:cubicBezTo>
                  <a:pt x="764" y="570"/>
                  <a:pt x="760" y="566"/>
                  <a:pt x="755" y="566"/>
                </a:cubicBezTo>
                <a:cubicBezTo>
                  <a:pt x="751" y="566"/>
                  <a:pt x="747" y="570"/>
                  <a:pt x="747" y="575"/>
                </a:cubicBezTo>
                <a:cubicBezTo>
                  <a:pt x="747" y="580"/>
                  <a:pt x="751" y="584"/>
                  <a:pt x="755" y="584"/>
                </a:cubicBezTo>
                <a:cubicBezTo>
                  <a:pt x="760" y="584"/>
                  <a:pt x="764" y="580"/>
                  <a:pt x="764" y="575"/>
                </a:cubicBezTo>
                <a:close/>
                <a:moveTo>
                  <a:pt x="790" y="575"/>
                </a:moveTo>
                <a:cubicBezTo>
                  <a:pt x="790" y="570"/>
                  <a:pt x="786" y="566"/>
                  <a:pt x="781" y="566"/>
                </a:cubicBezTo>
                <a:cubicBezTo>
                  <a:pt x="776" y="566"/>
                  <a:pt x="773" y="570"/>
                  <a:pt x="773" y="575"/>
                </a:cubicBezTo>
                <a:cubicBezTo>
                  <a:pt x="773" y="580"/>
                  <a:pt x="776" y="584"/>
                  <a:pt x="781" y="584"/>
                </a:cubicBezTo>
                <a:cubicBezTo>
                  <a:pt x="786" y="584"/>
                  <a:pt x="790" y="580"/>
                  <a:pt x="790" y="575"/>
                </a:cubicBezTo>
                <a:close/>
                <a:moveTo>
                  <a:pt x="816" y="575"/>
                </a:moveTo>
                <a:cubicBezTo>
                  <a:pt x="816" y="570"/>
                  <a:pt x="812" y="566"/>
                  <a:pt x="807" y="566"/>
                </a:cubicBezTo>
                <a:cubicBezTo>
                  <a:pt x="802" y="566"/>
                  <a:pt x="798" y="570"/>
                  <a:pt x="798" y="575"/>
                </a:cubicBezTo>
                <a:cubicBezTo>
                  <a:pt x="798" y="580"/>
                  <a:pt x="802" y="584"/>
                  <a:pt x="807" y="584"/>
                </a:cubicBezTo>
                <a:cubicBezTo>
                  <a:pt x="812" y="584"/>
                  <a:pt x="816" y="580"/>
                  <a:pt x="816" y="575"/>
                </a:cubicBezTo>
                <a:close/>
                <a:moveTo>
                  <a:pt x="841" y="575"/>
                </a:moveTo>
                <a:cubicBezTo>
                  <a:pt x="841" y="570"/>
                  <a:pt x="837" y="566"/>
                  <a:pt x="833" y="566"/>
                </a:cubicBezTo>
                <a:cubicBezTo>
                  <a:pt x="828" y="566"/>
                  <a:pt x="824" y="570"/>
                  <a:pt x="824" y="575"/>
                </a:cubicBezTo>
                <a:cubicBezTo>
                  <a:pt x="824" y="580"/>
                  <a:pt x="828" y="584"/>
                  <a:pt x="833" y="584"/>
                </a:cubicBezTo>
                <a:cubicBezTo>
                  <a:pt x="837" y="584"/>
                  <a:pt x="841" y="580"/>
                  <a:pt x="841" y="575"/>
                </a:cubicBezTo>
                <a:close/>
                <a:moveTo>
                  <a:pt x="1202" y="575"/>
                </a:moveTo>
                <a:cubicBezTo>
                  <a:pt x="1202" y="570"/>
                  <a:pt x="1198" y="566"/>
                  <a:pt x="1193" y="566"/>
                </a:cubicBezTo>
                <a:cubicBezTo>
                  <a:pt x="1189" y="566"/>
                  <a:pt x="1185" y="570"/>
                  <a:pt x="1185" y="575"/>
                </a:cubicBezTo>
                <a:cubicBezTo>
                  <a:pt x="1185" y="580"/>
                  <a:pt x="1189" y="584"/>
                  <a:pt x="1193" y="584"/>
                </a:cubicBezTo>
                <a:cubicBezTo>
                  <a:pt x="1198" y="584"/>
                  <a:pt x="1202" y="580"/>
                  <a:pt x="1202" y="575"/>
                </a:cubicBezTo>
                <a:close/>
                <a:moveTo>
                  <a:pt x="1228" y="575"/>
                </a:moveTo>
                <a:cubicBezTo>
                  <a:pt x="1228" y="570"/>
                  <a:pt x="1224" y="566"/>
                  <a:pt x="1219" y="566"/>
                </a:cubicBezTo>
                <a:cubicBezTo>
                  <a:pt x="1214" y="566"/>
                  <a:pt x="1210" y="570"/>
                  <a:pt x="1210" y="575"/>
                </a:cubicBezTo>
                <a:cubicBezTo>
                  <a:pt x="1210" y="580"/>
                  <a:pt x="1214" y="584"/>
                  <a:pt x="1219" y="584"/>
                </a:cubicBezTo>
                <a:cubicBezTo>
                  <a:pt x="1224" y="584"/>
                  <a:pt x="1228" y="580"/>
                  <a:pt x="1228" y="575"/>
                </a:cubicBezTo>
                <a:close/>
                <a:moveTo>
                  <a:pt x="1253" y="575"/>
                </a:moveTo>
                <a:cubicBezTo>
                  <a:pt x="1253" y="570"/>
                  <a:pt x="1250" y="566"/>
                  <a:pt x="1245" y="566"/>
                </a:cubicBezTo>
                <a:cubicBezTo>
                  <a:pt x="1240" y="566"/>
                  <a:pt x="1236" y="570"/>
                  <a:pt x="1236" y="575"/>
                </a:cubicBezTo>
                <a:cubicBezTo>
                  <a:pt x="1236" y="580"/>
                  <a:pt x="1240" y="584"/>
                  <a:pt x="1245" y="584"/>
                </a:cubicBezTo>
                <a:cubicBezTo>
                  <a:pt x="1250" y="584"/>
                  <a:pt x="1253" y="580"/>
                  <a:pt x="1253" y="575"/>
                </a:cubicBezTo>
                <a:close/>
                <a:moveTo>
                  <a:pt x="1279" y="575"/>
                </a:moveTo>
                <a:cubicBezTo>
                  <a:pt x="1279" y="570"/>
                  <a:pt x="1275" y="566"/>
                  <a:pt x="1271" y="566"/>
                </a:cubicBezTo>
                <a:cubicBezTo>
                  <a:pt x="1266" y="566"/>
                  <a:pt x="1262" y="570"/>
                  <a:pt x="1262" y="575"/>
                </a:cubicBezTo>
                <a:cubicBezTo>
                  <a:pt x="1262" y="580"/>
                  <a:pt x="1266" y="584"/>
                  <a:pt x="1271" y="584"/>
                </a:cubicBezTo>
                <a:cubicBezTo>
                  <a:pt x="1275" y="584"/>
                  <a:pt x="1279" y="580"/>
                  <a:pt x="1279" y="575"/>
                </a:cubicBezTo>
                <a:close/>
                <a:moveTo>
                  <a:pt x="1331" y="575"/>
                </a:moveTo>
                <a:cubicBezTo>
                  <a:pt x="1331" y="570"/>
                  <a:pt x="1327" y="566"/>
                  <a:pt x="1322" y="566"/>
                </a:cubicBezTo>
                <a:cubicBezTo>
                  <a:pt x="1317" y="566"/>
                  <a:pt x="1314" y="570"/>
                  <a:pt x="1314" y="575"/>
                </a:cubicBezTo>
                <a:cubicBezTo>
                  <a:pt x="1314" y="580"/>
                  <a:pt x="1317" y="584"/>
                  <a:pt x="1322" y="584"/>
                </a:cubicBezTo>
                <a:cubicBezTo>
                  <a:pt x="1327" y="584"/>
                  <a:pt x="1331" y="580"/>
                  <a:pt x="1331" y="575"/>
                </a:cubicBezTo>
                <a:close/>
                <a:moveTo>
                  <a:pt x="1356" y="575"/>
                </a:moveTo>
                <a:cubicBezTo>
                  <a:pt x="1356" y="570"/>
                  <a:pt x="1353" y="566"/>
                  <a:pt x="1348" y="566"/>
                </a:cubicBezTo>
                <a:cubicBezTo>
                  <a:pt x="1343" y="566"/>
                  <a:pt x="1339" y="570"/>
                  <a:pt x="1339" y="575"/>
                </a:cubicBezTo>
                <a:cubicBezTo>
                  <a:pt x="1339" y="580"/>
                  <a:pt x="1343" y="584"/>
                  <a:pt x="1348" y="584"/>
                </a:cubicBezTo>
                <a:cubicBezTo>
                  <a:pt x="1353" y="584"/>
                  <a:pt x="1356" y="580"/>
                  <a:pt x="1356" y="575"/>
                </a:cubicBezTo>
                <a:close/>
                <a:moveTo>
                  <a:pt x="1382" y="575"/>
                </a:moveTo>
                <a:cubicBezTo>
                  <a:pt x="1382" y="570"/>
                  <a:pt x="1378" y="566"/>
                  <a:pt x="1374" y="566"/>
                </a:cubicBezTo>
                <a:cubicBezTo>
                  <a:pt x="1369" y="566"/>
                  <a:pt x="1365" y="570"/>
                  <a:pt x="1365" y="575"/>
                </a:cubicBezTo>
                <a:cubicBezTo>
                  <a:pt x="1365" y="580"/>
                  <a:pt x="1369" y="584"/>
                  <a:pt x="1374" y="584"/>
                </a:cubicBezTo>
                <a:cubicBezTo>
                  <a:pt x="1378" y="584"/>
                  <a:pt x="1382" y="580"/>
                  <a:pt x="1382" y="575"/>
                </a:cubicBezTo>
                <a:close/>
                <a:moveTo>
                  <a:pt x="1408" y="575"/>
                </a:moveTo>
                <a:cubicBezTo>
                  <a:pt x="1408" y="570"/>
                  <a:pt x="1404" y="566"/>
                  <a:pt x="1399" y="566"/>
                </a:cubicBezTo>
                <a:cubicBezTo>
                  <a:pt x="1395" y="566"/>
                  <a:pt x="1391" y="570"/>
                  <a:pt x="1391" y="575"/>
                </a:cubicBezTo>
                <a:cubicBezTo>
                  <a:pt x="1391" y="580"/>
                  <a:pt x="1395" y="584"/>
                  <a:pt x="1399" y="584"/>
                </a:cubicBezTo>
                <a:cubicBezTo>
                  <a:pt x="1404" y="584"/>
                  <a:pt x="1408" y="580"/>
                  <a:pt x="1408" y="575"/>
                </a:cubicBezTo>
                <a:close/>
                <a:moveTo>
                  <a:pt x="1434" y="575"/>
                </a:moveTo>
                <a:cubicBezTo>
                  <a:pt x="1434" y="570"/>
                  <a:pt x="1430" y="566"/>
                  <a:pt x="1425" y="566"/>
                </a:cubicBezTo>
                <a:cubicBezTo>
                  <a:pt x="1420" y="566"/>
                  <a:pt x="1417" y="570"/>
                  <a:pt x="1417" y="575"/>
                </a:cubicBezTo>
                <a:cubicBezTo>
                  <a:pt x="1417" y="580"/>
                  <a:pt x="1420" y="584"/>
                  <a:pt x="1425" y="584"/>
                </a:cubicBezTo>
                <a:cubicBezTo>
                  <a:pt x="1430" y="584"/>
                  <a:pt x="1434" y="580"/>
                  <a:pt x="1434" y="575"/>
                </a:cubicBezTo>
                <a:close/>
                <a:moveTo>
                  <a:pt x="1459" y="575"/>
                </a:moveTo>
                <a:cubicBezTo>
                  <a:pt x="1459" y="570"/>
                  <a:pt x="1456" y="566"/>
                  <a:pt x="1451" y="566"/>
                </a:cubicBezTo>
                <a:cubicBezTo>
                  <a:pt x="1446" y="566"/>
                  <a:pt x="1442" y="570"/>
                  <a:pt x="1442" y="575"/>
                </a:cubicBezTo>
                <a:cubicBezTo>
                  <a:pt x="1442" y="580"/>
                  <a:pt x="1446" y="584"/>
                  <a:pt x="1451" y="584"/>
                </a:cubicBezTo>
                <a:cubicBezTo>
                  <a:pt x="1456" y="584"/>
                  <a:pt x="1459" y="580"/>
                  <a:pt x="1459" y="575"/>
                </a:cubicBezTo>
                <a:close/>
                <a:moveTo>
                  <a:pt x="1485" y="575"/>
                </a:moveTo>
                <a:cubicBezTo>
                  <a:pt x="1485" y="570"/>
                  <a:pt x="1481" y="566"/>
                  <a:pt x="1477" y="566"/>
                </a:cubicBezTo>
                <a:cubicBezTo>
                  <a:pt x="1472" y="566"/>
                  <a:pt x="1468" y="570"/>
                  <a:pt x="1468" y="575"/>
                </a:cubicBezTo>
                <a:cubicBezTo>
                  <a:pt x="1468" y="580"/>
                  <a:pt x="1472" y="584"/>
                  <a:pt x="1477" y="584"/>
                </a:cubicBezTo>
                <a:cubicBezTo>
                  <a:pt x="1481" y="584"/>
                  <a:pt x="1485" y="580"/>
                  <a:pt x="1485" y="575"/>
                </a:cubicBezTo>
                <a:close/>
                <a:moveTo>
                  <a:pt x="1511" y="575"/>
                </a:moveTo>
                <a:cubicBezTo>
                  <a:pt x="1511" y="570"/>
                  <a:pt x="1507" y="566"/>
                  <a:pt x="1502" y="566"/>
                </a:cubicBezTo>
                <a:cubicBezTo>
                  <a:pt x="1498" y="566"/>
                  <a:pt x="1494" y="570"/>
                  <a:pt x="1494" y="575"/>
                </a:cubicBezTo>
                <a:cubicBezTo>
                  <a:pt x="1494" y="580"/>
                  <a:pt x="1498" y="584"/>
                  <a:pt x="1502" y="584"/>
                </a:cubicBezTo>
                <a:cubicBezTo>
                  <a:pt x="1507" y="584"/>
                  <a:pt x="1511" y="580"/>
                  <a:pt x="1511" y="575"/>
                </a:cubicBezTo>
                <a:close/>
                <a:moveTo>
                  <a:pt x="1537" y="575"/>
                </a:moveTo>
                <a:cubicBezTo>
                  <a:pt x="1537" y="570"/>
                  <a:pt x="1533" y="566"/>
                  <a:pt x="1528" y="566"/>
                </a:cubicBezTo>
                <a:cubicBezTo>
                  <a:pt x="1523" y="566"/>
                  <a:pt x="1520" y="570"/>
                  <a:pt x="1520" y="575"/>
                </a:cubicBezTo>
                <a:cubicBezTo>
                  <a:pt x="1520" y="580"/>
                  <a:pt x="1523" y="584"/>
                  <a:pt x="1528" y="584"/>
                </a:cubicBezTo>
                <a:cubicBezTo>
                  <a:pt x="1533" y="584"/>
                  <a:pt x="1537" y="580"/>
                  <a:pt x="1537" y="575"/>
                </a:cubicBezTo>
                <a:close/>
                <a:moveTo>
                  <a:pt x="1563" y="575"/>
                </a:moveTo>
                <a:cubicBezTo>
                  <a:pt x="1563" y="570"/>
                  <a:pt x="1559" y="566"/>
                  <a:pt x="1554" y="566"/>
                </a:cubicBezTo>
                <a:cubicBezTo>
                  <a:pt x="1549" y="566"/>
                  <a:pt x="1545" y="570"/>
                  <a:pt x="1545" y="575"/>
                </a:cubicBezTo>
                <a:cubicBezTo>
                  <a:pt x="1545" y="580"/>
                  <a:pt x="1549" y="584"/>
                  <a:pt x="1554" y="584"/>
                </a:cubicBezTo>
                <a:cubicBezTo>
                  <a:pt x="1559" y="584"/>
                  <a:pt x="1563" y="580"/>
                  <a:pt x="1563" y="575"/>
                </a:cubicBezTo>
                <a:close/>
                <a:moveTo>
                  <a:pt x="1588" y="575"/>
                </a:moveTo>
                <a:cubicBezTo>
                  <a:pt x="1588" y="570"/>
                  <a:pt x="1584" y="566"/>
                  <a:pt x="1580" y="566"/>
                </a:cubicBezTo>
                <a:cubicBezTo>
                  <a:pt x="1575" y="566"/>
                  <a:pt x="1571" y="570"/>
                  <a:pt x="1571" y="575"/>
                </a:cubicBezTo>
                <a:cubicBezTo>
                  <a:pt x="1571" y="580"/>
                  <a:pt x="1575" y="584"/>
                  <a:pt x="1580" y="584"/>
                </a:cubicBezTo>
                <a:cubicBezTo>
                  <a:pt x="1584" y="584"/>
                  <a:pt x="1588" y="580"/>
                  <a:pt x="1588" y="575"/>
                </a:cubicBezTo>
                <a:close/>
                <a:moveTo>
                  <a:pt x="1614" y="575"/>
                </a:moveTo>
                <a:cubicBezTo>
                  <a:pt x="1614" y="570"/>
                  <a:pt x="1610" y="566"/>
                  <a:pt x="1605" y="566"/>
                </a:cubicBezTo>
                <a:cubicBezTo>
                  <a:pt x="1601" y="566"/>
                  <a:pt x="1597" y="570"/>
                  <a:pt x="1597" y="575"/>
                </a:cubicBezTo>
                <a:cubicBezTo>
                  <a:pt x="1597" y="580"/>
                  <a:pt x="1601" y="584"/>
                  <a:pt x="1605" y="584"/>
                </a:cubicBezTo>
                <a:cubicBezTo>
                  <a:pt x="1610" y="584"/>
                  <a:pt x="1614" y="580"/>
                  <a:pt x="1614" y="575"/>
                </a:cubicBezTo>
                <a:close/>
                <a:moveTo>
                  <a:pt x="1640" y="575"/>
                </a:moveTo>
                <a:cubicBezTo>
                  <a:pt x="1640" y="570"/>
                  <a:pt x="1636" y="566"/>
                  <a:pt x="1631" y="566"/>
                </a:cubicBezTo>
                <a:cubicBezTo>
                  <a:pt x="1626" y="566"/>
                  <a:pt x="1623" y="570"/>
                  <a:pt x="1623" y="575"/>
                </a:cubicBezTo>
                <a:cubicBezTo>
                  <a:pt x="1623" y="580"/>
                  <a:pt x="1626" y="584"/>
                  <a:pt x="1631" y="584"/>
                </a:cubicBezTo>
                <a:cubicBezTo>
                  <a:pt x="1636" y="584"/>
                  <a:pt x="1640" y="580"/>
                  <a:pt x="1640" y="575"/>
                </a:cubicBezTo>
                <a:close/>
                <a:moveTo>
                  <a:pt x="1666" y="575"/>
                </a:moveTo>
                <a:cubicBezTo>
                  <a:pt x="1666" y="570"/>
                  <a:pt x="1662" y="566"/>
                  <a:pt x="1657" y="566"/>
                </a:cubicBezTo>
                <a:cubicBezTo>
                  <a:pt x="1652" y="566"/>
                  <a:pt x="1648" y="570"/>
                  <a:pt x="1648" y="575"/>
                </a:cubicBezTo>
                <a:cubicBezTo>
                  <a:pt x="1648" y="580"/>
                  <a:pt x="1652" y="584"/>
                  <a:pt x="1657" y="584"/>
                </a:cubicBezTo>
                <a:cubicBezTo>
                  <a:pt x="1662" y="584"/>
                  <a:pt x="1666" y="580"/>
                  <a:pt x="1666" y="575"/>
                </a:cubicBezTo>
                <a:close/>
                <a:moveTo>
                  <a:pt x="1691" y="575"/>
                </a:moveTo>
                <a:cubicBezTo>
                  <a:pt x="1691" y="570"/>
                  <a:pt x="1687" y="566"/>
                  <a:pt x="1683" y="566"/>
                </a:cubicBezTo>
                <a:cubicBezTo>
                  <a:pt x="1678" y="566"/>
                  <a:pt x="1674" y="570"/>
                  <a:pt x="1674" y="575"/>
                </a:cubicBezTo>
                <a:cubicBezTo>
                  <a:pt x="1674" y="580"/>
                  <a:pt x="1678" y="584"/>
                  <a:pt x="1683" y="584"/>
                </a:cubicBezTo>
                <a:cubicBezTo>
                  <a:pt x="1687" y="584"/>
                  <a:pt x="1691" y="580"/>
                  <a:pt x="1691" y="575"/>
                </a:cubicBezTo>
                <a:close/>
                <a:moveTo>
                  <a:pt x="1717" y="575"/>
                </a:moveTo>
                <a:cubicBezTo>
                  <a:pt x="1717" y="570"/>
                  <a:pt x="1713" y="566"/>
                  <a:pt x="1708" y="566"/>
                </a:cubicBezTo>
                <a:cubicBezTo>
                  <a:pt x="1704" y="566"/>
                  <a:pt x="1700" y="570"/>
                  <a:pt x="1700" y="575"/>
                </a:cubicBezTo>
                <a:cubicBezTo>
                  <a:pt x="1700" y="580"/>
                  <a:pt x="1704" y="584"/>
                  <a:pt x="1708" y="584"/>
                </a:cubicBezTo>
                <a:cubicBezTo>
                  <a:pt x="1713" y="584"/>
                  <a:pt x="1717" y="580"/>
                  <a:pt x="1717" y="575"/>
                </a:cubicBezTo>
                <a:close/>
                <a:moveTo>
                  <a:pt x="1743" y="575"/>
                </a:moveTo>
                <a:cubicBezTo>
                  <a:pt x="1743" y="570"/>
                  <a:pt x="1739" y="566"/>
                  <a:pt x="1734" y="566"/>
                </a:cubicBezTo>
                <a:cubicBezTo>
                  <a:pt x="1730" y="566"/>
                  <a:pt x="1726" y="570"/>
                  <a:pt x="1726" y="575"/>
                </a:cubicBezTo>
                <a:cubicBezTo>
                  <a:pt x="1726" y="580"/>
                  <a:pt x="1730" y="584"/>
                  <a:pt x="1734" y="584"/>
                </a:cubicBezTo>
                <a:cubicBezTo>
                  <a:pt x="1739" y="584"/>
                  <a:pt x="1743" y="580"/>
                  <a:pt x="1743" y="575"/>
                </a:cubicBezTo>
                <a:close/>
                <a:moveTo>
                  <a:pt x="1769" y="575"/>
                </a:moveTo>
                <a:cubicBezTo>
                  <a:pt x="1769" y="570"/>
                  <a:pt x="1765" y="566"/>
                  <a:pt x="1760" y="566"/>
                </a:cubicBezTo>
                <a:cubicBezTo>
                  <a:pt x="1755" y="566"/>
                  <a:pt x="1751" y="570"/>
                  <a:pt x="1751" y="575"/>
                </a:cubicBezTo>
                <a:cubicBezTo>
                  <a:pt x="1751" y="580"/>
                  <a:pt x="1755" y="584"/>
                  <a:pt x="1760" y="584"/>
                </a:cubicBezTo>
                <a:cubicBezTo>
                  <a:pt x="1765" y="584"/>
                  <a:pt x="1769" y="580"/>
                  <a:pt x="1769" y="575"/>
                </a:cubicBezTo>
                <a:close/>
                <a:moveTo>
                  <a:pt x="1794" y="575"/>
                </a:moveTo>
                <a:cubicBezTo>
                  <a:pt x="1794" y="570"/>
                  <a:pt x="1791" y="566"/>
                  <a:pt x="1786" y="566"/>
                </a:cubicBezTo>
                <a:cubicBezTo>
                  <a:pt x="1781" y="566"/>
                  <a:pt x="1777" y="570"/>
                  <a:pt x="1777" y="575"/>
                </a:cubicBezTo>
                <a:cubicBezTo>
                  <a:pt x="1777" y="580"/>
                  <a:pt x="1781" y="584"/>
                  <a:pt x="1786" y="584"/>
                </a:cubicBezTo>
                <a:cubicBezTo>
                  <a:pt x="1791" y="584"/>
                  <a:pt x="1794" y="580"/>
                  <a:pt x="1794" y="575"/>
                </a:cubicBezTo>
                <a:close/>
                <a:moveTo>
                  <a:pt x="1820" y="575"/>
                </a:moveTo>
                <a:cubicBezTo>
                  <a:pt x="1820" y="570"/>
                  <a:pt x="1816" y="566"/>
                  <a:pt x="1812" y="566"/>
                </a:cubicBezTo>
                <a:cubicBezTo>
                  <a:pt x="1807" y="566"/>
                  <a:pt x="1803" y="570"/>
                  <a:pt x="1803" y="575"/>
                </a:cubicBezTo>
                <a:cubicBezTo>
                  <a:pt x="1803" y="580"/>
                  <a:pt x="1807" y="584"/>
                  <a:pt x="1812" y="584"/>
                </a:cubicBezTo>
                <a:cubicBezTo>
                  <a:pt x="1816" y="584"/>
                  <a:pt x="1820" y="580"/>
                  <a:pt x="1820" y="575"/>
                </a:cubicBezTo>
                <a:close/>
                <a:moveTo>
                  <a:pt x="1846" y="575"/>
                </a:moveTo>
                <a:cubicBezTo>
                  <a:pt x="1846" y="570"/>
                  <a:pt x="1842" y="566"/>
                  <a:pt x="1837" y="566"/>
                </a:cubicBezTo>
                <a:cubicBezTo>
                  <a:pt x="1833" y="566"/>
                  <a:pt x="1829" y="570"/>
                  <a:pt x="1829" y="575"/>
                </a:cubicBezTo>
                <a:cubicBezTo>
                  <a:pt x="1829" y="580"/>
                  <a:pt x="1833" y="584"/>
                  <a:pt x="1837" y="584"/>
                </a:cubicBezTo>
                <a:cubicBezTo>
                  <a:pt x="1842" y="584"/>
                  <a:pt x="1846" y="580"/>
                  <a:pt x="1846" y="575"/>
                </a:cubicBezTo>
                <a:close/>
                <a:moveTo>
                  <a:pt x="1872" y="575"/>
                </a:moveTo>
                <a:cubicBezTo>
                  <a:pt x="1872" y="570"/>
                  <a:pt x="1868" y="566"/>
                  <a:pt x="1863" y="566"/>
                </a:cubicBezTo>
                <a:cubicBezTo>
                  <a:pt x="1858" y="566"/>
                  <a:pt x="1854" y="570"/>
                  <a:pt x="1854" y="575"/>
                </a:cubicBezTo>
                <a:cubicBezTo>
                  <a:pt x="1854" y="580"/>
                  <a:pt x="1858" y="584"/>
                  <a:pt x="1863" y="584"/>
                </a:cubicBezTo>
                <a:cubicBezTo>
                  <a:pt x="1868" y="584"/>
                  <a:pt x="1872" y="580"/>
                  <a:pt x="1872" y="575"/>
                </a:cubicBezTo>
                <a:close/>
                <a:moveTo>
                  <a:pt x="1897" y="575"/>
                </a:moveTo>
                <a:cubicBezTo>
                  <a:pt x="1897" y="570"/>
                  <a:pt x="1894" y="566"/>
                  <a:pt x="1889" y="566"/>
                </a:cubicBezTo>
                <a:cubicBezTo>
                  <a:pt x="1884" y="566"/>
                  <a:pt x="1880" y="570"/>
                  <a:pt x="1880" y="575"/>
                </a:cubicBezTo>
                <a:cubicBezTo>
                  <a:pt x="1880" y="580"/>
                  <a:pt x="1884" y="584"/>
                  <a:pt x="1889" y="584"/>
                </a:cubicBezTo>
                <a:cubicBezTo>
                  <a:pt x="1894" y="584"/>
                  <a:pt x="1897" y="580"/>
                  <a:pt x="1897" y="575"/>
                </a:cubicBezTo>
                <a:close/>
                <a:moveTo>
                  <a:pt x="1923" y="575"/>
                </a:moveTo>
                <a:cubicBezTo>
                  <a:pt x="1923" y="570"/>
                  <a:pt x="1919" y="566"/>
                  <a:pt x="1915" y="566"/>
                </a:cubicBezTo>
                <a:cubicBezTo>
                  <a:pt x="1910" y="566"/>
                  <a:pt x="1906" y="570"/>
                  <a:pt x="1906" y="575"/>
                </a:cubicBezTo>
                <a:cubicBezTo>
                  <a:pt x="1906" y="580"/>
                  <a:pt x="1910" y="584"/>
                  <a:pt x="1915" y="584"/>
                </a:cubicBezTo>
                <a:cubicBezTo>
                  <a:pt x="1919" y="584"/>
                  <a:pt x="1923" y="580"/>
                  <a:pt x="1923" y="575"/>
                </a:cubicBezTo>
                <a:close/>
                <a:moveTo>
                  <a:pt x="1949" y="575"/>
                </a:moveTo>
                <a:cubicBezTo>
                  <a:pt x="1949" y="570"/>
                  <a:pt x="1945" y="566"/>
                  <a:pt x="1940" y="566"/>
                </a:cubicBezTo>
                <a:cubicBezTo>
                  <a:pt x="1936" y="566"/>
                  <a:pt x="1932" y="570"/>
                  <a:pt x="1932" y="575"/>
                </a:cubicBezTo>
                <a:cubicBezTo>
                  <a:pt x="1932" y="580"/>
                  <a:pt x="1936" y="584"/>
                  <a:pt x="1940" y="584"/>
                </a:cubicBezTo>
                <a:cubicBezTo>
                  <a:pt x="1945" y="584"/>
                  <a:pt x="1949" y="580"/>
                  <a:pt x="1949" y="575"/>
                </a:cubicBezTo>
                <a:close/>
                <a:moveTo>
                  <a:pt x="1975" y="575"/>
                </a:moveTo>
                <a:cubicBezTo>
                  <a:pt x="1975" y="570"/>
                  <a:pt x="1971" y="566"/>
                  <a:pt x="1966" y="566"/>
                </a:cubicBezTo>
                <a:cubicBezTo>
                  <a:pt x="1961" y="566"/>
                  <a:pt x="1957" y="570"/>
                  <a:pt x="1957" y="575"/>
                </a:cubicBezTo>
                <a:cubicBezTo>
                  <a:pt x="1957" y="580"/>
                  <a:pt x="1961" y="584"/>
                  <a:pt x="1966" y="584"/>
                </a:cubicBezTo>
                <a:cubicBezTo>
                  <a:pt x="1971" y="584"/>
                  <a:pt x="1975" y="580"/>
                  <a:pt x="1975" y="575"/>
                </a:cubicBezTo>
                <a:close/>
                <a:moveTo>
                  <a:pt x="2000" y="575"/>
                </a:moveTo>
                <a:cubicBezTo>
                  <a:pt x="2000" y="570"/>
                  <a:pt x="1997" y="566"/>
                  <a:pt x="1992" y="566"/>
                </a:cubicBezTo>
                <a:cubicBezTo>
                  <a:pt x="1987" y="566"/>
                  <a:pt x="1983" y="570"/>
                  <a:pt x="1983" y="575"/>
                </a:cubicBezTo>
                <a:cubicBezTo>
                  <a:pt x="1983" y="580"/>
                  <a:pt x="1987" y="584"/>
                  <a:pt x="1992" y="584"/>
                </a:cubicBezTo>
                <a:cubicBezTo>
                  <a:pt x="1997" y="584"/>
                  <a:pt x="2000" y="580"/>
                  <a:pt x="2000" y="575"/>
                </a:cubicBezTo>
                <a:close/>
                <a:moveTo>
                  <a:pt x="2026" y="575"/>
                </a:moveTo>
                <a:cubicBezTo>
                  <a:pt x="2026" y="570"/>
                  <a:pt x="2022" y="566"/>
                  <a:pt x="2018" y="566"/>
                </a:cubicBezTo>
                <a:cubicBezTo>
                  <a:pt x="2013" y="566"/>
                  <a:pt x="2009" y="570"/>
                  <a:pt x="2009" y="575"/>
                </a:cubicBezTo>
                <a:cubicBezTo>
                  <a:pt x="2009" y="580"/>
                  <a:pt x="2013" y="584"/>
                  <a:pt x="2018" y="584"/>
                </a:cubicBezTo>
                <a:cubicBezTo>
                  <a:pt x="2022" y="584"/>
                  <a:pt x="2026" y="580"/>
                  <a:pt x="2026" y="575"/>
                </a:cubicBezTo>
                <a:close/>
                <a:moveTo>
                  <a:pt x="2052" y="575"/>
                </a:moveTo>
                <a:cubicBezTo>
                  <a:pt x="2052" y="570"/>
                  <a:pt x="2048" y="566"/>
                  <a:pt x="2043" y="566"/>
                </a:cubicBezTo>
                <a:cubicBezTo>
                  <a:pt x="2039" y="566"/>
                  <a:pt x="2035" y="570"/>
                  <a:pt x="2035" y="575"/>
                </a:cubicBezTo>
                <a:cubicBezTo>
                  <a:pt x="2035" y="580"/>
                  <a:pt x="2039" y="584"/>
                  <a:pt x="2043" y="584"/>
                </a:cubicBezTo>
                <a:cubicBezTo>
                  <a:pt x="2048" y="584"/>
                  <a:pt x="2052" y="580"/>
                  <a:pt x="2052" y="575"/>
                </a:cubicBezTo>
                <a:close/>
                <a:moveTo>
                  <a:pt x="2078" y="575"/>
                </a:moveTo>
                <a:cubicBezTo>
                  <a:pt x="2078" y="570"/>
                  <a:pt x="2074" y="566"/>
                  <a:pt x="2069" y="566"/>
                </a:cubicBezTo>
                <a:cubicBezTo>
                  <a:pt x="2064" y="566"/>
                  <a:pt x="2061" y="570"/>
                  <a:pt x="2061" y="575"/>
                </a:cubicBezTo>
                <a:cubicBezTo>
                  <a:pt x="2061" y="580"/>
                  <a:pt x="2064" y="584"/>
                  <a:pt x="2069" y="584"/>
                </a:cubicBezTo>
                <a:cubicBezTo>
                  <a:pt x="2074" y="584"/>
                  <a:pt x="2078" y="580"/>
                  <a:pt x="2078" y="575"/>
                </a:cubicBezTo>
                <a:close/>
                <a:moveTo>
                  <a:pt x="2103" y="575"/>
                </a:moveTo>
                <a:cubicBezTo>
                  <a:pt x="2103" y="570"/>
                  <a:pt x="2100" y="566"/>
                  <a:pt x="2095" y="566"/>
                </a:cubicBezTo>
                <a:cubicBezTo>
                  <a:pt x="2090" y="566"/>
                  <a:pt x="2086" y="570"/>
                  <a:pt x="2086" y="575"/>
                </a:cubicBezTo>
                <a:cubicBezTo>
                  <a:pt x="2086" y="580"/>
                  <a:pt x="2090" y="584"/>
                  <a:pt x="2095" y="584"/>
                </a:cubicBezTo>
                <a:cubicBezTo>
                  <a:pt x="2100" y="584"/>
                  <a:pt x="2103" y="580"/>
                  <a:pt x="2103" y="575"/>
                </a:cubicBezTo>
                <a:close/>
                <a:moveTo>
                  <a:pt x="2129" y="575"/>
                </a:moveTo>
                <a:cubicBezTo>
                  <a:pt x="2129" y="570"/>
                  <a:pt x="2125" y="566"/>
                  <a:pt x="2121" y="566"/>
                </a:cubicBezTo>
                <a:cubicBezTo>
                  <a:pt x="2116" y="566"/>
                  <a:pt x="2112" y="570"/>
                  <a:pt x="2112" y="575"/>
                </a:cubicBezTo>
                <a:cubicBezTo>
                  <a:pt x="2112" y="580"/>
                  <a:pt x="2116" y="584"/>
                  <a:pt x="2121" y="584"/>
                </a:cubicBezTo>
                <a:cubicBezTo>
                  <a:pt x="2125" y="584"/>
                  <a:pt x="2129" y="580"/>
                  <a:pt x="2129" y="575"/>
                </a:cubicBezTo>
                <a:close/>
                <a:moveTo>
                  <a:pt x="2155" y="575"/>
                </a:moveTo>
                <a:cubicBezTo>
                  <a:pt x="2155" y="570"/>
                  <a:pt x="2151" y="566"/>
                  <a:pt x="2146" y="566"/>
                </a:cubicBezTo>
                <a:cubicBezTo>
                  <a:pt x="2142" y="566"/>
                  <a:pt x="2138" y="570"/>
                  <a:pt x="2138" y="575"/>
                </a:cubicBezTo>
                <a:cubicBezTo>
                  <a:pt x="2138" y="580"/>
                  <a:pt x="2142" y="584"/>
                  <a:pt x="2146" y="584"/>
                </a:cubicBezTo>
                <a:cubicBezTo>
                  <a:pt x="2151" y="584"/>
                  <a:pt x="2155" y="580"/>
                  <a:pt x="2155" y="575"/>
                </a:cubicBezTo>
                <a:close/>
                <a:moveTo>
                  <a:pt x="2181" y="575"/>
                </a:moveTo>
                <a:cubicBezTo>
                  <a:pt x="2181" y="570"/>
                  <a:pt x="2177" y="566"/>
                  <a:pt x="2172" y="566"/>
                </a:cubicBezTo>
                <a:cubicBezTo>
                  <a:pt x="2167" y="566"/>
                  <a:pt x="2164" y="570"/>
                  <a:pt x="2164" y="575"/>
                </a:cubicBezTo>
                <a:cubicBezTo>
                  <a:pt x="2164" y="580"/>
                  <a:pt x="2167" y="584"/>
                  <a:pt x="2172" y="584"/>
                </a:cubicBezTo>
                <a:cubicBezTo>
                  <a:pt x="2177" y="584"/>
                  <a:pt x="2181" y="580"/>
                  <a:pt x="2181" y="575"/>
                </a:cubicBezTo>
                <a:close/>
                <a:moveTo>
                  <a:pt x="2207" y="575"/>
                </a:moveTo>
                <a:cubicBezTo>
                  <a:pt x="2207" y="570"/>
                  <a:pt x="2203" y="566"/>
                  <a:pt x="2198" y="566"/>
                </a:cubicBezTo>
                <a:cubicBezTo>
                  <a:pt x="2193" y="566"/>
                  <a:pt x="2189" y="570"/>
                  <a:pt x="2189" y="575"/>
                </a:cubicBezTo>
                <a:cubicBezTo>
                  <a:pt x="2189" y="580"/>
                  <a:pt x="2193" y="584"/>
                  <a:pt x="2198" y="584"/>
                </a:cubicBezTo>
                <a:cubicBezTo>
                  <a:pt x="2203" y="584"/>
                  <a:pt x="2207" y="580"/>
                  <a:pt x="2207" y="575"/>
                </a:cubicBezTo>
                <a:close/>
                <a:moveTo>
                  <a:pt x="2232" y="575"/>
                </a:moveTo>
                <a:cubicBezTo>
                  <a:pt x="2232" y="570"/>
                  <a:pt x="2228" y="566"/>
                  <a:pt x="2224" y="566"/>
                </a:cubicBezTo>
                <a:cubicBezTo>
                  <a:pt x="2219" y="566"/>
                  <a:pt x="2215" y="570"/>
                  <a:pt x="2215" y="575"/>
                </a:cubicBezTo>
                <a:cubicBezTo>
                  <a:pt x="2215" y="580"/>
                  <a:pt x="2219" y="584"/>
                  <a:pt x="2224" y="584"/>
                </a:cubicBezTo>
                <a:cubicBezTo>
                  <a:pt x="2228" y="584"/>
                  <a:pt x="2232" y="580"/>
                  <a:pt x="2232" y="575"/>
                </a:cubicBezTo>
                <a:close/>
                <a:moveTo>
                  <a:pt x="2258" y="575"/>
                </a:moveTo>
                <a:cubicBezTo>
                  <a:pt x="2258" y="570"/>
                  <a:pt x="2254" y="566"/>
                  <a:pt x="2249" y="566"/>
                </a:cubicBezTo>
                <a:cubicBezTo>
                  <a:pt x="2245" y="566"/>
                  <a:pt x="2241" y="570"/>
                  <a:pt x="2241" y="575"/>
                </a:cubicBezTo>
                <a:cubicBezTo>
                  <a:pt x="2241" y="580"/>
                  <a:pt x="2245" y="584"/>
                  <a:pt x="2249" y="584"/>
                </a:cubicBezTo>
                <a:cubicBezTo>
                  <a:pt x="2254" y="584"/>
                  <a:pt x="2258" y="580"/>
                  <a:pt x="2258" y="575"/>
                </a:cubicBezTo>
                <a:close/>
                <a:moveTo>
                  <a:pt x="2284" y="575"/>
                </a:moveTo>
                <a:cubicBezTo>
                  <a:pt x="2284" y="570"/>
                  <a:pt x="2280" y="566"/>
                  <a:pt x="2275" y="566"/>
                </a:cubicBezTo>
                <a:cubicBezTo>
                  <a:pt x="2270" y="566"/>
                  <a:pt x="2267" y="570"/>
                  <a:pt x="2267" y="575"/>
                </a:cubicBezTo>
                <a:cubicBezTo>
                  <a:pt x="2267" y="580"/>
                  <a:pt x="2270" y="584"/>
                  <a:pt x="2275" y="584"/>
                </a:cubicBezTo>
                <a:cubicBezTo>
                  <a:pt x="2280" y="584"/>
                  <a:pt x="2284" y="580"/>
                  <a:pt x="2284" y="575"/>
                </a:cubicBezTo>
                <a:close/>
                <a:moveTo>
                  <a:pt x="2310" y="575"/>
                </a:moveTo>
                <a:cubicBezTo>
                  <a:pt x="2310" y="570"/>
                  <a:pt x="2306" y="566"/>
                  <a:pt x="2301" y="566"/>
                </a:cubicBezTo>
                <a:cubicBezTo>
                  <a:pt x="2296" y="566"/>
                  <a:pt x="2292" y="570"/>
                  <a:pt x="2292" y="575"/>
                </a:cubicBezTo>
                <a:cubicBezTo>
                  <a:pt x="2292" y="580"/>
                  <a:pt x="2296" y="584"/>
                  <a:pt x="2301" y="584"/>
                </a:cubicBezTo>
                <a:cubicBezTo>
                  <a:pt x="2306" y="584"/>
                  <a:pt x="2310" y="580"/>
                  <a:pt x="2310" y="575"/>
                </a:cubicBezTo>
                <a:close/>
                <a:moveTo>
                  <a:pt x="2335" y="575"/>
                </a:moveTo>
                <a:cubicBezTo>
                  <a:pt x="2335" y="570"/>
                  <a:pt x="2331" y="566"/>
                  <a:pt x="2327" y="566"/>
                </a:cubicBezTo>
                <a:cubicBezTo>
                  <a:pt x="2322" y="566"/>
                  <a:pt x="2318" y="570"/>
                  <a:pt x="2318" y="575"/>
                </a:cubicBezTo>
                <a:cubicBezTo>
                  <a:pt x="2318" y="580"/>
                  <a:pt x="2322" y="584"/>
                  <a:pt x="2327" y="584"/>
                </a:cubicBezTo>
                <a:cubicBezTo>
                  <a:pt x="2331" y="584"/>
                  <a:pt x="2335" y="580"/>
                  <a:pt x="2335" y="575"/>
                </a:cubicBezTo>
                <a:close/>
                <a:moveTo>
                  <a:pt x="2387" y="575"/>
                </a:moveTo>
                <a:cubicBezTo>
                  <a:pt x="2387" y="570"/>
                  <a:pt x="2383" y="566"/>
                  <a:pt x="2378" y="566"/>
                </a:cubicBezTo>
                <a:cubicBezTo>
                  <a:pt x="2373" y="566"/>
                  <a:pt x="2370" y="570"/>
                  <a:pt x="2370" y="575"/>
                </a:cubicBezTo>
                <a:cubicBezTo>
                  <a:pt x="2370" y="580"/>
                  <a:pt x="2373" y="584"/>
                  <a:pt x="2378" y="584"/>
                </a:cubicBezTo>
                <a:cubicBezTo>
                  <a:pt x="2383" y="584"/>
                  <a:pt x="2387" y="580"/>
                  <a:pt x="2387" y="575"/>
                </a:cubicBezTo>
                <a:close/>
                <a:moveTo>
                  <a:pt x="2490" y="575"/>
                </a:moveTo>
                <a:cubicBezTo>
                  <a:pt x="2490" y="570"/>
                  <a:pt x="2486" y="566"/>
                  <a:pt x="2481" y="566"/>
                </a:cubicBezTo>
                <a:cubicBezTo>
                  <a:pt x="2477" y="566"/>
                  <a:pt x="2473" y="570"/>
                  <a:pt x="2473" y="575"/>
                </a:cubicBezTo>
                <a:cubicBezTo>
                  <a:pt x="2473" y="580"/>
                  <a:pt x="2477" y="584"/>
                  <a:pt x="2481" y="584"/>
                </a:cubicBezTo>
                <a:cubicBezTo>
                  <a:pt x="2486" y="584"/>
                  <a:pt x="2490" y="580"/>
                  <a:pt x="2490" y="575"/>
                </a:cubicBezTo>
                <a:close/>
                <a:moveTo>
                  <a:pt x="300" y="601"/>
                </a:moveTo>
                <a:cubicBezTo>
                  <a:pt x="300" y="596"/>
                  <a:pt x="297" y="592"/>
                  <a:pt x="292" y="592"/>
                </a:cubicBezTo>
                <a:cubicBezTo>
                  <a:pt x="287" y="592"/>
                  <a:pt x="283" y="596"/>
                  <a:pt x="283" y="601"/>
                </a:cubicBezTo>
                <a:cubicBezTo>
                  <a:pt x="283" y="606"/>
                  <a:pt x="287" y="609"/>
                  <a:pt x="292" y="609"/>
                </a:cubicBezTo>
                <a:cubicBezTo>
                  <a:pt x="297" y="609"/>
                  <a:pt x="300" y="606"/>
                  <a:pt x="300" y="601"/>
                </a:cubicBezTo>
                <a:close/>
                <a:moveTo>
                  <a:pt x="326" y="601"/>
                </a:moveTo>
                <a:cubicBezTo>
                  <a:pt x="326" y="596"/>
                  <a:pt x="322" y="592"/>
                  <a:pt x="318" y="592"/>
                </a:cubicBezTo>
                <a:cubicBezTo>
                  <a:pt x="313" y="592"/>
                  <a:pt x="309" y="596"/>
                  <a:pt x="309" y="601"/>
                </a:cubicBezTo>
                <a:cubicBezTo>
                  <a:pt x="309" y="606"/>
                  <a:pt x="313" y="609"/>
                  <a:pt x="318" y="609"/>
                </a:cubicBezTo>
                <a:cubicBezTo>
                  <a:pt x="322" y="609"/>
                  <a:pt x="326" y="606"/>
                  <a:pt x="326" y="601"/>
                </a:cubicBezTo>
                <a:close/>
                <a:moveTo>
                  <a:pt x="352" y="601"/>
                </a:moveTo>
                <a:cubicBezTo>
                  <a:pt x="352" y="596"/>
                  <a:pt x="348" y="592"/>
                  <a:pt x="343" y="592"/>
                </a:cubicBezTo>
                <a:cubicBezTo>
                  <a:pt x="339" y="592"/>
                  <a:pt x="335" y="596"/>
                  <a:pt x="335" y="601"/>
                </a:cubicBezTo>
                <a:cubicBezTo>
                  <a:pt x="335" y="606"/>
                  <a:pt x="339" y="609"/>
                  <a:pt x="343" y="609"/>
                </a:cubicBezTo>
                <a:cubicBezTo>
                  <a:pt x="348" y="609"/>
                  <a:pt x="352" y="606"/>
                  <a:pt x="352" y="601"/>
                </a:cubicBezTo>
                <a:close/>
                <a:moveTo>
                  <a:pt x="378" y="601"/>
                </a:moveTo>
                <a:cubicBezTo>
                  <a:pt x="378" y="596"/>
                  <a:pt x="374" y="592"/>
                  <a:pt x="369" y="592"/>
                </a:cubicBezTo>
                <a:cubicBezTo>
                  <a:pt x="364" y="592"/>
                  <a:pt x="360" y="596"/>
                  <a:pt x="360" y="601"/>
                </a:cubicBezTo>
                <a:cubicBezTo>
                  <a:pt x="360" y="606"/>
                  <a:pt x="364" y="609"/>
                  <a:pt x="369" y="609"/>
                </a:cubicBezTo>
                <a:cubicBezTo>
                  <a:pt x="374" y="609"/>
                  <a:pt x="378" y="606"/>
                  <a:pt x="378" y="601"/>
                </a:cubicBezTo>
                <a:close/>
                <a:moveTo>
                  <a:pt x="403" y="601"/>
                </a:moveTo>
                <a:cubicBezTo>
                  <a:pt x="403" y="596"/>
                  <a:pt x="400" y="592"/>
                  <a:pt x="395" y="592"/>
                </a:cubicBezTo>
                <a:cubicBezTo>
                  <a:pt x="390" y="592"/>
                  <a:pt x="386" y="596"/>
                  <a:pt x="386" y="601"/>
                </a:cubicBezTo>
                <a:cubicBezTo>
                  <a:pt x="386" y="606"/>
                  <a:pt x="390" y="609"/>
                  <a:pt x="395" y="609"/>
                </a:cubicBezTo>
                <a:cubicBezTo>
                  <a:pt x="400" y="609"/>
                  <a:pt x="403" y="606"/>
                  <a:pt x="403" y="601"/>
                </a:cubicBezTo>
                <a:close/>
                <a:moveTo>
                  <a:pt x="429" y="601"/>
                </a:moveTo>
                <a:cubicBezTo>
                  <a:pt x="429" y="596"/>
                  <a:pt x="425" y="592"/>
                  <a:pt x="421" y="592"/>
                </a:cubicBezTo>
                <a:cubicBezTo>
                  <a:pt x="416" y="592"/>
                  <a:pt x="412" y="596"/>
                  <a:pt x="412" y="601"/>
                </a:cubicBezTo>
                <a:cubicBezTo>
                  <a:pt x="412" y="606"/>
                  <a:pt x="416" y="609"/>
                  <a:pt x="421" y="609"/>
                </a:cubicBezTo>
                <a:cubicBezTo>
                  <a:pt x="425" y="609"/>
                  <a:pt x="429" y="606"/>
                  <a:pt x="429" y="601"/>
                </a:cubicBezTo>
                <a:close/>
                <a:moveTo>
                  <a:pt x="455" y="601"/>
                </a:moveTo>
                <a:cubicBezTo>
                  <a:pt x="455" y="596"/>
                  <a:pt x="451" y="592"/>
                  <a:pt x="446" y="592"/>
                </a:cubicBezTo>
                <a:cubicBezTo>
                  <a:pt x="442" y="592"/>
                  <a:pt x="438" y="596"/>
                  <a:pt x="438" y="601"/>
                </a:cubicBezTo>
                <a:cubicBezTo>
                  <a:pt x="438" y="606"/>
                  <a:pt x="442" y="609"/>
                  <a:pt x="446" y="609"/>
                </a:cubicBezTo>
                <a:cubicBezTo>
                  <a:pt x="451" y="609"/>
                  <a:pt x="455" y="606"/>
                  <a:pt x="455" y="601"/>
                </a:cubicBezTo>
                <a:close/>
                <a:moveTo>
                  <a:pt x="481" y="601"/>
                </a:moveTo>
                <a:cubicBezTo>
                  <a:pt x="481" y="596"/>
                  <a:pt x="477" y="592"/>
                  <a:pt x="472" y="592"/>
                </a:cubicBezTo>
                <a:cubicBezTo>
                  <a:pt x="467" y="592"/>
                  <a:pt x="463" y="596"/>
                  <a:pt x="463" y="601"/>
                </a:cubicBezTo>
                <a:cubicBezTo>
                  <a:pt x="463" y="606"/>
                  <a:pt x="467" y="609"/>
                  <a:pt x="472" y="609"/>
                </a:cubicBezTo>
                <a:cubicBezTo>
                  <a:pt x="477" y="609"/>
                  <a:pt x="481" y="606"/>
                  <a:pt x="481" y="601"/>
                </a:cubicBezTo>
                <a:close/>
                <a:moveTo>
                  <a:pt x="506" y="601"/>
                </a:moveTo>
                <a:cubicBezTo>
                  <a:pt x="506" y="596"/>
                  <a:pt x="503" y="592"/>
                  <a:pt x="498" y="592"/>
                </a:cubicBezTo>
                <a:cubicBezTo>
                  <a:pt x="493" y="592"/>
                  <a:pt x="489" y="596"/>
                  <a:pt x="489" y="601"/>
                </a:cubicBezTo>
                <a:cubicBezTo>
                  <a:pt x="489" y="606"/>
                  <a:pt x="493" y="609"/>
                  <a:pt x="498" y="609"/>
                </a:cubicBezTo>
                <a:cubicBezTo>
                  <a:pt x="503" y="609"/>
                  <a:pt x="506" y="606"/>
                  <a:pt x="506" y="601"/>
                </a:cubicBezTo>
                <a:close/>
                <a:moveTo>
                  <a:pt x="532" y="601"/>
                </a:moveTo>
                <a:cubicBezTo>
                  <a:pt x="532" y="596"/>
                  <a:pt x="528" y="592"/>
                  <a:pt x="524" y="592"/>
                </a:cubicBezTo>
                <a:cubicBezTo>
                  <a:pt x="519" y="592"/>
                  <a:pt x="515" y="596"/>
                  <a:pt x="515" y="601"/>
                </a:cubicBezTo>
                <a:cubicBezTo>
                  <a:pt x="515" y="606"/>
                  <a:pt x="519" y="609"/>
                  <a:pt x="524" y="609"/>
                </a:cubicBezTo>
                <a:cubicBezTo>
                  <a:pt x="528" y="609"/>
                  <a:pt x="532" y="606"/>
                  <a:pt x="532" y="601"/>
                </a:cubicBezTo>
                <a:close/>
                <a:moveTo>
                  <a:pt x="558" y="601"/>
                </a:moveTo>
                <a:cubicBezTo>
                  <a:pt x="558" y="596"/>
                  <a:pt x="554" y="592"/>
                  <a:pt x="549" y="592"/>
                </a:cubicBezTo>
                <a:cubicBezTo>
                  <a:pt x="545" y="592"/>
                  <a:pt x="541" y="596"/>
                  <a:pt x="541" y="601"/>
                </a:cubicBezTo>
                <a:cubicBezTo>
                  <a:pt x="541" y="606"/>
                  <a:pt x="545" y="609"/>
                  <a:pt x="549" y="609"/>
                </a:cubicBezTo>
                <a:cubicBezTo>
                  <a:pt x="554" y="609"/>
                  <a:pt x="558" y="606"/>
                  <a:pt x="558" y="601"/>
                </a:cubicBezTo>
                <a:close/>
                <a:moveTo>
                  <a:pt x="584" y="601"/>
                </a:moveTo>
                <a:cubicBezTo>
                  <a:pt x="584" y="596"/>
                  <a:pt x="580" y="592"/>
                  <a:pt x="575" y="592"/>
                </a:cubicBezTo>
                <a:cubicBezTo>
                  <a:pt x="570" y="592"/>
                  <a:pt x="567" y="596"/>
                  <a:pt x="567" y="601"/>
                </a:cubicBezTo>
                <a:cubicBezTo>
                  <a:pt x="567" y="606"/>
                  <a:pt x="570" y="609"/>
                  <a:pt x="575" y="609"/>
                </a:cubicBezTo>
                <a:cubicBezTo>
                  <a:pt x="580" y="609"/>
                  <a:pt x="584" y="606"/>
                  <a:pt x="584" y="601"/>
                </a:cubicBezTo>
                <a:close/>
                <a:moveTo>
                  <a:pt x="609" y="601"/>
                </a:moveTo>
                <a:cubicBezTo>
                  <a:pt x="609" y="596"/>
                  <a:pt x="606" y="592"/>
                  <a:pt x="601" y="592"/>
                </a:cubicBezTo>
                <a:cubicBezTo>
                  <a:pt x="596" y="592"/>
                  <a:pt x="592" y="596"/>
                  <a:pt x="592" y="601"/>
                </a:cubicBezTo>
                <a:cubicBezTo>
                  <a:pt x="592" y="606"/>
                  <a:pt x="596" y="609"/>
                  <a:pt x="601" y="609"/>
                </a:cubicBezTo>
                <a:cubicBezTo>
                  <a:pt x="606" y="609"/>
                  <a:pt x="609" y="606"/>
                  <a:pt x="609" y="601"/>
                </a:cubicBezTo>
                <a:close/>
                <a:moveTo>
                  <a:pt x="635" y="601"/>
                </a:moveTo>
                <a:cubicBezTo>
                  <a:pt x="635" y="596"/>
                  <a:pt x="631" y="592"/>
                  <a:pt x="627" y="592"/>
                </a:cubicBezTo>
                <a:cubicBezTo>
                  <a:pt x="622" y="592"/>
                  <a:pt x="618" y="596"/>
                  <a:pt x="618" y="601"/>
                </a:cubicBezTo>
                <a:cubicBezTo>
                  <a:pt x="618" y="606"/>
                  <a:pt x="622" y="609"/>
                  <a:pt x="627" y="609"/>
                </a:cubicBezTo>
                <a:cubicBezTo>
                  <a:pt x="631" y="609"/>
                  <a:pt x="635" y="606"/>
                  <a:pt x="635" y="601"/>
                </a:cubicBezTo>
                <a:close/>
                <a:moveTo>
                  <a:pt x="687" y="601"/>
                </a:moveTo>
                <a:cubicBezTo>
                  <a:pt x="687" y="596"/>
                  <a:pt x="683" y="592"/>
                  <a:pt x="678" y="592"/>
                </a:cubicBezTo>
                <a:cubicBezTo>
                  <a:pt x="673" y="592"/>
                  <a:pt x="670" y="596"/>
                  <a:pt x="670" y="601"/>
                </a:cubicBezTo>
                <a:cubicBezTo>
                  <a:pt x="670" y="606"/>
                  <a:pt x="673" y="609"/>
                  <a:pt x="678" y="609"/>
                </a:cubicBezTo>
                <a:cubicBezTo>
                  <a:pt x="683" y="609"/>
                  <a:pt x="687" y="606"/>
                  <a:pt x="687" y="601"/>
                </a:cubicBezTo>
                <a:close/>
                <a:moveTo>
                  <a:pt x="712" y="601"/>
                </a:moveTo>
                <a:cubicBezTo>
                  <a:pt x="712" y="596"/>
                  <a:pt x="709" y="592"/>
                  <a:pt x="704" y="592"/>
                </a:cubicBezTo>
                <a:cubicBezTo>
                  <a:pt x="699" y="592"/>
                  <a:pt x="695" y="596"/>
                  <a:pt x="695" y="601"/>
                </a:cubicBezTo>
                <a:cubicBezTo>
                  <a:pt x="695" y="606"/>
                  <a:pt x="699" y="609"/>
                  <a:pt x="704" y="609"/>
                </a:cubicBezTo>
                <a:cubicBezTo>
                  <a:pt x="709" y="609"/>
                  <a:pt x="712" y="606"/>
                  <a:pt x="712" y="601"/>
                </a:cubicBezTo>
                <a:close/>
                <a:moveTo>
                  <a:pt x="738" y="601"/>
                </a:moveTo>
                <a:cubicBezTo>
                  <a:pt x="738" y="596"/>
                  <a:pt x="734" y="592"/>
                  <a:pt x="730" y="592"/>
                </a:cubicBezTo>
                <a:cubicBezTo>
                  <a:pt x="725" y="592"/>
                  <a:pt x="721" y="596"/>
                  <a:pt x="721" y="601"/>
                </a:cubicBezTo>
                <a:cubicBezTo>
                  <a:pt x="721" y="606"/>
                  <a:pt x="725" y="609"/>
                  <a:pt x="730" y="609"/>
                </a:cubicBezTo>
                <a:cubicBezTo>
                  <a:pt x="734" y="609"/>
                  <a:pt x="738" y="606"/>
                  <a:pt x="738" y="601"/>
                </a:cubicBezTo>
                <a:close/>
                <a:moveTo>
                  <a:pt x="764" y="601"/>
                </a:moveTo>
                <a:cubicBezTo>
                  <a:pt x="764" y="596"/>
                  <a:pt x="760" y="592"/>
                  <a:pt x="755" y="592"/>
                </a:cubicBezTo>
                <a:cubicBezTo>
                  <a:pt x="751" y="592"/>
                  <a:pt x="747" y="596"/>
                  <a:pt x="747" y="601"/>
                </a:cubicBezTo>
                <a:cubicBezTo>
                  <a:pt x="747" y="606"/>
                  <a:pt x="751" y="609"/>
                  <a:pt x="755" y="609"/>
                </a:cubicBezTo>
                <a:cubicBezTo>
                  <a:pt x="760" y="609"/>
                  <a:pt x="764" y="606"/>
                  <a:pt x="764" y="601"/>
                </a:cubicBezTo>
                <a:close/>
                <a:moveTo>
                  <a:pt x="790" y="601"/>
                </a:moveTo>
                <a:cubicBezTo>
                  <a:pt x="790" y="596"/>
                  <a:pt x="786" y="592"/>
                  <a:pt x="781" y="592"/>
                </a:cubicBezTo>
                <a:cubicBezTo>
                  <a:pt x="776" y="592"/>
                  <a:pt x="773" y="596"/>
                  <a:pt x="773" y="601"/>
                </a:cubicBezTo>
                <a:cubicBezTo>
                  <a:pt x="773" y="606"/>
                  <a:pt x="776" y="609"/>
                  <a:pt x="781" y="609"/>
                </a:cubicBezTo>
                <a:cubicBezTo>
                  <a:pt x="786" y="609"/>
                  <a:pt x="790" y="606"/>
                  <a:pt x="790" y="601"/>
                </a:cubicBezTo>
                <a:close/>
                <a:moveTo>
                  <a:pt x="816" y="601"/>
                </a:moveTo>
                <a:cubicBezTo>
                  <a:pt x="816" y="596"/>
                  <a:pt x="812" y="592"/>
                  <a:pt x="807" y="592"/>
                </a:cubicBezTo>
                <a:cubicBezTo>
                  <a:pt x="802" y="592"/>
                  <a:pt x="798" y="596"/>
                  <a:pt x="798" y="601"/>
                </a:cubicBezTo>
                <a:cubicBezTo>
                  <a:pt x="798" y="606"/>
                  <a:pt x="802" y="609"/>
                  <a:pt x="807" y="609"/>
                </a:cubicBezTo>
                <a:cubicBezTo>
                  <a:pt x="812" y="609"/>
                  <a:pt x="816" y="606"/>
                  <a:pt x="816" y="601"/>
                </a:cubicBezTo>
                <a:close/>
                <a:moveTo>
                  <a:pt x="841" y="601"/>
                </a:moveTo>
                <a:cubicBezTo>
                  <a:pt x="841" y="596"/>
                  <a:pt x="837" y="592"/>
                  <a:pt x="833" y="592"/>
                </a:cubicBezTo>
                <a:cubicBezTo>
                  <a:pt x="828" y="592"/>
                  <a:pt x="824" y="596"/>
                  <a:pt x="824" y="601"/>
                </a:cubicBezTo>
                <a:cubicBezTo>
                  <a:pt x="824" y="606"/>
                  <a:pt x="828" y="609"/>
                  <a:pt x="833" y="609"/>
                </a:cubicBezTo>
                <a:cubicBezTo>
                  <a:pt x="837" y="609"/>
                  <a:pt x="841" y="606"/>
                  <a:pt x="841" y="601"/>
                </a:cubicBezTo>
                <a:close/>
                <a:moveTo>
                  <a:pt x="1202" y="601"/>
                </a:moveTo>
                <a:cubicBezTo>
                  <a:pt x="1202" y="596"/>
                  <a:pt x="1198" y="592"/>
                  <a:pt x="1193" y="592"/>
                </a:cubicBezTo>
                <a:cubicBezTo>
                  <a:pt x="1189" y="592"/>
                  <a:pt x="1185" y="596"/>
                  <a:pt x="1185" y="601"/>
                </a:cubicBezTo>
                <a:cubicBezTo>
                  <a:pt x="1185" y="606"/>
                  <a:pt x="1189" y="609"/>
                  <a:pt x="1193" y="609"/>
                </a:cubicBezTo>
                <a:cubicBezTo>
                  <a:pt x="1198" y="609"/>
                  <a:pt x="1202" y="606"/>
                  <a:pt x="1202" y="601"/>
                </a:cubicBezTo>
                <a:close/>
                <a:moveTo>
                  <a:pt x="1253" y="601"/>
                </a:moveTo>
                <a:cubicBezTo>
                  <a:pt x="1253" y="596"/>
                  <a:pt x="1250" y="592"/>
                  <a:pt x="1245" y="592"/>
                </a:cubicBezTo>
                <a:cubicBezTo>
                  <a:pt x="1240" y="592"/>
                  <a:pt x="1236" y="596"/>
                  <a:pt x="1236" y="601"/>
                </a:cubicBezTo>
                <a:cubicBezTo>
                  <a:pt x="1236" y="606"/>
                  <a:pt x="1240" y="609"/>
                  <a:pt x="1245" y="609"/>
                </a:cubicBezTo>
                <a:cubicBezTo>
                  <a:pt x="1250" y="609"/>
                  <a:pt x="1253" y="606"/>
                  <a:pt x="1253" y="601"/>
                </a:cubicBezTo>
                <a:close/>
                <a:moveTo>
                  <a:pt x="1305" y="601"/>
                </a:moveTo>
                <a:cubicBezTo>
                  <a:pt x="1305" y="596"/>
                  <a:pt x="1301" y="592"/>
                  <a:pt x="1296" y="592"/>
                </a:cubicBezTo>
                <a:cubicBezTo>
                  <a:pt x="1292" y="592"/>
                  <a:pt x="1288" y="596"/>
                  <a:pt x="1288" y="601"/>
                </a:cubicBezTo>
                <a:cubicBezTo>
                  <a:pt x="1288" y="606"/>
                  <a:pt x="1292" y="609"/>
                  <a:pt x="1296" y="609"/>
                </a:cubicBezTo>
                <a:cubicBezTo>
                  <a:pt x="1301" y="609"/>
                  <a:pt x="1305" y="606"/>
                  <a:pt x="1305" y="601"/>
                </a:cubicBezTo>
                <a:close/>
                <a:moveTo>
                  <a:pt x="1331" y="601"/>
                </a:moveTo>
                <a:cubicBezTo>
                  <a:pt x="1331" y="596"/>
                  <a:pt x="1327" y="592"/>
                  <a:pt x="1322" y="592"/>
                </a:cubicBezTo>
                <a:cubicBezTo>
                  <a:pt x="1317" y="592"/>
                  <a:pt x="1314" y="596"/>
                  <a:pt x="1314" y="601"/>
                </a:cubicBezTo>
                <a:cubicBezTo>
                  <a:pt x="1314" y="606"/>
                  <a:pt x="1317" y="609"/>
                  <a:pt x="1322" y="609"/>
                </a:cubicBezTo>
                <a:cubicBezTo>
                  <a:pt x="1327" y="609"/>
                  <a:pt x="1331" y="606"/>
                  <a:pt x="1331" y="601"/>
                </a:cubicBezTo>
                <a:close/>
                <a:moveTo>
                  <a:pt x="1356" y="601"/>
                </a:moveTo>
                <a:cubicBezTo>
                  <a:pt x="1356" y="596"/>
                  <a:pt x="1353" y="592"/>
                  <a:pt x="1348" y="592"/>
                </a:cubicBezTo>
                <a:cubicBezTo>
                  <a:pt x="1343" y="592"/>
                  <a:pt x="1339" y="596"/>
                  <a:pt x="1339" y="601"/>
                </a:cubicBezTo>
                <a:cubicBezTo>
                  <a:pt x="1339" y="606"/>
                  <a:pt x="1343" y="609"/>
                  <a:pt x="1348" y="609"/>
                </a:cubicBezTo>
                <a:cubicBezTo>
                  <a:pt x="1353" y="609"/>
                  <a:pt x="1356" y="606"/>
                  <a:pt x="1356" y="601"/>
                </a:cubicBezTo>
                <a:close/>
                <a:moveTo>
                  <a:pt x="1382" y="601"/>
                </a:moveTo>
                <a:cubicBezTo>
                  <a:pt x="1382" y="596"/>
                  <a:pt x="1378" y="592"/>
                  <a:pt x="1374" y="592"/>
                </a:cubicBezTo>
                <a:cubicBezTo>
                  <a:pt x="1369" y="592"/>
                  <a:pt x="1365" y="596"/>
                  <a:pt x="1365" y="601"/>
                </a:cubicBezTo>
                <a:cubicBezTo>
                  <a:pt x="1365" y="606"/>
                  <a:pt x="1369" y="609"/>
                  <a:pt x="1374" y="609"/>
                </a:cubicBezTo>
                <a:cubicBezTo>
                  <a:pt x="1378" y="609"/>
                  <a:pt x="1382" y="606"/>
                  <a:pt x="1382" y="601"/>
                </a:cubicBezTo>
                <a:close/>
                <a:moveTo>
                  <a:pt x="1408" y="601"/>
                </a:moveTo>
                <a:cubicBezTo>
                  <a:pt x="1408" y="596"/>
                  <a:pt x="1404" y="592"/>
                  <a:pt x="1399" y="592"/>
                </a:cubicBezTo>
                <a:cubicBezTo>
                  <a:pt x="1395" y="592"/>
                  <a:pt x="1391" y="596"/>
                  <a:pt x="1391" y="601"/>
                </a:cubicBezTo>
                <a:cubicBezTo>
                  <a:pt x="1391" y="606"/>
                  <a:pt x="1395" y="609"/>
                  <a:pt x="1399" y="609"/>
                </a:cubicBezTo>
                <a:cubicBezTo>
                  <a:pt x="1404" y="609"/>
                  <a:pt x="1408" y="606"/>
                  <a:pt x="1408" y="601"/>
                </a:cubicBezTo>
                <a:close/>
                <a:moveTo>
                  <a:pt x="1434" y="601"/>
                </a:moveTo>
                <a:cubicBezTo>
                  <a:pt x="1434" y="596"/>
                  <a:pt x="1430" y="592"/>
                  <a:pt x="1425" y="592"/>
                </a:cubicBezTo>
                <a:cubicBezTo>
                  <a:pt x="1420" y="592"/>
                  <a:pt x="1417" y="596"/>
                  <a:pt x="1417" y="601"/>
                </a:cubicBezTo>
                <a:cubicBezTo>
                  <a:pt x="1417" y="606"/>
                  <a:pt x="1420" y="609"/>
                  <a:pt x="1425" y="609"/>
                </a:cubicBezTo>
                <a:cubicBezTo>
                  <a:pt x="1430" y="609"/>
                  <a:pt x="1434" y="606"/>
                  <a:pt x="1434" y="601"/>
                </a:cubicBezTo>
                <a:close/>
                <a:moveTo>
                  <a:pt x="1459" y="601"/>
                </a:moveTo>
                <a:cubicBezTo>
                  <a:pt x="1459" y="596"/>
                  <a:pt x="1456" y="592"/>
                  <a:pt x="1451" y="592"/>
                </a:cubicBezTo>
                <a:cubicBezTo>
                  <a:pt x="1446" y="592"/>
                  <a:pt x="1442" y="596"/>
                  <a:pt x="1442" y="601"/>
                </a:cubicBezTo>
                <a:cubicBezTo>
                  <a:pt x="1442" y="606"/>
                  <a:pt x="1446" y="609"/>
                  <a:pt x="1451" y="609"/>
                </a:cubicBezTo>
                <a:cubicBezTo>
                  <a:pt x="1456" y="609"/>
                  <a:pt x="1459" y="606"/>
                  <a:pt x="1459" y="601"/>
                </a:cubicBezTo>
                <a:close/>
                <a:moveTo>
                  <a:pt x="1485" y="601"/>
                </a:moveTo>
                <a:cubicBezTo>
                  <a:pt x="1485" y="596"/>
                  <a:pt x="1481" y="592"/>
                  <a:pt x="1477" y="592"/>
                </a:cubicBezTo>
                <a:cubicBezTo>
                  <a:pt x="1472" y="592"/>
                  <a:pt x="1468" y="596"/>
                  <a:pt x="1468" y="601"/>
                </a:cubicBezTo>
                <a:cubicBezTo>
                  <a:pt x="1468" y="606"/>
                  <a:pt x="1472" y="609"/>
                  <a:pt x="1477" y="609"/>
                </a:cubicBezTo>
                <a:cubicBezTo>
                  <a:pt x="1481" y="609"/>
                  <a:pt x="1485" y="606"/>
                  <a:pt x="1485" y="601"/>
                </a:cubicBezTo>
                <a:close/>
                <a:moveTo>
                  <a:pt x="1511" y="601"/>
                </a:moveTo>
                <a:cubicBezTo>
                  <a:pt x="1511" y="596"/>
                  <a:pt x="1507" y="592"/>
                  <a:pt x="1502" y="592"/>
                </a:cubicBezTo>
                <a:cubicBezTo>
                  <a:pt x="1498" y="592"/>
                  <a:pt x="1494" y="596"/>
                  <a:pt x="1494" y="601"/>
                </a:cubicBezTo>
                <a:cubicBezTo>
                  <a:pt x="1494" y="606"/>
                  <a:pt x="1498" y="609"/>
                  <a:pt x="1502" y="609"/>
                </a:cubicBezTo>
                <a:cubicBezTo>
                  <a:pt x="1507" y="609"/>
                  <a:pt x="1511" y="606"/>
                  <a:pt x="1511" y="601"/>
                </a:cubicBezTo>
                <a:close/>
                <a:moveTo>
                  <a:pt x="1537" y="601"/>
                </a:moveTo>
                <a:cubicBezTo>
                  <a:pt x="1537" y="596"/>
                  <a:pt x="1533" y="592"/>
                  <a:pt x="1528" y="592"/>
                </a:cubicBezTo>
                <a:cubicBezTo>
                  <a:pt x="1523" y="592"/>
                  <a:pt x="1520" y="596"/>
                  <a:pt x="1520" y="601"/>
                </a:cubicBezTo>
                <a:cubicBezTo>
                  <a:pt x="1520" y="606"/>
                  <a:pt x="1523" y="609"/>
                  <a:pt x="1528" y="609"/>
                </a:cubicBezTo>
                <a:cubicBezTo>
                  <a:pt x="1533" y="609"/>
                  <a:pt x="1537" y="606"/>
                  <a:pt x="1537" y="601"/>
                </a:cubicBezTo>
                <a:close/>
                <a:moveTo>
                  <a:pt x="1563" y="601"/>
                </a:moveTo>
                <a:cubicBezTo>
                  <a:pt x="1563" y="596"/>
                  <a:pt x="1559" y="592"/>
                  <a:pt x="1554" y="592"/>
                </a:cubicBezTo>
                <a:cubicBezTo>
                  <a:pt x="1549" y="592"/>
                  <a:pt x="1545" y="596"/>
                  <a:pt x="1545" y="601"/>
                </a:cubicBezTo>
                <a:cubicBezTo>
                  <a:pt x="1545" y="606"/>
                  <a:pt x="1549" y="609"/>
                  <a:pt x="1554" y="609"/>
                </a:cubicBezTo>
                <a:cubicBezTo>
                  <a:pt x="1559" y="609"/>
                  <a:pt x="1563" y="606"/>
                  <a:pt x="1563" y="601"/>
                </a:cubicBezTo>
                <a:close/>
                <a:moveTo>
                  <a:pt x="1588" y="601"/>
                </a:moveTo>
                <a:cubicBezTo>
                  <a:pt x="1588" y="596"/>
                  <a:pt x="1584" y="592"/>
                  <a:pt x="1580" y="592"/>
                </a:cubicBezTo>
                <a:cubicBezTo>
                  <a:pt x="1575" y="592"/>
                  <a:pt x="1571" y="596"/>
                  <a:pt x="1571" y="601"/>
                </a:cubicBezTo>
                <a:cubicBezTo>
                  <a:pt x="1571" y="606"/>
                  <a:pt x="1575" y="609"/>
                  <a:pt x="1580" y="609"/>
                </a:cubicBezTo>
                <a:cubicBezTo>
                  <a:pt x="1584" y="609"/>
                  <a:pt x="1588" y="606"/>
                  <a:pt x="1588" y="601"/>
                </a:cubicBezTo>
                <a:close/>
                <a:moveTo>
                  <a:pt x="1614" y="601"/>
                </a:moveTo>
                <a:cubicBezTo>
                  <a:pt x="1614" y="596"/>
                  <a:pt x="1610" y="592"/>
                  <a:pt x="1605" y="592"/>
                </a:cubicBezTo>
                <a:cubicBezTo>
                  <a:pt x="1601" y="592"/>
                  <a:pt x="1597" y="596"/>
                  <a:pt x="1597" y="601"/>
                </a:cubicBezTo>
                <a:cubicBezTo>
                  <a:pt x="1597" y="606"/>
                  <a:pt x="1601" y="609"/>
                  <a:pt x="1605" y="609"/>
                </a:cubicBezTo>
                <a:cubicBezTo>
                  <a:pt x="1610" y="609"/>
                  <a:pt x="1614" y="606"/>
                  <a:pt x="1614" y="601"/>
                </a:cubicBezTo>
                <a:close/>
                <a:moveTo>
                  <a:pt x="1640" y="601"/>
                </a:moveTo>
                <a:cubicBezTo>
                  <a:pt x="1640" y="596"/>
                  <a:pt x="1636" y="592"/>
                  <a:pt x="1631" y="592"/>
                </a:cubicBezTo>
                <a:cubicBezTo>
                  <a:pt x="1626" y="592"/>
                  <a:pt x="1623" y="596"/>
                  <a:pt x="1623" y="601"/>
                </a:cubicBezTo>
                <a:cubicBezTo>
                  <a:pt x="1623" y="606"/>
                  <a:pt x="1626" y="609"/>
                  <a:pt x="1631" y="609"/>
                </a:cubicBezTo>
                <a:cubicBezTo>
                  <a:pt x="1636" y="609"/>
                  <a:pt x="1640" y="606"/>
                  <a:pt x="1640" y="601"/>
                </a:cubicBezTo>
                <a:close/>
                <a:moveTo>
                  <a:pt x="1666" y="601"/>
                </a:moveTo>
                <a:cubicBezTo>
                  <a:pt x="1666" y="596"/>
                  <a:pt x="1662" y="592"/>
                  <a:pt x="1657" y="592"/>
                </a:cubicBezTo>
                <a:cubicBezTo>
                  <a:pt x="1652" y="592"/>
                  <a:pt x="1648" y="596"/>
                  <a:pt x="1648" y="601"/>
                </a:cubicBezTo>
                <a:cubicBezTo>
                  <a:pt x="1648" y="606"/>
                  <a:pt x="1652" y="609"/>
                  <a:pt x="1657" y="609"/>
                </a:cubicBezTo>
                <a:cubicBezTo>
                  <a:pt x="1662" y="609"/>
                  <a:pt x="1666" y="606"/>
                  <a:pt x="1666" y="601"/>
                </a:cubicBezTo>
                <a:close/>
                <a:moveTo>
                  <a:pt x="1691" y="601"/>
                </a:moveTo>
                <a:cubicBezTo>
                  <a:pt x="1691" y="596"/>
                  <a:pt x="1687" y="592"/>
                  <a:pt x="1683" y="592"/>
                </a:cubicBezTo>
                <a:cubicBezTo>
                  <a:pt x="1678" y="592"/>
                  <a:pt x="1674" y="596"/>
                  <a:pt x="1674" y="601"/>
                </a:cubicBezTo>
                <a:cubicBezTo>
                  <a:pt x="1674" y="606"/>
                  <a:pt x="1678" y="609"/>
                  <a:pt x="1683" y="609"/>
                </a:cubicBezTo>
                <a:cubicBezTo>
                  <a:pt x="1687" y="609"/>
                  <a:pt x="1691" y="606"/>
                  <a:pt x="1691" y="601"/>
                </a:cubicBezTo>
                <a:close/>
                <a:moveTo>
                  <a:pt x="1717" y="601"/>
                </a:moveTo>
                <a:cubicBezTo>
                  <a:pt x="1717" y="596"/>
                  <a:pt x="1713" y="592"/>
                  <a:pt x="1708" y="592"/>
                </a:cubicBezTo>
                <a:cubicBezTo>
                  <a:pt x="1704" y="592"/>
                  <a:pt x="1700" y="596"/>
                  <a:pt x="1700" y="601"/>
                </a:cubicBezTo>
                <a:cubicBezTo>
                  <a:pt x="1700" y="606"/>
                  <a:pt x="1704" y="609"/>
                  <a:pt x="1708" y="609"/>
                </a:cubicBezTo>
                <a:cubicBezTo>
                  <a:pt x="1713" y="609"/>
                  <a:pt x="1717" y="606"/>
                  <a:pt x="1717" y="601"/>
                </a:cubicBezTo>
                <a:close/>
                <a:moveTo>
                  <a:pt x="1743" y="601"/>
                </a:moveTo>
                <a:cubicBezTo>
                  <a:pt x="1743" y="596"/>
                  <a:pt x="1739" y="592"/>
                  <a:pt x="1734" y="592"/>
                </a:cubicBezTo>
                <a:cubicBezTo>
                  <a:pt x="1730" y="592"/>
                  <a:pt x="1726" y="596"/>
                  <a:pt x="1726" y="601"/>
                </a:cubicBezTo>
                <a:cubicBezTo>
                  <a:pt x="1726" y="606"/>
                  <a:pt x="1730" y="609"/>
                  <a:pt x="1734" y="609"/>
                </a:cubicBezTo>
                <a:cubicBezTo>
                  <a:pt x="1739" y="609"/>
                  <a:pt x="1743" y="606"/>
                  <a:pt x="1743" y="601"/>
                </a:cubicBezTo>
                <a:close/>
                <a:moveTo>
                  <a:pt x="1769" y="601"/>
                </a:moveTo>
                <a:cubicBezTo>
                  <a:pt x="1769" y="596"/>
                  <a:pt x="1765" y="592"/>
                  <a:pt x="1760" y="592"/>
                </a:cubicBezTo>
                <a:cubicBezTo>
                  <a:pt x="1755" y="592"/>
                  <a:pt x="1751" y="596"/>
                  <a:pt x="1751" y="601"/>
                </a:cubicBezTo>
                <a:cubicBezTo>
                  <a:pt x="1751" y="606"/>
                  <a:pt x="1755" y="609"/>
                  <a:pt x="1760" y="609"/>
                </a:cubicBezTo>
                <a:cubicBezTo>
                  <a:pt x="1765" y="609"/>
                  <a:pt x="1769" y="606"/>
                  <a:pt x="1769" y="601"/>
                </a:cubicBezTo>
                <a:close/>
                <a:moveTo>
                  <a:pt x="1794" y="601"/>
                </a:moveTo>
                <a:cubicBezTo>
                  <a:pt x="1794" y="596"/>
                  <a:pt x="1791" y="592"/>
                  <a:pt x="1786" y="592"/>
                </a:cubicBezTo>
                <a:cubicBezTo>
                  <a:pt x="1781" y="592"/>
                  <a:pt x="1777" y="596"/>
                  <a:pt x="1777" y="601"/>
                </a:cubicBezTo>
                <a:cubicBezTo>
                  <a:pt x="1777" y="606"/>
                  <a:pt x="1781" y="609"/>
                  <a:pt x="1786" y="609"/>
                </a:cubicBezTo>
                <a:cubicBezTo>
                  <a:pt x="1791" y="609"/>
                  <a:pt x="1794" y="606"/>
                  <a:pt x="1794" y="601"/>
                </a:cubicBezTo>
                <a:close/>
                <a:moveTo>
                  <a:pt x="1820" y="601"/>
                </a:moveTo>
                <a:cubicBezTo>
                  <a:pt x="1820" y="596"/>
                  <a:pt x="1816" y="592"/>
                  <a:pt x="1812" y="592"/>
                </a:cubicBezTo>
                <a:cubicBezTo>
                  <a:pt x="1807" y="592"/>
                  <a:pt x="1803" y="596"/>
                  <a:pt x="1803" y="601"/>
                </a:cubicBezTo>
                <a:cubicBezTo>
                  <a:pt x="1803" y="606"/>
                  <a:pt x="1807" y="609"/>
                  <a:pt x="1812" y="609"/>
                </a:cubicBezTo>
                <a:cubicBezTo>
                  <a:pt x="1816" y="609"/>
                  <a:pt x="1820" y="606"/>
                  <a:pt x="1820" y="601"/>
                </a:cubicBezTo>
                <a:close/>
                <a:moveTo>
                  <a:pt x="1846" y="601"/>
                </a:moveTo>
                <a:cubicBezTo>
                  <a:pt x="1846" y="596"/>
                  <a:pt x="1842" y="592"/>
                  <a:pt x="1837" y="592"/>
                </a:cubicBezTo>
                <a:cubicBezTo>
                  <a:pt x="1833" y="592"/>
                  <a:pt x="1829" y="596"/>
                  <a:pt x="1829" y="601"/>
                </a:cubicBezTo>
                <a:cubicBezTo>
                  <a:pt x="1829" y="606"/>
                  <a:pt x="1833" y="609"/>
                  <a:pt x="1837" y="609"/>
                </a:cubicBezTo>
                <a:cubicBezTo>
                  <a:pt x="1842" y="609"/>
                  <a:pt x="1846" y="606"/>
                  <a:pt x="1846" y="601"/>
                </a:cubicBezTo>
                <a:close/>
                <a:moveTo>
                  <a:pt x="1872" y="601"/>
                </a:moveTo>
                <a:cubicBezTo>
                  <a:pt x="1872" y="596"/>
                  <a:pt x="1868" y="592"/>
                  <a:pt x="1863" y="592"/>
                </a:cubicBezTo>
                <a:cubicBezTo>
                  <a:pt x="1858" y="592"/>
                  <a:pt x="1854" y="596"/>
                  <a:pt x="1854" y="601"/>
                </a:cubicBezTo>
                <a:cubicBezTo>
                  <a:pt x="1854" y="606"/>
                  <a:pt x="1858" y="609"/>
                  <a:pt x="1863" y="609"/>
                </a:cubicBezTo>
                <a:cubicBezTo>
                  <a:pt x="1868" y="609"/>
                  <a:pt x="1872" y="606"/>
                  <a:pt x="1872" y="601"/>
                </a:cubicBezTo>
                <a:close/>
                <a:moveTo>
                  <a:pt x="1897" y="601"/>
                </a:moveTo>
                <a:cubicBezTo>
                  <a:pt x="1897" y="596"/>
                  <a:pt x="1894" y="592"/>
                  <a:pt x="1889" y="592"/>
                </a:cubicBezTo>
                <a:cubicBezTo>
                  <a:pt x="1884" y="592"/>
                  <a:pt x="1880" y="596"/>
                  <a:pt x="1880" y="601"/>
                </a:cubicBezTo>
                <a:cubicBezTo>
                  <a:pt x="1880" y="606"/>
                  <a:pt x="1884" y="609"/>
                  <a:pt x="1889" y="609"/>
                </a:cubicBezTo>
                <a:cubicBezTo>
                  <a:pt x="1894" y="609"/>
                  <a:pt x="1897" y="606"/>
                  <a:pt x="1897" y="601"/>
                </a:cubicBezTo>
                <a:close/>
                <a:moveTo>
                  <a:pt x="1923" y="601"/>
                </a:moveTo>
                <a:cubicBezTo>
                  <a:pt x="1923" y="596"/>
                  <a:pt x="1919" y="592"/>
                  <a:pt x="1915" y="592"/>
                </a:cubicBezTo>
                <a:cubicBezTo>
                  <a:pt x="1910" y="592"/>
                  <a:pt x="1906" y="596"/>
                  <a:pt x="1906" y="601"/>
                </a:cubicBezTo>
                <a:cubicBezTo>
                  <a:pt x="1906" y="606"/>
                  <a:pt x="1910" y="609"/>
                  <a:pt x="1915" y="609"/>
                </a:cubicBezTo>
                <a:cubicBezTo>
                  <a:pt x="1919" y="609"/>
                  <a:pt x="1923" y="606"/>
                  <a:pt x="1923" y="601"/>
                </a:cubicBezTo>
                <a:close/>
                <a:moveTo>
                  <a:pt x="1949" y="601"/>
                </a:moveTo>
                <a:cubicBezTo>
                  <a:pt x="1949" y="596"/>
                  <a:pt x="1945" y="592"/>
                  <a:pt x="1940" y="592"/>
                </a:cubicBezTo>
                <a:cubicBezTo>
                  <a:pt x="1936" y="592"/>
                  <a:pt x="1932" y="596"/>
                  <a:pt x="1932" y="601"/>
                </a:cubicBezTo>
                <a:cubicBezTo>
                  <a:pt x="1932" y="606"/>
                  <a:pt x="1936" y="609"/>
                  <a:pt x="1940" y="609"/>
                </a:cubicBezTo>
                <a:cubicBezTo>
                  <a:pt x="1945" y="609"/>
                  <a:pt x="1949" y="606"/>
                  <a:pt x="1949" y="601"/>
                </a:cubicBezTo>
                <a:close/>
                <a:moveTo>
                  <a:pt x="1975" y="601"/>
                </a:moveTo>
                <a:cubicBezTo>
                  <a:pt x="1975" y="596"/>
                  <a:pt x="1971" y="592"/>
                  <a:pt x="1966" y="592"/>
                </a:cubicBezTo>
                <a:cubicBezTo>
                  <a:pt x="1961" y="592"/>
                  <a:pt x="1957" y="596"/>
                  <a:pt x="1957" y="601"/>
                </a:cubicBezTo>
                <a:cubicBezTo>
                  <a:pt x="1957" y="606"/>
                  <a:pt x="1961" y="609"/>
                  <a:pt x="1966" y="609"/>
                </a:cubicBezTo>
                <a:cubicBezTo>
                  <a:pt x="1971" y="609"/>
                  <a:pt x="1975" y="606"/>
                  <a:pt x="1975" y="601"/>
                </a:cubicBezTo>
                <a:close/>
                <a:moveTo>
                  <a:pt x="2000" y="601"/>
                </a:moveTo>
                <a:cubicBezTo>
                  <a:pt x="2000" y="596"/>
                  <a:pt x="1997" y="592"/>
                  <a:pt x="1992" y="592"/>
                </a:cubicBezTo>
                <a:cubicBezTo>
                  <a:pt x="1987" y="592"/>
                  <a:pt x="1983" y="596"/>
                  <a:pt x="1983" y="601"/>
                </a:cubicBezTo>
                <a:cubicBezTo>
                  <a:pt x="1983" y="606"/>
                  <a:pt x="1987" y="609"/>
                  <a:pt x="1992" y="609"/>
                </a:cubicBezTo>
                <a:cubicBezTo>
                  <a:pt x="1997" y="609"/>
                  <a:pt x="2000" y="606"/>
                  <a:pt x="2000" y="601"/>
                </a:cubicBezTo>
                <a:close/>
                <a:moveTo>
                  <a:pt x="2026" y="601"/>
                </a:moveTo>
                <a:cubicBezTo>
                  <a:pt x="2026" y="596"/>
                  <a:pt x="2022" y="592"/>
                  <a:pt x="2018" y="592"/>
                </a:cubicBezTo>
                <a:cubicBezTo>
                  <a:pt x="2013" y="592"/>
                  <a:pt x="2009" y="596"/>
                  <a:pt x="2009" y="601"/>
                </a:cubicBezTo>
                <a:cubicBezTo>
                  <a:pt x="2009" y="606"/>
                  <a:pt x="2013" y="609"/>
                  <a:pt x="2018" y="609"/>
                </a:cubicBezTo>
                <a:cubicBezTo>
                  <a:pt x="2022" y="609"/>
                  <a:pt x="2026" y="606"/>
                  <a:pt x="2026" y="601"/>
                </a:cubicBezTo>
                <a:close/>
                <a:moveTo>
                  <a:pt x="2052" y="601"/>
                </a:moveTo>
                <a:cubicBezTo>
                  <a:pt x="2052" y="596"/>
                  <a:pt x="2048" y="592"/>
                  <a:pt x="2043" y="592"/>
                </a:cubicBezTo>
                <a:cubicBezTo>
                  <a:pt x="2039" y="592"/>
                  <a:pt x="2035" y="596"/>
                  <a:pt x="2035" y="601"/>
                </a:cubicBezTo>
                <a:cubicBezTo>
                  <a:pt x="2035" y="606"/>
                  <a:pt x="2039" y="609"/>
                  <a:pt x="2043" y="609"/>
                </a:cubicBezTo>
                <a:cubicBezTo>
                  <a:pt x="2048" y="609"/>
                  <a:pt x="2052" y="606"/>
                  <a:pt x="2052" y="601"/>
                </a:cubicBezTo>
                <a:close/>
                <a:moveTo>
                  <a:pt x="2078" y="601"/>
                </a:moveTo>
                <a:cubicBezTo>
                  <a:pt x="2078" y="596"/>
                  <a:pt x="2074" y="592"/>
                  <a:pt x="2069" y="592"/>
                </a:cubicBezTo>
                <a:cubicBezTo>
                  <a:pt x="2064" y="592"/>
                  <a:pt x="2061" y="596"/>
                  <a:pt x="2061" y="601"/>
                </a:cubicBezTo>
                <a:cubicBezTo>
                  <a:pt x="2061" y="606"/>
                  <a:pt x="2064" y="609"/>
                  <a:pt x="2069" y="609"/>
                </a:cubicBezTo>
                <a:cubicBezTo>
                  <a:pt x="2074" y="609"/>
                  <a:pt x="2078" y="606"/>
                  <a:pt x="2078" y="601"/>
                </a:cubicBezTo>
                <a:close/>
                <a:moveTo>
                  <a:pt x="2103" y="601"/>
                </a:moveTo>
                <a:cubicBezTo>
                  <a:pt x="2103" y="596"/>
                  <a:pt x="2100" y="592"/>
                  <a:pt x="2095" y="592"/>
                </a:cubicBezTo>
                <a:cubicBezTo>
                  <a:pt x="2090" y="592"/>
                  <a:pt x="2086" y="596"/>
                  <a:pt x="2086" y="601"/>
                </a:cubicBezTo>
                <a:cubicBezTo>
                  <a:pt x="2086" y="606"/>
                  <a:pt x="2090" y="609"/>
                  <a:pt x="2095" y="609"/>
                </a:cubicBezTo>
                <a:cubicBezTo>
                  <a:pt x="2100" y="609"/>
                  <a:pt x="2103" y="606"/>
                  <a:pt x="2103" y="601"/>
                </a:cubicBezTo>
                <a:close/>
                <a:moveTo>
                  <a:pt x="2129" y="601"/>
                </a:moveTo>
                <a:cubicBezTo>
                  <a:pt x="2129" y="596"/>
                  <a:pt x="2125" y="592"/>
                  <a:pt x="2121" y="592"/>
                </a:cubicBezTo>
                <a:cubicBezTo>
                  <a:pt x="2116" y="592"/>
                  <a:pt x="2112" y="596"/>
                  <a:pt x="2112" y="601"/>
                </a:cubicBezTo>
                <a:cubicBezTo>
                  <a:pt x="2112" y="606"/>
                  <a:pt x="2116" y="609"/>
                  <a:pt x="2121" y="609"/>
                </a:cubicBezTo>
                <a:cubicBezTo>
                  <a:pt x="2125" y="609"/>
                  <a:pt x="2129" y="606"/>
                  <a:pt x="2129" y="601"/>
                </a:cubicBezTo>
                <a:close/>
                <a:moveTo>
                  <a:pt x="2155" y="601"/>
                </a:moveTo>
                <a:cubicBezTo>
                  <a:pt x="2155" y="596"/>
                  <a:pt x="2151" y="592"/>
                  <a:pt x="2146" y="592"/>
                </a:cubicBezTo>
                <a:cubicBezTo>
                  <a:pt x="2142" y="592"/>
                  <a:pt x="2138" y="596"/>
                  <a:pt x="2138" y="601"/>
                </a:cubicBezTo>
                <a:cubicBezTo>
                  <a:pt x="2138" y="606"/>
                  <a:pt x="2142" y="609"/>
                  <a:pt x="2146" y="609"/>
                </a:cubicBezTo>
                <a:cubicBezTo>
                  <a:pt x="2151" y="609"/>
                  <a:pt x="2155" y="606"/>
                  <a:pt x="2155" y="601"/>
                </a:cubicBezTo>
                <a:close/>
                <a:moveTo>
                  <a:pt x="2181" y="601"/>
                </a:moveTo>
                <a:cubicBezTo>
                  <a:pt x="2181" y="596"/>
                  <a:pt x="2177" y="592"/>
                  <a:pt x="2172" y="592"/>
                </a:cubicBezTo>
                <a:cubicBezTo>
                  <a:pt x="2167" y="592"/>
                  <a:pt x="2164" y="596"/>
                  <a:pt x="2164" y="601"/>
                </a:cubicBezTo>
                <a:cubicBezTo>
                  <a:pt x="2164" y="606"/>
                  <a:pt x="2167" y="609"/>
                  <a:pt x="2172" y="609"/>
                </a:cubicBezTo>
                <a:cubicBezTo>
                  <a:pt x="2177" y="609"/>
                  <a:pt x="2181" y="606"/>
                  <a:pt x="2181" y="601"/>
                </a:cubicBezTo>
                <a:close/>
                <a:moveTo>
                  <a:pt x="2207" y="601"/>
                </a:moveTo>
                <a:cubicBezTo>
                  <a:pt x="2207" y="596"/>
                  <a:pt x="2203" y="592"/>
                  <a:pt x="2198" y="592"/>
                </a:cubicBezTo>
                <a:cubicBezTo>
                  <a:pt x="2193" y="592"/>
                  <a:pt x="2189" y="596"/>
                  <a:pt x="2189" y="601"/>
                </a:cubicBezTo>
                <a:cubicBezTo>
                  <a:pt x="2189" y="606"/>
                  <a:pt x="2193" y="609"/>
                  <a:pt x="2198" y="609"/>
                </a:cubicBezTo>
                <a:cubicBezTo>
                  <a:pt x="2203" y="609"/>
                  <a:pt x="2207" y="606"/>
                  <a:pt x="2207" y="601"/>
                </a:cubicBezTo>
                <a:close/>
                <a:moveTo>
                  <a:pt x="2232" y="601"/>
                </a:moveTo>
                <a:cubicBezTo>
                  <a:pt x="2232" y="596"/>
                  <a:pt x="2228" y="592"/>
                  <a:pt x="2224" y="592"/>
                </a:cubicBezTo>
                <a:cubicBezTo>
                  <a:pt x="2219" y="592"/>
                  <a:pt x="2215" y="596"/>
                  <a:pt x="2215" y="601"/>
                </a:cubicBezTo>
                <a:cubicBezTo>
                  <a:pt x="2215" y="606"/>
                  <a:pt x="2219" y="609"/>
                  <a:pt x="2224" y="609"/>
                </a:cubicBezTo>
                <a:cubicBezTo>
                  <a:pt x="2228" y="609"/>
                  <a:pt x="2232" y="606"/>
                  <a:pt x="2232" y="601"/>
                </a:cubicBezTo>
                <a:close/>
                <a:moveTo>
                  <a:pt x="2258" y="601"/>
                </a:moveTo>
                <a:cubicBezTo>
                  <a:pt x="2258" y="596"/>
                  <a:pt x="2254" y="592"/>
                  <a:pt x="2249" y="592"/>
                </a:cubicBezTo>
                <a:cubicBezTo>
                  <a:pt x="2245" y="592"/>
                  <a:pt x="2241" y="596"/>
                  <a:pt x="2241" y="601"/>
                </a:cubicBezTo>
                <a:cubicBezTo>
                  <a:pt x="2241" y="606"/>
                  <a:pt x="2245" y="609"/>
                  <a:pt x="2249" y="609"/>
                </a:cubicBezTo>
                <a:cubicBezTo>
                  <a:pt x="2254" y="609"/>
                  <a:pt x="2258" y="606"/>
                  <a:pt x="2258" y="601"/>
                </a:cubicBezTo>
                <a:close/>
                <a:moveTo>
                  <a:pt x="2284" y="601"/>
                </a:moveTo>
                <a:cubicBezTo>
                  <a:pt x="2284" y="596"/>
                  <a:pt x="2280" y="592"/>
                  <a:pt x="2275" y="592"/>
                </a:cubicBezTo>
                <a:cubicBezTo>
                  <a:pt x="2270" y="592"/>
                  <a:pt x="2267" y="596"/>
                  <a:pt x="2267" y="601"/>
                </a:cubicBezTo>
                <a:cubicBezTo>
                  <a:pt x="2267" y="606"/>
                  <a:pt x="2270" y="609"/>
                  <a:pt x="2275" y="609"/>
                </a:cubicBezTo>
                <a:cubicBezTo>
                  <a:pt x="2280" y="609"/>
                  <a:pt x="2284" y="606"/>
                  <a:pt x="2284" y="601"/>
                </a:cubicBezTo>
                <a:close/>
                <a:moveTo>
                  <a:pt x="2310" y="601"/>
                </a:moveTo>
                <a:cubicBezTo>
                  <a:pt x="2310" y="596"/>
                  <a:pt x="2306" y="592"/>
                  <a:pt x="2301" y="592"/>
                </a:cubicBezTo>
                <a:cubicBezTo>
                  <a:pt x="2296" y="592"/>
                  <a:pt x="2292" y="596"/>
                  <a:pt x="2292" y="601"/>
                </a:cubicBezTo>
                <a:cubicBezTo>
                  <a:pt x="2292" y="606"/>
                  <a:pt x="2296" y="609"/>
                  <a:pt x="2301" y="609"/>
                </a:cubicBezTo>
                <a:cubicBezTo>
                  <a:pt x="2306" y="609"/>
                  <a:pt x="2310" y="606"/>
                  <a:pt x="2310" y="601"/>
                </a:cubicBezTo>
                <a:close/>
                <a:moveTo>
                  <a:pt x="2335" y="601"/>
                </a:moveTo>
                <a:cubicBezTo>
                  <a:pt x="2335" y="596"/>
                  <a:pt x="2331" y="592"/>
                  <a:pt x="2327" y="592"/>
                </a:cubicBezTo>
                <a:cubicBezTo>
                  <a:pt x="2322" y="592"/>
                  <a:pt x="2318" y="596"/>
                  <a:pt x="2318" y="601"/>
                </a:cubicBezTo>
                <a:cubicBezTo>
                  <a:pt x="2318" y="606"/>
                  <a:pt x="2322" y="609"/>
                  <a:pt x="2327" y="609"/>
                </a:cubicBezTo>
                <a:cubicBezTo>
                  <a:pt x="2331" y="609"/>
                  <a:pt x="2335" y="606"/>
                  <a:pt x="2335" y="601"/>
                </a:cubicBezTo>
                <a:close/>
                <a:moveTo>
                  <a:pt x="2387" y="601"/>
                </a:moveTo>
                <a:cubicBezTo>
                  <a:pt x="2387" y="596"/>
                  <a:pt x="2383" y="592"/>
                  <a:pt x="2378" y="592"/>
                </a:cubicBezTo>
                <a:cubicBezTo>
                  <a:pt x="2373" y="592"/>
                  <a:pt x="2370" y="596"/>
                  <a:pt x="2370" y="601"/>
                </a:cubicBezTo>
                <a:cubicBezTo>
                  <a:pt x="2370" y="606"/>
                  <a:pt x="2373" y="609"/>
                  <a:pt x="2378" y="609"/>
                </a:cubicBezTo>
                <a:cubicBezTo>
                  <a:pt x="2383" y="609"/>
                  <a:pt x="2387" y="606"/>
                  <a:pt x="2387" y="601"/>
                </a:cubicBezTo>
                <a:close/>
                <a:moveTo>
                  <a:pt x="2490" y="601"/>
                </a:moveTo>
                <a:cubicBezTo>
                  <a:pt x="2490" y="596"/>
                  <a:pt x="2486" y="592"/>
                  <a:pt x="2481" y="592"/>
                </a:cubicBezTo>
                <a:cubicBezTo>
                  <a:pt x="2477" y="592"/>
                  <a:pt x="2473" y="596"/>
                  <a:pt x="2473" y="601"/>
                </a:cubicBezTo>
                <a:cubicBezTo>
                  <a:pt x="2473" y="606"/>
                  <a:pt x="2477" y="609"/>
                  <a:pt x="2481" y="609"/>
                </a:cubicBezTo>
                <a:cubicBezTo>
                  <a:pt x="2486" y="609"/>
                  <a:pt x="2490" y="606"/>
                  <a:pt x="2490" y="601"/>
                </a:cubicBezTo>
                <a:close/>
                <a:moveTo>
                  <a:pt x="326" y="627"/>
                </a:moveTo>
                <a:cubicBezTo>
                  <a:pt x="326" y="622"/>
                  <a:pt x="322" y="618"/>
                  <a:pt x="318" y="618"/>
                </a:cubicBezTo>
                <a:cubicBezTo>
                  <a:pt x="313" y="618"/>
                  <a:pt x="309" y="622"/>
                  <a:pt x="309" y="627"/>
                </a:cubicBezTo>
                <a:cubicBezTo>
                  <a:pt x="309" y="631"/>
                  <a:pt x="313" y="635"/>
                  <a:pt x="318" y="635"/>
                </a:cubicBezTo>
                <a:cubicBezTo>
                  <a:pt x="322" y="635"/>
                  <a:pt x="326" y="631"/>
                  <a:pt x="326" y="627"/>
                </a:cubicBezTo>
                <a:close/>
                <a:moveTo>
                  <a:pt x="352" y="627"/>
                </a:moveTo>
                <a:cubicBezTo>
                  <a:pt x="352" y="622"/>
                  <a:pt x="348" y="618"/>
                  <a:pt x="343" y="618"/>
                </a:cubicBezTo>
                <a:cubicBezTo>
                  <a:pt x="339" y="618"/>
                  <a:pt x="335" y="622"/>
                  <a:pt x="335" y="627"/>
                </a:cubicBezTo>
                <a:cubicBezTo>
                  <a:pt x="335" y="631"/>
                  <a:pt x="339" y="635"/>
                  <a:pt x="343" y="635"/>
                </a:cubicBezTo>
                <a:cubicBezTo>
                  <a:pt x="348" y="635"/>
                  <a:pt x="352" y="631"/>
                  <a:pt x="352" y="627"/>
                </a:cubicBezTo>
                <a:close/>
                <a:moveTo>
                  <a:pt x="378" y="627"/>
                </a:moveTo>
                <a:cubicBezTo>
                  <a:pt x="378" y="622"/>
                  <a:pt x="374" y="618"/>
                  <a:pt x="369" y="618"/>
                </a:cubicBezTo>
                <a:cubicBezTo>
                  <a:pt x="364" y="618"/>
                  <a:pt x="360" y="622"/>
                  <a:pt x="360" y="627"/>
                </a:cubicBezTo>
                <a:cubicBezTo>
                  <a:pt x="360" y="631"/>
                  <a:pt x="364" y="635"/>
                  <a:pt x="369" y="635"/>
                </a:cubicBezTo>
                <a:cubicBezTo>
                  <a:pt x="374" y="635"/>
                  <a:pt x="378" y="631"/>
                  <a:pt x="378" y="627"/>
                </a:cubicBezTo>
                <a:close/>
                <a:moveTo>
                  <a:pt x="403" y="627"/>
                </a:moveTo>
                <a:cubicBezTo>
                  <a:pt x="403" y="622"/>
                  <a:pt x="400" y="618"/>
                  <a:pt x="395" y="618"/>
                </a:cubicBezTo>
                <a:cubicBezTo>
                  <a:pt x="390" y="618"/>
                  <a:pt x="386" y="622"/>
                  <a:pt x="386" y="627"/>
                </a:cubicBezTo>
                <a:cubicBezTo>
                  <a:pt x="386" y="631"/>
                  <a:pt x="390" y="635"/>
                  <a:pt x="395" y="635"/>
                </a:cubicBezTo>
                <a:cubicBezTo>
                  <a:pt x="400" y="635"/>
                  <a:pt x="403" y="631"/>
                  <a:pt x="403" y="627"/>
                </a:cubicBezTo>
                <a:close/>
                <a:moveTo>
                  <a:pt x="429" y="627"/>
                </a:moveTo>
                <a:cubicBezTo>
                  <a:pt x="429" y="622"/>
                  <a:pt x="425" y="618"/>
                  <a:pt x="421" y="618"/>
                </a:cubicBezTo>
                <a:cubicBezTo>
                  <a:pt x="416" y="618"/>
                  <a:pt x="412" y="622"/>
                  <a:pt x="412" y="627"/>
                </a:cubicBezTo>
                <a:cubicBezTo>
                  <a:pt x="412" y="631"/>
                  <a:pt x="416" y="635"/>
                  <a:pt x="421" y="635"/>
                </a:cubicBezTo>
                <a:cubicBezTo>
                  <a:pt x="425" y="635"/>
                  <a:pt x="429" y="631"/>
                  <a:pt x="429" y="627"/>
                </a:cubicBezTo>
                <a:close/>
                <a:moveTo>
                  <a:pt x="455" y="627"/>
                </a:moveTo>
                <a:cubicBezTo>
                  <a:pt x="455" y="622"/>
                  <a:pt x="451" y="618"/>
                  <a:pt x="446" y="618"/>
                </a:cubicBezTo>
                <a:cubicBezTo>
                  <a:pt x="442" y="618"/>
                  <a:pt x="438" y="622"/>
                  <a:pt x="438" y="627"/>
                </a:cubicBezTo>
                <a:cubicBezTo>
                  <a:pt x="438" y="631"/>
                  <a:pt x="442" y="635"/>
                  <a:pt x="446" y="635"/>
                </a:cubicBezTo>
                <a:cubicBezTo>
                  <a:pt x="451" y="635"/>
                  <a:pt x="455" y="631"/>
                  <a:pt x="455" y="627"/>
                </a:cubicBezTo>
                <a:close/>
                <a:moveTo>
                  <a:pt x="481" y="627"/>
                </a:moveTo>
                <a:cubicBezTo>
                  <a:pt x="481" y="622"/>
                  <a:pt x="477" y="618"/>
                  <a:pt x="472" y="618"/>
                </a:cubicBezTo>
                <a:cubicBezTo>
                  <a:pt x="467" y="618"/>
                  <a:pt x="463" y="622"/>
                  <a:pt x="463" y="627"/>
                </a:cubicBezTo>
                <a:cubicBezTo>
                  <a:pt x="463" y="631"/>
                  <a:pt x="467" y="635"/>
                  <a:pt x="472" y="635"/>
                </a:cubicBezTo>
                <a:cubicBezTo>
                  <a:pt x="477" y="635"/>
                  <a:pt x="481" y="631"/>
                  <a:pt x="481" y="627"/>
                </a:cubicBezTo>
                <a:close/>
                <a:moveTo>
                  <a:pt x="506" y="627"/>
                </a:moveTo>
                <a:cubicBezTo>
                  <a:pt x="506" y="622"/>
                  <a:pt x="503" y="618"/>
                  <a:pt x="498" y="618"/>
                </a:cubicBezTo>
                <a:cubicBezTo>
                  <a:pt x="493" y="618"/>
                  <a:pt x="489" y="622"/>
                  <a:pt x="489" y="627"/>
                </a:cubicBezTo>
                <a:cubicBezTo>
                  <a:pt x="489" y="631"/>
                  <a:pt x="493" y="635"/>
                  <a:pt x="498" y="635"/>
                </a:cubicBezTo>
                <a:cubicBezTo>
                  <a:pt x="503" y="635"/>
                  <a:pt x="506" y="631"/>
                  <a:pt x="506" y="627"/>
                </a:cubicBezTo>
                <a:close/>
                <a:moveTo>
                  <a:pt x="532" y="627"/>
                </a:moveTo>
                <a:cubicBezTo>
                  <a:pt x="532" y="622"/>
                  <a:pt x="528" y="618"/>
                  <a:pt x="524" y="618"/>
                </a:cubicBezTo>
                <a:cubicBezTo>
                  <a:pt x="519" y="618"/>
                  <a:pt x="515" y="622"/>
                  <a:pt x="515" y="627"/>
                </a:cubicBezTo>
                <a:cubicBezTo>
                  <a:pt x="515" y="631"/>
                  <a:pt x="519" y="635"/>
                  <a:pt x="524" y="635"/>
                </a:cubicBezTo>
                <a:cubicBezTo>
                  <a:pt x="528" y="635"/>
                  <a:pt x="532" y="631"/>
                  <a:pt x="532" y="627"/>
                </a:cubicBezTo>
                <a:close/>
                <a:moveTo>
                  <a:pt x="558" y="627"/>
                </a:moveTo>
                <a:cubicBezTo>
                  <a:pt x="558" y="622"/>
                  <a:pt x="554" y="618"/>
                  <a:pt x="549" y="618"/>
                </a:cubicBezTo>
                <a:cubicBezTo>
                  <a:pt x="545" y="618"/>
                  <a:pt x="541" y="622"/>
                  <a:pt x="541" y="627"/>
                </a:cubicBezTo>
                <a:cubicBezTo>
                  <a:pt x="541" y="631"/>
                  <a:pt x="545" y="635"/>
                  <a:pt x="549" y="635"/>
                </a:cubicBezTo>
                <a:cubicBezTo>
                  <a:pt x="554" y="635"/>
                  <a:pt x="558" y="631"/>
                  <a:pt x="558" y="627"/>
                </a:cubicBezTo>
                <a:close/>
                <a:moveTo>
                  <a:pt x="584" y="627"/>
                </a:moveTo>
                <a:cubicBezTo>
                  <a:pt x="584" y="622"/>
                  <a:pt x="580" y="618"/>
                  <a:pt x="575" y="618"/>
                </a:cubicBezTo>
                <a:cubicBezTo>
                  <a:pt x="570" y="618"/>
                  <a:pt x="567" y="622"/>
                  <a:pt x="567" y="627"/>
                </a:cubicBezTo>
                <a:cubicBezTo>
                  <a:pt x="567" y="631"/>
                  <a:pt x="570" y="635"/>
                  <a:pt x="575" y="635"/>
                </a:cubicBezTo>
                <a:cubicBezTo>
                  <a:pt x="580" y="635"/>
                  <a:pt x="584" y="631"/>
                  <a:pt x="584" y="627"/>
                </a:cubicBezTo>
                <a:close/>
                <a:moveTo>
                  <a:pt x="609" y="627"/>
                </a:moveTo>
                <a:cubicBezTo>
                  <a:pt x="609" y="622"/>
                  <a:pt x="606" y="618"/>
                  <a:pt x="601" y="618"/>
                </a:cubicBezTo>
                <a:cubicBezTo>
                  <a:pt x="596" y="618"/>
                  <a:pt x="592" y="622"/>
                  <a:pt x="592" y="627"/>
                </a:cubicBezTo>
                <a:cubicBezTo>
                  <a:pt x="592" y="631"/>
                  <a:pt x="596" y="635"/>
                  <a:pt x="601" y="635"/>
                </a:cubicBezTo>
                <a:cubicBezTo>
                  <a:pt x="606" y="635"/>
                  <a:pt x="609" y="631"/>
                  <a:pt x="609" y="627"/>
                </a:cubicBezTo>
                <a:close/>
                <a:moveTo>
                  <a:pt x="635" y="627"/>
                </a:moveTo>
                <a:cubicBezTo>
                  <a:pt x="635" y="622"/>
                  <a:pt x="631" y="618"/>
                  <a:pt x="627" y="618"/>
                </a:cubicBezTo>
                <a:cubicBezTo>
                  <a:pt x="622" y="618"/>
                  <a:pt x="618" y="622"/>
                  <a:pt x="618" y="627"/>
                </a:cubicBezTo>
                <a:cubicBezTo>
                  <a:pt x="618" y="631"/>
                  <a:pt x="622" y="635"/>
                  <a:pt x="627" y="635"/>
                </a:cubicBezTo>
                <a:cubicBezTo>
                  <a:pt x="631" y="635"/>
                  <a:pt x="635" y="631"/>
                  <a:pt x="635" y="627"/>
                </a:cubicBezTo>
                <a:close/>
                <a:moveTo>
                  <a:pt x="661" y="627"/>
                </a:moveTo>
                <a:cubicBezTo>
                  <a:pt x="661" y="622"/>
                  <a:pt x="657" y="618"/>
                  <a:pt x="652" y="618"/>
                </a:cubicBezTo>
                <a:cubicBezTo>
                  <a:pt x="648" y="618"/>
                  <a:pt x="644" y="622"/>
                  <a:pt x="644" y="627"/>
                </a:cubicBezTo>
                <a:cubicBezTo>
                  <a:pt x="644" y="631"/>
                  <a:pt x="648" y="635"/>
                  <a:pt x="652" y="635"/>
                </a:cubicBezTo>
                <a:cubicBezTo>
                  <a:pt x="657" y="635"/>
                  <a:pt x="661" y="631"/>
                  <a:pt x="661" y="627"/>
                </a:cubicBezTo>
                <a:close/>
                <a:moveTo>
                  <a:pt x="687" y="627"/>
                </a:moveTo>
                <a:cubicBezTo>
                  <a:pt x="687" y="622"/>
                  <a:pt x="683" y="618"/>
                  <a:pt x="678" y="618"/>
                </a:cubicBezTo>
                <a:cubicBezTo>
                  <a:pt x="673" y="618"/>
                  <a:pt x="670" y="622"/>
                  <a:pt x="670" y="627"/>
                </a:cubicBezTo>
                <a:cubicBezTo>
                  <a:pt x="670" y="631"/>
                  <a:pt x="673" y="635"/>
                  <a:pt x="678" y="635"/>
                </a:cubicBezTo>
                <a:cubicBezTo>
                  <a:pt x="683" y="635"/>
                  <a:pt x="687" y="631"/>
                  <a:pt x="687" y="627"/>
                </a:cubicBezTo>
                <a:close/>
                <a:moveTo>
                  <a:pt x="712" y="627"/>
                </a:moveTo>
                <a:cubicBezTo>
                  <a:pt x="712" y="622"/>
                  <a:pt x="709" y="618"/>
                  <a:pt x="704" y="618"/>
                </a:cubicBezTo>
                <a:cubicBezTo>
                  <a:pt x="699" y="618"/>
                  <a:pt x="695" y="622"/>
                  <a:pt x="695" y="627"/>
                </a:cubicBezTo>
                <a:cubicBezTo>
                  <a:pt x="695" y="631"/>
                  <a:pt x="699" y="635"/>
                  <a:pt x="704" y="635"/>
                </a:cubicBezTo>
                <a:cubicBezTo>
                  <a:pt x="709" y="635"/>
                  <a:pt x="712" y="631"/>
                  <a:pt x="712" y="627"/>
                </a:cubicBezTo>
                <a:close/>
                <a:moveTo>
                  <a:pt x="738" y="627"/>
                </a:moveTo>
                <a:cubicBezTo>
                  <a:pt x="738" y="622"/>
                  <a:pt x="734" y="618"/>
                  <a:pt x="730" y="618"/>
                </a:cubicBezTo>
                <a:cubicBezTo>
                  <a:pt x="725" y="618"/>
                  <a:pt x="721" y="622"/>
                  <a:pt x="721" y="627"/>
                </a:cubicBezTo>
                <a:cubicBezTo>
                  <a:pt x="721" y="631"/>
                  <a:pt x="725" y="635"/>
                  <a:pt x="730" y="635"/>
                </a:cubicBezTo>
                <a:cubicBezTo>
                  <a:pt x="734" y="635"/>
                  <a:pt x="738" y="631"/>
                  <a:pt x="738" y="627"/>
                </a:cubicBezTo>
                <a:close/>
                <a:moveTo>
                  <a:pt x="764" y="627"/>
                </a:moveTo>
                <a:cubicBezTo>
                  <a:pt x="764" y="622"/>
                  <a:pt x="760" y="618"/>
                  <a:pt x="755" y="618"/>
                </a:cubicBezTo>
                <a:cubicBezTo>
                  <a:pt x="751" y="618"/>
                  <a:pt x="747" y="622"/>
                  <a:pt x="747" y="627"/>
                </a:cubicBezTo>
                <a:cubicBezTo>
                  <a:pt x="747" y="631"/>
                  <a:pt x="751" y="635"/>
                  <a:pt x="755" y="635"/>
                </a:cubicBezTo>
                <a:cubicBezTo>
                  <a:pt x="760" y="635"/>
                  <a:pt x="764" y="631"/>
                  <a:pt x="764" y="627"/>
                </a:cubicBezTo>
                <a:close/>
                <a:moveTo>
                  <a:pt x="790" y="627"/>
                </a:moveTo>
                <a:cubicBezTo>
                  <a:pt x="790" y="622"/>
                  <a:pt x="786" y="618"/>
                  <a:pt x="781" y="618"/>
                </a:cubicBezTo>
                <a:cubicBezTo>
                  <a:pt x="776" y="618"/>
                  <a:pt x="773" y="622"/>
                  <a:pt x="773" y="627"/>
                </a:cubicBezTo>
                <a:cubicBezTo>
                  <a:pt x="773" y="631"/>
                  <a:pt x="776" y="635"/>
                  <a:pt x="781" y="635"/>
                </a:cubicBezTo>
                <a:cubicBezTo>
                  <a:pt x="786" y="635"/>
                  <a:pt x="790" y="631"/>
                  <a:pt x="790" y="627"/>
                </a:cubicBezTo>
                <a:close/>
                <a:moveTo>
                  <a:pt x="1279" y="627"/>
                </a:moveTo>
                <a:cubicBezTo>
                  <a:pt x="1279" y="622"/>
                  <a:pt x="1275" y="618"/>
                  <a:pt x="1271" y="618"/>
                </a:cubicBezTo>
                <a:cubicBezTo>
                  <a:pt x="1266" y="618"/>
                  <a:pt x="1262" y="622"/>
                  <a:pt x="1262" y="627"/>
                </a:cubicBezTo>
                <a:cubicBezTo>
                  <a:pt x="1262" y="631"/>
                  <a:pt x="1266" y="635"/>
                  <a:pt x="1271" y="635"/>
                </a:cubicBezTo>
                <a:cubicBezTo>
                  <a:pt x="1275" y="635"/>
                  <a:pt x="1279" y="631"/>
                  <a:pt x="1279" y="627"/>
                </a:cubicBezTo>
                <a:close/>
                <a:moveTo>
                  <a:pt x="1305" y="627"/>
                </a:moveTo>
                <a:cubicBezTo>
                  <a:pt x="1305" y="622"/>
                  <a:pt x="1301" y="618"/>
                  <a:pt x="1296" y="618"/>
                </a:cubicBezTo>
                <a:cubicBezTo>
                  <a:pt x="1292" y="618"/>
                  <a:pt x="1288" y="622"/>
                  <a:pt x="1288" y="627"/>
                </a:cubicBezTo>
                <a:cubicBezTo>
                  <a:pt x="1288" y="631"/>
                  <a:pt x="1292" y="635"/>
                  <a:pt x="1296" y="635"/>
                </a:cubicBezTo>
                <a:cubicBezTo>
                  <a:pt x="1301" y="635"/>
                  <a:pt x="1305" y="631"/>
                  <a:pt x="1305" y="627"/>
                </a:cubicBezTo>
                <a:close/>
                <a:moveTo>
                  <a:pt x="1331" y="627"/>
                </a:moveTo>
                <a:cubicBezTo>
                  <a:pt x="1331" y="622"/>
                  <a:pt x="1327" y="618"/>
                  <a:pt x="1322" y="618"/>
                </a:cubicBezTo>
                <a:cubicBezTo>
                  <a:pt x="1317" y="618"/>
                  <a:pt x="1314" y="622"/>
                  <a:pt x="1314" y="627"/>
                </a:cubicBezTo>
                <a:cubicBezTo>
                  <a:pt x="1314" y="631"/>
                  <a:pt x="1317" y="635"/>
                  <a:pt x="1322" y="635"/>
                </a:cubicBezTo>
                <a:cubicBezTo>
                  <a:pt x="1327" y="635"/>
                  <a:pt x="1331" y="631"/>
                  <a:pt x="1331" y="627"/>
                </a:cubicBezTo>
                <a:close/>
                <a:moveTo>
                  <a:pt x="1356" y="627"/>
                </a:moveTo>
                <a:cubicBezTo>
                  <a:pt x="1356" y="622"/>
                  <a:pt x="1353" y="618"/>
                  <a:pt x="1348" y="618"/>
                </a:cubicBezTo>
                <a:cubicBezTo>
                  <a:pt x="1343" y="618"/>
                  <a:pt x="1339" y="622"/>
                  <a:pt x="1339" y="627"/>
                </a:cubicBezTo>
                <a:cubicBezTo>
                  <a:pt x="1339" y="631"/>
                  <a:pt x="1343" y="635"/>
                  <a:pt x="1348" y="635"/>
                </a:cubicBezTo>
                <a:cubicBezTo>
                  <a:pt x="1353" y="635"/>
                  <a:pt x="1356" y="631"/>
                  <a:pt x="1356" y="627"/>
                </a:cubicBezTo>
                <a:close/>
                <a:moveTo>
                  <a:pt x="1382" y="627"/>
                </a:moveTo>
                <a:cubicBezTo>
                  <a:pt x="1382" y="622"/>
                  <a:pt x="1378" y="618"/>
                  <a:pt x="1374" y="618"/>
                </a:cubicBezTo>
                <a:cubicBezTo>
                  <a:pt x="1369" y="618"/>
                  <a:pt x="1365" y="622"/>
                  <a:pt x="1365" y="627"/>
                </a:cubicBezTo>
                <a:cubicBezTo>
                  <a:pt x="1365" y="631"/>
                  <a:pt x="1369" y="635"/>
                  <a:pt x="1374" y="635"/>
                </a:cubicBezTo>
                <a:cubicBezTo>
                  <a:pt x="1378" y="635"/>
                  <a:pt x="1382" y="631"/>
                  <a:pt x="1382" y="627"/>
                </a:cubicBezTo>
                <a:close/>
                <a:moveTo>
                  <a:pt x="1408" y="627"/>
                </a:moveTo>
                <a:cubicBezTo>
                  <a:pt x="1408" y="622"/>
                  <a:pt x="1404" y="618"/>
                  <a:pt x="1399" y="618"/>
                </a:cubicBezTo>
                <a:cubicBezTo>
                  <a:pt x="1395" y="618"/>
                  <a:pt x="1391" y="622"/>
                  <a:pt x="1391" y="627"/>
                </a:cubicBezTo>
                <a:cubicBezTo>
                  <a:pt x="1391" y="631"/>
                  <a:pt x="1395" y="635"/>
                  <a:pt x="1399" y="635"/>
                </a:cubicBezTo>
                <a:cubicBezTo>
                  <a:pt x="1404" y="635"/>
                  <a:pt x="1408" y="631"/>
                  <a:pt x="1408" y="627"/>
                </a:cubicBezTo>
                <a:close/>
                <a:moveTo>
                  <a:pt x="1434" y="627"/>
                </a:moveTo>
                <a:cubicBezTo>
                  <a:pt x="1434" y="622"/>
                  <a:pt x="1430" y="618"/>
                  <a:pt x="1425" y="618"/>
                </a:cubicBezTo>
                <a:cubicBezTo>
                  <a:pt x="1420" y="618"/>
                  <a:pt x="1417" y="622"/>
                  <a:pt x="1417" y="627"/>
                </a:cubicBezTo>
                <a:cubicBezTo>
                  <a:pt x="1417" y="631"/>
                  <a:pt x="1420" y="635"/>
                  <a:pt x="1425" y="635"/>
                </a:cubicBezTo>
                <a:cubicBezTo>
                  <a:pt x="1430" y="635"/>
                  <a:pt x="1434" y="631"/>
                  <a:pt x="1434" y="627"/>
                </a:cubicBezTo>
                <a:close/>
                <a:moveTo>
                  <a:pt x="1459" y="627"/>
                </a:moveTo>
                <a:cubicBezTo>
                  <a:pt x="1459" y="622"/>
                  <a:pt x="1456" y="618"/>
                  <a:pt x="1451" y="618"/>
                </a:cubicBezTo>
                <a:cubicBezTo>
                  <a:pt x="1446" y="618"/>
                  <a:pt x="1442" y="622"/>
                  <a:pt x="1442" y="627"/>
                </a:cubicBezTo>
                <a:cubicBezTo>
                  <a:pt x="1442" y="631"/>
                  <a:pt x="1446" y="635"/>
                  <a:pt x="1451" y="635"/>
                </a:cubicBezTo>
                <a:cubicBezTo>
                  <a:pt x="1456" y="635"/>
                  <a:pt x="1459" y="631"/>
                  <a:pt x="1459" y="627"/>
                </a:cubicBezTo>
                <a:close/>
                <a:moveTo>
                  <a:pt x="1485" y="627"/>
                </a:moveTo>
                <a:cubicBezTo>
                  <a:pt x="1485" y="622"/>
                  <a:pt x="1481" y="618"/>
                  <a:pt x="1477" y="618"/>
                </a:cubicBezTo>
                <a:cubicBezTo>
                  <a:pt x="1472" y="618"/>
                  <a:pt x="1468" y="622"/>
                  <a:pt x="1468" y="627"/>
                </a:cubicBezTo>
                <a:cubicBezTo>
                  <a:pt x="1468" y="631"/>
                  <a:pt x="1472" y="635"/>
                  <a:pt x="1477" y="635"/>
                </a:cubicBezTo>
                <a:cubicBezTo>
                  <a:pt x="1481" y="635"/>
                  <a:pt x="1485" y="631"/>
                  <a:pt x="1485" y="627"/>
                </a:cubicBezTo>
                <a:close/>
                <a:moveTo>
                  <a:pt x="1511" y="627"/>
                </a:moveTo>
                <a:cubicBezTo>
                  <a:pt x="1511" y="622"/>
                  <a:pt x="1507" y="618"/>
                  <a:pt x="1502" y="618"/>
                </a:cubicBezTo>
                <a:cubicBezTo>
                  <a:pt x="1498" y="618"/>
                  <a:pt x="1494" y="622"/>
                  <a:pt x="1494" y="627"/>
                </a:cubicBezTo>
                <a:cubicBezTo>
                  <a:pt x="1494" y="631"/>
                  <a:pt x="1498" y="635"/>
                  <a:pt x="1502" y="635"/>
                </a:cubicBezTo>
                <a:cubicBezTo>
                  <a:pt x="1507" y="635"/>
                  <a:pt x="1511" y="631"/>
                  <a:pt x="1511" y="627"/>
                </a:cubicBezTo>
                <a:close/>
                <a:moveTo>
                  <a:pt x="1537" y="627"/>
                </a:moveTo>
                <a:cubicBezTo>
                  <a:pt x="1537" y="622"/>
                  <a:pt x="1533" y="618"/>
                  <a:pt x="1528" y="618"/>
                </a:cubicBezTo>
                <a:cubicBezTo>
                  <a:pt x="1523" y="618"/>
                  <a:pt x="1520" y="622"/>
                  <a:pt x="1520" y="627"/>
                </a:cubicBezTo>
                <a:cubicBezTo>
                  <a:pt x="1520" y="631"/>
                  <a:pt x="1523" y="635"/>
                  <a:pt x="1528" y="635"/>
                </a:cubicBezTo>
                <a:cubicBezTo>
                  <a:pt x="1533" y="635"/>
                  <a:pt x="1537" y="631"/>
                  <a:pt x="1537" y="627"/>
                </a:cubicBezTo>
                <a:close/>
                <a:moveTo>
                  <a:pt x="1563" y="627"/>
                </a:moveTo>
                <a:cubicBezTo>
                  <a:pt x="1563" y="622"/>
                  <a:pt x="1559" y="618"/>
                  <a:pt x="1554" y="618"/>
                </a:cubicBezTo>
                <a:cubicBezTo>
                  <a:pt x="1549" y="618"/>
                  <a:pt x="1545" y="622"/>
                  <a:pt x="1545" y="627"/>
                </a:cubicBezTo>
                <a:cubicBezTo>
                  <a:pt x="1545" y="631"/>
                  <a:pt x="1549" y="635"/>
                  <a:pt x="1554" y="635"/>
                </a:cubicBezTo>
                <a:cubicBezTo>
                  <a:pt x="1559" y="635"/>
                  <a:pt x="1563" y="631"/>
                  <a:pt x="1563" y="627"/>
                </a:cubicBezTo>
                <a:close/>
                <a:moveTo>
                  <a:pt x="1588" y="627"/>
                </a:moveTo>
                <a:cubicBezTo>
                  <a:pt x="1588" y="622"/>
                  <a:pt x="1584" y="618"/>
                  <a:pt x="1580" y="618"/>
                </a:cubicBezTo>
                <a:cubicBezTo>
                  <a:pt x="1575" y="618"/>
                  <a:pt x="1571" y="622"/>
                  <a:pt x="1571" y="627"/>
                </a:cubicBezTo>
                <a:cubicBezTo>
                  <a:pt x="1571" y="631"/>
                  <a:pt x="1575" y="635"/>
                  <a:pt x="1580" y="635"/>
                </a:cubicBezTo>
                <a:cubicBezTo>
                  <a:pt x="1584" y="635"/>
                  <a:pt x="1588" y="631"/>
                  <a:pt x="1588" y="627"/>
                </a:cubicBezTo>
                <a:close/>
                <a:moveTo>
                  <a:pt x="1614" y="627"/>
                </a:moveTo>
                <a:cubicBezTo>
                  <a:pt x="1614" y="622"/>
                  <a:pt x="1610" y="618"/>
                  <a:pt x="1605" y="618"/>
                </a:cubicBezTo>
                <a:cubicBezTo>
                  <a:pt x="1601" y="618"/>
                  <a:pt x="1597" y="622"/>
                  <a:pt x="1597" y="627"/>
                </a:cubicBezTo>
                <a:cubicBezTo>
                  <a:pt x="1597" y="631"/>
                  <a:pt x="1601" y="635"/>
                  <a:pt x="1605" y="635"/>
                </a:cubicBezTo>
                <a:cubicBezTo>
                  <a:pt x="1610" y="635"/>
                  <a:pt x="1614" y="631"/>
                  <a:pt x="1614" y="627"/>
                </a:cubicBezTo>
                <a:close/>
                <a:moveTo>
                  <a:pt x="1640" y="627"/>
                </a:moveTo>
                <a:cubicBezTo>
                  <a:pt x="1640" y="622"/>
                  <a:pt x="1636" y="618"/>
                  <a:pt x="1631" y="618"/>
                </a:cubicBezTo>
                <a:cubicBezTo>
                  <a:pt x="1626" y="618"/>
                  <a:pt x="1623" y="622"/>
                  <a:pt x="1623" y="627"/>
                </a:cubicBezTo>
                <a:cubicBezTo>
                  <a:pt x="1623" y="631"/>
                  <a:pt x="1626" y="635"/>
                  <a:pt x="1631" y="635"/>
                </a:cubicBezTo>
                <a:cubicBezTo>
                  <a:pt x="1636" y="635"/>
                  <a:pt x="1640" y="631"/>
                  <a:pt x="1640" y="627"/>
                </a:cubicBezTo>
                <a:close/>
                <a:moveTo>
                  <a:pt x="1666" y="627"/>
                </a:moveTo>
                <a:cubicBezTo>
                  <a:pt x="1666" y="622"/>
                  <a:pt x="1662" y="618"/>
                  <a:pt x="1657" y="618"/>
                </a:cubicBezTo>
                <a:cubicBezTo>
                  <a:pt x="1652" y="618"/>
                  <a:pt x="1648" y="622"/>
                  <a:pt x="1648" y="627"/>
                </a:cubicBezTo>
                <a:cubicBezTo>
                  <a:pt x="1648" y="631"/>
                  <a:pt x="1652" y="635"/>
                  <a:pt x="1657" y="635"/>
                </a:cubicBezTo>
                <a:cubicBezTo>
                  <a:pt x="1662" y="635"/>
                  <a:pt x="1666" y="631"/>
                  <a:pt x="1666" y="627"/>
                </a:cubicBezTo>
                <a:close/>
                <a:moveTo>
                  <a:pt x="1691" y="627"/>
                </a:moveTo>
                <a:cubicBezTo>
                  <a:pt x="1691" y="622"/>
                  <a:pt x="1687" y="618"/>
                  <a:pt x="1683" y="618"/>
                </a:cubicBezTo>
                <a:cubicBezTo>
                  <a:pt x="1678" y="618"/>
                  <a:pt x="1674" y="622"/>
                  <a:pt x="1674" y="627"/>
                </a:cubicBezTo>
                <a:cubicBezTo>
                  <a:pt x="1674" y="631"/>
                  <a:pt x="1678" y="635"/>
                  <a:pt x="1683" y="635"/>
                </a:cubicBezTo>
                <a:cubicBezTo>
                  <a:pt x="1687" y="635"/>
                  <a:pt x="1691" y="631"/>
                  <a:pt x="1691" y="627"/>
                </a:cubicBezTo>
                <a:close/>
                <a:moveTo>
                  <a:pt x="1717" y="627"/>
                </a:moveTo>
                <a:cubicBezTo>
                  <a:pt x="1717" y="622"/>
                  <a:pt x="1713" y="618"/>
                  <a:pt x="1708" y="618"/>
                </a:cubicBezTo>
                <a:cubicBezTo>
                  <a:pt x="1704" y="618"/>
                  <a:pt x="1700" y="622"/>
                  <a:pt x="1700" y="627"/>
                </a:cubicBezTo>
                <a:cubicBezTo>
                  <a:pt x="1700" y="631"/>
                  <a:pt x="1704" y="635"/>
                  <a:pt x="1708" y="635"/>
                </a:cubicBezTo>
                <a:cubicBezTo>
                  <a:pt x="1713" y="635"/>
                  <a:pt x="1717" y="631"/>
                  <a:pt x="1717" y="627"/>
                </a:cubicBezTo>
                <a:close/>
                <a:moveTo>
                  <a:pt x="1743" y="627"/>
                </a:moveTo>
                <a:cubicBezTo>
                  <a:pt x="1743" y="622"/>
                  <a:pt x="1739" y="618"/>
                  <a:pt x="1734" y="618"/>
                </a:cubicBezTo>
                <a:cubicBezTo>
                  <a:pt x="1730" y="618"/>
                  <a:pt x="1726" y="622"/>
                  <a:pt x="1726" y="627"/>
                </a:cubicBezTo>
                <a:cubicBezTo>
                  <a:pt x="1726" y="631"/>
                  <a:pt x="1730" y="635"/>
                  <a:pt x="1734" y="635"/>
                </a:cubicBezTo>
                <a:cubicBezTo>
                  <a:pt x="1739" y="635"/>
                  <a:pt x="1743" y="631"/>
                  <a:pt x="1743" y="627"/>
                </a:cubicBezTo>
                <a:close/>
                <a:moveTo>
                  <a:pt x="1769" y="627"/>
                </a:moveTo>
                <a:cubicBezTo>
                  <a:pt x="1769" y="622"/>
                  <a:pt x="1765" y="618"/>
                  <a:pt x="1760" y="618"/>
                </a:cubicBezTo>
                <a:cubicBezTo>
                  <a:pt x="1755" y="618"/>
                  <a:pt x="1751" y="622"/>
                  <a:pt x="1751" y="627"/>
                </a:cubicBezTo>
                <a:cubicBezTo>
                  <a:pt x="1751" y="631"/>
                  <a:pt x="1755" y="635"/>
                  <a:pt x="1760" y="635"/>
                </a:cubicBezTo>
                <a:cubicBezTo>
                  <a:pt x="1765" y="635"/>
                  <a:pt x="1769" y="631"/>
                  <a:pt x="1769" y="627"/>
                </a:cubicBezTo>
                <a:close/>
                <a:moveTo>
                  <a:pt x="1794" y="627"/>
                </a:moveTo>
                <a:cubicBezTo>
                  <a:pt x="1794" y="622"/>
                  <a:pt x="1791" y="618"/>
                  <a:pt x="1786" y="618"/>
                </a:cubicBezTo>
                <a:cubicBezTo>
                  <a:pt x="1781" y="618"/>
                  <a:pt x="1777" y="622"/>
                  <a:pt x="1777" y="627"/>
                </a:cubicBezTo>
                <a:cubicBezTo>
                  <a:pt x="1777" y="631"/>
                  <a:pt x="1781" y="635"/>
                  <a:pt x="1786" y="635"/>
                </a:cubicBezTo>
                <a:cubicBezTo>
                  <a:pt x="1791" y="635"/>
                  <a:pt x="1794" y="631"/>
                  <a:pt x="1794" y="627"/>
                </a:cubicBezTo>
                <a:close/>
                <a:moveTo>
                  <a:pt x="1820" y="627"/>
                </a:moveTo>
                <a:cubicBezTo>
                  <a:pt x="1820" y="622"/>
                  <a:pt x="1816" y="618"/>
                  <a:pt x="1812" y="618"/>
                </a:cubicBezTo>
                <a:cubicBezTo>
                  <a:pt x="1807" y="618"/>
                  <a:pt x="1803" y="622"/>
                  <a:pt x="1803" y="627"/>
                </a:cubicBezTo>
                <a:cubicBezTo>
                  <a:pt x="1803" y="631"/>
                  <a:pt x="1807" y="635"/>
                  <a:pt x="1812" y="635"/>
                </a:cubicBezTo>
                <a:cubicBezTo>
                  <a:pt x="1816" y="635"/>
                  <a:pt x="1820" y="631"/>
                  <a:pt x="1820" y="627"/>
                </a:cubicBezTo>
                <a:close/>
                <a:moveTo>
                  <a:pt x="1846" y="627"/>
                </a:moveTo>
                <a:cubicBezTo>
                  <a:pt x="1846" y="622"/>
                  <a:pt x="1842" y="618"/>
                  <a:pt x="1837" y="618"/>
                </a:cubicBezTo>
                <a:cubicBezTo>
                  <a:pt x="1833" y="618"/>
                  <a:pt x="1829" y="622"/>
                  <a:pt x="1829" y="627"/>
                </a:cubicBezTo>
                <a:cubicBezTo>
                  <a:pt x="1829" y="631"/>
                  <a:pt x="1833" y="635"/>
                  <a:pt x="1837" y="635"/>
                </a:cubicBezTo>
                <a:cubicBezTo>
                  <a:pt x="1842" y="635"/>
                  <a:pt x="1846" y="631"/>
                  <a:pt x="1846" y="627"/>
                </a:cubicBezTo>
                <a:close/>
                <a:moveTo>
                  <a:pt x="1872" y="627"/>
                </a:moveTo>
                <a:cubicBezTo>
                  <a:pt x="1872" y="622"/>
                  <a:pt x="1868" y="618"/>
                  <a:pt x="1863" y="618"/>
                </a:cubicBezTo>
                <a:cubicBezTo>
                  <a:pt x="1858" y="618"/>
                  <a:pt x="1854" y="622"/>
                  <a:pt x="1854" y="627"/>
                </a:cubicBezTo>
                <a:cubicBezTo>
                  <a:pt x="1854" y="631"/>
                  <a:pt x="1858" y="635"/>
                  <a:pt x="1863" y="635"/>
                </a:cubicBezTo>
                <a:cubicBezTo>
                  <a:pt x="1868" y="635"/>
                  <a:pt x="1872" y="631"/>
                  <a:pt x="1872" y="627"/>
                </a:cubicBezTo>
                <a:close/>
                <a:moveTo>
                  <a:pt x="1897" y="627"/>
                </a:moveTo>
                <a:cubicBezTo>
                  <a:pt x="1897" y="622"/>
                  <a:pt x="1894" y="618"/>
                  <a:pt x="1889" y="618"/>
                </a:cubicBezTo>
                <a:cubicBezTo>
                  <a:pt x="1884" y="618"/>
                  <a:pt x="1880" y="622"/>
                  <a:pt x="1880" y="627"/>
                </a:cubicBezTo>
                <a:cubicBezTo>
                  <a:pt x="1880" y="631"/>
                  <a:pt x="1884" y="635"/>
                  <a:pt x="1889" y="635"/>
                </a:cubicBezTo>
                <a:cubicBezTo>
                  <a:pt x="1894" y="635"/>
                  <a:pt x="1897" y="631"/>
                  <a:pt x="1897" y="627"/>
                </a:cubicBezTo>
                <a:close/>
                <a:moveTo>
                  <a:pt x="1923" y="627"/>
                </a:moveTo>
                <a:cubicBezTo>
                  <a:pt x="1923" y="622"/>
                  <a:pt x="1919" y="618"/>
                  <a:pt x="1915" y="618"/>
                </a:cubicBezTo>
                <a:cubicBezTo>
                  <a:pt x="1910" y="618"/>
                  <a:pt x="1906" y="622"/>
                  <a:pt x="1906" y="627"/>
                </a:cubicBezTo>
                <a:cubicBezTo>
                  <a:pt x="1906" y="631"/>
                  <a:pt x="1910" y="635"/>
                  <a:pt x="1915" y="635"/>
                </a:cubicBezTo>
                <a:cubicBezTo>
                  <a:pt x="1919" y="635"/>
                  <a:pt x="1923" y="631"/>
                  <a:pt x="1923" y="627"/>
                </a:cubicBezTo>
                <a:close/>
                <a:moveTo>
                  <a:pt x="1949" y="627"/>
                </a:moveTo>
                <a:cubicBezTo>
                  <a:pt x="1949" y="622"/>
                  <a:pt x="1945" y="618"/>
                  <a:pt x="1940" y="618"/>
                </a:cubicBezTo>
                <a:cubicBezTo>
                  <a:pt x="1936" y="618"/>
                  <a:pt x="1932" y="622"/>
                  <a:pt x="1932" y="627"/>
                </a:cubicBezTo>
                <a:cubicBezTo>
                  <a:pt x="1932" y="631"/>
                  <a:pt x="1936" y="635"/>
                  <a:pt x="1940" y="635"/>
                </a:cubicBezTo>
                <a:cubicBezTo>
                  <a:pt x="1945" y="635"/>
                  <a:pt x="1949" y="631"/>
                  <a:pt x="1949" y="627"/>
                </a:cubicBezTo>
                <a:close/>
                <a:moveTo>
                  <a:pt x="1975" y="627"/>
                </a:moveTo>
                <a:cubicBezTo>
                  <a:pt x="1975" y="622"/>
                  <a:pt x="1971" y="618"/>
                  <a:pt x="1966" y="618"/>
                </a:cubicBezTo>
                <a:cubicBezTo>
                  <a:pt x="1961" y="618"/>
                  <a:pt x="1957" y="622"/>
                  <a:pt x="1957" y="627"/>
                </a:cubicBezTo>
                <a:cubicBezTo>
                  <a:pt x="1957" y="631"/>
                  <a:pt x="1961" y="635"/>
                  <a:pt x="1966" y="635"/>
                </a:cubicBezTo>
                <a:cubicBezTo>
                  <a:pt x="1971" y="635"/>
                  <a:pt x="1975" y="631"/>
                  <a:pt x="1975" y="627"/>
                </a:cubicBezTo>
                <a:close/>
                <a:moveTo>
                  <a:pt x="2000" y="627"/>
                </a:moveTo>
                <a:cubicBezTo>
                  <a:pt x="2000" y="622"/>
                  <a:pt x="1997" y="618"/>
                  <a:pt x="1992" y="618"/>
                </a:cubicBezTo>
                <a:cubicBezTo>
                  <a:pt x="1987" y="618"/>
                  <a:pt x="1983" y="622"/>
                  <a:pt x="1983" y="627"/>
                </a:cubicBezTo>
                <a:cubicBezTo>
                  <a:pt x="1983" y="631"/>
                  <a:pt x="1987" y="635"/>
                  <a:pt x="1992" y="635"/>
                </a:cubicBezTo>
                <a:cubicBezTo>
                  <a:pt x="1997" y="635"/>
                  <a:pt x="2000" y="631"/>
                  <a:pt x="2000" y="627"/>
                </a:cubicBezTo>
                <a:close/>
                <a:moveTo>
                  <a:pt x="2026" y="627"/>
                </a:moveTo>
                <a:cubicBezTo>
                  <a:pt x="2026" y="622"/>
                  <a:pt x="2022" y="618"/>
                  <a:pt x="2018" y="618"/>
                </a:cubicBezTo>
                <a:cubicBezTo>
                  <a:pt x="2013" y="618"/>
                  <a:pt x="2009" y="622"/>
                  <a:pt x="2009" y="627"/>
                </a:cubicBezTo>
                <a:cubicBezTo>
                  <a:pt x="2009" y="631"/>
                  <a:pt x="2013" y="635"/>
                  <a:pt x="2018" y="635"/>
                </a:cubicBezTo>
                <a:cubicBezTo>
                  <a:pt x="2022" y="635"/>
                  <a:pt x="2026" y="631"/>
                  <a:pt x="2026" y="627"/>
                </a:cubicBezTo>
                <a:close/>
                <a:moveTo>
                  <a:pt x="2052" y="627"/>
                </a:moveTo>
                <a:cubicBezTo>
                  <a:pt x="2052" y="622"/>
                  <a:pt x="2048" y="618"/>
                  <a:pt x="2043" y="618"/>
                </a:cubicBezTo>
                <a:cubicBezTo>
                  <a:pt x="2039" y="618"/>
                  <a:pt x="2035" y="622"/>
                  <a:pt x="2035" y="627"/>
                </a:cubicBezTo>
                <a:cubicBezTo>
                  <a:pt x="2035" y="631"/>
                  <a:pt x="2039" y="635"/>
                  <a:pt x="2043" y="635"/>
                </a:cubicBezTo>
                <a:cubicBezTo>
                  <a:pt x="2048" y="635"/>
                  <a:pt x="2052" y="631"/>
                  <a:pt x="2052" y="627"/>
                </a:cubicBezTo>
                <a:close/>
                <a:moveTo>
                  <a:pt x="2078" y="627"/>
                </a:moveTo>
                <a:cubicBezTo>
                  <a:pt x="2078" y="622"/>
                  <a:pt x="2074" y="618"/>
                  <a:pt x="2069" y="618"/>
                </a:cubicBezTo>
                <a:cubicBezTo>
                  <a:pt x="2064" y="618"/>
                  <a:pt x="2061" y="622"/>
                  <a:pt x="2061" y="627"/>
                </a:cubicBezTo>
                <a:cubicBezTo>
                  <a:pt x="2061" y="631"/>
                  <a:pt x="2064" y="635"/>
                  <a:pt x="2069" y="635"/>
                </a:cubicBezTo>
                <a:cubicBezTo>
                  <a:pt x="2074" y="635"/>
                  <a:pt x="2078" y="631"/>
                  <a:pt x="2078" y="627"/>
                </a:cubicBezTo>
                <a:close/>
                <a:moveTo>
                  <a:pt x="2103" y="627"/>
                </a:moveTo>
                <a:cubicBezTo>
                  <a:pt x="2103" y="622"/>
                  <a:pt x="2100" y="618"/>
                  <a:pt x="2095" y="618"/>
                </a:cubicBezTo>
                <a:cubicBezTo>
                  <a:pt x="2090" y="618"/>
                  <a:pt x="2086" y="622"/>
                  <a:pt x="2086" y="627"/>
                </a:cubicBezTo>
                <a:cubicBezTo>
                  <a:pt x="2086" y="631"/>
                  <a:pt x="2090" y="635"/>
                  <a:pt x="2095" y="635"/>
                </a:cubicBezTo>
                <a:cubicBezTo>
                  <a:pt x="2100" y="635"/>
                  <a:pt x="2103" y="631"/>
                  <a:pt x="2103" y="627"/>
                </a:cubicBezTo>
                <a:close/>
                <a:moveTo>
                  <a:pt x="2129" y="627"/>
                </a:moveTo>
                <a:cubicBezTo>
                  <a:pt x="2129" y="622"/>
                  <a:pt x="2125" y="618"/>
                  <a:pt x="2121" y="618"/>
                </a:cubicBezTo>
                <a:cubicBezTo>
                  <a:pt x="2116" y="618"/>
                  <a:pt x="2112" y="622"/>
                  <a:pt x="2112" y="627"/>
                </a:cubicBezTo>
                <a:cubicBezTo>
                  <a:pt x="2112" y="631"/>
                  <a:pt x="2116" y="635"/>
                  <a:pt x="2121" y="635"/>
                </a:cubicBezTo>
                <a:cubicBezTo>
                  <a:pt x="2125" y="635"/>
                  <a:pt x="2129" y="631"/>
                  <a:pt x="2129" y="627"/>
                </a:cubicBezTo>
                <a:close/>
                <a:moveTo>
                  <a:pt x="2155" y="627"/>
                </a:moveTo>
                <a:cubicBezTo>
                  <a:pt x="2155" y="622"/>
                  <a:pt x="2151" y="618"/>
                  <a:pt x="2146" y="618"/>
                </a:cubicBezTo>
                <a:cubicBezTo>
                  <a:pt x="2142" y="618"/>
                  <a:pt x="2138" y="622"/>
                  <a:pt x="2138" y="627"/>
                </a:cubicBezTo>
                <a:cubicBezTo>
                  <a:pt x="2138" y="631"/>
                  <a:pt x="2142" y="635"/>
                  <a:pt x="2146" y="635"/>
                </a:cubicBezTo>
                <a:cubicBezTo>
                  <a:pt x="2151" y="635"/>
                  <a:pt x="2155" y="631"/>
                  <a:pt x="2155" y="627"/>
                </a:cubicBezTo>
                <a:close/>
                <a:moveTo>
                  <a:pt x="2181" y="627"/>
                </a:moveTo>
                <a:cubicBezTo>
                  <a:pt x="2181" y="622"/>
                  <a:pt x="2177" y="618"/>
                  <a:pt x="2172" y="618"/>
                </a:cubicBezTo>
                <a:cubicBezTo>
                  <a:pt x="2167" y="618"/>
                  <a:pt x="2164" y="622"/>
                  <a:pt x="2164" y="627"/>
                </a:cubicBezTo>
                <a:cubicBezTo>
                  <a:pt x="2164" y="631"/>
                  <a:pt x="2167" y="635"/>
                  <a:pt x="2172" y="635"/>
                </a:cubicBezTo>
                <a:cubicBezTo>
                  <a:pt x="2177" y="635"/>
                  <a:pt x="2181" y="631"/>
                  <a:pt x="2181" y="627"/>
                </a:cubicBezTo>
                <a:close/>
                <a:moveTo>
                  <a:pt x="2207" y="627"/>
                </a:moveTo>
                <a:cubicBezTo>
                  <a:pt x="2207" y="622"/>
                  <a:pt x="2203" y="618"/>
                  <a:pt x="2198" y="618"/>
                </a:cubicBezTo>
                <a:cubicBezTo>
                  <a:pt x="2193" y="618"/>
                  <a:pt x="2189" y="622"/>
                  <a:pt x="2189" y="627"/>
                </a:cubicBezTo>
                <a:cubicBezTo>
                  <a:pt x="2189" y="631"/>
                  <a:pt x="2193" y="635"/>
                  <a:pt x="2198" y="635"/>
                </a:cubicBezTo>
                <a:cubicBezTo>
                  <a:pt x="2203" y="635"/>
                  <a:pt x="2207" y="631"/>
                  <a:pt x="2207" y="627"/>
                </a:cubicBezTo>
                <a:close/>
                <a:moveTo>
                  <a:pt x="2232" y="627"/>
                </a:moveTo>
                <a:cubicBezTo>
                  <a:pt x="2232" y="622"/>
                  <a:pt x="2228" y="618"/>
                  <a:pt x="2224" y="618"/>
                </a:cubicBezTo>
                <a:cubicBezTo>
                  <a:pt x="2219" y="618"/>
                  <a:pt x="2215" y="622"/>
                  <a:pt x="2215" y="627"/>
                </a:cubicBezTo>
                <a:cubicBezTo>
                  <a:pt x="2215" y="631"/>
                  <a:pt x="2219" y="635"/>
                  <a:pt x="2224" y="635"/>
                </a:cubicBezTo>
                <a:cubicBezTo>
                  <a:pt x="2228" y="635"/>
                  <a:pt x="2232" y="631"/>
                  <a:pt x="2232" y="627"/>
                </a:cubicBezTo>
                <a:close/>
                <a:moveTo>
                  <a:pt x="2258" y="627"/>
                </a:moveTo>
                <a:cubicBezTo>
                  <a:pt x="2258" y="622"/>
                  <a:pt x="2254" y="618"/>
                  <a:pt x="2249" y="618"/>
                </a:cubicBezTo>
                <a:cubicBezTo>
                  <a:pt x="2245" y="618"/>
                  <a:pt x="2241" y="622"/>
                  <a:pt x="2241" y="627"/>
                </a:cubicBezTo>
                <a:cubicBezTo>
                  <a:pt x="2241" y="631"/>
                  <a:pt x="2245" y="635"/>
                  <a:pt x="2249" y="635"/>
                </a:cubicBezTo>
                <a:cubicBezTo>
                  <a:pt x="2254" y="635"/>
                  <a:pt x="2258" y="631"/>
                  <a:pt x="2258" y="627"/>
                </a:cubicBezTo>
                <a:close/>
                <a:moveTo>
                  <a:pt x="2284" y="627"/>
                </a:moveTo>
                <a:cubicBezTo>
                  <a:pt x="2284" y="622"/>
                  <a:pt x="2280" y="618"/>
                  <a:pt x="2275" y="618"/>
                </a:cubicBezTo>
                <a:cubicBezTo>
                  <a:pt x="2270" y="618"/>
                  <a:pt x="2267" y="622"/>
                  <a:pt x="2267" y="627"/>
                </a:cubicBezTo>
                <a:cubicBezTo>
                  <a:pt x="2267" y="631"/>
                  <a:pt x="2270" y="635"/>
                  <a:pt x="2275" y="635"/>
                </a:cubicBezTo>
                <a:cubicBezTo>
                  <a:pt x="2280" y="635"/>
                  <a:pt x="2284" y="631"/>
                  <a:pt x="2284" y="627"/>
                </a:cubicBezTo>
                <a:close/>
                <a:moveTo>
                  <a:pt x="2310" y="627"/>
                </a:moveTo>
                <a:cubicBezTo>
                  <a:pt x="2310" y="622"/>
                  <a:pt x="2306" y="618"/>
                  <a:pt x="2301" y="618"/>
                </a:cubicBezTo>
                <a:cubicBezTo>
                  <a:pt x="2296" y="618"/>
                  <a:pt x="2292" y="622"/>
                  <a:pt x="2292" y="627"/>
                </a:cubicBezTo>
                <a:cubicBezTo>
                  <a:pt x="2292" y="631"/>
                  <a:pt x="2296" y="635"/>
                  <a:pt x="2301" y="635"/>
                </a:cubicBezTo>
                <a:cubicBezTo>
                  <a:pt x="2306" y="635"/>
                  <a:pt x="2310" y="631"/>
                  <a:pt x="2310" y="627"/>
                </a:cubicBezTo>
                <a:close/>
                <a:moveTo>
                  <a:pt x="2335" y="627"/>
                </a:moveTo>
                <a:cubicBezTo>
                  <a:pt x="2335" y="622"/>
                  <a:pt x="2331" y="618"/>
                  <a:pt x="2327" y="618"/>
                </a:cubicBezTo>
                <a:cubicBezTo>
                  <a:pt x="2322" y="618"/>
                  <a:pt x="2318" y="622"/>
                  <a:pt x="2318" y="627"/>
                </a:cubicBezTo>
                <a:cubicBezTo>
                  <a:pt x="2318" y="631"/>
                  <a:pt x="2322" y="635"/>
                  <a:pt x="2327" y="635"/>
                </a:cubicBezTo>
                <a:cubicBezTo>
                  <a:pt x="2331" y="635"/>
                  <a:pt x="2335" y="631"/>
                  <a:pt x="2335" y="627"/>
                </a:cubicBezTo>
                <a:close/>
                <a:moveTo>
                  <a:pt x="2387" y="627"/>
                </a:moveTo>
                <a:cubicBezTo>
                  <a:pt x="2387" y="622"/>
                  <a:pt x="2383" y="618"/>
                  <a:pt x="2378" y="618"/>
                </a:cubicBezTo>
                <a:cubicBezTo>
                  <a:pt x="2373" y="618"/>
                  <a:pt x="2370" y="622"/>
                  <a:pt x="2370" y="627"/>
                </a:cubicBezTo>
                <a:cubicBezTo>
                  <a:pt x="2370" y="631"/>
                  <a:pt x="2373" y="635"/>
                  <a:pt x="2378" y="635"/>
                </a:cubicBezTo>
                <a:cubicBezTo>
                  <a:pt x="2383" y="635"/>
                  <a:pt x="2387" y="631"/>
                  <a:pt x="2387" y="627"/>
                </a:cubicBezTo>
                <a:close/>
                <a:moveTo>
                  <a:pt x="326" y="652"/>
                </a:moveTo>
                <a:cubicBezTo>
                  <a:pt x="326" y="648"/>
                  <a:pt x="322" y="644"/>
                  <a:pt x="318" y="644"/>
                </a:cubicBezTo>
                <a:cubicBezTo>
                  <a:pt x="313" y="644"/>
                  <a:pt x="309" y="648"/>
                  <a:pt x="309" y="652"/>
                </a:cubicBezTo>
                <a:cubicBezTo>
                  <a:pt x="309" y="657"/>
                  <a:pt x="313" y="661"/>
                  <a:pt x="318" y="661"/>
                </a:cubicBezTo>
                <a:cubicBezTo>
                  <a:pt x="322" y="661"/>
                  <a:pt x="326" y="657"/>
                  <a:pt x="326" y="652"/>
                </a:cubicBezTo>
                <a:close/>
                <a:moveTo>
                  <a:pt x="352" y="652"/>
                </a:moveTo>
                <a:cubicBezTo>
                  <a:pt x="352" y="648"/>
                  <a:pt x="348" y="644"/>
                  <a:pt x="343" y="644"/>
                </a:cubicBezTo>
                <a:cubicBezTo>
                  <a:pt x="339" y="644"/>
                  <a:pt x="335" y="648"/>
                  <a:pt x="335" y="652"/>
                </a:cubicBezTo>
                <a:cubicBezTo>
                  <a:pt x="335" y="657"/>
                  <a:pt x="339" y="661"/>
                  <a:pt x="343" y="661"/>
                </a:cubicBezTo>
                <a:cubicBezTo>
                  <a:pt x="348" y="661"/>
                  <a:pt x="352" y="657"/>
                  <a:pt x="352" y="652"/>
                </a:cubicBezTo>
                <a:close/>
                <a:moveTo>
                  <a:pt x="378" y="652"/>
                </a:moveTo>
                <a:cubicBezTo>
                  <a:pt x="378" y="648"/>
                  <a:pt x="374" y="644"/>
                  <a:pt x="369" y="644"/>
                </a:cubicBezTo>
                <a:cubicBezTo>
                  <a:pt x="364" y="644"/>
                  <a:pt x="360" y="648"/>
                  <a:pt x="360" y="652"/>
                </a:cubicBezTo>
                <a:cubicBezTo>
                  <a:pt x="360" y="657"/>
                  <a:pt x="364" y="661"/>
                  <a:pt x="369" y="661"/>
                </a:cubicBezTo>
                <a:cubicBezTo>
                  <a:pt x="374" y="661"/>
                  <a:pt x="378" y="657"/>
                  <a:pt x="378" y="652"/>
                </a:cubicBezTo>
                <a:close/>
                <a:moveTo>
                  <a:pt x="403" y="652"/>
                </a:moveTo>
                <a:cubicBezTo>
                  <a:pt x="403" y="648"/>
                  <a:pt x="400" y="644"/>
                  <a:pt x="395" y="644"/>
                </a:cubicBezTo>
                <a:cubicBezTo>
                  <a:pt x="390" y="644"/>
                  <a:pt x="386" y="648"/>
                  <a:pt x="386" y="652"/>
                </a:cubicBezTo>
                <a:cubicBezTo>
                  <a:pt x="386" y="657"/>
                  <a:pt x="390" y="661"/>
                  <a:pt x="395" y="661"/>
                </a:cubicBezTo>
                <a:cubicBezTo>
                  <a:pt x="400" y="661"/>
                  <a:pt x="403" y="657"/>
                  <a:pt x="403" y="652"/>
                </a:cubicBezTo>
                <a:close/>
                <a:moveTo>
                  <a:pt x="429" y="652"/>
                </a:moveTo>
                <a:cubicBezTo>
                  <a:pt x="429" y="648"/>
                  <a:pt x="425" y="644"/>
                  <a:pt x="421" y="644"/>
                </a:cubicBezTo>
                <a:cubicBezTo>
                  <a:pt x="416" y="644"/>
                  <a:pt x="412" y="648"/>
                  <a:pt x="412" y="652"/>
                </a:cubicBezTo>
                <a:cubicBezTo>
                  <a:pt x="412" y="657"/>
                  <a:pt x="416" y="661"/>
                  <a:pt x="421" y="661"/>
                </a:cubicBezTo>
                <a:cubicBezTo>
                  <a:pt x="425" y="661"/>
                  <a:pt x="429" y="657"/>
                  <a:pt x="429" y="652"/>
                </a:cubicBezTo>
                <a:close/>
                <a:moveTo>
                  <a:pt x="455" y="652"/>
                </a:moveTo>
                <a:cubicBezTo>
                  <a:pt x="455" y="648"/>
                  <a:pt x="451" y="644"/>
                  <a:pt x="446" y="644"/>
                </a:cubicBezTo>
                <a:cubicBezTo>
                  <a:pt x="442" y="644"/>
                  <a:pt x="438" y="648"/>
                  <a:pt x="438" y="652"/>
                </a:cubicBezTo>
                <a:cubicBezTo>
                  <a:pt x="438" y="657"/>
                  <a:pt x="442" y="661"/>
                  <a:pt x="446" y="661"/>
                </a:cubicBezTo>
                <a:cubicBezTo>
                  <a:pt x="451" y="661"/>
                  <a:pt x="455" y="657"/>
                  <a:pt x="455" y="652"/>
                </a:cubicBezTo>
                <a:close/>
                <a:moveTo>
                  <a:pt x="481" y="652"/>
                </a:moveTo>
                <a:cubicBezTo>
                  <a:pt x="481" y="648"/>
                  <a:pt x="477" y="644"/>
                  <a:pt x="472" y="644"/>
                </a:cubicBezTo>
                <a:cubicBezTo>
                  <a:pt x="467" y="644"/>
                  <a:pt x="463" y="648"/>
                  <a:pt x="463" y="652"/>
                </a:cubicBezTo>
                <a:cubicBezTo>
                  <a:pt x="463" y="657"/>
                  <a:pt x="467" y="661"/>
                  <a:pt x="472" y="661"/>
                </a:cubicBezTo>
                <a:cubicBezTo>
                  <a:pt x="477" y="661"/>
                  <a:pt x="481" y="657"/>
                  <a:pt x="481" y="652"/>
                </a:cubicBezTo>
                <a:close/>
                <a:moveTo>
                  <a:pt x="506" y="652"/>
                </a:moveTo>
                <a:cubicBezTo>
                  <a:pt x="506" y="648"/>
                  <a:pt x="503" y="644"/>
                  <a:pt x="498" y="644"/>
                </a:cubicBezTo>
                <a:cubicBezTo>
                  <a:pt x="493" y="644"/>
                  <a:pt x="489" y="648"/>
                  <a:pt x="489" y="652"/>
                </a:cubicBezTo>
                <a:cubicBezTo>
                  <a:pt x="489" y="657"/>
                  <a:pt x="493" y="661"/>
                  <a:pt x="498" y="661"/>
                </a:cubicBezTo>
                <a:cubicBezTo>
                  <a:pt x="503" y="661"/>
                  <a:pt x="506" y="657"/>
                  <a:pt x="506" y="652"/>
                </a:cubicBezTo>
                <a:close/>
                <a:moveTo>
                  <a:pt x="532" y="652"/>
                </a:moveTo>
                <a:cubicBezTo>
                  <a:pt x="532" y="648"/>
                  <a:pt x="528" y="644"/>
                  <a:pt x="524" y="644"/>
                </a:cubicBezTo>
                <a:cubicBezTo>
                  <a:pt x="519" y="644"/>
                  <a:pt x="515" y="648"/>
                  <a:pt x="515" y="652"/>
                </a:cubicBezTo>
                <a:cubicBezTo>
                  <a:pt x="515" y="657"/>
                  <a:pt x="519" y="661"/>
                  <a:pt x="524" y="661"/>
                </a:cubicBezTo>
                <a:cubicBezTo>
                  <a:pt x="528" y="661"/>
                  <a:pt x="532" y="657"/>
                  <a:pt x="532" y="652"/>
                </a:cubicBezTo>
                <a:close/>
                <a:moveTo>
                  <a:pt x="558" y="652"/>
                </a:moveTo>
                <a:cubicBezTo>
                  <a:pt x="558" y="648"/>
                  <a:pt x="554" y="644"/>
                  <a:pt x="549" y="644"/>
                </a:cubicBezTo>
                <a:cubicBezTo>
                  <a:pt x="545" y="644"/>
                  <a:pt x="541" y="648"/>
                  <a:pt x="541" y="652"/>
                </a:cubicBezTo>
                <a:cubicBezTo>
                  <a:pt x="541" y="657"/>
                  <a:pt x="545" y="661"/>
                  <a:pt x="549" y="661"/>
                </a:cubicBezTo>
                <a:cubicBezTo>
                  <a:pt x="554" y="661"/>
                  <a:pt x="558" y="657"/>
                  <a:pt x="558" y="652"/>
                </a:cubicBezTo>
                <a:close/>
                <a:moveTo>
                  <a:pt x="584" y="652"/>
                </a:moveTo>
                <a:cubicBezTo>
                  <a:pt x="584" y="648"/>
                  <a:pt x="580" y="644"/>
                  <a:pt x="575" y="644"/>
                </a:cubicBezTo>
                <a:cubicBezTo>
                  <a:pt x="570" y="644"/>
                  <a:pt x="567" y="648"/>
                  <a:pt x="567" y="652"/>
                </a:cubicBezTo>
                <a:cubicBezTo>
                  <a:pt x="567" y="657"/>
                  <a:pt x="570" y="661"/>
                  <a:pt x="575" y="661"/>
                </a:cubicBezTo>
                <a:cubicBezTo>
                  <a:pt x="580" y="661"/>
                  <a:pt x="584" y="657"/>
                  <a:pt x="584" y="652"/>
                </a:cubicBezTo>
                <a:close/>
                <a:moveTo>
                  <a:pt x="609" y="652"/>
                </a:moveTo>
                <a:cubicBezTo>
                  <a:pt x="609" y="648"/>
                  <a:pt x="606" y="644"/>
                  <a:pt x="601" y="644"/>
                </a:cubicBezTo>
                <a:cubicBezTo>
                  <a:pt x="596" y="644"/>
                  <a:pt x="592" y="648"/>
                  <a:pt x="592" y="652"/>
                </a:cubicBezTo>
                <a:cubicBezTo>
                  <a:pt x="592" y="657"/>
                  <a:pt x="596" y="661"/>
                  <a:pt x="601" y="661"/>
                </a:cubicBezTo>
                <a:cubicBezTo>
                  <a:pt x="606" y="661"/>
                  <a:pt x="609" y="657"/>
                  <a:pt x="609" y="652"/>
                </a:cubicBezTo>
                <a:close/>
                <a:moveTo>
                  <a:pt x="635" y="652"/>
                </a:moveTo>
                <a:cubicBezTo>
                  <a:pt x="635" y="648"/>
                  <a:pt x="631" y="644"/>
                  <a:pt x="627" y="644"/>
                </a:cubicBezTo>
                <a:cubicBezTo>
                  <a:pt x="622" y="644"/>
                  <a:pt x="618" y="648"/>
                  <a:pt x="618" y="652"/>
                </a:cubicBezTo>
                <a:cubicBezTo>
                  <a:pt x="618" y="657"/>
                  <a:pt x="622" y="661"/>
                  <a:pt x="627" y="661"/>
                </a:cubicBezTo>
                <a:cubicBezTo>
                  <a:pt x="631" y="661"/>
                  <a:pt x="635" y="657"/>
                  <a:pt x="635" y="652"/>
                </a:cubicBezTo>
                <a:close/>
                <a:moveTo>
                  <a:pt x="661" y="652"/>
                </a:moveTo>
                <a:cubicBezTo>
                  <a:pt x="661" y="648"/>
                  <a:pt x="657" y="644"/>
                  <a:pt x="652" y="644"/>
                </a:cubicBezTo>
                <a:cubicBezTo>
                  <a:pt x="648" y="644"/>
                  <a:pt x="644" y="648"/>
                  <a:pt x="644" y="652"/>
                </a:cubicBezTo>
                <a:cubicBezTo>
                  <a:pt x="644" y="657"/>
                  <a:pt x="648" y="661"/>
                  <a:pt x="652" y="661"/>
                </a:cubicBezTo>
                <a:cubicBezTo>
                  <a:pt x="657" y="661"/>
                  <a:pt x="661" y="657"/>
                  <a:pt x="661" y="652"/>
                </a:cubicBezTo>
                <a:close/>
                <a:moveTo>
                  <a:pt x="687" y="652"/>
                </a:moveTo>
                <a:cubicBezTo>
                  <a:pt x="687" y="648"/>
                  <a:pt x="683" y="644"/>
                  <a:pt x="678" y="644"/>
                </a:cubicBezTo>
                <a:cubicBezTo>
                  <a:pt x="673" y="644"/>
                  <a:pt x="670" y="648"/>
                  <a:pt x="670" y="652"/>
                </a:cubicBezTo>
                <a:cubicBezTo>
                  <a:pt x="670" y="657"/>
                  <a:pt x="673" y="661"/>
                  <a:pt x="678" y="661"/>
                </a:cubicBezTo>
                <a:cubicBezTo>
                  <a:pt x="683" y="661"/>
                  <a:pt x="687" y="657"/>
                  <a:pt x="687" y="652"/>
                </a:cubicBezTo>
                <a:close/>
                <a:moveTo>
                  <a:pt x="712" y="652"/>
                </a:moveTo>
                <a:cubicBezTo>
                  <a:pt x="712" y="648"/>
                  <a:pt x="709" y="644"/>
                  <a:pt x="704" y="644"/>
                </a:cubicBezTo>
                <a:cubicBezTo>
                  <a:pt x="699" y="644"/>
                  <a:pt x="695" y="648"/>
                  <a:pt x="695" y="652"/>
                </a:cubicBezTo>
                <a:cubicBezTo>
                  <a:pt x="695" y="657"/>
                  <a:pt x="699" y="661"/>
                  <a:pt x="704" y="661"/>
                </a:cubicBezTo>
                <a:cubicBezTo>
                  <a:pt x="709" y="661"/>
                  <a:pt x="712" y="657"/>
                  <a:pt x="712" y="652"/>
                </a:cubicBezTo>
                <a:close/>
                <a:moveTo>
                  <a:pt x="738" y="652"/>
                </a:moveTo>
                <a:cubicBezTo>
                  <a:pt x="738" y="648"/>
                  <a:pt x="734" y="644"/>
                  <a:pt x="730" y="644"/>
                </a:cubicBezTo>
                <a:cubicBezTo>
                  <a:pt x="725" y="644"/>
                  <a:pt x="721" y="648"/>
                  <a:pt x="721" y="652"/>
                </a:cubicBezTo>
                <a:cubicBezTo>
                  <a:pt x="721" y="657"/>
                  <a:pt x="725" y="661"/>
                  <a:pt x="730" y="661"/>
                </a:cubicBezTo>
                <a:cubicBezTo>
                  <a:pt x="734" y="661"/>
                  <a:pt x="738" y="657"/>
                  <a:pt x="738" y="652"/>
                </a:cubicBezTo>
                <a:close/>
                <a:moveTo>
                  <a:pt x="764" y="652"/>
                </a:moveTo>
                <a:cubicBezTo>
                  <a:pt x="764" y="648"/>
                  <a:pt x="760" y="644"/>
                  <a:pt x="755" y="644"/>
                </a:cubicBezTo>
                <a:cubicBezTo>
                  <a:pt x="751" y="644"/>
                  <a:pt x="747" y="648"/>
                  <a:pt x="747" y="652"/>
                </a:cubicBezTo>
                <a:cubicBezTo>
                  <a:pt x="747" y="657"/>
                  <a:pt x="751" y="661"/>
                  <a:pt x="755" y="661"/>
                </a:cubicBezTo>
                <a:cubicBezTo>
                  <a:pt x="760" y="661"/>
                  <a:pt x="764" y="657"/>
                  <a:pt x="764" y="652"/>
                </a:cubicBezTo>
                <a:close/>
                <a:moveTo>
                  <a:pt x="1279" y="652"/>
                </a:moveTo>
                <a:cubicBezTo>
                  <a:pt x="1279" y="648"/>
                  <a:pt x="1275" y="644"/>
                  <a:pt x="1271" y="644"/>
                </a:cubicBezTo>
                <a:cubicBezTo>
                  <a:pt x="1266" y="644"/>
                  <a:pt x="1262" y="648"/>
                  <a:pt x="1262" y="652"/>
                </a:cubicBezTo>
                <a:cubicBezTo>
                  <a:pt x="1262" y="657"/>
                  <a:pt x="1266" y="661"/>
                  <a:pt x="1271" y="661"/>
                </a:cubicBezTo>
                <a:cubicBezTo>
                  <a:pt x="1275" y="661"/>
                  <a:pt x="1279" y="657"/>
                  <a:pt x="1279" y="652"/>
                </a:cubicBezTo>
                <a:close/>
                <a:moveTo>
                  <a:pt x="1305" y="652"/>
                </a:moveTo>
                <a:cubicBezTo>
                  <a:pt x="1305" y="648"/>
                  <a:pt x="1301" y="644"/>
                  <a:pt x="1296" y="644"/>
                </a:cubicBezTo>
                <a:cubicBezTo>
                  <a:pt x="1292" y="644"/>
                  <a:pt x="1288" y="648"/>
                  <a:pt x="1288" y="652"/>
                </a:cubicBezTo>
                <a:cubicBezTo>
                  <a:pt x="1288" y="657"/>
                  <a:pt x="1292" y="661"/>
                  <a:pt x="1296" y="661"/>
                </a:cubicBezTo>
                <a:cubicBezTo>
                  <a:pt x="1301" y="661"/>
                  <a:pt x="1305" y="657"/>
                  <a:pt x="1305" y="652"/>
                </a:cubicBezTo>
                <a:close/>
                <a:moveTo>
                  <a:pt x="1331" y="652"/>
                </a:moveTo>
                <a:cubicBezTo>
                  <a:pt x="1331" y="648"/>
                  <a:pt x="1327" y="644"/>
                  <a:pt x="1322" y="644"/>
                </a:cubicBezTo>
                <a:cubicBezTo>
                  <a:pt x="1317" y="644"/>
                  <a:pt x="1314" y="648"/>
                  <a:pt x="1314" y="652"/>
                </a:cubicBezTo>
                <a:cubicBezTo>
                  <a:pt x="1314" y="657"/>
                  <a:pt x="1317" y="661"/>
                  <a:pt x="1322" y="661"/>
                </a:cubicBezTo>
                <a:cubicBezTo>
                  <a:pt x="1327" y="661"/>
                  <a:pt x="1331" y="657"/>
                  <a:pt x="1331" y="652"/>
                </a:cubicBezTo>
                <a:close/>
                <a:moveTo>
                  <a:pt x="1356" y="652"/>
                </a:moveTo>
                <a:cubicBezTo>
                  <a:pt x="1356" y="648"/>
                  <a:pt x="1353" y="644"/>
                  <a:pt x="1348" y="644"/>
                </a:cubicBezTo>
                <a:cubicBezTo>
                  <a:pt x="1343" y="644"/>
                  <a:pt x="1339" y="648"/>
                  <a:pt x="1339" y="652"/>
                </a:cubicBezTo>
                <a:cubicBezTo>
                  <a:pt x="1339" y="657"/>
                  <a:pt x="1343" y="661"/>
                  <a:pt x="1348" y="661"/>
                </a:cubicBezTo>
                <a:cubicBezTo>
                  <a:pt x="1353" y="661"/>
                  <a:pt x="1356" y="657"/>
                  <a:pt x="1356" y="652"/>
                </a:cubicBezTo>
                <a:close/>
                <a:moveTo>
                  <a:pt x="1382" y="652"/>
                </a:moveTo>
                <a:cubicBezTo>
                  <a:pt x="1382" y="648"/>
                  <a:pt x="1378" y="644"/>
                  <a:pt x="1374" y="644"/>
                </a:cubicBezTo>
                <a:cubicBezTo>
                  <a:pt x="1369" y="644"/>
                  <a:pt x="1365" y="648"/>
                  <a:pt x="1365" y="652"/>
                </a:cubicBezTo>
                <a:cubicBezTo>
                  <a:pt x="1365" y="657"/>
                  <a:pt x="1369" y="661"/>
                  <a:pt x="1374" y="661"/>
                </a:cubicBezTo>
                <a:cubicBezTo>
                  <a:pt x="1378" y="661"/>
                  <a:pt x="1382" y="657"/>
                  <a:pt x="1382" y="652"/>
                </a:cubicBezTo>
                <a:close/>
                <a:moveTo>
                  <a:pt x="1408" y="652"/>
                </a:moveTo>
                <a:cubicBezTo>
                  <a:pt x="1408" y="648"/>
                  <a:pt x="1404" y="644"/>
                  <a:pt x="1399" y="644"/>
                </a:cubicBezTo>
                <a:cubicBezTo>
                  <a:pt x="1395" y="644"/>
                  <a:pt x="1391" y="648"/>
                  <a:pt x="1391" y="652"/>
                </a:cubicBezTo>
                <a:cubicBezTo>
                  <a:pt x="1391" y="657"/>
                  <a:pt x="1395" y="661"/>
                  <a:pt x="1399" y="661"/>
                </a:cubicBezTo>
                <a:cubicBezTo>
                  <a:pt x="1404" y="661"/>
                  <a:pt x="1408" y="657"/>
                  <a:pt x="1408" y="652"/>
                </a:cubicBezTo>
                <a:close/>
                <a:moveTo>
                  <a:pt x="1434" y="652"/>
                </a:moveTo>
                <a:cubicBezTo>
                  <a:pt x="1434" y="648"/>
                  <a:pt x="1430" y="644"/>
                  <a:pt x="1425" y="644"/>
                </a:cubicBezTo>
                <a:cubicBezTo>
                  <a:pt x="1420" y="644"/>
                  <a:pt x="1417" y="648"/>
                  <a:pt x="1417" y="652"/>
                </a:cubicBezTo>
                <a:cubicBezTo>
                  <a:pt x="1417" y="657"/>
                  <a:pt x="1420" y="661"/>
                  <a:pt x="1425" y="661"/>
                </a:cubicBezTo>
                <a:cubicBezTo>
                  <a:pt x="1430" y="661"/>
                  <a:pt x="1434" y="657"/>
                  <a:pt x="1434" y="652"/>
                </a:cubicBezTo>
                <a:close/>
                <a:moveTo>
                  <a:pt x="1459" y="652"/>
                </a:moveTo>
                <a:cubicBezTo>
                  <a:pt x="1459" y="648"/>
                  <a:pt x="1456" y="644"/>
                  <a:pt x="1451" y="644"/>
                </a:cubicBezTo>
                <a:cubicBezTo>
                  <a:pt x="1446" y="644"/>
                  <a:pt x="1442" y="648"/>
                  <a:pt x="1442" y="652"/>
                </a:cubicBezTo>
                <a:cubicBezTo>
                  <a:pt x="1442" y="657"/>
                  <a:pt x="1446" y="661"/>
                  <a:pt x="1451" y="661"/>
                </a:cubicBezTo>
                <a:cubicBezTo>
                  <a:pt x="1456" y="661"/>
                  <a:pt x="1459" y="657"/>
                  <a:pt x="1459" y="652"/>
                </a:cubicBezTo>
                <a:close/>
                <a:moveTo>
                  <a:pt x="1485" y="652"/>
                </a:moveTo>
                <a:cubicBezTo>
                  <a:pt x="1485" y="648"/>
                  <a:pt x="1481" y="644"/>
                  <a:pt x="1477" y="644"/>
                </a:cubicBezTo>
                <a:cubicBezTo>
                  <a:pt x="1472" y="644"/>
                  <a:pt x="1468" y="648"/>
                  <a:pt x="1468" y="652"/>
                </a:cubicBezTo>
                <a:cubicBezTo>
                  <a:pt x="1468" y="657"/>
                  <a:pt x="1472" y="661"/>
                  <a:pt x="1477" y="661"/>
                </a:cubicBezTo>
                <a:cubicBezTo>
                  <a:pt x="1481" y="661"/>
                  <a:pt x="1485" y="657"/>
                  <a:pt x="1485" y="652"/>
                </a:cubicBezTo>
                <a:close/>
                <a:moveTo>
                  <a:pt x="1511" y="652"/>
                </a:moveTo>
                <a:cubicBezTo>
                  <a:pt x="1511" y="648"/>
                  <a:pt x="1507" y="644"/>
                  <a:pt x="1502" y="644"/>
                </a:cubicBezTo>
                <a:cubicBezTo>
                  <a:pt x="1498" y="644"/>
                  <a:pt x="1494" y="648"/>
                  <a:pt x="1494" y="652"/>
                </a:cubicBezTo>
                <a:cubicBezTo>
                  <a:pt x="1494" y="657"/>
                  <a:pt x="1498" y="661"/>
                  <a:pt x="1502" y="661"/>
                </a:cubicBezTo>
                <a:cubicBezTo>
                  <a:pt x="1507" y="661"/>
                  <a:pt x="1511" y="657"/>
                  <a:pt x="1511" y="652"/>
                </a:cubicBezTo>
                <a:close/>
                <a:moveTo>
                  <a:pt x="1537" y="652"/>
                </a:moveTo>
                <a:cubicBezTo>
                  <a:pt x="1537" y="648"/>
                  <a:pt x="1533" y="644"/>
                  <a:pt x="1528" y="644"/>
                </a:cubicBezTo>
                <a:cubicBezTo>
                  <a:pt x="1523" y="644"/>
                  <a:pt x="1520" y="648"/>
                  <a:pt x="1520" y="652"/>
                </a:cubicBezTo>
                <a:cubicBezTo>
                  <a:pt x="1520" y="657"/>
                  <a:pt x="1523" y="661"/>
                  <a:pt x="1528" y="661"/>
                </a:cubicBezTo>
                <a:cubicBezTo>
                  <a:pt x="1533" y="661"/>
                  <a:pt x="1537" y="657"/>
                  <a:pt x="1537" y="652"/>
                </a:cubicBezTo>
                <a:close/>
                <a:moveTo>
                  <a:pt x="1563" y="652"/>
                </a:moveTo>
                <a:cubicBezTo>
                  <a:pt x="1563" y="648"/>
                  <a:pt x="1559" y="644"/>
                  <a:pt x="1554" y="644"/>
                </a:cubicBezTo>
                <a:cubicBezTo>
                  <a:pt x="1549" y="644"/>
                  <a:pt x="1545" y="648"/>
                  <a:pt x="1545" y="652"/>
                </a:cubicBezTo>
                <a:cubicBezTo>
                  <a:pt x="1545" y="657"/>
                  <a:pt x="1549" y="661"/>
                  <a:pt x="1554" y="661"/>
                </a:cubicBezTo>
                <a:cubicBezTo>
                  <a:pt x="1559" y="661"/>
                  <a:pt x="1563" y="657"/>
                  <a:pt x="1563" y="652"/>
                </a:cubicBezTo>
                <a:close/>
                <a:moveTo>
                  <a:pt x="1588" y="652"/>
                </a:moveTo>
                <a:cubicBezTo>
                  <a:pt x="1588" y="648"/>
                  <a:pt x="1584" y="644"/>
                  <a:pt x="1580" y="644"/>
                </a:cubicBezTo>
                <a:cubicBezTo>
                  <a:pt x="1575" y="644"/>
                  <a:pt x="1571" y="648"/>
                  <a:pt x="1571" y="652"/>
                </a:cubicBezTo>
                <a:cubicBezTo>
                  <a:pt x="1571" y="657"/>
                  <a:pt x="1575" y="661"/>
                  <a:pt x="1580" y="661"/>
                </a:cubicBezTo>
                <a:cubicBezTo>
                  <a:pt x="1584" y="661"/>
                  <a:pt x="1588" y="657"/>
                  <a:pt x="1588" y="652"/>
                </a:cubicBezTo>
                <a:close/>
                <a:moveTo>
                  <a:pt x="1614" y="652"/>
                </a:moveTo>
                <a:cubicBezTo>
                  <a:pt x="1614" y="648"/>
                  <a:pt x="1610" y="644"/>
                  <a:pt x="1605" y="644"/>
                </a:cubicBezTo>
                <a:cubicBezTo>
                  <a:pt x="1601" y="644"/>
                  <a:pt x="1597" y="648"/>
                  <a:pt x="1597" y="652"/>
                </a:cubicBezTo>
                <a:cubicBezTo>
                  <a:pt x="1597" y="657"/>
                  <a:pt x="1601" y="661"/>
                  <a:pt x="1605" y="661"/>
                </a:cubicBezTo>
                <a:cubicBezTo>
                  <a:pt x="1610" y="661"/>
                  <a:pt x="1614" y="657"/>
                  <a:pt x="1614" y="652"/>
                </a:cubicBezTo>
                <a:close/>
                <a:moveTo>
                  <a:pt x="1640" y="652"/>
                </a:moveTo>
                <a:cubicBezTo>
                  <a:pt x="1640" y="648"/>
                  <a:pt x="1636" y="644"/>
                  <a:pt x="1631" y="644"/>
                </a:cubicBezTo>
                <a:cubicBezTo>
                  <a:pt x="1626" y="644"/>
                  <a:pt x="1623" y="648"/>
                  <a:pt x="1623" y="652"/>
                </a:cubicBezTo>
                <a:cubicBezTo>
                  <a:pt x="1623" y="657"/>
                  <a:pt x="1626" y="661"/>
                  <a:pt x="1631" y="661"/>
                </a:cubicBezTo>
                <a:cubicBezTo>
                  <a:pt x="1636" y="661"/>
                  <a:pt x="1640" y="657"/>
                  <a:pt x="1640" y="652"/>
                </a:cubicBezTo>
                <a:close/>
                <a:moveTo>
                  <a:pt x="1666" y="652"/>
                </a:moveTo>
                <a:cubicBezTo>
                  <a:pt x="1666" y="648"/>
                  <a:pt x="1662" y="644"/>
                  <a:pt x="1657" y="644"/>
                </a:cubicBezTo>
                <a:cubicBezTo>
                  <a:pt x="1652" y="644"/>
                  <a:pt x="1648" y="648"/>
                  <a:pt x="1648" y="652"/>
                </a:cubicBezTo>
                <a:cubicBezTo>
                  <a:pt x="1648" y="657"/>
                  <a:pt x="1652" y="661"/>
                  <a:pt x="1657" y="661"/>
                </a:cubicBezTo>
                <a:cubicBezTo>
                  <a:pt x="1662" y="661"/>
                  <a:pt x="1666" y="657"/>
                  <a:pt x="1666" y="652"/>
                </a:cubicBezTo>
                <a:close/>
                <a:moveTo>
                  <a:pt x="1691" y="652"/>
                </a:moveTo>
                <a:cubicBezTo>
                  <a:pt x="1691" y="648"/>
                  <a:pt x="1687" y="644"/>
                  <a:pt x="1683" y="644"/>
                </a:cubicBezTo>
                <a:cubicBezTo>
                  <a:pt x="1678" y="644"/>
                  <a:pt x="1674" y="648"/>
                  <a:pt x="1674" y="652"/>
                </a:cubicBezTo>
                <a:cubicBezTo>
                  <a:pt x="1674" y="657"/>
                  <a:pt x="1678" y="661"/>
                  <a:pt x="1683" y="661"/>
                </a:cubicBezTo>
                <a:cubicBezTo>
                  <a:pt x="1687" y="661"/>
                  <a:pt x="1691" y="657"/>
                  <a:pt x="1691" y="652"/>
                </a:cubicBezTo>
                <a:close/>
                <a:moveTo>
                  <a:pt x="1717" y="652"/>
                </a:moveTo>
                <a:cubicBezTo>
                  <a:pt x="1717" y="648"/>
                  <a:pt x="1713" y="644"/>
                  <a:pt x="1708" y="644"/>
                </a:cubicBezTo>
                <a:cubicBezTo>
                  <a:pt x="1704" y="644"/>
                  <a:pt x="1700" y="648"/>
                  <a:pt x="1700" y="652"/>
                </a:cubicBezTo>
                <a:cubicBezTo>
                  <a:pt x="1700" y="657"/>
                  <a:pt x="1704" y="661"/>
                  <a:pt x="1708" y="661"/>
                </a:cubicBezTo>
                <a:cubicBezTo>
                  <a:pt x="1713" y="661"/>
                  <a:pt x="1717" y="657"/>
                  <a:pt x="1717" y="652"/>
                </a:cubicBezTo>
                <a:close/>
                <a:moveTo>
                  <a:pt x="1743" y="652"/>
                </a:moveTo>
                <a:cubicBezTo>
                  <a:pt x="1743" y="648"/>
                  <a:pt x="1739" y="644"/>
                  <a:pt x="1734" y="644"/>
                </a:cubicBezTo>
                <a:cubicBezTo>
                  <a:pt x="1730" y="644"/>
                  <a:pt x="1726" y="648"/>
                  <a:pt x="1726" y="652"/>
                </a:cubicBezTo>
                <a:cubicBezTo>
                  <a:pt x="1726" y="657"/>
                  <a:pt x="1730" y="661"/>
                  <a:pt x="1734" y="661"/>
                </a:cubicBezTo>
                <a:cubicBezTo>
                  <a:pt x="1739" y="661"/>
                  <a:pt x="1743" y="657"/>
                  <a:pt x="1743" y="652"/>
                </a:cubicBezTo>
                <a:close/>
                <a:moveTo>
                  <a:pt x="1769" y="652"/>
                </a:moveTo>
                <a:cubicBezTo>
                  <a:pt x="1769" y="648"/>
                  <a:pt x="1765" y="644"/>
                  <a:pt x="1760" y="644"/>
                </a:cubicBezTo>
                <a:cubicBezTo>
                  <a:pt x="1755" y="644"/>
                  <a:pt x="1751" y="648"/>
                  <a:pt x="1751" y="652"/>
                </a:cubicBezTo>
                <a:cubicBezTo>
                  <a:pt x="1751" y="657"/>
                  <a:pt x="1755" y="661"/>
                  <a:pt x="1760" y="661"/>
                </a:cubicBezTo>
                <a:cubicBezTo>
                  <a:pt x="1765" y="661"/>
                  <a:pt x="1769" y="657"/>
                  <a:pt x="1769" y="652"/>
                </a:cubicBezTo>
                <a:close/>
                <a:moveTo>
                  <a:pt x="1794" y="652"/>
                </a:moveTo>
                <a:cubicBezTo>
                  <a:pt x="1794" y="648"/>
                  <a:pt x="1791" y="644"/>
                  <a:pt x="1786" y="644"/>
                </a:cubicBezTo>
                <a:cubicBezTo>
                  <a:pt x="1781" y="644"/>
                  <a:pt x="1777" y="648"/>
                  <a:pt x="1777" y="652"/>
                </a:cubicBezTo>
                <a:cubicBezTo>
                  <a:pt x="1777" y="657"/>
                  <a:pt x="1781" y="661"/>
                  <a:pt x="1786" y="661"/>
                </a:cubicBezTo>
                <a:cubicBezTo>
                  <a:pt x="1791" y="661"/>
                  <a:pt x="1794" y="657"/>
                  <a:pt x="1794" y="652"/>
                </a:cubicBezTo>
                <a:close/>
                <a:moveTo>
                  <a:pt x="1820" y="652"/>
                </a:moveTo>
                <a:cubicBezTo>
                  <a:pt x="1820" y="648"/>
                  <a:pt x="1816" y="644"/>
                  <a:pt x="1812" y="644"/>
                </a:cubicBezTo>
                <a:cubicBezTo>
                  <a:pt x="1807" y="644"/>
                  <a:pt x="1803" y="648"/>
                  <a:pt x="1803" y="652"/>
                </a:cubicBezTo>
                <a:cubicBezTo>
                  <a:pt x="1803" y="657"/>
                  <a:pt x="1807" y="661"/>
                  <a:pt x="1812" y="661"/>
                </a:cubicBezTo>
                <a:cubicBezTo>
                  <a:pt x="1816" y="661"/>
                  <a:pt x="1820" y="657"/>
                  <a:pt x="1820" y="652"/>
                </a:cubicBezTo>
                <a:close/>
                <a:moveTo>
                  <a:pt x="1846" y="652"/>
                </a:moveTo>
                <a:cubicBezTo>
                  <a:pt x="1846" y="648"/>
                  <a:pt x="1842" y="644"/>
                  <a:pt x="1837" y="644"/>
                </a:cubicBezTo>
                <a:cubicBezTo>
                  <a:pt x="1833" y="644"/>
                  <a:pt x="1829" y="648"/>
                  <a:pt x="1829" y="652"/>
                </a:cubicBezTo>
                <a:cubicBezTo>
                  <a:pt x="1829" y="657"/>
                  <a:pt x="1833" y="661"/>
                  <a:pt x="1837" y="661"/>
                </a:cubicBezTo>
                <a:cubicBezTo>
                  <a:pt x="1842" y="661"/>
                  <a:pt x="1846" y="657"/>
                  <a:pt x="1846" y="652"/>
                </a:cubicBezTo>
                <a:close/>
                <a:moveTo>
                  <a:pt x="1872" y="652"/>
                </a:moveTo>
                <a:cubicBezTo>
                  <a:pt x="1872" y="648"/>
                  <a:pt x="1868" y="644"/>
                  <a:pt x="1863" y="644"/>
                </a:cubicBezTo>
                <a:cubicBezTo>
                  <a:pt x="1858" y="644"/>
                  <a:pt x="1854" y="648"/>
                  <a:pt x="1854" y="652"/>
                </a:cubicBezTo>
                <a:cubicBezTo>
                  <a:pt x="1854" y="657"/>
                  <a:pt x="1858" y="661"/>
                  <a:pt x="1863" y="661"/>
                </a:cubicBezTo>
                <a:cubicBezTo>
                  <a:pt x="1868" y="661"/>
                  <a:pt x="1872" y="657"/>
                  <a:pt x="1872" y="652"/>
                </a:cubicBezTo>
                <a:close/>
                <a:moveTo>
                  <a:pt x="1897" y="652"/>
                </a:moveTo>
                <a:cubicBezTo>
                  <a:pt x="1897" y="648"/>
                  <a:pt x="1894" y="644"/>
                  <a:pt x="1889" y="644"/>
                </a:cubicBezTo>
                <a:cubicBezTo>
                  <a:pt x="1884" y="644"/>
                  <a:pt x="1880" y="648"/>
                  <a:pt x="1880" y="652"/>
                </a:cubicBezTo>
                <a:cubicBezTo>
                  <a:pt x="1880" y="657"/>
                  <a:pt x="1884" y="661"/>
                  <a:pt x="1889" y="661"/>
                </a:cubicBezTo>
                <a:cubicBezTo>
                  <a:pt x="1894" y="661"/>
                  <a:pt x="1897" y="657"/>
                  <a:pt x="1897" y="652"/>
                </a:cubicBezTo>
                <a:close/>
                <a:moveTo>
                  <a:pt x="1923" y="652"/>
                </a:moveTo>
                <a:cubicBezTo>
                  <a:pt x="1923" y="648"/>
                  <a:pt x="1919" y="644"/>
                  <a:pt x="1915" y="644"/>
                </a:cubicBezTo>
                <a:cubicBezTo>
                  <a:pt x="1910" y="644"/>
                  <a:pt x="1906" y="648"/>
                  <a:pt x="1906" y="652"/>
                </a:cubicBezTo>
                <a:cubicBezTo>
                  <a:pt x="1906" y="657"/>
                  <a:pt x="1910" y="661"/>
                  <a:pt x="1915" y="661"/>
                </a:cubicBezTo>
                <a:cubicBezTo>
                  <a:pt x="1919" y="661"/>
                  <a:pt x="1923" y="657"/>
                  <a:pt x="1923" y="652"/>
                </a:cubicBezTo>
                <a:close/>
                <a:moveTo>
                  <a:pt x="1949" y="652"/>
                </a:moveTo>
                <a:cubicBezTo>
                  <a:pt x="1949" y="648"/>
                  <a:pt x="1945" y="644"/>
                  <a:pt x="1940" y="644"/>
                </a:cubicBezTo>
                <a:cubicBezTo>
                  <a:pt x="1936" y="644"/>
                  <a:pt x="1932" y="648"/>
                  <a:pt x="1932" y="652"/>
                </a:cubicBezTo>
                <a:cubicBezTo>
                  <a:pt x="1932" y="657"/>
                  <a:pt x="1936" y="661"/>
                  <a:pt x="1940" y="661"/>
                </a:cubicBezTo>
                <a:cubicBezTo>
                  <a:pt x="1945" y="661"/>
                  <a:pt x="1949" y="657"/>
                  <a:pt x="1949" y="652"/>
                </a:cubicBezTo>
                <a:close/>
                <a:moveTo>
                  <a:pt x="1975" y="652"/>
                </a:moveTo>
                <a:cubicBezTo>
                  <a:pt x="1975" y="648"/>
                  <a:pt x="1971" y="644"/>
                  <a:pt x="1966" y="644"/>
                </a:cubicBezTo>
                <a:cubicBezTo>
                  <a:pt x="1961" y="644"/>
                  <a:pt x="1957" y="648"/>
                  <a:pt x="1957" y="652"/>
                </a:cubicBezTo>
                <a:cubicBezTo>
                  <a:pt x="1957" y="657"/>
                  <a:pt x="1961" y="661"/>
                  <a:pt x="1966" y="661"/>
                </a:cubicBezTo>
                <a:cubicBezTo>
                  <a:pt x="1971" y="661"/>
                  <a:pt x="1975" y="657"/>
                  <a:pt x="1975" y="652"/>
                </a:cubicBezTo>
                <a:close/>
                <a:moveTo>
                  <a:pt x="2000" y="652"/>
                </a:moveTo>
                <a:cubicBezTo>
                  <a:pt x="2000" y="648"/>
                  <a:pt x="1997" y="644"/>
                  <a:pt x="1992" y="644"/>
                </a:cubicBezTo>
                <a:cubicBezTo>
                  <a:pt x="1987" y="644"/>
                  <a:pt x="1983" y="648"/>
                  <a:pt x="1983" y="652"/>
                </a:cubicBezTo>
                <a:cubicBezTo>
                  <a:pt x="1983" y="657"/>
                  <a:pt x="1987" y="661"/>
                  <a:pt x="1992" y="661"/>
                </a:cubicBezTo>
                <a:cubicBezTo>
                  <a:pt x="1997" y="661"/>
                  <a:pt x="2000" y="657"/>
                  <a:pt x="2000" y="652"/>
                </a:cubicBezTo>
                <a:close/>
                <a:moveTo>
                  <a:pt x="2026" y="652"/>
                </a:moveTo>
                <a:cubicBezTo>
                  <a:pt x="2026" y="648"/>
                  <a:pt x="2022" y="644"/>
                  <a:pt x="2018" y="644"/>
                </a:cubicBezTo>
                <a:cubicBezTo>
                  <a:pt x="2013" y="644"/>
                  <a:pt x="2009" y="648"/>
                  <a:pt x="2009" y="652"/>
                </a:cubicBezTo>
                <a:cubicBezTo>
                  <a:pt x="2009" y="657"/>
                  <a:pt x="2013" y="661"/>
                  <a:pt x="2018" y="661"/>
                </a:cubicBezTo>
                <a:cubicBezTo>
                  <a:pt x="2022" y="661"/>
                  <a:pt x="2026" y="657"/>
                  <a:pt x="2026" y="652"/>
                </a:cubicBezTo>
                <a:close/>
                <a:moveTo>
                  <a:pt x="2052" y="652"/>
                </a:moveTo>
                <a:cubicBezTo>
                  <a:pt x="2052" y="648"/>
                  <a:pt x="2048" y="644"/>
                  <a:pt x="2043" y="644"/>
                </a:cubicBezTo>
                <a:cubicBezTo>
                  <a:pt x="2039" y="644"/>
                  <a:pt x="2035" y="648"/>
                  <a:pt x="2035" y="652"/>
                </a:cubicBezTo>
                <a:cubicBezTo>
                  <a:pt x="2035" y="657"/>
                  <a:pt x="2039" y="661"/>
                  <a:pt x="2043" y="661"/>
                </a:cubicBezTo>
                <a:cubicBezTo>
                  <a:pt x="2048" y="661"/>
                  <a:pt x="2052" y="657"/>
                  <a:pt x="2052" y="652"/>
                </a:cubicBezTo>
                <a:close/>
                <a:moveTo>
                  <a:pt x="2078" y="652"/>
                </a:moveTo>
                <a:cubicBezTo>
                  <a:pt x="2078" y="648"/>
                  <a:pt x="2074" y="644"/>
                  <a:pt x="2069" y="644"/>
                </a:cubicBezTo>
                <a:cubicBezTo>
                  <a:pt x="2064" y="644"/>
                  <a:pt x="2061" y="648"/>
                  <a:pt x="2061" y="652"/>
                </a:cubicBezTo>
                <a:cubicBezTo>
                  <a:pt x="2061" y="657"/>
                  <a:pt x="2064" y="661"/>
                  <a:pt x="2069" y="661"/>
                </a:cubicBezTo>
                <a:cubicBezTo>
                  <a:pt x="2074" y="661"/>
                  <a:pt x="2078" y="657"/>
                  <a:pt x="2078" y="652"/>
                </a:cubicBezTo>
                <a:close/>
                <a:moveTo>
                  <a:pt x="2103" y="652"/>
                </a:moveTo>
                <a:cubicBezTo>
                  <a:pt x="2103" y="648"/>
                  <a:pt x="2100" y="644"/>
                  <a:pt x="2095" y="644"/>
                </a:cubicBezTo>
                <a:cubicBezTo>
                  <a:pt x="2090" y="644"/>
                  <a:pt x="2086" y="648"/>
                  <a:pt x="2086" y="652"/>
                </a:cubicBezTo>
                <a:cubicBezTo>
                  <a:pt x="2086" y="657"/>
                  <a:pt x="2090" y="661"/>
                  <a:pt x="2095" y="661"/>
                </a:cubicBezTo>
                <a:cubicBezTo>
                  <a:pt x="2100" y="661"/>
                  <a:pt x="2103" y="657"/>
                  <a:pt x="2103" y="652"/>
                </a:cubicBezTo>
                <a:close/>
                <a:moveTo>
                  <a:pt x="2129" y="652"/>
                </a:moveTo>
                <a:cubicBezTo>
                  <a:pt x="2129" y="648"/>
                  <a:pt x="2125" y="644"/>
                  <a:pt x="2121" y="644"/>
                </a:cubicBezTo>
                <a:cubicBezTo>
                  <a:pt x="2116" y="644"/>
                  <a:pt x="2112" y="648"/>
                  <a:pt x="2112" y="652"/>
                </a:cubicBezTo>
                <a:cubicBezTo>
                  <a:pt x="2112" y="657"/>
                  <a:pt x="2116" y="661"/>
                  <a:pt x="2121" y="661"/>
                </a:cubicBezTo>
                <a:cubicBezTo>
                  <a:pt x="2125" y="661"/>
                  <a:pt x="2129" y="657"/>
                  <a:pt x="2129" y="652"/>
                </a:cubicBezTo>
                <a:close/>
                <a:moveTo>
                  <a:pt x="2155" y="652"/>
                </a:moveTo>
                <a:cubicBezTo>
                  <a:pt x="2155" y="648"/>
                  <a:pt x="2151" y="644"/>
                  <a:pt x="2146" y="644"/>
                </a:cubicBezTo>
                <a:cubicBezTo>
                  <a:pt x="2142" y="644"/>
                  <a:pt x="2138" y="648"/>
                  <a:pt x="2138" y="652"/>
                </a:cubicBezTo>
                <a:cubicBezTo>
                  <a:pt x="2138" y="657"/>
                  <a:pt x="2142" y="661"/>
                  <a:pt x="2146" y="661"/>
                </a:cubicBezTo>
                <a:cubicBezTo>
                  <a:pt x="2151" y="661"/>
                  <a:pt x="2155" y="657"/>
                  <a:pt x="2155" y="652"/>
                </a:cubicBezTo>
                <a:close/>
                <a:moveTo>
                  <a:pt x="2181" y="652"/>
                </a:moveTo>
                <a:cubicBezTo>
                  <a:pt x="2181" y="648"/>
                  <a:pt x="2177" y="644"/>
                  <a:pt x="2172" y="644"/>
                </a:cubicBezTo>
                <a:cubicBezTo>
                  <a:pt x="2167" y="644"/>
                  <a:pt x="2164" y="648"/>
                  <a:pt x="2164" y="652"/>
                </a:cubicBezTo>
                <a:cubicBezTo>
                  <a:pt x="2164" y="657"/>
                  <a:pt x="2167" y="661"/>
                  <a:pt x="2172" y="661"/>
                </a:cubicBezTo>
                <a:cubicBezTo>
                  <a:pt x="2177" y="661"/>
                  <a:pt x="2181" y="657"/>
                  <a:pt x="2181" y="652"/>
                </a:cubicBezTo>
                <a:close/>
                <a:moveTo>
                  <a:pt x="2207" y="652"/>
                </a:moveTo>
                <a:cubicBezTo>
                  <a:pt x="2207" y="648"/>
                  <a:pt x="2203" y="644"/>
                  <a:pt x="2198" y="644"/>
                </a:cubicBezTo>
                <a:cubicBezTo>
                  <a:pt x="2193" y="644"/>
                  <a:pt x="2189" y="648"/>
                  <a:pt x="2189" y="652"/>
                </a:cubicBezTo>
                <a:cubicBezTo>
                  <a:pt x="2189" y="657"/>
                  <a:pt x="2193" y="661"/>
                  <a:pt x="2198" y="661"/>
                </a:cubicBezTo>
                <a:cubicBezTo>
                  <a:pt x="2203" y="661"/>
                  <a:pt x="2207" y="657"/>
                  <a:pt x="2207" y="652"/>
                </a:cubicBezTo>
                <a:close/>
                <a:moveTo>
                  <a:pt x="2232" y="652"/>
                </a:moveTo>
                <a:cubicBezTo>
                  <a:pt x="2232" y="648"/>
                  <a:pt x="2228" y="644"/>
                  <a:pt x="2224" y="644"/>
                </a:cubicBezTo>
                <a:cubicBezTo>
                  <a:pt x="2219" y="644"/>
                  <a:pt x="2215" y="648"/>
                  <a:pt x="2215" y="652"/>
                </a:cubicBezTo>
                <a:cubicBezTo>
                  <a:pt x="2215" y="657"/>
                  <a:pt x="2219" y="661"/>
                  <a:pt x="2224" y="661"/>
                </a:cubicBezTo>
                <a:cubicBezTo>
                  <a:pt x="2228" y="661"/>
                  <a:pt x="2232" y="657"/>
                  <a:pt x="2232" y="652"/>
                </a:cubicBezTo>
                <a:close/>
                <a:moveTo>
                  <a:pt x="2258" y="652"/>
                </a:moveTo>
                <a:cubicBezTo>
                  <a:pt x="2258" y="648"/>
                  <a:pt x="2254" y="644"/>
                  <a:pt x="2249" y="644"/>
                </a:cubicBezTo>
                <a:cubicBezTo>
                  <a:pt x="2245" y="644"/>
                  <a:pt x="2241" y="648"/>
                  <a:pt x="2241" y="652"/>
                </a:cubicBezTo>
                <a:cubicBezTo>
                  <a:pt x="2241" y="657"/>
                  <a:pt x="2245" y="661"/>
                  <a:pt x="2249" y="661"/>
                </a:cubicBezTo>
                <a:cubicBezTo>
                  <a:pt x="2254" y="661"/>
                  <a:pt x="2258" y="657"/>
                  <a:pt x="2258" y="652"/>
                </a:cubicBezTo>
                <a:close/>
                <a:moveTo>
                  <a:pt x="2284" y="652"/>
                </a:moveTo>
                <a:cubicBezTo>
                  <a:pt x="2284" y="648"/>
                  <a:pt x="2280" y="644"/>
                  <a:pt x="2275" y="644"/>
                </a:cubicBezTo>
                <a:cubicBezTo>
                  <a:pt x="2270" y="644"/>
                  <a:pt x="2267" y="648"/>
                  <a:pt x="2267" y="652"/>
                </a:cubicBezTo>
                <a:cubicBezTo>
                  <a:pt x="2267" y="657"/>
                  <a:pt x="2270" y="661"/>
                  <a:pt x="2275" y="661"/>
                </a:cubicBezTo>
                <a:cubicBezTo>
                  <a:pt x="2280" y="661"/>
                  <a:pt x="2284" y="657"/>
                  <a:pt x="2284" y="652"/>
                </a:cubicBezTo>
                <a:close/>
                <a:moveTo>
                  <a:pt x="2310" y="652"/>
                </a:moveTo>
                <a:cubicBezTo>
                  <a:pt x="2310" y="648"/>
                  <a:pt x="2306" y="644"/>
                  <a:pt x="2301" y="644"/>
                </a:cubicBezTo>
                <a:cubicBezTo>
                  <a:pt x="2296" y="644"/>
                  <a:pt x="2292" y="648"/>
                  <a:pt x="2292" y="652"/>
                </a:cubicBezTo>
                <a:cubicBezTo>
                  <a:pt x="2292" y="657"/>
                  <a:pt x="2296" y="661"/>
                  <a:pt x="2301" y="661"/>
                </a:cubicBezTo>
                <a:cubicBezTo>
                  <a:pt x="2306" y="661"/>
                  <a:pt x="2310" y="657"/>
                  <a:pt x="2310" y="652"/>
                </a:cubicBezTo>
                <a:close/>
                <a:moveTo>
                  <a:pt x="2387" y="652"/>
                </a:moveTo>
                <a:cubicBezTo>
                  <a:pt x="2387" y="648"/>
                  <a:pt x="2383" y="644"/>
                  <a:pt x="2378" y="644"/>
                </a:cubicBezTo>
                <a:cubicBezTo>
                  <a:pt x="2373" y="644"/>
                  <a:pt x="2370" y="648"/>
                  <a:pt x="2370" y="652"/>
                </a:cubicBezTo>
                <a:cubicBezTo>
                  <a:pt x="2370" y="657"/>
                  <a:pt x="2373" y="661"/>
                  <a:pt x="2378" y="661"/>
                </a:cubicBezTo>
                <a:cubicBezTo>
                  <a:pt x="2383" y="661"/>
                  <a:pt x="2387" y="657"/>
                  <a:pt x="2387" y="652"/>
                </a:cubicBezTo>
                <a:close/>
                <a:moveTo>
                  <a:pt x="326" y="678"/>
                </a:moveTo>
                <a:cubicBezTo>
                  <a:pt x="326" y="673"/>
                  <a:pt x="322" y="669"/>
                  <a:pt x="318" y="669"/>
                </a:cubicBezTo>
                <a:cubicBezTo>
                  <a:pt x="313" y="669"/>
                  <a:pt x="309" y="673"/>
                  <a:pt x="309" y="678"/>
                </a:cubicBezTo>
                <a:cubicBezTo>
                  <a:pt x="309" y="683"/>
                  <a:pt x="313" y="687"/>
                  <a:pt x="318" y="687"/>
                </a:cubicBezTo>
                <a:cubicBezTo>
                  <a:pt x="322" y="687"/>
                  <a:pt x="326" y="683"/>
                  <a:pt x="326" y="678"/>
                </a:cubicBezTo>
                <a:close/>
                <a:moveTo>
                  <a:pt x="352" y="678"/>
                </a:moveTo>
                <a:cubicBezTo>
                  <a:pt x="352" y="673"/>
                  <a:pt x="348" y="669"/>
                  <a:pt x="343" y="669"/>
                </a:cubicBezTo>
                <a:cubicBezTo>
                  <a:pt x="339" y="669"/>
                  <a:pt x="335" y="673"/>
                  <a:pt x="335" y="678"/>
                </a:cubicBezTo>
                <a:cubicBezTo>
                  <a:pt x="335" y="683"/>
                  <a:pt x="339" y="687"/>
                  <a:pt x="343" y="687"/>
                </a:cubicBezTo>
                <a:cubicBezTo>
                  <a:pt x="348" y="687"/>
                  <a:pt x="352" y="683"/>
                  <a:pt x="352" y="678"/>
                </a:cubicBezTo>
                <a:close/>
                <a:moveTo>
                  <a:pt x="378" y="678"/>
                </a:moveTo>
                <a:cubicBezTo>
                  <a:pt x="378" y="673"/>
                  <a:pt x="374" y="669"/>
                  <a:pt x="369" y="669"/>
                </a:cubicBezTo>
                <a:cubicBezTo>
                  <a:pt x="364" y="669"/>
                  <a:pt x="360" y="673"/>
                  <a:pt x="360" y="678"/>
                </a:cubicBezTo>
                <a:cubicBezTo>
                  <a:pt x="360" y="683"/>
                  <a:pt x="364" y="687"/>
                  <a:pt x="369" y="687"/>
                </a:cubicBezTo>
                <a:cubicBezTo>
                  <a:pt x="374" y="687"/>
                  <a:pt x="378" y="683"/>
                  <a:pt x="378" y="678"/>
                </a:cubicBezTo>
                <a:close/>
                <a:moveTo>
                  <a:pt x="403" y="678"/>
                </a:moveTo>
                <a:cubicBezTo>
                  <a:pt x="403" y="673"/>
                  <a:pt x="400" y="669"/>
                  <a:pt x="395" y="669"/>
                </a:cubicBezTo>
                <a:cubicBezTo>
                  <a:pt x="390" y="669"/>
                  <a:pt x="386" y="673"/>
                  <a:pt x="386" y="678"/>
                </a:cubicBezTo>
                <a:cubicBezTo>
                  <a:pt x="386" y="683"/>
                  <a:pt x="390" y="687"/>
                  <a:pt x="395" y="687"/>
                </a:cubicBezTo>
                <a:cubicBezTo>
                  <a:pt x="400" y="687"/>
                  <a:pt x="403" y="683"/>
                  <a:pt x="403" y="678"/>
                </a:cubicBezTo>
                <a:close/>
                <a:moveTo>
                  <a:pt x="429" y="678"/>
                </a:moveTo>
                <a:cubicBezTo>
                  <a:pt x="429" y="673"/>
                  <a:pt x="425" y="669"/>
                  <a:pt x="421" y="669"/>
                </a:cubicBezTo>
                <a:cubicBezTo>
                  <a:pt x="416" y="669"/>
                  <a:pt x="412" y="673"/>
                  <a:pt x="412" y="678"/>
                </a:cubicBezTo>
                <a:cubicBezTo>
                  <a:pt x="412" y="683"/>
                  <a:pt x="416" y="687"/>
                  <a:pt x="421" y="687"/>
                </a:cubicBezTo>
                <a:cubicBezTo>
                  <a:pt x="425" y="687"/>
                  <a:pt x="429" y="683"/>
                  <a:pt x="429" y="678"/>
                </a:cubicBezTo>
                <a:close/>
                <a:moveTo>
                  <a:pt x="455" y="678"/>
                </a:moveTo>
                <a:cubicBezTo>
                  <a:pt x="455" y="673"/>
                  <a:pt x="451" y="669"/>
                  <a:pt x="446" y="669"/>
                </a:cubicBezTo>
                <a:cubicBezTo>
                  <a:pt x="442" y="669"/>
                  <a:pt x="438" y="673"/>
                  <a:pt x="438" y="678"/>
                </a:cubicBezTo>
                <a:cubicBezTo>
                  <a:pt x="438" y="683"/>
                  <a:pt x="442" y="687"/>
                  <a:pt x="446" y="687"/>
                </a:cubicBezTo>
                <a:cubicBezTo>
                  <a:pt x="451" y="687"/>
                  <a:pt x="455" y="683"/>
                  <a:pt x="455" y="678"/>
                </a:cubicBezTo>
                <a:close/>
                <a:moveTo>
                  <a:pt x="481" y="678"/>
                </a:moveTo>
                <a:cubicBezTo>
                  <a:pt x="481" y="673"/>
                  <a:pt x="477" y="669"/>
                  <a:pt x="472" y="669"/>
                </a:cubicBezTo>
                <a:cubicBezTo>
                  <a:pt x="467" y="669"/>
                  <a:pt x="463" y="673"/>
                  <a:pt x="463" y="678"/>
                </a:cubicBezTo>
                <a:cubicBezTo>
                  <a:pt x="463" y="683"/>
                  <a:pt x="467" y="687"/>
                  <a:pt x="472" y="687"/>
                </a:cubicBezTo>
                <a:cubicBezTo>
                  <a:pt x="477" y="687"/>
                  <a:pt x="481" y="683"/>
                  <a:pt x="481" y="678"/>
                </a:cubicBezTo>
                <a:close/>
                <a:moveTo>
                  <a:pt x="506" y="678"/>
                </a:moveTo>
                <a:cubicBezTo>
                  <a:pt x="506" y="673"/>
                  <a:pt x="503" y="669"/>
                  <a:pt x="498" y="669"/>
                </a:cubicBezTo>
                <a:cubicBezTo>
                  <a:pt x="493" y="669"/>
                  <a:pt x="489" y="673"/>
                  <a:pt x="489" y="678"/>
                </a:cubicBezTo>
                <a:cubicBezTo>
                  <a:pt x="489" y="683"/>
                  <a:pt x="493" y="687"/>
                  <a:pt x="498" y="687"/>
                </a:cubicBezTo>
                <a:cubicBezTo>
                  <a:pt x="503" y="687"/>
                  <a:pt x="506" y="683"/>
                  <a:pt x="506" y="678"/>
                </a:cubicBezTo>
                <a:close/>
                <a:moveTo>
                  <a:pt x="532" y="678"/>
                </a:moveTo>
                <a:cubicBezTo>
                  <a:pt x="532" y="673"/>
                  <a:pt x="528" y="669"/>
                  <a:pt x="524" y="669"/>
                </a:cubicBezTo>
                <a:cubicBezTo>
                  <a:pt x="519" y="669"/>
                  <a:pt x="515" y="673"/>
                  <a:pt x="515" y="678"/>
                </a:cubicBezTo>
                <a:cubicBezTo>
                  <a:pt x="515" y="683"/>
                  <a:pt x="519" y="687"/>
                  <a:pt x="524" y="687"/>
                </a:cubicBezTo>
                <a:cubicBezTo>
                  <a:pt x="528" y="687"/>
                  <a:pt x="532" y="683"/>
                  <a:pt x="532" y="678"/>
                </a:cubicBezTo>
                <a:close/>
                <a:moveTo>
                  <a:pt x="558" y="678"/>
                </a:moveTo>
                <a:cubicBezTo>
                  <a:pt x="558" y="673"/>
                  <a:pt x="554" y="669"/>
                  <a:pt x="549" y="669"/>
                </a:cubicBezTo>
                <a:cubicBezTo>
                  <a:pt x="545" y="669"/>
                  <a:pt x="541" y="673"/>
                  <a:pt x="541" y="678"/>
                </a:cubicBezTo>
                <a:cubicBezTo>
                  <a:pt x="541" y="683"/>
                  <a:pt x="545" y="687"/>
                  <a:pt x="549" y="687"/>
                </a:cubicBezTo>
                <a:cubicBezTo>
                  <a:pt x="554" y="687"/>
                  <a:pt x="558" y="683"/>
                  <a:pt x="558" y="678"/>
                </a:cubicBezTo>
                <a:close/>
                <a:moveTo>
                  <a:pt x="584" y="678"/>
                </a:moveTo>
                <a:cubicBezTo>
                  <a:pt x="584" y="673"/>
                  <a:pt x="580" y="669"/>
                  <a:pt x="575" y="669"/>
                </a:cubicBezTo>
                <a:cubicBezTo>
                  <a:pt x="570" y="669"/>
                  <a:pt x="567" y="673"/>
                  <a:pt x="567" y="678"/>
                </a:cubicBezTo>
                <a:cubicBezTo>
                  <a:pt x="567" y="683"/>
                  <a:pt x="570" y="687"/>
                  <a:pt x="575" y="687"/>
                </a:cubicBezTo>
                <a:cubicBezTo>
                  <a:pt x="580" y="687"/>
                  <a:pt x="584" y="683"/>
                  <a:pt x="584" y="678"/>
                </a:cubicBezTo>
                <a:close/>
                <a:moveTo>
                  <a:pt x="609" y="678"/>
                </a:moveTo>
                <a:cubicBezTo>
                  <a:pt x="609" y="673"/>
                  <a:pt x="606" y="669"/>
                  <a:pt x="601" y="669"/>
                </a:cubicBezTo>
                <a:cubicBezTo>
                  <a:pt x="596" y="669"/>
                  <a:pt x="592" y="673"/>
                  <a:pt x="592" y="678"/>
                </a:cubicBezTo>
                <a:cubicBezTo>
                  <a:pt x="592" y="683"/>
                  <a:pt x="596" y="687"/>
                  <a:pt x="601" y="687"/>
                </a:cubicBezTo>
                <a:cubicBezTo>
                  <a:pt x="606" y="687"/>
                  <a:pt x="609" y="683"/>
                  <a:pt x="609" y="678"/>
                </a:cubicBezTo>
                <a:close/>
                <a:moveTo>
                  <a:pt x="635" y="678"/>
                </a:moveTo>
                <a:cubicBezTo>
                  <a:pt x="635" y="673"/>
                  <a:pt x="631" y="669"/>
                  <a:pt x="627" y="669"/>
                </a:cubicBezTo>
                <a:cubicBezTo>
                  <a:pt x="622" y="669"/>
                  <a:pt x="618" y="673"/>
                  <a:pt x="618" y="678"/>
                </a:cubicBezTo>
                <a:cubicBezTo>
                  <a:pt x="618" y="683"/>
                  <a:pt x="622" y="687"/>
                  <a:pt x="627" y="687"/>
                </a:cubicBezTo>
                <a:cubicBezTo>
                  <a:pt x="631" y="687"/>
                  <a:pt x="635" y="683"/>
                  <a:pt x="635" y="678"/>
                </a:cubicBezTo>
                <a:close/>
                <a:moveTo>
                  <a:pt x="661" y="678"/>
                </a:moveTo>
                <a:cubicBezTo>
                  <a:pt x="661" y="673"/>
                  <a:pt x="657" y="669"/>
                  <a:pt x="652" y="669"/>
                </a:cubicBezTo>
                <a:cubicBezTo>
                  <a:pt x="648" y="669"/>
                  <a:pt x="644" y="673"/>
                  <a:pt x="644" y="678"/>
                </a:cubicBezTo>
                <a:cubicBezTo>
                  <a:pt x="644" y="683"/>
                  <a:pt x="648" y="687"/>
                  <a:pt x="652" y="687"/>
                </a:cubicBezTo>
                <a:cubicBezTo>
                  <a:pt x="657" y="687"/>
                  <a:pt x="661" y="683"/>
                  <a:pt x="661" y="678"/>
                </a:cubicBezTo>
                <a:close/>
                <a:moveTo>
                  <a:pt x="687" y="678"/>
                </a:moveTo>
                <a:cubicBezTo>
                  <a:pt x="687" y="673"/>
                  <a:pt x="683" y="669"/>
                  <a:pt x="678" y="669"/>
                </a:cubicBezTo>
                <a:cubicBezTo>
                  <a:pt x="673" y="669"/>
                  <a:pt x="670" y="673"/>
                  <a:pt x="670" y="678"/>
                </a:cubicBezTo>
                <a:cubicBezTo>
                  <a:pt x="670" y="683"/>
                  <a:pt x="673" y="687"/>
                  <a:pt x="678" y="687"/>
                </a:cubicBezTo>
                <a:cubicBezTo>
                  <a:pt x="683" y="687"/>
                  <a:pt x="687" y="683"/>
                  <a:pt x="687" y="678"/>
                </a:cubicBezTo>
                <a:close/>
                <a:moveTo>
                  <a:pt x="712" y="678"/>
                </a:moveTo>
                <a:cubicBezTo>
                  <a:pt x="712" y="673"/>
                  <a:pt x="709" y="669"/>
                  <a:pt x="704" y="669"/>
                </a:cubicBezTo>
                <a:cubicBezTo>
                  <a:pt x="699" y="669"/>
                  <a:pt x="695" y="673"/>
                  <a:pt x="695" y="678"/>
                </a:cubicBezTo>
                <a:cubicBezTo>
                  <a:pt x="695" y="683"/>
                  <a:pt x="699" y="687"/>
                  <a:pt x="704" y="687"/>
                </a:cubicBezTo>
                <a:cubicBezTo>
                  <a:pt x="709" y="687"/>
                  <a:pt x="712" y="683"/>
                  <a:pt x="712" y="678"/>
                </a:cubicBezTo>
                <a:close/>
                <a:moveTo>
                  <a:pt x="738" y="678"/>
                </a:moveTo>
                <a:cubicBezTo>
                  <a:pt x="738" y="673"/>
                  <a:pt x="734" y="669"/>
                  <a:pt x="730" y="669"/>
                </a:cubicBezTo>
                <a:cubicBezTo>
                  <a:pt x="725" y="669"/>
                  <a:pt x="721" y="673"/>
                  <a:pt x="721" y="678"/>
                </a:cubicBezTo>
                <a:cubicBezTo>
                  <a:pt x="721" y="683"/>
                  <a:pt x="725" y="687"/>
                  <a:pt x="730" y="687"/>
                </a:cubicBezTo>
                <a:cubicBezTo>
                  <a:pt x="734" y="687"/>
                  <a:pt x="738" y="683"/>
                  <a:pt x="738" y="678"/>
                </a:cubicBezTo>
                <a:close/>
                <a:moveTo>
                  <a:pt x="764" y="678"/>
                </a:moveTo>
                <a:cubicBezTo>
                  <a:pt x="764" y="673"/>
                  <a:pt x="760" y="669"/>
                  <a:pt x="755" y="669"/>
                </a:cubicBezTo>
                <a:cubicBezTo>
                  <a:pt x="751" y="669"/>
                  <a:pt x="747" y="673"/>
                  <a:pt x="747" y="678"/>
                </a:cubicBezTo>
                <a:cubicBezTo>
                  <a:pt x="747" y="683"/>
                  <a:pt x="751" y="687"/>
                  <a:pt x="755" y="687"/>
                </a:cubicBezTo>
                <a:cubicBezTo>
                  <a:pt x="760" y="687"/>
                  <a:pt x="764" y="683"/>
                  <a:pt x="764" y="678"/>
                </a:cubicBezTo>
                <a:close/>
                <a:moveTo>
                  <a:pt x="1279" y="678"/>
                </a:moveTo>
                <a:cubicBezTo>
                  <a:pt x="1279" y="673"/>
                  <a:pt x="1275" y="669"/>
                  <a:pt x="1271" y="669"/>
                </a:cubicBezTo>
                <a:cubicBezTo>
                  <a:pt x="1266" y="669"/>
                  <a:pt x="1262" y="673"/>
                  <a:pt x="1262" y="678"/>
                </a:cubicBezTo>
                <a:cubicBezTo>
                  <a:pt x="1262" y="683"/>
                  <a:pt x="1266" y="687"/>
                  <a:pt x="1271" y="687"/>
                </a:cubicBezTo>
                <a:cubicBezTo>
                  <a:pt x="1275" y="687"/>
                  <a:pt x="1279" y="683"/>
                  <a:pt x="1279" y="678"/>
                </a:cubicBezTo>
                <a:close/>
                <a:moveTo>
                  <a:pt x="1305" y="678"/>
                </a:moveTo>
                <a:cubicBezTo>
                  <a:pt x="1305" y="673"/>
                  <a:pt x="1301" y="669"/>
                  <a:pt x="1296" y="669"/>
                </a:cubicBezTo>
                <a:cubicBezTo>
                  <a:pt x="1292" y="669"/>
                  <a:pt x="1288" y="673"/>
                  <a:pt x="1288" y="678"/>
                </a:cubicBezTo>
                <a:cubicBezTo>
                  <a:pt x="1288" y="683"/>
                  <a:pt x="1292" y="687"/>
                  <a:pt x="1296" y="687"/>
                </a:cubicBezTo>
                <a:cubicBezTo>
                  <a:pt x="1301" y="687"/>
                  <a:pt x="1305" y="683"/>
                  <a:pt x="1305" y="678"/>
                </a:cubicBezTo>
                <a:close/>
                <a:moveTo>
                  <a:pt x="1331" y="678"/>
                </a:moveTo>
                <a:cubicBezTo>
                  <a:pt x="1331" y="673"/>
                  <a:pt x="1327" y="669"/>
                  <a:pt x="1322" y="669"/>
                </a:cubicBezTo>
                <a:cubicBezTo>
                  <a:pt x="1317" y="669"/>
                  <a:pt x="1314" y="673"/>
                  <a:pt x="1314" y="678"/>
                </a:cubicBezTo>
                <a:cubicBezTo>
                  <a:pt x="1314" y="683"/>
                  <a:pt x="1317" y="687"/>
                  <a:pt x="1322" y="687"/>
                </a:cubicBezTo>
                <a:cubicBezTo>
                  <a:pt x="1327" y="687"/>
                  <a:pt x="1331" y="683"/>
                  <a:pt x="1331" y="678"/>
                </a:cubicBezTo>
                <a:close/>
                <a:moveTo>
                  <a:pt x="1356" y="678"/>
                </a:moveTo>
                <a:cubicBezTo>
                  <a:pt x="1356" y="673"/>
                  <a:pt x="1353" y="669"/>
                  <a:pt x="1348" y="669"/>
                </a:cubicBezTo>
                <a:cubicBezTo>
                  <a:pt x="1343" y="669"/>
                  <a:pt x="1339" y="673"/>
                  <a:pt x="1339" y="678"/>
                </a:cubicBezTo>
                <a:cubicBezTo>
                  <a:pt x="1339" y="683"/>
                  <a:pt x="1343" y="687"/>
                  <a:pt x="1348" y="687"/>
                </a:cubicBezTo>
                <a:cubicBezTo>
                  <a:pt x="1353" y="687"/>
                  <a:pt x="1356" y="683"/>
                  <a:pt x="1356" y="678"/>
                </a:cubicBezTo>
                <a:close/>
                <a:moveTo>
                  <a:pt x="1408" y="678"/>
                </a:moveTo>
                <a:cubicBezTo>
                  <a:pt x="1408" y="673"/>
                  <a:pt x="1404" y="669"/>
                  <a:pt x="1399" y="669"/>
                </a:cubicBezTo>
                <a:cubicBezTo>
                  <a:pt x="1395" y="669"/>
                  <a:pt x="1391" y="673"/>
                  <a:pt x="1391" y="678"/>
                </a:cubicBezTo>
                <a:cubicBezTo>
                  <a:pt x="1391" y="683"/>
                  <a:pt x="1395" y="687"/>
                  <a:pt x="1399" y="687"/>
                </a:cubicBezTo>
                <a:cubicBezTo>
                  <a:pt x="1404" y="687"/>
                  <a:pt x="1408" y="683"/>
                  <a:pt x="1408" y="678"/>
                </a:cubicBezTo>
                <a:close/>
                <a:moveTo>
                  <a:pt x="1434" y="678"/>
                </a:moveTo>
                <a:cubicBezTo>
                  <a:pt x="1434" y="673"/>
                  <a:pt x="1430" y="669"/>
                  <a:pt x="1425" y="669"/>
                </a:cubicBezTo>
                <a:cubicBezTo>
                  <a:pt x="1420" y="669"/>
                  <a:pt x="1417" y="673"/>
                  <a:pt x="1417" y="678"/>
                </a:cubicBezTo>
                <a:cubicBezTo>
                  <a:pt x="1417" y="683"/>
                  <a:pt x="1420" y="687"/>
                  <a:pt x="1425" y="687"/>
                </a:cubicBezTo>
                <a:cubicBezTo>
                  <a:pt x="1430" y="687"/>
                  <a:pt x="1434" y="683"/>
                  <a:pt x="1434" y="678"/>
                </a:cubicBezTo>
                <a:close/>
                <a:moveTo>
                  <a:pt x="1459" y="678"/>
                </a:moveTo>
                <a:cubicBezTo>
                  <a:pt x="1459" y="673"/>
                  <a:pt x="1456" y="669"/>
                  <a:pt x="1451" y="669"/>
                </a:cubicBezTo>
                <a:cubicBezTo>
                  <a:pt x="1446" y="669"/>
                  <a:pt x="1442" y="673"/>
                  <a:pt x="1442" y="678"/>
                </a:cubicBezTo>
                <a:cubicBezTo>
                  <a:pt x="1442" y="683"/>
                  <a:pt x="1446" y="687"/>
                  <a:pt x="1451" y="687"/>
                </a:cubicBezTo>
                <a:cubicBezTo>
                  <a:pt x="1456" y="687"/>
                  <a:pt x="1459" y="683"/>
                  <a:pt x="1459" y="678"/>
                </a:cubicBezTo>
                <a:close/>
                <a:moveTo>
                  <a:pt x="1485" y="678"/>
                </a:moveTo>
                <a:cubicBezTo>
                  <a:pt x="1485" y="673"/>
                  <a:pt x="1481" y="669"/>
                  <a:pt x="1477" y="669"/>
                </a:cubicBezTo>
                <a:cubicBezTo>
                  <a:pt x="1472" y="669"/>
                  <a:pt x="1468" y="673"/>
                  <a:pt x="1468" y="678"/>
                </a:cubicBezTo>
                <a:cubicBezTo>
                  <a:pt x="1468" y="683"/>
                  <a:pt x="1472" y="687"/>
                  <a:pt x="1477" y="687"/>
                </a:cubicBezTo>
                <a:cubicBezTo>
                  <a:pt x="1481" y="687"/>
                  <a:pt x="1485" y="683"/>
                  <a:pt x="1485" y="678"/>
                </a:cubicBezTo>
                <a:close/>
                <a:moveTo>
                  <a:pt x="1511" y="678"/>
                </a:moveTo>
                <a:cubicBezTo>
                  <a:pt x="1511" y="673"/>
                  <a:pt x="1507" y="669"/>
                  <a:pt x="1502" y="669"/>
                </a:cubicBezTo>
                <a:cubicBezTo>
                  <a:pt x="1498" y="669"/>
                  <a:pt x="1494" y="673"/>
                  <a:pt x="1494" y="678"/>
                </a:cubicBezTo>
                <a:cubicBezTo>
                  <a:pt x="1494" y="683"/>
                  <a:pt x="1498" y="687"/>
                  <a:pt x="1502" y="687"/>
                </a:cubicBezTo>
                <a:cubicBezTo>
                  <a:pt x="1507" y="687"/>
                  <a:pt x="1511" y="683"/>
                  <a:pt x="1511" y="678"/>
                </a:cubicBezTo>
                <a:close/>
                <a:moveTo>
                  <a:pt x="1537" y="678"/>
                </a:moveTo>
                <a:cubicBezTo>
                  <a:pt x="1537" y="673"/>
                  <a:pt x="1533" y="669"/>
                  <a:pt x="1528" y="669"/>
                </a:cubicBezTo>
                <a:cubicBezTo>
                  <a:pt x="1523" y="669"/>
                  <a:pt x="1520" y="673"/>
                  <a:pt x="1520" y="678"/>
                </a:cubicBezTo>
                <a:cubicBezTo>
                  <a:pt x="1520" y="683"/>
                  <a:pt x="1523" y="687"/>
                  <a:pt x="1528" y="687"/>
                </a:cubicBezTo>
                <a:cubicBezTo>
                  <a:pt x="1533" y="687"/>
                  <a:pt x="1537" y="683"/>
                  <a:pt x="1537" y="678"/>
                </a:cubicBezTo>
                <a:close/>
                <a:moveTo>
                  <a:pt x="1563" y="678"/>
                </a:moveTo>
                <a:cubicBezTo>
                  <a:pt x="1563" y="673"/>
                  <a:pt x="1559" y="669"/>
                  <a:pt x="1554" y="669"/>
                </a:cubicBezTo>
                <a:cubicBezTo>
                  <a:pt x="1549" y="669"/>
                  <a:pt x="1545" y="673"/>
                  <a:pt x="1545" y="678"/>
                </a:cubicBezTo>
                <a:cubicBezTo>
                  <a:pt x="1545" y="683"/>
                  <a:pt x="1549" y="687"/>
                  <a:pt x="1554" y="687"/>
                </a:cubicBezTo>
                <a:cubicBezTo>
                  <a:pt x="1559" y="687"/>
                  <a:pt x="1563" y="683"/>
                  <a:pt x="1563" y="678"/>
                </a:cubicBezTo>
                <a:close/>
                <a:moveTo>
                  <a:pt x="1588" y="678"/>
                </a:moveTo>
                <a:cubicBezTo>
                  <a:pt x="1588" y="673"/>
                  <a:pt x="1584" y="669"/>
                  <a:pt x="1580" y="669"/>
                </a:cubicBezTo>
                <a:cubicBezTo>
                  <a:pt x="1575" y="669"/>
                  <a:pt x="1571" y="673"/>
                  <a:pt x="1571" y="678"/>
                </a:cubicBezTo>
                <a:cubicBezTo>
                  <a:pt x="1571" y="683"/>
                  <a:pt x="1575" y="687"/>
                  <a:pt x="1580" y="687"/>
                </a:cubicBezTo>
                <a:cubicBezTo>
                  <a:pt x="1584" y="687"/>
                  <a:pt x="1588" y="683"/>
                  <a:pt x="1588" y="678"/>
                </a:cubicBezTo>
                <a:close/>
                <a:moveTo>
                  <a:pt x="1614" y="678"/>
                </a:moveTo>
                <a:cubicBezTo>
                  <a:pt x="1614" y="673"/>
                  <a:pt x="1610" y="669"/>
                  <a:pt x="1605" y="669"/>
                </a:cubicBezTo>
                <a:cubicBezTo>
                  <a:pt x="1601" y="669"/>
                  <a:pt x="1597" y="673"/>
                  <a:pt x="1597" y="678"/>
                </a:cubicBezTo>
                <a:cubicBezTo>
                  <a:pt x="1597" y="683"/>
                  <a:pt x="1601" y="687"/>
                  <a:pt x="1605" y="687"/>
                </a:cubicBezTo>
                <a:cubicBezTo>
                  <a:pt x="1610" y="687"/>
                  <a:pt x="1614" y="683"/>
                  <a:pt x="1614" y="678"/>
                </a:cubicBezTo>
                <a:close/>
                <a:moveTo>
                  <a:pt x="1640" y="678"/>
                </a:moveTo>
                <a:cubicBezTo>
                  <a:pt x="1640" y="673"/>
                  <a:pt x="1636" y="669"/>
                  <a:pt x="1631" y="669"/>
                </a:cubicBezTo>
                <a:cubicBezTo>
                  <a:pt x="1626" y="669"/>
                  <a:pt x="1623" y="673"/>
                  <a:pt x="1623" y="678"/>
                </a:cubicBezTo>
                <a:cubicBezTo>
                  <a:pt x="1623" y="683"/>
                  <a:pt x="1626" y="687"/>
                  <a:pt x="1631" y="687"/>
                </a:cubicBezTo>
                <a:cubicBezTo>
                  <a:pt x="1636" y="687"/>
                  <a:pt x="1640" y="683"/>
                  <a:pt x="1640" y="678"/>
                </a:cubicBezTo>
                <a:close/>
                <a:moveTo>
                  <a:pt x="1666" y="678"/>
                </a:moveTo>
                <a:cubicBezTo>
                  <a:pt x="1666" y="673"/>
                  <a:pt x="1662" y="669"/>
                  <a:pt x="1657" y="669"/>
                </a:cubicBezTo>
                <a:cubicBezTo>
                  <a:pt x="1652" y="669"/>
                  <a:pt x="1648" y="673"/>
                  <a:pt x="1648" y="678"/>
                </a:cubicBezTo>
                <a:cubicBezTo>
                  <a:pt x="1648" y="683"/>
                  <a:pt x="1652" y="687"/>
                  <a:pt x="1657" y="687"/>
                </a:cubicBezTo>
                <a:cubicBezTo>
                  <a:pt x="1662" y="687"/>
                  <a:pt x="1666" y="683"/>
                  <a:pt x="1666" y="678"/>
                </a:cubicBezTo>
                <a:close/>
                <a:moveTo>
                  <a:pt x="1691" y="678"/>
                </a:moveTo>
                <a:cubicBezTo>
                  <a:pt x="1691" y="673"/>
                  <a:pt x="1687" y="669"/>
                  <a:pt x="1683" y="669"/>
                </a:cubicBezTo>
                <a:cubicBezTo>
                  <a:pt x="1678" y="669"/>
                  <a:pt x="1674" y="673"/>
                  <a:pt x="1674" y="678"/>
                </a:cubicBezTo>
                <a:cubicBezTo>
                  <a:pt x="1674" y="683"/>
                  <a:pt x="1678" y="687"/>
                  <a:pt x="1683" y="687"/>
                </a:cubicBezTo>
                <a:cubicBezTo>
                  <a:pt x="1687" y="687"/>
                  <a:pt x="1691" y="683"/>
                  <a:pt x="1691" y="678"/>
                </a:cubicBezTo>
                <a:close/>
                <a:moveTo>
                  <a:pt x="1717" y="678"/>
                </a:moveTo>
                <a:cubicBezTo>
                  <a:pt x="1717" y="673"/>
                  <a:pt x="1713" y="669"/>
                  <a:pt x="1708" y="669"/>
                </a:cubicBezTo>
                <a:cubicBezTo>
                  <a:pt x="1704" y="669"/>
                  <a:pt x="1700" y="673"/>
                  <a:pt x="1700" y="678"/>
                </a:cubicBezTo>
                <a:cubicBezTo>
                  <a:pt x="1700" y="683"/>
                  <a:pt x="1704" y="687"/>
                  <a:pt x="1708" y="687"/>
                </a:cubicBezTo>
                <a:cubicBezTo>
                  <a:pt x="1713" y="687"/>
                  <a:pt x="1717" y="683"/>
                  <a:pt x="1717" y="678"/>
                </a:cubicBezTo>
                <a:close/>
                <a:moveTo>
                  <a:pt x="1743" y="678"/>
                </a:moveTo>
                <a:cubicBezTo>
                  <a:pt x="1743" y="673"/>
                  <a:pt x="1739" y="669"/>
                  <a:pt x="1734" y="669"/>
                </a:cubicBezTo>
                <a:cubicBezTo>
                  <a:pt x="1730" y="669"/>
                  <a:pt x="1726" y="673"/>
                  <a:pt x="1726" y="678"/>
                </a:cubicBezTo>
                <a:cubicBezTo>
                  <a:pt x="1726" y="683"/>
                  <a:pt x="1730" y="687"/>
                  <a:pt x="1734" y="687"/>
                </a:cubicBezTo>
                <a:cubicBezTo>
                  <a:pt x="1739" y="687"/>
                  <a:pt x="1743" y="683"/>
                  <a:pt x="1743" y="678"/>
                </a:cubicBezTo>
                <a:close/>
                <a:moveTo>
                  <a:pt x="1769" y="678"/>
                </a:moveTo>
                <a:cubicBezTo>
                  <a:pt x="1769" y="673"/>
                  <a:pt x="1765" y="669"/>
                  <a:pt x="1760" y="669"/>
                </a:cubicBezTo>
                <a:cubicBezTo>
                  <a:pt x="1755" y="669"/>
                  <a:pt x="1751" y="673"/>
                  <a:pt x="1751" y="678"/>
                </a:cubicBezTo>
                <a:cubicBezTo>
                  <a:pt x="1751" y="683"/>
                  <a:pt x="1755" y="687"/>
                  <a:pt x="1760" y="687"/>
                </a:cubicBezTo>
                <a:cubicBezTo>
                  <a:pt x="1765" y="687"/>
                  <a:pt x="1769" y="683"/>
                  <a:pt x="1769" y="678"/>
                </a:cubicBezTo>
                <a:close/>
                <a:moveTo>
                  <a:pt x="1794" y="678"/>
                </a:moveTo>
                <a:cubicBezTo>
                  <a:pt x="1794" y="673"/>
                  <a:pt x="1791" y="669"/>
                  <a:pt x="1786" y="669"/>
                </a:cubicBezTo>
                <a:cubicBezTo>
                  <a:pt x="1781" y="669"/>
                  <a:pt x="1777" y="673"/>
                  <a:pt x="1777" y="678"/>
                </a:cubicBezTo>
                <a:cubicBezTo>
                  <a:pt x="1777" y="683"/>
                  <a:pt x="1781" y="687"/>
                  <a:pt x="1786" y="687"/>
                </a:cubicBezTo>
                <a:cubicBezTo>
                  <a:pt x="1791" y="687"/>
                  <a:pt x="1794" y="683"/>
                  <a:pt x="1794" y="678"/>
                </a:cubicBezTo>
                <a:close/>
                <a:moveTo>
                  <a:pt x="1820" y="678"/>
                </a:moveTo>
                <a:cubicBezTo>
                  <a:pt x="1820" y="673"/>
                  <a:pt x="1816" y="669"/>
                  <a:pt x="1812" y="669"/>
                </a:cubicBezTo>
                <a:cubicBezTo>
                  <a:pt x="1807" y="669"/>
                  <a:pt x="1803" y="673"/>
                  <a:pt x="1803" y="678"/>
                </a:cubicBezTo>
                <a:cubicBezTo>
                  <a:pt x="1803" y="683"/>
                  <a:pt x="1807" y="687"/>
                  <a:pt x="1812" y="687"/>
                </a:cubicBezTo>
                <a:cubicBezTo>
                  <a:pt x="1816" y="687"/>
                  <a:pt x="1820" y="683"/>
                  <a:pt x="1820" y="678"/>
                </a:cubicBezTo>
                <a:close/>
                <a:moveTo>
                  <a:pt x="1846" y="678"/>
                </a:moveTo>
                <a:cubicBezTo>
                  <a:pt x="1846" y="673"/>
                  <a:pt x="1842" y="669"/>
                  <a:pt x="1837" y="669"/>
                </a:cubicBezTo>
                <a:cubicBezTo>
                  <a:pt x="1833" y="669"/>
                  <a:pt x="1829" y="673"/>
                  <a:pt x="1829" y="678"/>
                </a:cubicBezTo>
                <a:cubicBezTo>
                  <a:pt x="1829" y="683"/>
                  <a:pt x="1833" y="687"/>
                  <a:pt x="1837" y="687"/>
                </a:cubicBezTo>
                <a:cubicBezTo>
                  <a:pt x="1842" y="687"/>
                  <a:pt x="1846" y="683"/>
                  <a:pt x="1846" y="678"/>
                </a:cubicBezTo>
                <a:close/>
                <a:moveTo>
                  <a:pt x="1872" y="678"/>
                </a:moveTo>
                <a:cubicBezTo>
                  <a:pt x="1872" y="673"/>
                  <a:pt x="1868" y="669"/>
                  <a:pt x="1863" y="669"/>
                </a:cubicBezTo>
                <a:cubicBezTo>
                  <a:pt x="1858" y="669"/>
                  <a:pt x="1854" y="673"/>
                  <a:pt x="1854" y="678"/>
                </a:cubicBezTo>
                <a:cubicBezTo>
                  <a:pt x="1854" y="683"/>
                  <a:pt x="1858" y="687"/>
                  <a:pt x="1863" y="687"/>
                </a:cubicBezTo>
                <a:cubicBezTo>
                  <a:pt x="1868" y="687"/>
                  <a:pt x="1872" y="683"/>
                  <a:pt x="1872" y="678"/>
                </a:cubicBezTo>
                <a:close/>
                <a:moveTo>
                  <a:pt x="1897" y="678"/>
                </a:moveTo>
                <a:cubicBezTo>
                  <a:pt x="1897" y="673"/>
                  <a:pt x="1894" y="669"/>
                  <a:pt x="1889" y="669"/>
                </a:cubicBezTo>
                <a:cubicBezTo>
                  <a:pt x="1884" y="669"/>
                  <a:pt x="1880" y="673"/>
                  <a:pt x="1880" y="678"/>
                </a:cubicBezTo>
                <a:cubicBezTo>
                  <a:pt x="1880" y="683"/>
                  <a:pt x="1884" y="687"/>
                  <a:pt x="1889" y="687"/>
                </a:cubicBezTo>
                <a:cubicBezTo>
                  <a:pt x="1894" y="687"/>
                  <a:pt x="1897" y="683"/>
                  <a:pt x="1897" y="678"/>
                </a:cubicBezTo>
                <a:close/>
                <a:moveTo>
                  <a:pt x="1923" y="678"/>
                </a:moveTo>
                <a:cubicBezTo>
                  <a:pt x="1923" y="673"/>
                  <a:pt x="1919" y="669"/>
                  <a:pt x="1915" y="669"/>
                </a:cubicBezTo>
                <a:cubicBezTo>
                  <a:pt x="1910" y="669"/>
                  <a:pt x="1906" y="673"/>
                  <a:pt x="1906" y="678"/>
                </a:cubicBezTo>
                <a:cubicBezTo>
                  <a:pt x="1906" y="683"/>
                  <a:pt x="1910" y="687"/>
                  <a:pt x="1915" y="687"/>
                </a:cubicBezTo>
                <a:cubicBezTo>
                  <a:pt x="1919" y="687"/>
                  <a:pt x="1923" y="683"/>
                  <a:pt x="1923" y="678"/>
                </a:cubicBezTo>
                <a:close/>
                <a:moveTo>
                  <a:pt x="1949" y="678"/>
                </a:moveTo>
                <a:cubicBezTo>
                  <a:pt x="1949" y="673"/>
                  <a:pt x="1945" y="669"/>
                  <a:pt x="1940" y="669"/>
                </a:cubicBezTo>
                <a:cubicBezTo>
                  <a:pt x="1936" y="669"/>
                  <a:pt x="1932" y="673"/>
                  <a:pt x="1932" y="678"/>
                </a:cubicBezTo>
                <a:cubicBezTo>
                  <a:pt x="1932" y="683"/>
                  <a:pt x="1936" y="687"/>
                  <a:pt x="1940" y="687"/>
                </a:cubicBezTo>
                <a:cubicBezTo>
                  <a:pt x="1945" y="687"/>
                  <a:pt x="1949" y="683"/>
                  <a:pt x="1949" y="678"/>
                </a:cubicBezTo>
                <a:close/>
                <a:moveTo>
                  <a:pt x="1975" y="678"/>
                </a:moveTo>
                <a:cubicBezTo>
                  <a:pt x="1975" y="673"/>
                  <a:pt x="1971" y="669"/>
                  <a:pt x="1966" y="669"/>
                </a:cubicBezTo>
                <a:cubicBezTo>
                  <a:pt x="1961" y="669"/>
                  <a:pt x="1957" y="673"/>
                  <a:pt x="1957" y="678"/>
                </a:cubicBezTo>
                <a:cubicBezTo>
                  <a:pt x="1957" y="683"/>
                  <a:pt x="1961" y="687"/>
                  <a:pt x="1966" y="687"/>
                </a:cubicBezTo>
                <a:cubicBezTo>
                  <a:pt x="1971" y="687"/>
                  <a:pt x="1975" y="683"/>
                  <a:pt x="1975" y="678"/>
                </a:cubicBezTo>
                <a:close/>
                <a:moveTo>
                  <a:pt x="2000" y="678"/>
                </a:moveTo>
                <a:cubicBezTo>
                  <a:pt x="2000" y="673"/>
                  <a:pt x="1997" y="669"/>
                  <a:pt x="1992" y="669"/>
                </a:cubicBezTo>
                <a:cubicBezTo>
                  <a:pt x="1987" y="669"/>
                  <a:pt x="1983" y="673"/>
                  <a:pt x="1983" y="678"/>
                </a:cubicBezTo>
                <a:cubicBezTo>
                  <a:pt x="1983" y="683"/>
                  <a:pt x="1987" y="687"/>
                  <a:pt x="1992" y="687"/>
                </a:cubicBezTo>
                <a:cubicBezTo>
                  <a:pt x="1997" y="687"/>
                  <a:pt x="2000" y="683"/>
                  <a:pt x="2000" y="678"/>
                </a:cubicBezTo>
                <a:close/>
                <a:moveTo>
                  <a:pt x="2026" y="678"/>
                </a:moveTo>
                <a:cubicBezTo>
                  <a:pt x="2026" y="673"/>
                  <a:pt x="2022" y="669"/>
                  <a:pt x="2018" y="669"/>
                </a:cubicBezTo>
                <a:cubicBezTo>
                  <a:pt x="2013" y="669"/>
                  <a:pt x="2009" y="673"/>
                  <a:pt x="2009" y="678"/>
                </a:cubicBezTo>
                <a:cubicBezTo>
                  <a:pt x="2009" y="683"/>
                  <a:pt x="2013" y="687"/>
                  <a:pt x="2018" y="687"/>
                </a:cubicBezTo>
                <a:cubicBezTo>
                  <a:pt x="2022" y="687"/>
                  <a:pt x="2026" y="683"/>
                  <a:pt x="2026" y="678"/>
                </a:cubicBezTo>
                <a:close/>
                <a:moveTo>
                  <a:pt x="2052" y="678"/>
                </a:moveTo>
                <a:cubicBezTo>
                  <a:pt x="2052" y="673"/>
                  <a:pt x="2048" y="669"/>
                  <a:pt x="2043" y="669"/>
                </a:cubicBezTo>
                <a:cubicBezTo>
                  <a:pt x="2039" y="669"/>
                  <a:pt x="2035" y="673"/>
                  <a:pt x="2035" y="678"/>
                </a:cubicBezTo>
                <a:cubicBezTo>
                  <a:pt x="2035" y="683"/>
                  <a:pt x="2039" y="687"/>
                  <a:pt x="2043" y="687"/>
                </a:cubicBezTo>
                <a:cubicBezTo>
                  <a:pt x="2048" y="687"/>
                  <a:pt x="2052" y="683"/>
                  <a:pt x="2052" y="678"/>
                </a:cubicBezTo>
                <a:close/>
                <a:moveTo>
                  <a:pt x="2078" y="678"/>
                </a:moveTo>
                <a:cubicBezTo>
                  <a:pt x="2078" y="673"/>
                  <a:pt x="2074" y="669"/>
                  <a:pt x="2069" y="669"/>
                </a:cubicBezTo>
                <a:cubicBezTo>
                  <a:pt x="2064" y="669"/>
                  <a:pt x="2061" y="673"/>
                  <a:pt x="2061" y="678"/>
                </a:cubicBezTo>
                <a:cubicBezTo>
                  <a:pt x="2061" y="683"/>
                  <a:pt x="2064" y="687"/>
                  <a:pt x="2069" y="687"/>
                </a:cubicBezTo>
                <a:cubicBezTo>
                  <a:pt x="2074" y="687"/>
                  <a:pt x="2078" y="683"/>
                  <a:pt x="2078" y="678"/>
                </a:cubicBezTo>
                <a:close/>
                <a:moveTo>
                  <a:pt x="2103" y="678"/>
                </a:moveTo>
                <a:cubicBezTo>
                  <a:pt x="2103" y="673"/>
                  <a:pt x="2100" y="669"/>
                  <a:pt x="2095" y="669"/>
                </a:cubicBezTo>
                <a:cubicBezTo>
                  <a:pt x="2090" y="669"/>
                  <a:pt x="2086" y="673"/>
                  <a:pt x="2086" y="678"/>
                </a:cubicBezTo>
                <a:cubicBezTo>
                  <a:pt x="2086" y="683"/>
                  <a:pt x="2090" y="687"/>
                  <a:pt x="2095" y="687"/>
                </a:cubicBezTo>
                <a:cubicBezTo>
                  <a:pt x="2100" y="687"/>
                  <a:pt x="2103" y="683"/>
                  <a:pt x="2103" y="678"/>
                </a:cubicBezTo>
                <a:close/>
                <a:moveTo>
                  <a:pt x="2129" y="678"/>
                </a:moveTo>
                <a:cubicBezTo>
                  <a:pt x="2129" y="673"/>
                  <a:pt x="2125" y="669"/>
                  <a:pt x="2121" y="669"/>
                </a:cubicBezTo>
                <a:cubicBezTo>
                  <a:pt x="2116" y="669"/>
                  <a:pt x="2112" y="673"/>
                  <a:pt x="2112" y="678"/>
                </a:cubicBezTo>
                <a:cubicBezTo>
                  <a:pt x="2112" y="683"/>
                  <a:pt x="2116" y="687"/>
                  <a:pt x="2121" y="687"/>
                </a:cubicBezTo>
                <a:cubicBezTo>
                  <a:pt x="2125" y="687"/>
                  <a:pt x="2129" y="683"/>
                  <a:pt x="2129" y="678"/>
                </a:cubicBezTo>
                <a:close/>
                <a:moveTo>
                  <a:pt x="2155" y="678"/>
                </a:moveTo>
                <a:cubicBezTo>
                  <a:pt x="2155" y="673"/>
                  <a:pt x="2151" y="669"/>
                  <a:pt x="2146" y="669"/>
                </a:cubicBezTo>
                <a:cubicBezTo>
                  <a:pt x="2142" y="669"/>
                  <a:pt x="2138" y="673"/>
                  <a:pt x="2138" y="678"/>
                </a:cubicBezTo>
                <a:cubicBezTo>
                  <a:pt x="2138" y="683"/>
                  <a:pt x="2142" y="687"/>
                  <a:pt x="2146" y="687"/>
                </a:cubicBezTo>
                <a:cubicBezTo>
                  <a:pt x="2151" y="687"/>
                  <a:pt x="2155" y="683"/>
                  <a:pt x="2155" y="678"/>
                </a:cubicBezTo>
                <a:close/>
                <a:moveTo>
                  <a:pt x="2181" y="678"/>
                </a:moveTo>
                <a:cubicBezTo>
                  <a:pt x="2181" y="673"/>
                  <a:pt x="2177" y="669"/>
                  <a:pt x="2172" y="669"/>
                </a:cubicBezTo>
                <a:cubicBezTo>
                  <a:pt x="2167" y="669"/>
                  <a:pt x="2164" y="673"/>
                  <a:pt x="2164" y="678"/>
                </a:cubicBezTo>
                <a:cubicBezTo>
                  <a:pt x="2164" y="683"/>
                  <a:pt x="2167" y="687"/>
                  <a:pt x="2172" y="687"/>
                </a:cubicBezTo>
                <a:cubicBezTo>
                  <a:pt x="2177" y="687"/>
                  <a:pt x="2181" y="683"/>
                  <a:pt x="2181" y="678"/>
                </a:cubicBezTo>
                <a:close/>
                <a:moveTo>
                  <a:pt x="2207" y="678"/>
                </a:moveTo>
                <a:cubicBezTo>
                  <a:pt x="2207" y="673"/>
                  <a:pt x="2203" y="669"/>
                  <a:pt x="2198" y="669"/>
                </a:cubicBezTo>
                <a:cubicBezTo>
                  <a:pt x="2193" y="669"/>
                  <a:pt x="2189" y="673"/>
                  <a:pt x="2189" y="678"/>
                </a:cubicBezTo>
                <a:cubicBezTo>
                  <a:pt x="2189" y="683"/>
                  <a:pt x="2193" y="687"/>
                  <a:pt x="2198" y="687"/>
                </a:cubicBezTo>
                <a:cubicBezTo>
                  <a:pt x="2203" y="687"/>
                  <a:pt x="2207" y="683"/>
                  <a:pt x="2207" y="678"/>
                </a:cubicBezTo>
                <a:close/>
                <a:moveTo>
                  <a:pt x="2232" y="678"/>
                </a:moveTo>
                <a:cubicBezTo>
                  <a:pt x="2232" y="673"/>
                  <a:pt x="2228" y="669"/>
                  <a:pt x="2224" y="669"/>
                </a:cubicBezTo>
                <a:cubicBezTo>
                  <a:pt x="2219" y="669"/>
                  <a:pt x="2215" y="673"/>
                  <a:pt x="2215" y="678"/>
                </a:cubicBezTo>
                <a:cubicBezTo>
                  <a:pt x="2215" y="683"/>
                  <a:pt x="2219" y="687"/>
                  <a:pt x="2224" y="687"/>
                </a:cubicBezTo>
                <a:cubicBezTo>
                  <a:pt x="2228" y="687"/>
                  <a:pt x="2232" y="683"/>
                  <a:pt x="2232" y="678"/>
                </a:cubicBezTo>
                <a:close/>
                <a:moveTo>
                  <a:pt x="2258" y="678"/>
                </a:moveTo>
                <a:cubicBezTo>
                  <a:pt x="2258" y="673"/>
                  <a:pt x="2254" y="669"/>
                  <a:pt x="2249" y="669"/>
                </a:cubicBezTo>
                <a:cubicBezTo>
                  <a:pt x="2245" y="669"/>
                  <a:pt x="2241" y="673"/>
                  <a:pt x="2241" y="678"/>
                </a:cubicBezTo>
                <a:cubicBezTo>
                  <a:pt x="2241" y="683"/>
                  <a:pt x="2245" y="687"/>
                  <a:pt x="2249" y="687"/>
                </a:cubicBezTo>
                <a:cubicBezTo>
                  <a:pt x="2254" y="687"/>
                  <a:pt x="2258" y="683"/>
                  <a:pt x="2258" y="678"/>
                </a:cubicBezTo>
                <a:close/>
                <a:moveTo>
                  <a:pt x="2284" y="678"/>
                </a:moveTo>
                <a:cubicBezTo>
                  <a:pt x="2284" y="673"/>
                  <a:pt x="2280" y="669"/>
                  <a:pt x="2275" y="669"/>
                </a:cubicBezTo>
                <a:cubicBezTo>
                  <a:pt x="2270" y="669"/>
                  <a:pt x="2267" y="673"/>
                  <a:pt x="2267" y="678"/>
                </a:cubicBezTo>
                <a:cubicBezTo>
                  <a:pt x="2267" y="683"/>
                  <a:pt x="2270" y="687"/>
                  <a:pt x="2275" y="687"/>
                </a:cubicBezTo>
                <a:cubicBezTo>
                  <a:pt x="2280" y="687"/>
                  <a:pt x="2284" y="683"/>
                  <a:pt x="2284" y="678"/>
                </a:cubicBezTo>
                <a:close/>
                <a:moveTo>
                  <a:pt x="2310" y="678"/>
                </a:moveTo>
                <a:cubicBezTo>
                  <a:pt x="2310" y="673"/>
                  <a:pt x="2306" y="669"/>
                  <a:pt x="2301" y="669"/>
                </a:cubicBezTo>
                <a:cubicBezTo>
                  <a:pt x="2296" y="669"/>
                  <a:pt x="2292" y="673"/>
                  <a:pt x="2292" y="678"/>
                </a:cubicBezTo>
                <a:cubicBezTo>
                  <a:pt x="2292" y="683"/>
                  <a:pt x="2296" y="687"/>
                  <a:pt x="2301" y="687"/>
                </a:cubicBezTo>
                <a:cubicBezTo>
                  <a:pt x="2306" y="687"/>
                  <a:pt x="2310" y="683"/>
                  <a:pt x="2310" y="678"/>
                </a:cubicBezTo>
                <a:close/>
                <a:moveTo>
                  <a:pt x="326" y="704"/>
                </a:moveTo>
                <a:cubicBezTo>
                  <a:pt x="326" y="699"/>
                  <a:pt x="322" y="695"/>
                  <a:pt x="318" y="695"/>
                </a:cubicBezTo>
                <a:cubicBezTo>
                  <a:pt x="313" y="695"/>
                  <a:pt x="309" y="699"/>
                  <a:pt x="309" y="704"/>
                </a:cubicBezTo>
                <a:cubicBezTo>
                  <a:pt x="309" y="709"/>
                  <a:pt x="313" y="712"/>
                  <a:pt x="318" y="712"/>
                </a:cubicBezTo>
                <a:cubicBezTo>
                  <a:pt x="322" y="712"/>
                  <a:pt x="326" y="709"/>
                  <a:pt x="326" y="704"/>
                </a:cubicBezTo>
                <a:close/>
                <a:moveTo>
                  <a:pt x="352" y="704"/>
                </a:moveTo>
                <a:cubicBezTo>
                  <a:pt x="352" y="699"/>
                  <a:pt x="348" y="695"/>
                  <a:pt x="343" y="695"/>
                </a:cubicBezTo>
                <a:cubicBezTo>
                  <a:pt x="339" y="695"/>
                  <a:pt x="335" y="699"/>
                  <a:pt x="335" y="704"/>
                </a:cubicBezTo>
                <a:cubicBezTo>
                  <a:pt x="335" y="709"/>
                  <a:pt x="339" y="712"/>
                  <a:pt x="343" y="712"/>
                </a:cubicBezTo>
                <a:cubicBezTo>
                  <a:pt x="348" y="712"/>
                  <a:pt x="352" y="709"/>
                  <a:pt x="352" y="704"/>
                </a:cubicBezTo>
                <a:close/>
                <a:moveTo>
                  <a:pt x="378" y="704"/>
                </a:moveTo>
                <a:cubicBezTo>
                  <a:pt x="378" y="699"/>
                  <a:pt x="374" y="695"/>
                  <a:pt x="369" y="695"/>
                </a:cubicBezTo>
                <a:cubicBezTo>
                  <a:pt x="364" y="695"/>
                  <a:pt x="360" y="699"/>
                  <a:pt x="360" y="704"/>
                </a:cubicBezTo>
                <a:cubicBezTo>
                  <a:pt x="360" y="709"/>
                  <a:pt x="364" y="712"/>
                  <a:pt x="369" y="712"/>
                </a:cubicBezTo>
                <a:cubicBezTo>
                  <a:pt x="374" y="712"/>
                  <a:pt x="378" y="709"/>
                  <a:pt x="378" y="704"/>
                </a:cubicBezTo>
                <a:close/>
                <a:moveTo>
                  <a:pt x="403" y="704"/>
                </a:moveTo>
                <a:cubicBezTo>
                  <a:pt x="403" y="699"/>
                  <a:pt x="400" y="695"/>
                  <a:pt x="395" y="695"/>
                </a:cubicBezTo>
                <a:cubicBezTo>
                  <a:pt x="390" y="695"/>
                  <a:pt x="386" y="699"/>
                  <a:pt x="386" y="704"/>
                </a:cubicBezTo>
                <a:cubicBezTo>
                  <a:pt x="386" y="709"/>
                  <a:pt x="390" y="712"/>
                  <a:pt x="395" y="712"/>
                </a:cubicBezTo>
                <a:cubicBezTo>
                  <a:pt x="400" y="712"/>
                  <a:pt x="403" y="709"/>
                  <a:pt x="403" y="704"/>
                </a:cubicBezTo>
                <a:close/>
                <a:moveTo>
                  <a:pt x="429" y="704"/>
                </a:moveTo>
                <a:cubicBezTo>
                  <a:pt x="429" y="699"/>
                  <a:pt x="425" y="695"/>
                  <a:pt x="421" y="695"/>
                </a:cubicBezTo>
                <a:cubicBezTo>
                  <a:pt x="416" y="695"/>
                  <a:pt x="412" y="699"/>
                  <a:pt x="412" y="704"/>
                </a:cubicBezTo>
                <a:cubicBezTo>
                  <a:pt x="412" y="709"/>
                  <a:pt x="416" y="712"/>
                  <a:pt x="421" y="712"/>
                </a:cubicBezTo>
                <a:cubicBezTo>
                  <a:pt x="425" y="712"/>
                  <a:pt x="429" y="709"/>
                  <a:pt x="429" y="704"/>
                </a:cubicBezTo>
                <a:close/>
                <a:moveTo>
                  <a:pt x="455" y="704"/>
                </a:moveTo>
                <a:cubicBezTo>
                  <a:pt x="455" y="699"/>
                  <a:pt x="451" y="695"/>
                  <a:pt x="446" y="695"/>
                </a:cubicBezTo>
                <a:cubicBezTo>
                  <a:pt x="442" y="695"/>
                  <a:pt x="438" y="699"/>
                  <a:pt x="438" y="704"/>
                </a:cubicBezTo>
                <a:cubicBezTo>
                  <a:pt x="438" y="709"/>
                  <a:pt x="442" y="712"/>
                  <a:pt x="446" y="712"/>
                </a:cubicBezTo>
                <a:cubicBezTo>
                  <a:pt x="451" y="712"/>
                  <a:pt x="455" y="709"/>
                  <a:pt x="455" y="704"/>
                </a:cubicBezTo>
                <a:close/>
                <a:moveTo>
                  <a:pt x="481" y="704"/>
                </a:moveTo>
                <a:cubicBezTo>
                  <a:pt x="481" y="699"/>
                  <a:pt x="477" y="695"/>
                  <a:pt x="472" y="695"/>
                </a:cubicBezTo>
                <a:cubicBezTo>
                  <a:pt x="467" y="695"/>
                  <a:pt x="463" y="699"/>
                  <a:pt x="463" y="704"/>
                </a:cubicBezTo>
                <a:cubicBezTo>
                  <a:pt x="463" y="709"/>
                  <a:pt x="467" y="712"/>
                  <a:pt x="472" y="712"/>
                </a:cubicBezTo>
                <a:cubicBezTo>
                  <a:pt x="477" y="712"/>
                  <a:pt x="481" y="709"/>
                  <a:pt x="481" y="704"/>
                </a:cubicBezTo>
                <a:close/>
                <a:moveTo>
                  <a:pt x="506" y="704"/>
                </a:moveTo>
                <a:cubicBezTo>
                  <a:pt x="506" y="699"/>
                  <a:pt x="503" y="695"/>
                  <a:pt x="498" y="695"/>
                </a:cubicBezTo>
                <a:cubicBezTo>
                  <a:pt x="493" y="695"/>
                  <a:pt x="489" y="699"/>
                  <a:pt x="489" y="704"/>
                </a:cubicBezTo>
                <a:cubicBezTo>
                  <a:pt x="489" y="709"/>
                  <a:pt x="493" y="712"/>
                  <a:pt x="498" y="712"/>
                </a:cubicBezTo>
                <a:cubicBezTo>
                  <a:pt x="503" y="712"/>
                  <a:pt x="506" y="709"/>
                  <a:pt x="506" y="704"/>
                </a:cubicBezTo>
                <a:close/>
                <a:moveTo>
                  <a:pt x="532" y="704"/>
                </a:moveTo>
                <a:cubicBezTo>
                  <a:pt x="532" y="699"/>
                  <a:pt x="528" y="695"/>
                  <a:pt x="524" y="695"/>
                </a:cubicBezTo>
                <a:cubicBezTo>
                  <a:pt x="519" y="695"/>
                  <a:pt x="515" y="699"/>
                  <a:pt x="515" y="704"/>
                </a:cubicBezTo>
                <a:cubicBezTo>
                  <a:pt x="515" y="709"/>
                  <a:pt x="519" y="712"/>
                  <a:pt x="524" y="712"/>
                </a:cubicBezTo>
                <a:cubicBezTo>
                  <a:pt x="528" y="712"/>
                  <a:pt x="532" y="709"/>
                  <a:pt x="532" y="704"/>
                </a:cubicBezTo>
                <a:close/>
                <a:moveTo>
                  <a:pt x="558" y="704"/>
                </a:moveTo>
                <a:cubicBezTo>
                  <a:pt x="558" y="699"/>
                  <a:pt x="554" y="695"/>
                  <a:pt x="549" y="695"/>
                </a:cubicBezTo>
                <a:cubicBezTo>
                  <a:pt x="545" y="695"/>
                  <a:pt x="541" y="699"/>
                  <a:pt x="541" y="704"/>
                </a:cubicBezTo>
                <a:cubicBezTo>
                  <a:pt x="541" y="709"/>
                  <a:pt x="545" y="712"/>
                  <a:pt x="549" y="712"/>
                </a:cubicBezTo>
                <a:cubicBezTo>
                  <a:pt x="554" y="712"/>
                  <a:pt x="558" y="709"/>
                  <a:pt x="558" y="704"/>
                </a:cubicBezTo>
                <a:close/>
                <a:moveTo>
                  <a:pt x="584" y="704"/>
                </a:moveTo>
                <a:cubicBezTo>
                  <a:pt x="584" y="699"/>
                  <a:pt x="580" y="695"/>
                  <a:pt x="575" y="695"/>
                </a:cubicBezTo>
                <a:cubicBezTo>
                  <a:pt x="570" y="695"/>
                  <a:pt x="567" y="699"/>
                  <a:pt x="567" y="704"/>
                </a:cubicBezTo>
                <a:cubicBezTo>
                  <a:pt x="567" y="709"/>
                  <a:pt x="570" y="712"/>
                  <a:pt x="575" y="712"/>
                </a:cubicBezTo>
                <a:cubicBezTo>
                  <a:pt x="580" y="712"/>
                  <a:pt x="584" y="709"/>
                  <a:pt x="584" y="704"/>
                </a:cubicBezTo>
                <a:close/>
                <a:moveTo>
                  <a:pt x="609" y="704"/>
                </a:moveTo>
                <a:cubicBezTo>
                  <a:pt x="609" y="699"/>
                  <a:pt x="606" y="695"/>
                  <a:pt x="601" y="695"/>
                </a:cubicBezTo>
                <a:cubicBezTo>
                  <a:pt x="596" y="695"/>
                  <a:pt x="592" y="699"/>
                  <a:pt x="592" y="704"/>
                </a:cubicBezTo>
                <a:cubicBezTo>
                  <a:pt x="592" y="709"/>
                  <a:pt x="596" y="712"/>
                  <a:pt x="601" y="712"/>
                </a:cubicBezTo>
                <a:cubicBezTo>
                  <a:pt x="606" y="712"/>
                  <a:pt x="609" y="709"/>
                  <a:pt x="609" y="704"/>
                </a:cubicBezTo>
                <a:close/>
                <a:moveTo>
                  <a:pt x="635" y="704"/>
                </a:moveTo>
                <a:cubicBezTo>
                  <a:pt x="635" y="699"/>
                  <a:pt x="631" y="695"/>
                  <a:pt x="627" y="695"/>
                </a:cubicBezTo>
                <a:cubicBezTo>
                  <a:pt x="622" y="695"/>
                  <a:pt x="618" y="699"/>
                  <a:pt x="618" y="704"/>
                </a:cubicBezTo>
                <a:cubicBezTo>
                  <a:pt x="618" y="709"/>
                  <a:pt x="622" y="712"/>
                  <a:pt x="627" y="712"/>
                </a:cubicBezTo>
                <a:cubicBezTo>
                  <a:pt x="631" y="712"/>
                  <a:pt x="635" y="709"/>
                  <a:pt x="635" y="704"/>
                </a:cubicBezTo>
                <a:close/>
                <a:moveTo>
                  <a:pt x="661" y="704"/>
                </a:moveTo>
                <a:cubicBezTo>
                  <a:pt x="661" y="699"/>
                  <a:pt x="657" y="695"/>
                  <a:pt x="652" y="695"/>
                </a:cubicBezTo>
                <a:cubicBezTo>
                  <a:pt x="648" y="695"/>
                  <a:pt x="644" y="699"/>
                  <a:pt x="644" y="704"/>
                </a:cubicBezTo>
                <a:cubicBezTo>
                  <a:pt x="644" y="709"/>
                  <a:pt x="648" y="712"/>
                  <a:pt x="652" y="712"/>
                </a:cubicBezTo>
                <a:cubicBezTo>
                  <a:pt x="657" y="712"/>
                  <a:pt x="661" y="709"/>
                  <a:pt x="661" y="704"/>
                </a:cubicBezTo>
                <a:close/>
                <a:moveTo>
                  <a:pt x="687" y="704"/>
                </a:moveTo>
                <a:cubicBezTo>
                  <a:pt x="687" y="699"/>
                  <a:pt x="683" y="695"/>
                  <a:pt x="678" y="695"/>
                </a:cubicBezTo>
                <a:cubicBezTo>
                  <a:pt x="673" y="695"/>
                  <a:pt x="670" y="699"/>
                  <a:pt x="670" y="704"/>
                </a:cubicBezTo>
                <a:cubicBezTo>
                  <a:pt x="670" y="709"/>
                  <a:pt x="673" y="712"/>
                  <a:pt x="678" y="712"/>
                </a:cubicBezTo>
                <a:cubicBezTo>
                  <a:pt x="683" y="712"/>
                  <a:pt x="687" y="709"/>
                  <a:pt x="687" y="704"/>
                </a:cubicBezTo>
                <a:close/>
                <a:moveTo>
                  <a:pt x="712" y="704"/>
                </a:moveTo>
                <a:cubicBezTo>
                  <a:pt x="712" y="699"/>
                  <a:pt x="709" y="695"/>
                  <a:pt x="704" y="695"/>
                </a:cubicBezTo>
                <a:cubicBezTo>
                  <a:pt x="699" y="695"/>
                  <a:pt x="695" y="699"/>
                  <a:pt x="695" y="704"/>
                </a:cubicBezTo>
                <a:cubicBezTo>
                  <a:pt x="695" y="709"/>
                  <a:pt x="699" y="712"/>
                  <a:pt x="704" y="712"/>
                </a:cubicBezTo>
                <a:cubicBezTo>
                  <a:pt x="709" y="712"/>
                  <a:pt x="712" y="709"/>
                  <a:pt x="712" y="704"/>
                </a:cubicBezTo>
                <a:close/>
                <a:moveTo>
                  <a:pt x="1202" y="704"/>
                </a:moveTo>
                <a:cubicBezTo>
                  <a:pt x="1202" y="699"/>
                  <a:pt x="1198" y="695"/>
                  <a:pt x="1193" y="695"/>
                </a:cubicBezTo>
                <a:cubicBezTo>
                  <a:pt x="1189" y="695"/>
                  <a:pt x="1185" y="699"/>
                  <a:pt x="1185" y="704"/>
                </a:cubicBezTo>
                <a:cubicBezTo>
                  <a:pt x="1185" y="709"/>
                  <a:pt x="1189" y="712"/>
                  <a:pt x="1193" y="712"/>
                </a:cubicBezTo>
                <a:cubicBezTo>
                  <a:pt x="1198" y="712"/>
                  <a:pt x="1202" y="709"/>
                  <a:pt x="1202" y="704"/>
                </a:cubicBezTo>
                <a:close/>
                <a:moveTo>
                  <a:pt x="1228" y="704"/>
                </a:moveTo>
                <a:cubicBezTo>
                  <a:pt x="1228" y="699"/>
                  <a:pt x="1224" y="695"/>
                  <a:pt x="1219" y="695"/>
                </a:cubicBezTo>
                <a:cubicBezTo>
                  <a:pt x="1214" y="695"/>
                  <a:pt x="1210" y="699"/>
                  <a:pt x="1210" y="704"/>
                </a:cubicBezTo>
                <a:cubicBezTo>
                  <a:pt x="1210" y="709"/>
                  <a:pt x="1214" y="712"/>
                  <a:pt x="1219" y="712"/>
                </a:cubicBezTo>
                <a:cubicBezTo>
                  <a:pt x="1224" y="712"/>
                  <a:pt x="1228" y="709"/>
                  <a:pt x="1228" y="704"/>
                </a:cubicBezTo>
                <a:close/>
                <a:moveTo>
                  <a:pt x="1253" y="704"/>
                </a:moveTo>
                <a:cubicBezTo>
                  <a:pt x="1253" y="699"/>
                  <a:pt x="1250" y="695"/>
                  <a:pt x="1245" y="695"/>
                </a:cubicBezTo>
                <a:cubicBezTo>
                  <a:pt x="1240" y="695"/>
                  <a:pt x="1236" y="699"/>
                  <a:pt x="1236" y="704"/>
                </a:cubicBezTo>
                <a:cubicBezTo>
                  <a:pt x="1236" y="709"/>
                  <a:pt x="1240" y="712"/>
                  <a:pt x="1245" y="712"/>
                </a:cubicBezTo>
                <a:cubicBezTo>
                  <a:pt x="1250" y="712"/>
                  <a:pt x="1253" y="709"/>
                  <a:pt x="1253" y="704"/>
                </a:cubicBezTo>
                <a:close/>
                <a:moveTo>
                  <a:pt x="1279" y="704"/>
                </a:moveTo>
                <a:cubicBezTo>
                  <a:pt x="1279" y="699"/>
                  <a:pt x="1275" y="695"/>
                  <a:pt x="1271" y="695"/>
                </a:cubicBezTo>
                <a:cubicBezTo>
                  <a:pt x="1266" y="695"/>
                  <a:pt x="1262" y="699"/>
                  <a:pt x="1262" y="704"/>
                </a:cubicBezTo>
                <a:cubicBezTo>
                  <a:pt x="1262" y="709"/>
                  <a:pt x="1266" y="712"/>
                  <a:pt x="1271" y="712"/>
                </a:cubicBezTo>
                <a:cubicBezTo>
                  <a:pt x="1275" y="712"/>
                  <a:pt x="1279" y="709"/>
                  <a:pt x="1279" y="704"/>
                </a:cubicBezTo>
                <a:close/>
                <a:moveTo>
                  <a:pt x="1382" y="704"/>
                </a:moveTo>
                <a:cubicBezTo>
                  <a:pt x="1382" y="699"/>
                  <a:pt x="1378" y="695"/>
                  <a:pt x="1374" y="695"/>
                </a:cubicBezTo>
                <a:cubicBezTo>
                  <a:pt x="1369" y="695"/>
                  <a:pt x="1365" y="699"/>
                  <a:pt x="1365" y="704"/>
                </a:cubicBezTo>
                <a:cubicBezTo>
                  <a:pt x="1365" y="709"/>
                  <a:pt x="1369" y="712"/>
                  <a:pt x="1374" y="712"/>
                </a:cubicBezTo>
                <a:cubicBezTo>
                  <a:pt x="1378" y="712"/>
                  <a:pt x="1382" y="709"/>
                  <a:pt x="1382" y="704"/>
                </a:cubicBezTo>
                <a:close/>
                <a:moveTo>
                  <a:pt x="1434" y="704"/>
                </a:moveTo>
                <a:cubicBezTo>
                  <a:pt x="1434" y="699"/>
                  <a:pt x="1430" y="695"/>
                  <a:pt x="1425" y="695"/>
                </a:cubicBezTo>
                <a:cubicBezTo>
                  <a:pt x="1420" y="695"/>
                  <a:pt x="1417" y="699"/>
                  <a:pt x="1417" y="704"/>
                </a:cubicBezTo>
                <a:cubicBezTo>
                  <a:pt x="1417" y="709"/>
                  <a:pt x="1420" y="712"/>
                  <a:pt x="1425" y="712"/>
                </a:cubicBezTo>
                <a:cubicBezTo>
                  <a:pt x="1430" y="712"/>
                  <a:pt x="1434" y="709"/>
                  <a:pt x="1434" y="704"/>
                </a:cubicBezTo>
                <a:close/>
                <a:moveTo>
                  <a:pt x="1459" y="704"/>
                </a:moveTo>
                <a:cubicBezTo>
                  <a:pt x="1459" y="699"/>
                  <a:pt x="1456" y="695"/>
                  <a:pt x="1451" y="695"/>
                </a:cubicBezTo>
                <a:cubicBezTo>
                  <a:pt x="1446" y="695"/>
                  <a:pt x="1442" y="699"/>
                  <a:pt x="1442" y="704"/>
                </a:cubicBezTo>
                <a:cubicBezTo>
                  <a:pt x="1442" y="709"/>
                  <a:pt x="1446" y="712"/>
                  <a:pt x="1451" y="712"/>
                </a:cubicBezTo>
                <a:cubicBezTo>
                  <a:pt x="1456" y="712"/>
                  <a:pt x="1459" y="709"/>
                  <a:pt x="1459" y="704"/>
                </a:cubicBezTo>
                <a:close/>
                <a:moveTo>
                  <a:pt x="1485" y="704"/>
                </a:moveTo>
                <a:cubicBezTo>
                  <a:pt x="1485" y="699"/>
                  <a:pt x="1481" y="695"/>
                  <a:pt x="1477" y="695"/>
                </a:cubicBezTo>
                <a:cubicBezTo>
                  <a:pt x="1472" y="695"/>
                  <a:pt x="1468" y="699"/>
                  <a:pt x="1468" y="704"/>
                </a:cubicBezTo>
                <a:cubicBezTo>
                  <a:pt x="1468" y="709"/>
                  <a:pt x="1472" y="712"/>
                  <a:pt x="1477" y="712"/>
                </a:cubicBezTo>
                <a:cubicBezTo>
                  <a:pt x="1481" y="712"/>
                  <a:pt x="1485" y="709"/>
                  <a:pt x="1485" y="704"/>
                </a:cubicBezTo>
                <a:close/>
                <a:moveTo>
                  <a:pt x="1511" y="704"/>
                </a:moveTo>
                <a:cubicBezTo>
                  <a:pt x="1511" y="699"/>
                  <a:pt x="1507" y="695"/>
                  <a:pt x="1502" y="695"/>
                </a:cubicBezTo>
                <a:cubicBezTo>
                  <a:pt x="1498" y="695"/>
                  <a:pt x="1494" y="699"/>
                  <a:pt x="1494" y="704"/>
                </a:cubicBezTo>
                <a:cubicBezTo>
                  <a:pt x="1494" y="709"/>
                  <a:pt x="1498" y="712"/>
                  <a:pt x="1502" y="712"/>
                </a:cubicBezTo>
                <a:cubicBezTo>
                  <a:pt x="1507" y="712"/>
                  <a:pt x="1511" y="709"/>
                  <a:pt x="1511" y="704"/>
                </a:cubicBezTo>
                <a:close/>
                <a:moveTo>
                  <a:pt x="1537" y="704"/>
                </a:moveTo>
                <a:cubicBezTo>
                  <a:pt x="1537" y="699"/>
                  <a:pt x="1533" y="695"/>
                  <a:pt x="1528" y="695"/>
                </a:cubicBezTo>
                <a:cubicBezTo>
                  <a:pt x="1523" y="695"/>
                  <a:pt x="1520" y="699"/>
                  <a:pt x="1520" y="704"/>
                </a:cubicBezTo>
                <a:cubicBezTo>
                  <a:pt x="1520" y="709"/>
                  <a:pt x="1523" y="712"/>
                  <a:pt x="1528" y="712"/>
                </a:cubicBezTo>
                <a:cubicBezTo>
                  <a:pt x="1533" y="712"/>
                  <a:pt x="1537" y="709"/>
                  <a:pt x="1537" y="704"/>
                </a:cubicBezTo>
                <a:close/>
                <a:moveTo>
                  <a:pt x="1563" y="704"/>
                </a:moveTo>
                <a:cubicBezTo>
                  <a:pt x="1563" y="699"/>
                  <a:pt x="1559" y="695"/>
                  <a:pt x="1554" y="695"/>
                </a:cubicBezTo>
                <a:cubicBezTo>
                  <a:pt x="1549" y="695"/>
                  <a:pt x="1545" y="699"/>
                  <a:pt x="1545" y="704"/>
                </a:cubicBezTo>
                <a:cubicBezTo>
                  <a:pt x="1545" y="709"/>
                  <a:pt x="1549" y="712"/>
                  <a:pt x="1554" y="712"/>
                </a:cubicBezTo>
                <a:cubicBezTo>
                  <a:pt x="1559" y="712"/>
                  <a:pt x="1563" y="709"/>
                  <a:pt x="1563" y="704"/>
                </a:cubicBezTo>
                <a:close/>
                <a:moveTo>
                  <a:pt x="1588" y="704"/>
                </a:moveTo>
                <a:cubicBezTo>
                  <a:pt x="1588" y="699"/>
                  <a:pt x="1584" y="695"/>
                  <a:pt x="1580" y="695"/>
                </a:cubicBezTo>
                <a:cubicBezTo>
                  <a:pt x="1575" y="695"/>
                  <a:pt x="1571" y="699"/>
                  <a:pt x="1571" y="704"/>
                </a:cubicBezTo>
                <a:cubicBezTo>
                  <a:pt x="1571" y="709"/>
                  <a:pt x="1575" y="712"/>
                  <a:pt x="1580" y="712"/>
                </a:cubicBezTo>
                <a:cubicBezTo>
                  <a:pt x="1584" y="712"/>
                  <a:pt x="1588" y="709"/>
                  <a:pt x="1588" y="704"/>
                </a:cubicBezTo>
                <a:close/>
                <a:moveTo>
                  <a:pt x="1614" y="704"/>
                </a:moveTo>
                <a:cubicBezTo>
                  <a:pt x="1614" y="699"/>
                  <a:pt x="1610" y="695"/>
                  <a:pt x="1605" y="695"/>
                </a:cubicBezTo>
                <a:cubicBezTo>
                  <a:pt x="1601" y="695"/>
                  <a:pt x="1597" y="699"/>
                  <a:pt x="1597" y="704"/>
                </a:cubicBezTo>
                <a:cubicBezTo>
                  <a:pt x="1597" y="709"/>
                  <a:pt x="1601" y="712"/>
                  <a:pt x="1605" y="712"/>
                </a:cubicBezTo>
                <a:cubicBezTo>
                  <a:pt x="1610" y="712"/>
                  <a:pt x="1614" y="709"/>
                  <a:pt x="1614" y="704"/>
                </a:cubicBezTo>
                <a:close/>
                <a:moveTo>
                  <a:pt x="1640" y="704"/>
                </a:moveTo>
                <a:cubicBezTo>
                  <a:pt x="1640" y="699"/>
                  <a:pt x="1636" y="695"/>
                  <a:pt x="1631" y="695"/>
                </a:cubicBezTo>
                <a:cubicBezTo>
                  <a:pt x="1626" y="695"/>
                  <a:pt x="1623" y="699"/>
                  <a:pt x="1623" y="704"/>
                </a:cubicBezTo>
                <a:cubicBezTo>
                  <a:pt x="1623" y="709"/>
                  <a:pt x="1626" y="712"/>
                  <a:pt x="1631" y="712"/>
                </a:cubicBezTo>
                <a:cubicBezTo>
                  <a:pt x="1636" y="712"/>
                  <a:pt x="1640" y="709"/>
                  <a:pt x="1640" y="704"/>
                </a:cubicBezTo>
                <a:close/>
                <a:moveTo>
                  <a:pt x="1666" y="704"/>
                </a:moveTo>
                <a:cubicBezTo>
                  <a:pt x="1666" y="699"/>
                  <a:pt x="1662" y="695"/>
                  <a:pt x="1657" y="695"/>
                </a:cubicBezTo>
                <a:cubicBezTo>
                  <a:pt x="1652" y="695"/>
                  <a:pt x="1648" y="699"/>
                  <a:pt x="1648" y="704"/>
                </a:cubicBezTo>
                <a:cubicBezTo>
                  <a:pt x="1648" y="709"/>
                  <a:pt x="1652" y="712"/>
                  <a:pt x="1657" y="712"/>
                </a:cubicBezTo>
                <a:cubicBezTo>
                  <a:pt x="1662" y="712"/>
                  <a:pt x="1666" y="709"/>
                  <a:pt x="1666" y="704"/>
                </a:cubicBezTo>
                <a:close/>
                <a:moveTo>
                  <a:pt x="1691" y="704"/>
                </a:moveTo>
                <a:cubicBezTo>
                  <a:pt x="1691" y="699"/>
                  <a:pt x="1687" y="695"/>
                  <a:pt x="1683" y="695"/>
                </a:cubicBezTo>
                <a:cubicBezTo>
                  <a:pt x="1678" y="695"/>
                  <a:pt x="1674" y="699"/>
                  <a:pt x="1674" y="704"/>
                </a:cubicBezTo>
                <a:cubicBezTo>
                  <a:pt x="1674" y="709"/>
                  <a:pt x="1678" y="712"/>
                  <a:pt x="1683" y="712"/>
                </a:cubicBezTo>
                <a:cubicBezTo>
                  <a:pt x="1687" y="712"/>
                  <a:pt x="1691" y="709"/>
                  <a:pt x="1691" y="704"/>
                </a:cubicBezTo>
                <a:close/>
                <a:moveTo>
                  <a:pt x="1717" y="704"/>
                </a:moveTo>
                <a:cubicBezTo>
                  <a:pt x="1717" y="699"/>
                  <a:pt x="1713" y="695"/>
                  <a:pt x="1708" y="695"/>
                </a:cubicBezTo>
                <a:cubicBezTo>
                  <a:pt x="1704" y="695"/>
                  <a:pt x="1700" y="699"/>
                  <a:pt x="1700" y="704"/>
                </a:cubicBezTo>
                <a:cubicBezTo>
                  <a:pt x="1700" y="709"/>
                  <a:pt x="1704" y="712"/>
                  <a:pt x="1708" y="712"/>
                </a:cubicBezTo>
                <a:cubicBezTo>
                  <a:pt x="1713" y="712"/>
                  <a:pt x="1717" y="709"/>
                  <a:pt x="1717" y="704"/>
                </a:cubicBezTo>
                <a:close/>
                <a:moveTo>
                  <a:pt x="1743" y="704"/>
                </a:moveTo>
                <a:cubicBezTo>
                  <a:pt x="1743" y="699"/>
                  <a:pt x="1739" y="695"/>
                  <a:pt x="1734" y="695"/>
                </a:cubicBezTo>
                <a:cubicBezTo>
                  <a:pt x="1730" y="695"/>
                  <a:pt x="1726" y="699"/>
                  <a:pt x="1726" y="704"/>
                </a:cubicBezTo>
                <a:cubicBezTo>
                  <a:pt x="1726" y="709"/>
                  <a:pt x="1730" y="712"/>
                  <a:pt x="1734" y="712"/>
                </a:cubicBezTo>
                <a:cubicBezTo>
                  <a:pt x="1739" y="712"/>
                  <a:pt x="1743" y="709"/>
                  <a:pt x="1743" y="704"/>
                </a:cubicBezTo>
                <a:close/>
                <a:moveTo>
                  <a:pt x="1769" y="704"/>
                </a:moveTo>
                <a:cubicBezTo>
                  <a:pt x="1769" y="699"/>
                  <a:pt x="1765" y="695"/>
                  <a:pt x="1760" y="695"/>
                </a:cubicBezTo>
                <a:cubicBezTo>
                  <a:pt x="1755" y="695"/>
                  <a:pt x="1751" y="699"/>
                  <a:pt x="1751" y="704"/>
                </a:cubicBezTo>
                <a:cubicBezTo>
                  <a:pt x="1751" y="709"/>
                  <a:pt x="1755" y="712"/>
                  <a:pt x="1760" y="712"/>
                </a:cubicBezTo>
                <a:cubicBezTo>
                  <a:pt x="1765" y="712"/>
                  <a:pt x="1769" y="709"/>
                  <a:pt x="1769" y="704"/>
                </a:cubicBezTo>
                <a:close/>
                <a:moveTo>
                  <a:pt x="1794" y="704"/>
                </a:moveTo>
                <a:cubicBezTo>
                  <a:pt x="1794" y="699"/>
                  <a:pt x="1791" y="695"/>
                  <a:pt x="1786" y="695"/>
                </a:cubicBezTo>
                <a:cubicBezTo>
                  <a:pt x="1781" y="695"/>
                  <a:pt x="1777" y="699"/>
                  <a:pt x="1777" y="704"/>
                </a:cubicBezTo>
                <a:cubicBezTo>
                  <a:pt x="1777" y="709"/>
                  <a:pt x="1781" y="712"/>
                  <a:pt x="1786" y="712"/>
                </a:cubicBezTo>
                <a:cubicBezTo>
                  <a:pt x="1791" y="712"/>
                  <a:pt x="1794" y="709"/>
                  <a:pt x="1794" y="704"/>
                </a:cubicBezTo>
                <a:close/>
                <a:moveTo>
                  <a:pt x="1820" y="704"/>
                </a:moveTo>
                <a:cubicBezTo>
                  <a:pt x="1820" y="699"/>
                  <a:pt x="1816" y="695"/>
                  <a:pt x="1812" y="695"/>
                </a:cubicBezTo>
                <a:cubicBezTo>
                  <a:pt x="1807" y="695"/>
                  <a:pt x="1803" y="699"/>
                  <a:pt x="1803" y="704"/>
                </a:cubicBezTo>
                <a:cubicBezTo>
                  <a:pt x="1803" y="709"/>
                  <a:pt x="1807" y="712"/>
                  <a:pt x="1812" y="712"/>
                </a:cubicBezTo>
                <a:cubicBezTo>
                  <a:pt x="1816" y="712"/>
                  <a:pt x="1820" y="709"/>
                  <a:pt x="1820" y="704"/>
                </a:cubicBezTo>
                <a:close/>
                <a:moveTo>
                  <a:pt x="1846" y="704"/>
                </a:moveTo>
                <a:cubicBezTo>
                  <a:pt x="1846" y="699"/>
                  <a:pt x="1842" y="695"/>
                  <a:pt x="1837" y="695"/>
                </a:cubicBezTo>
                <a:cubicBezTo>
                  <a:pt x="1833" y="695"/>
                  <a:pt x="1829" y="699"/>
                  <a:pt x="1829" y="704"/>
                </a:cubicBezTo>
                <a:cubicBezTo>
                  <a:pt x="1829" y="709"/>
                  <a:pt x="1833" y="712"/>
                  <a:pt x="1837" y="712"/>
                </a:cubicBezTo>
                <a:cubicBezTo>
                  <a:pt x="1842" y="712"/>
                  <a:pt x="1846" y="709"/>
                  <a:pt x="1846" y="704"/>
                </a:cubicBezTo>
                <a:close/>
                <a:moveTo>
                  <a:pt x="1872" y="704"/>
                </a:moveTo>
                <a:cubicBezTo>
                  <a:pt x="1872" y="699"/>
                  <a:pt x="1868" y="695"/>
                  <a:pt x="1863" y="695"/>
                </a:cubicBezTo>
                <a:cubicBezTo>
                  <a:pt x="1858" y="695"/>
                  <a:pt x="1854" y="699"/>
                  <a:pt x="1854" y="704"/>
                </a:cubicBezTo>
                <a:cubicBezTo>
                  <a:pt x="1854" y="709"/>
                  <a:pt x="1858" y="712"/>
                  <a:pt x="1863" y="712"/>
                </a:cubicBezTo>
                <a:cubicBezTo>
                  <a:pt x="1868" y="712"/>
                  <a:pt x="1872" y="709"/>
                  <a:pt x="1872" y="704"/>
                </a:cubicBezTo>
                <a:close/>
                <a:moveTo>
                  <a:pt x="1897" y="704"/>
                </a:moveTo>
                <a:cubicBezTo>
                  <a:pt x="1897" y="699"/>
                  <a:pt x="1894" y="695"/>
                  <a:pt x="1889" y="695"/>
                </a:cubicBezTo>
                <a:cubicBezTo>
                  <a:pt x="1884" y="695"/>
                  <a:pt x="1880" y="699"/>
                  <a:pt x="1880" y="704"/>
                </a:cubicBezTo>
                <a:cubicBezTo>
                  <a:pt x="1880" y="709"/>
                  <a:pt x="1884" y="712"/>
                  <a:pt x="1889" y="712"/>
                </a:cubicBezTo>
                <a:cubicBezTo>
                  <a:pt x="1894" y="712"/>
                  <a:pt x="1897" y="709"/>
                  <a:pt x="1897" y="704"/>
                </a:cubicBezTo>
                <a:close/>
                <a:moveTo>
                  <a:pt x="1923" y="704"/>
                </a:moveTo>
                <a:cubicBezTo>
                  <a:pt x="1923" y="699"/>
                  <a:pt x="1919" y="695"/>
                  <a:pt x="1915" y="695"/>
                </a:cubicBezTo>
                <a:cubicBezTo>
                  <a:pt x="1910" y="695"/>
                  <a:pt x="1906" y="699"/>
                  <a:pt x="1906" y="704"/>
                </a:cubicBezTo>
                <a:cubicBezTo>
                  <a:pt x="1906" y="709"/>
                  <a:pt x="1910" y="712"/>
                  <a:pt x="1915" y="712"/>
                </a:cubicBezTo>
                <a:cubicBezTo>
                  <a:pt x="1919" y="712"/>
                  <a:pt x="1923" y="709"/>
                  <a:pt x="1923" y="704"/>
                </a:cubicBezTo>
                <a:close/>
                <a:moveTo>
                  <a:pt x="1949" y="704"/>
                </a:moveTo>
                <a:cubicBezTo>
                  <a:pt x="1949" y="699"/>
                  <a:pt x="1945" y="695"/>
                  <a:pt x="1940" y="695"/>
                </a:cubicBezTo>
                <a:cubicBezTo>
                  <a:pt x="1936" y="695"/>
                  <a:pt x="1932" y="699"/>
                  <a:pt x="1932" y="704"/>
                </a:cubicBezTo>
                <a:cubicBezTo>
                  <a:pt x="1932" y="709"/>
                  <a:pt x="1936" y="712"/>
                  <a:pt x="1940" y="712"/>
                </a:cubicBezTo>
                <a:cubicBezTo>
                  <a:pt x="1945" y="712"/>
                  <a:pt x="1949" y="709"/>
                  <a:pt x="1949" y="704"/>
                </a:cubicBezTo>
                <a:close/>
                <a:moveTo>
                  <a:pt x="1975" y="704"/>
                </a:moveTo>
                <a:cubicBezTo>
                  <a:pt x="1975" y="699"/>
                  <a:pt x="1971" y="695"/>
                  <a:pt x="1966" y="695"/>
                </a:cubicBezTo>
                <a:cubicBezTo>
                  <a:pt x="1961" y="695"/>
                  <a:pt x="1957" y="699"/>
                  <a:pt x="1957" y="704"/>
                </a:cubicBezTo>
                <a:cubicBezTo>
                  <a:pt x="1957" y="709"/>
                  <a:pt x="1961" y="712"/>
                  <a:pt x="1966" y="712"/>
                </a:cubicBezTo>
                <a:cubicBezTo>
                  <a:pt x="1971" y="712"/>
                  <a:pt x="1975" y="709"/>
                  <a:pt x="1975" y="704"/>
                </a:cubicBezTo>
                <a:close/>
                <a:moveTo>
                  <a:pt x="2000" y="704"/>
                </a:moveTo>
                <a:cubicBezTo>
                  <a:pt x="2000" y="699"/>
                  <a:pt x="1997" y="695"/>
                  <a:pt x="1992" y="695"/>
                </a:cubicBezTo>
                <a:cubicBezTo>
                  <a:pt x="1987" y="695"/>
                  <a:pt x="1983" y="699"/>
                  <a:pt x="1983" y="704"/>
                </a:cubicBezTo>
                <a:cubicBezTo>
                  <a:pt x="1983" y="709"/>
                  <a:pt x="1987" y="712"/>
                  <a:pt x="1992" y="712"/>
                </a:cubicBezTo>
                <a:cubicBezTo>
                  <a:pt x="1997" y="712"/>
                  <a:pt x="2000" y="709"/>
                  <a:pt x="2000" y="704"/>
                </a:cubicBezTo>
                <a:close/>
                <a:moveTo>
                  <a:pt x="2026" y="704"/>
                </a:moveTo>
                <a:cubicBezTo>
                  <a:pt x="2026" y="699"/>
                  <a:pt x="2022" y="695"/>
                  <a:pt x="2018" y="695"/>
                </a:cubicBezTo>
                <a:cubicBezTo>
                  <a:pt x="2013" y="695"/>
                  <a:pt x="2009" y="699"/>
                  <a:pt x="2009" y="704"/>
                </a:cubicBezTo>
                <a:cubicBezTo>
                  <a:pt x="2009" y="709"/>
                  <a:pt x="2013" y="712"/>
                  <a:pt x="2018" y="712"/>
                </a:cubicBezTo>
                <a:cubicBezTo>
                  <a:pt x="2022" y="712"/>
                  <a:pt x="2026" y="709"/>
                  <a:pt x="2026" y="704"/>
                </a:cubicBezTo>
                <a:close/>
                <a:moveTo>
                  <a:pt x="2052" y="704"/>
                </a:moveTo>
                <a:cubicBezTo>
                  <a:pt x="2052" y="699"/>
                  <a:pt x="2048" y="695"/>
                  <a:pt x="2043" y="695"/>
                </a:cubicBezTo>
                <a:cubicBezTo>
                  <a:pt x="2039" y="695"/>
                  <a:pt x="2035" y="699"/>
                  <a:pt x="2035" y="704"/>
                </a:cubicBezTo>
                <a:cubicBezTo>
                  <a:pt x="2035" y="709"/>
                  <a:pt x="2039" y="712"/>
                  <a:pt x="2043" y="712"/>
                </a:cubicBezTo>
                <a:cubicBezTo>
                  <a:pt x="2048" y="712"/>
                  <a:pt x="2052" y="709"/>
                  <a:pt x="2052" y="704"/>
                </a:cubicBezTo>
                <a:close/>
                <a:moveTo>
                  <a:pt x="2078" y="704"/>
                </a:moveTo>
                <a:cubicBezTo>
                  <a:pt x="2078" y="699"/>
                  <a:pt x="2074" y="695"/>
                  <a:pt x="2069" y="695"/>
                </a:cubicBezTo>
                <a:cubicBezTo>
                  <a:pt x="2064" y="695"/>
                  <a:pt x="2061" y="699"/>
                  <a:pt x="2061" y="704"/>
                </a:cubicBezTo>
                <a:cubicBezTo>
                  <a:pt x="2061" y="709"/>
                  <a:pt x="2064" y="712"/>
                  <a:pt x="2069" y="712"/>
                </a:cubicBezTo>
                <a:cubicBezTo>
                  <a:pt x="2074" y="712"/>
                  <a:pt x="2078" y="709"/>
                  <a:pt x="2078" y="704"/>
                </a:cubicBezTo>
                <a:close/>
                <a:moveTo>
                  <a:pt x="2103" y="704"/>
                </a:moveTo>
                <a:cubicBezTo>
                  <a:pt x="2103" y="699"/>
                  <a:pt x="2100" y="695"/>
                  <a:pt x="2095" y="695"/>
                </a:cubicBezTo>
                <a:cubicBezTo>
                  <a:pt x="2090" y="695"/>
                  <a:pt x="2086" y="699"/>
                  <a:pt x="2086" y="704"/>
                </a:cubicBezTo>
                <a:cubicBezTo>
                  <a:pt x="2086" y="709"/>
                  <a:pt x="2090" y="712"/>
                  <a:pt x="2095" y="712"/>
                </a:cubicBezTo>
                <a:cubicBezTo>
                  <a:pt x="2100" y="712"/>
                  <a:pt x="2103" y="709"/>
                  <a:pt x="2103" y="704"/>
                </a:cubicBezTo>
                <a:close/>
                <a:moveTo>
                  <a:pt x="2129" y="704"/>
                </a:moveTo>
                <a:cubicBezTo>
                  <a:pt x="2129" y="699"/>
                  <a:pt x="2125" y="695"/>
                  <a:pt x="2121" y="695"/>
                </a:cubicBezTo>
                <a:cubicBezTo>
                  <a:pt x="2116" y="695"/>
                  <a:pt x="2112" y="699"/>
                  <a:pt x="2112" y="704"/>
                </a:cubicBezTo>
                <a:cubicBezTo>
                  <a:pt x="2112" y="709"/>
                  <a:pt x="2116" y="712"/>
                  <a:pt x="2121" y="712"/>
                </a:cubicBezTo>
                <a:cubicBezTo>
                  <a:pt x="2125" y="712"/>
                  <a:pt x="2129" y="709"/>
                  <a:pt x="2129" y="704"/>
                </a:cubicBezTo>
                <a:close/>
                <a:moveTo>
                  <a:pt x="2155" y="704"/>
                </a:moveTo>
                <a:cubicBezTo>
                  <a:pt x="2155" y="699"/>
                  <a:pt x="2151" y="695"/>
                  <a:pt x="2146" y="695"/>
                </a:cubicBezTo>
                <a:cubicBezTo>
                  <a:pt x="2142" y="695"/>
                  <a:pt x="2138" y="699"/>
                  <a:pt x="2138" y="704"/>
                </a:cubicBezTo>
                <a:cubicBezTo>
                  <a:pt x="2138" y="709"/>
                  <a:pt x="2142" y="712"/>
                  <a:pt x="2146" y="712"/>
                </a:cubicBezTo>
                <a:cubicBezTo>
                  <a:pt x="2151" y="712"/>
                  <a:pt x="2155" y="709"/>
                  <a:pt x="2155" y="704"/>
                </a:cubicBezTo>
                <a:close/>
                <a:moveTo>
                  <a:pt x="2181" y="704"/>
                </a:moveTo>
                <a:cubicBezTo>
                  <a:pt x="2181" y="699"/>
                  <a:pt x="2177" y="695"/>
                  <a:pt x="2172" y="695"/>
                </a:cubicBezTo>
                <a:cubicBezTo>
                  <a:pt x="2167" y="695"/>
                  <a:pt x="2164" y="699"/>
                  <a:pt x="2164" y="704"/>
                </a:cubicBezTo>
                <a:cubicBezTo>
                  <a:pt x="2164" y="709"/>
                  <a:pt x="2167" y="712"/>
                  <a:pt x="2172" y="712"/>
                </a:cubicBezTo>
                <a:cubicBezTo>
                  <a:pt x="2177" y="712"/>
                  <a:pt x="2181" y="709"/>
                  <a:pt x="2181" y="704"/>
                </a:cubicBezTo>
                <a:close/>
                <a:moveTo>
                  <a:pt x="2207" y="704"/>
                </a:moveTo>
                <a:cubicBezTo>
                  <a:pt x="2207" y="699"/>
                  <a:pt x="2203" y="695"/>
                  <a:pt x="2198" y="695"/>
                </a:cubicBezTo>
                <a:cubicBezTo>
                  <a:pt x="2193" y="695"/>
                  <a:pt x="2189" y="699"/>
                  <a:pt x="2189" y="704"/>
                </a:cubicBezTo>
                <a:cubicBezTo>
                  <a:pt x="2189" y="709"/>
                  <a:pt x="2193" y="712"/>
                  <a:pt x="2198" y="712"/>
                </a:cubicBezTo>
                <a:cubicBezTo>
                  <a:pt x="2203" y="712"/>
                  <a:pt x="2207" y="709"/>
                  <a:pt x="2207" y="704"/>
                </a:cubicBezTo>
                <a:close/>
                <a:moveTo>
                  <a:pt x="2232" y="704"/>
                </a:moveTo>
                <a:cubicBezTo>
                  <a:pt x="2232" y="699"/>
                  <a:pt x="2228" y="695"/>
                  <a:pt x="2224" y="695"/>
                </a:cubicBezTo>
                <a:cubicBezTo>
                  <a:pt x="2219" y="695"/>
                  <a:pt x="2215" y="699"/>
                  <a:pt x="2215" y="704"/>
                </a:cubicBezTo>
                <a:cubicBezTo>
                  <a:pt x="2215" y="709"/>
                  <a:pt x="2219" y="712"/>
                  <a:pt x="2224" y="712"/>
                </a:cubicBezTo>
                <a:cubicBezTo>
                  <a:pt x="2228" y="712"/>
                  <a:pt x="2232" y="709"/>
                  <a:pt x="2232" y="704"/>
                </a:cubicBezTo>
                <a:close/>
                <a:moveTo>
                  <a:pt x="2258" y="704"/>
                </a:moveTo>
                <a:cubicBezTo>
                  <a:pt x="2258" y="699"/>
                  <a:pt x="2254" y="695"/>
                  <a:pt x="2249" y="695"/>
                </a:cubicBezTo>
                <a:cubicBezTo>
                  <a:pt x="2245" y="695"/>
                  <a:pt x="2241" y="699"/>
                  <a:pt x="2241" y="704"/>
                </a:cubicBezTo>
                <a:cubicBezTo>
                  <a:pt x="2241" y="709"/>
                  <a:pt x="2245" y="712"/>
                  <a:pt x="2249" y="712"/>
                </a:cubicBezTo>
                <a:cubicBezTo>
                  <a:pt x="2254" y="712"/>
                  <a:pt x="2258" y="709"/>
                  <a:pt x="2258" y="704"/>
                </a:cubicBezTo>
                <a:close/>
                <a:moveTo>
                  <a:pt x="2335" y="704"/>
                </a:moveTo>
                <a:cubicBezTo>
                  <a:pt x="2335" y="699"/>
                  <a:pt x="2331" y="695"/>
                  <a:pt x="2327" y="695"/>
                </a:cubicBezTo>
                <a:cubicBezTo>
                  <a:pt x="2322" y="695"/>
                  <a:pt x="2318" y="699"/>
                  <a:pt x="2318" y="704"/>
                </a:cubicBezTo>
                <a:cubicBezTo>
                  <a:pt x="2318" y="709"/>
                  <a:pt x="2322" y="712"/>
                  <a:pt x="2327" y="712"/>
                </a:cubicBezTo>
                <a:cubicBezTo>
                  <a:pt x="2331" y="712"/>
                  <a:pt x="2335" y="709"/>
                  <a:pt x="2335" y="704"/>
                </a:cubicBezTo>
                <a:close/>
                <a:moveTo>
                  <a:pt x="2361" y="704"/>
                </a:moveTo>
                <a:cubicBezTo>
                  <a:pt x="2361" y="699"/>
                  <a:pt x="2357" y="695"/>
                  <a:pt x="2352" y="695"/>
                </a:cubicBezTo>
                <a:cubicBezTo>
                  <a:pt x="2348" y="695"/>
                  <a:pt x="2344" y="699"/>
                  <a:pt x="2344" y="704"/>
                </a:cubicBezTo>
                <a:cubicBezTo>
                  <a:pt x="2344" y="709"/>
                  <a:pt x="2348" y="712"/>
                  <a:pt x="2352" y="712"/>
                </a:cubicBezTo>
                <a:cubicBezTo>
                  <a:pt x="2357" y="712"/>
                  <a:pt x="2361" y="709"/>
                  <a:pt x="2361" y="704"/>
                </a:cubicBezTo>
                <a:close/>
                <a:moveTo>
                  <a:pt x="326" y="730"/>
                </a:moveTo>
                <a:cubicBezTo>
                  <a:pt x="326" y="725"/>
                  <a:pt x="322" y="721"/>
                  <a:pt x="318" y="721"/>
                </a:cubicBezTo>
                <a:cubicBezTo>
                  <a:pt x="313" y="721"/>
                  <a:pt x="309" y="725"/>
                  <a:pt x="309" y="730"/>
                </a:cubicBezTo>
                <a:cubicBezTo>
                  <a:pt x="309" y="734"/>
                  <a:pt x="313" y="738"/>
                  <a:pt x="318" y="738"/>
                </a:cubicBezTo>
                <a:cubicBezTo>
                  <a:pt x="322" y="738"/>
                  <a:pt x="326" y="734"/>
                  <a:pt x="326" y="730"/>
                </a:cubicBezTo>
                <a:close/>
                <a:moveTo>
                  <a:pt x="352" y="730"/>
                </a:moveTo>
                <a:cubicBezTo>
                  <a:pt x="352" y="725"/>
                  <a:pt x="348" y="721"/>
                  <a:pt x="343" y="721"/>
                </a:cubicBezTo>
                <a:cubicBezTo>
                  <a:pt x="339" y="721"/>
                  <a:pt x="335" y="725"/>
                  <a:pt x="335" y="730"/>
                </a:cubicBezTo>
                <a:cubicBezTo>
                  <a:pt x="335" y="734"/>
                  <a:pt x="339" y="738"/>
                  <a:pt x="343" y="738"/>
                </a:cubicBezTo>
                <a:cubicBezTo>
                  <a:pt x="348" y="738"/>
                  <a:pt x="352" y="734"/>
                  <a:pt x="352" y="730"/>
                </a:cubicBezTo>
                <a:close/>
                <a:moveTo>
                  <a:pt x="378" y="730"/>
                </a:moveTo>
                <a:cubicBezTo>
                  <a:pt x="378" y="725"/>
                  <a:pt x="374" y="721"/>
                  <a:pt x="369" y="721"/>
                </a:cubicBezTo>
                <a:cubicBezTo>
                  <a:pt x="364" y="721"/>
                  <a:pt x="360" y="725"/>
                  <a:pt x="360" y="730"/>
                </a:cubicBezTo>
                <a:cubicBezTo>
                  <a:pt x="360" y="734"/>
                  <a:pt x="364" y="738"/>
                  <a:pt x="369" y="738"/>
                </a:cubicBezTo>
                <a:cubicBezTo>
                  <a:pt x="374" y="738"/>
                  <a:pt x="378" y="734"/>
                  <a:pt x="378" y="730"/>
                </a:cubicBezTo>
                <a:close/>
                <a:moveTo>
                  <a:pt x="403" y="730"/>
                </a:moveTo>
                <a:cubicBezTo>
                  <a:pt x="403" y="725"/>
                  <a:pt x="400" y="721"/>
                  <a:pt x="395" y="721"/>
                </a:cubicBezTo>
                <a:cubicBezTo>
                  <a:pt x="390" y="721"/>
                  <a:pt x="386" y="725"/>
                  <a:pt x="386" y="730"/>
                </a:cubicBezTo>
                <a:cubicBezTo>
                  <a:pt x="386" y="734"/>
                  <a:pt x="390" y="738"/>
                  <a:pt x="395" y="738"/>
                </a:cubicBezTo>
                <a:cubicBezTo>
                  <a:pt x="400" y="738"/>
                  <a:pt x="403" y="734"/>
                  <a:pt x="403" y="730"/>
                </a:cubicBezTo>
                <a:close/>
                <a:moveTo>
                  <a:pt x="429" y="730"/>
                </a:moveTo>
                <a:cubicBezTo>
                  <a:pt x="429" y="725"/>
                  <a:pt x="425" y="721"/>
                  <a:pt x="421" y="721"/>
                </a:cubicBezTo>
                <a:cubicBezTo>
                  <a:pt x="416" y="721"/>
                  <a:pt x="412" y="725"/>
                  <a:pt x="412" y="730"/>
                </a:cubicBezTo>
                <a:cubicBezTo>
                  <a:pt x="412" y="734"/>
                  <a:pt x="416" y="738"/>
                  <a:pt x="421" y="738"/>
                </a:cubicBezTo>
                <a:cubicBezTo>
                  <a:pt x="425" y="738"/>
                  <a:pt x="429" y="734"/>
                  <a:pt x="429" y="730"/>
                </a:cubicBezTo>
                <a:close/>
                <a:moveTo>
                  <a:pt x="455" y="730"/>
                </a:moveTo>
                <a:cubicBezTo>
                  <a:pt x="455" y="725"/>
                  <a:pt x="451" y="721"/>
                  <a:pt x="446" y="721"/>
                </a:cubicBezTo>
                <a:cubicBezTo>
                  <a:pt x="442" y="721"/>
                  <a:pt x="438" y="725"/>
                  <a:pt x="438" y="730"/>
                </a:cubicBezTo>
                <a:cubicBezTo>
                  <a:pt x="438" y="734"/>
                  <a:pt x="442" y="738"/>
                  <a:pt x="446" y="738"/>
                </a:cubicBezTo>
                <a:cubicBezTo>
                  <a:pt x="451" y="738"/>
                  <a:pt x="455" y="734"/>
                  <a:pt x="455" y="730"/>
                </a:cubicBezTo>
                <a:close/>
                <a:moveTo>
                  <a:pt x="481" y="730"/>
                </a:moveTo>
                <a:cubicBezTo>
                  <a:pt x="481" y="725"/>
                  <a:pt x="477" y="721"/>
                  <a:pt x="472" y="721"/>
                </a:cubicBezTo>
                <a:cubicBezTo>
                  <a:pt x="467" y="721"/>
                  <a:pt x="463" y="725"/>
                  <a:pt x="463" y="730"/>
                </a:cubicBezTo>
                <a:cubicBezTo>
                  <a:pt x="463" y="734"/>
                  <a:pt x="467" y="738"/>
                  <a:pt x="472" y="738"/>
                </a:cubicBezTo>
                <a:cubicBezTo>
                  <a:pt x="477" y="738"/>
                  <a:pt x="481" y="734"/>
                  <a:pt x="481" y="730"/>
                </a:cubicBezTo>
                <a:close/>
                <a:moveTo>
                  <a:pt x="506" y="730"/>
                </a:moveTo>
                <a:cubicBezTo>
                  <a:pt x="506" y="725"/>
                  <a:pt x="503" y="721"/>
                  <a:pt x="498" y="721"/>
                </a:cubicBezTo>
                <a:cubicBezTo>
                  <a:pt x="493" y="721"/>
                  <a:pt x="489" y="725"/>
                  <a:pt x="489" y="730"/>
                </a:cubicBezTo>
                <a:cubicBezTo>
                  <a:pt x="489" y="734"/>
                  <a:pt x="493" y="738"/>
                  <a:pt x="498" y="738"/>
                </a:cubicBezTo>
                <a:cubicBezTo>
                  <a:pt x="503" y="738"/>
                  <a:pt x="506" y="734"/>
                  <a:pt x="506" y="730"/>
                </a:cubicBezTo>
                <a:close/>
                <a:moveTo>
                  <a:pt x="532" y="730"/>
                </a:moveTo>
                <a:cubicBezTo>
                  <a:pt x="532" y="725"/>
                  <a:pt x="528" y="721"/>
                  <a:pt x="524" y="721"/>
                </a:cubicBezTo>
                <a:cubicBezTo>
                  <a:pt x="519" y="721"/>
                  <a:pt x="515" y="725"/>
                  <a:pt x="515" y="730"/>
                </a:cubicBezTo>
                <a:cubicBezTo>
                  <a:pt x="515" y="734"/>
                  <a:pt x="519" y="738"/>
                  <a:pt x="524" y="738"/>
                </a:cubicBezTo>
                <a:cubicBezTo>
                  <a:pt x="528" y="738"/>
                  <a:pt x="532" y="734"/>
                  <a:pt x="532" y="730"/>
                </a:cubicBezTo>
                <a:close/>
                <a:moveTo>
                  <a:pt x="558" y="730"/>
                </a:moveTo>
                <a:cubicBezTo>
                  <a:pt x="558" y="725"/>
                  <a:pt x="554" y="721"/>
                  <a:pt x="549" y="721"/>
                </a:cubicBezTo>
                <a:cubicBezTo>
                  <a:pt x="545" y="721"/>
                  <a:pt x="541" y="725"/>
                  <a:pt x="541" y="730"/>
                </a:cubicBezTo>
                <a:cubicBezTo>
                  <a:pt x="541" y="734"/>
                  <a:pt x="545" y="738"/>
                  <a:pt x="549" y="738"/>
                </a:cubicBezTo>
                <a:cubicBezTo>
                  <a:pt x="554" y="738"/>
                  <a:pt x="558" y="734"/>
                  <a:pt x="558" y="730"/>
                </a:cubicBezTo>
                <a:close/>
                <a:moveTo>
                  <a:pt x="584" y="730"/>
                </a:moveTo>
                <a:cubicBezTo>
                  <a:pt x="584" y="725"/>
                  <a:pt x="580" y="721"/>
                  <a:pt x="575" y="721"/>
                </a:cubicBezTo>
                <a:cubicBezTo>
                  <a:pt x="570" y="721"/>
                  <a:pt x="567" y="725"/>
                  <a:pt x="567" y="730"/>
                </a:cubicBezTo>
                <a:cubicBezTo>
                  <a:pt x="567" y="734"/>
                  <a:pt x="570" y="738"/>
                  <a:pt x="575" y="738"/>
                </a:cubicBezTo>
                <a:cubicBezTo>
                  <a:pt x="580" y="738"/>
                  <a:pt x="584" y="734"/>
                  <a:pt x="584" y="730"/>
                </a:cubicBezTo>
                <a:close/>
                <a:moveTo>
                  <a:pt x="609" y="730"/>
                </a:moveTo>
                <a:cubicBezTo>
                  <a:pt x="609" y="725"/>
                  <a:pt x="606" y="721"/>
                  <a:pt x="601" y="721"/>
                </a:cubicBezTo>
                <a:cubicBezTo>
                  <a:pt x="596" y="721"/>
                  <a:pt x="592" y="725"/>
                  <a:pt x="592" y="730"/>
                </a:cubicBezTo>
                <a:cubicBezTo>
                  <a:pt x="592" y="734"/>
                  <a:pt x="596" y="738"/>
                  <a:pt x="601" y="738"/>
                </a:cubicBezTo>
                <a:cubicBezTo>
                  <a:pt x="606" y="738"/>
                  <a:pt x="609" y="734"/>
                  <a:pt x="609" y="730"/>
                </a:cubicBezTo>
                <a:close/>
                <a:moveTo>
                  <a:pt x="635" y="730"/>
                </a:moveTo>
                <a:cubicBezTo>
                  <a:pt x="635" y="725"/>
                  <a:pt x="631" y="721"/>
                  <a:pt x="627" y="721"/>
                </a:cubicBezTo>
                <a:cubicBezTo>
                  <a:pt x="622" y="721"/>
                  <a:pt x="618" y="725"/>
                  <a:pt x="618" y="730"/>
                </a:cubicBezTo>
                <a:cubicBezTo>
                  <a:pt x="618" y="734"/>
                  <a:pt x="622" y="738"/>
                  <a:pt x="627" y="738"/>
                </a:cubicBezTo>
                <a:cubicBezTo>
                  <a:pt x="631" y="738"/>
                  <a:pt x="635" y="734"/>
                  <a:pt x="635" y="730"/>
                </a:cubicBezTo>
                <a:close/>
                <a:moveTo>
                  <a:pt x="661" y="730"/>
                </a:moveTo>
                <a:cubicBezTo>
                  <a:pt x="661" y="725"/>
                  <a:pt x="657" y="721"/>
                  <a:pt x="652" y="721"/>
                </a:cubicBezTo>
                <a:cubicBezTo>
                  <a:pt x="648" y="721"/>
                  <a:pt x="644" y="725"/>
                  <a:pt x="644" y="730"/>
                </a:cubicBezTo>
                <a:cubicBezTo>
                  <a:pt x="644" y="734"/>
                  <a:pt x="648" y="738"/>
                  <a:pt x="652" y="738"/>
                </a:cubicBezTo>
                <a:cubicBezTo>
                  <a:pt x="657" y="738"/>
                  <a:pt x="661" y="734"/>
                  <a:pt x="661" y="730"/>
                </a:cubicBezTo>
                <a:close/>
                <a:moveTo>
                  <a:pt x="687" y="730"/>
                </a:moveTo>
                <a:cubicBezTo>
                  <a:pt x="687" y="725"/>
                  <a:pt x="683" y="721"/>
                  <a:pt x="678" y="721"/>
                </a:cubicBezTo>
                <a:cubicBezTo>
                  <a:pt x="673" y="721"/>
                  <a:pt x="670" y="725"/>
                  <a:pt x="670" y="730"/>
                </a:cubicBezTo>
                <a:cubicBezTo>
                  <a:pt x="670" y="734"/>
                  <a:pt x="673" y="738"/>
                  <a:pt x="678" y="738"/>
                </a:cubicBezTo>
                <a:cubicBezTo>
                  <a:pt x="683" y="738"/>
                  <a:pt x="687" y="734"/>
                  <a:pt x="687" y="730"/>
                </a:cubicBezTo>
                <a:close/>
                <a:moveTo>
                  <a:pt x="1202" y="730"/>
                </a:moveTo>
                <a:cubicBezTo>
                  <a:pt x="1202" y="725"/>
                  <a:pt x="1198" y="721"/>
                  <a:pt x="1193" y="721"/>
                </a:cubicBezTo>
                <a:cubicBezTo>
                  <a:pt x="1189" y="721"/>
                  <a:pt x="1185" y="725"/>
                  <a:pt x="1185" y="730"/>
                </a:cubicBezTo>
                <a:cubicBezTo>
                  <a:pt x="1185" y="734"/>
                  <a:pt x="1189" y="738"/>
                  <a:pt x="1193" y="738"/>
                </a:cubicBezTo>
                <a:cubicBezTo>
                  <a:pt x="1198" y="738"/>
                  <a:pt x="1202" y="734"/>
                  <a:pt x="1202" y="730"/>
                </a:cubicBezTo>
                <a:close/>
                <a:moveTo>
                  <a:pt x="1228" y="730"/>
                </a:moveTo>
                <a:cubicBezTo>
                  <a:pt x="1228" y="725"/>
                  <a:pt x="1224" y="721"/>
                  <a:pt x="1219" y="721"/>
                </a:cubicBezTo>
                <a:cubicBezTo>
                  <a:pt x="1214" y="721"/>
                  <a:pt x="1210" y="725"/>
                  <a:pt x="1210" y="730"/>
                </a:cubicBezTo>
                <a:cubicBezTo>
                  <a:pt x="1210" y="734"/>
                  <a:pt x="1214" y="738"/>
                  <a:pt x="1219" y="738"/>
                </a:cubicBezTo>
                <a:cubicBezTo>
                  <a:pt x="1224" y="738"/>
                  <a:pt x="1228" y="734"/>
                  <a:pt x="1228" y="730"/>
                </a:cubicBezTo>
                <a:close/>
                <a:moveTo>
                  <a:pt x="1253" y="730"/>
                </a:moveTo>
                <a:cubicBezTo>
                  <a:pt x="1253" y="725"/>
                  <a:pt x="1250" y="721"/>
                  <a:pt x="1245" y="721"/>
                </a:cubicBezTo>
                <a:cubicBezTo>
                  <a:pt x="1240" y="721"/>
                  <a:pt x="1236" y="725"/>
                  <a:pt x="1236" y="730"/>
                </a:cubicBezTo>
                <a:cubicBezTo>
                  <a:pt x="1236" y="734"/>
                  <a:pt x="1240" y="738"/>
                  <a:pt x="1245" y="738"/>
                </a:cubicBezTo>
                <a:cubicBezTo>
                  <a:pt x="1250" y="738"/>
                  <a:pt x="1253" y="734"/>
                  <a:pt x="1253" y="730"/>
                </a:cubicBezTo>
                <a:close/>
                <a:moveTo>
                  <a:pt x="1408" y="730"/>
                </a:moveTo>
                <a:cubicBezTo>
                  <a:pt x="1408" y="725"/>
                  <a:pt x="1404" y="721"/>
                  <a:pt x="1399" y="721"/>
                </a:cubicBezTo>
                <a:cubicBezTo>
                  <a:pt x="1395" y="721"/>
                  <a:pt x="1391" y="725"/>
                  <a:pt x="1391" y="730"/>
                </a:cubicBezTo>
                <a:cubicBezTo>
                  <a:pt x="1391" y="734"/>
                  <a:pt x="1395" y="738"/>
                  <a:pt x="1399" y="738"/>
                </a:cubicBezTo>
                <a:cubicBezTo>
                  <a:pt x="1404" y="738"/>
                  <a:pt x="1408" y="734"/>
                  <a:pt x="1408" y="730"/>
                </a:cubicBezTo>
                <a:close/>
                <a:moveTo>
                  <a:pt x="1459" y="730"/>
                </a:moveTo>
                <a:cubicBezTo>
                  <a:pt x="1459" y="725"/>
                  <a:pt x="1456" y="721"/>
                  <a:pt x="1451" y="721"/>
                </a:cubicBezTo>
                <a:cubicBezTo>
                  <a:pt x="1446" y="721"/>
                  <a:pt x="1442" y="725"/>
                  <a:pt x="1442" y="730"/>
                </a:cubicBezTo>
                <a:cubicBezTo>
                  <a:pt x="1442" y="734"/>
                  <a:pt x="1446" y="738"/>
                  <a:pt x="1451" y="738"/>
                </a:cubicBezTo>
                <a:cubicBezTo>
                  <a:pt x="1456" y="738"/>
                  <a:pt x="1459" y="734"/>
                  <a:pt x="1459" y="730"/>
                </a:cubicBezTo>
                <a:close/>
                <a:moveTo>
                  <a:pt x="1511" y="730"/>
                </a:moveTo>
                <a:cubicBezTo>
                  <a:pt x="1511" y="725"/>
                  <a:pt x="1507" y="721"/>
                  <a:pt x="1502" y="721"/>
                </a:cubicBezTo>
                <a:cubicBezTo>
                  <a:pt x="1498" y="721"/>
                  <a:pt x="1494" y="725"/>
                  <a:pt x="1494" y="730"/>
                </a:cubicBezTo>
                <a:cubicBezTo>
                  <a:pt x="1494" y="734"/>
                  <a:pt x="1498" y="738"/>
                  <a:pt x="1502" y="738"/>
                </a:cubicBezTo>
                <a:cubicBezTo>
                  <a:pt x="1507" y="738"/>
                  <a:pt x="1511" y="734"/>
                  <a:pt x="1511" y="730"/>
                </a:cubicBezTo>
                <a:close/>
                <a:moveTo>
                  <a:pt x="1537" y="730"/>
                </a:moveTo>
                <a:cubicBezTo>
                  <a:pt x="1537" y="725"/>
                  <a:pt x="1533" y="721"/>
                  <a:pt x="1528" y="721"/>
                </a:cubicBezTo>
                <a:cubicBezTo>
                  <a:pt x="1523" y="721"/>
                  <a:pt x="1520" y="725"/>
                  <a:pt x="1520" y="730"/>
                </a:cubicBezTo>
                <a:cubicBezTo>
                  <a:pt x="1520" y="734"/>
                  <a:pt x="1523" y="738"/>
                  <a:pt x="1528" y="738"/>
                </a:cubicBezTo>
                <a:cubicBezTo>
                  <a:pt x="1533" y="738"/>
                  <a:pt x="1537" y="734"/>
                  <a:pt x="1537" y="730"/>
                </a:cubicBezTo>
                <a:close/>
                <a:moveTo>
                  <a:pt x="1563" y="730"/>
                </a:moveTo>
                <a:cubicBezTo>
                  <a:pt x="1563" y="725"/>
                  <a:pt x="1559" y="721"/>
                  <a:pt x="1554" y="721"/>
                </a:cubicBezTo>
                <a:cubicBezTo>
                  <a:pt x="1549" y="721"/>
                  <a:pt x="1545" y="725"/>
                  <a:pt x="1545" y="730"/>
                </a:cubicBezTo>
                <a:cubicBezTo>
                  <a:pt x="1545" y="734"/>
                  <a:pt x="1549" y="738"/>
                  <a:pt x="1554" y="738"/>
                </a:cubicBezTo>
                <a:cubicBezTo>
                  <a:pt x="1559" y="738"/>
                  <a:pt x="1563" y="734"/>
                  <a:pt x="1563" y="730"/>
                </a:cubicBezTo>
                <a:close/>
                <a:moveTo>
                  <a:pt x="1588" y="730"/>
                </a:moveTo>
                <a:cubicBezTo>
                  <a:pt x="1588" y="725"/>
                  <a:pt x="1584" y="721"/>
                  <a:pt x="1580" y="721"/>
                </a:cubicBezTo>
                <a:cubicBezTo>
                  <a:pt x="1575" y="721"/>
                  <a:pt x="1571" y="725"/>
                  <a:pt x="1571" y="730"/>
                </a:cubicBezTo>
                <a:cubicBezTo>
                  <a:pt x="1571" y="734"/>
                  <a:pt x="1575" y="738"/>
                  <a:pt x="1580" y="738"/>
                </a:cubicBezTo>
                <a:cubicBezTo>
                  <a:pt x="1584" y="738"/>
                  <a:pt x="1588" y="734"/>
                  <a:pt x="1588" y="730"/>
                </a:cubicBezTo>
                <a:close/>
                <a:moveTo>
                  <a:pt x="1614" y="730"/>
                </a:moveTo>
                <a:cubicBezTo>
                  <a:pt x="1614" y="725"/>
                  <a:pt x="1610" y="721"/>
                  <a:pt x="1605" y="721"/>
                </a:cubicBezTo>
                <a:cubicBezTo>
                  <a:pt x="1601" y="721"/>
                  <a:pt x="1597" y="725"/>
                  <a:pt x="1597" y="730"/>
                </a:cubicBezTo>
                <a:cubicBezTo>
                  <a:pt x="1597" y="734"/>
                  <a:pt x="1601" y="738"/>
                  <a:pt x="1605" y="738"/>
                </a:cubicBezTo>
                <a:cubicBezTo>
                  <a:pt x="1610" y="738"/>
                  <a:pt x="1614" y="734"/>
                  <a:pt x="1614" y="730"/>
                </a:cubicBezTo>
                <a:close/>
                <a:moveTo>
                  <a:pt x="1640" y="730"/>
                </a:moveTo>
                <a:cubicBezTo>
                  <a:pt x="1640" y="725"/>
                  <a:pt x="1636" y="721"/>
                  <a:pt x="1631" y="721"/>
                </a:cubicBezTo>
                <a:cubicBezTo>
                  <a:pt x="1626" y="721"/>
                  <a:pt x="1623" y="725"/>
                  <a:pt x="1623" y="730"/>
                </a:cubicBezTo>
                <a:cubicBezTo>
                  <a:pt x="1623" y="734"/>
                  <a:pt x="1626" y="738"/>
                  <a:pt x="1631" y="738"/>
                </a:cubicBezTo>
                <a:cubicBezTo>
                  <a:pt x="1636" y="738"/>
                  <a:pt x="1640" y="734"/>
                  <a:pt x="1640" y="730"/>
                </a:cubicBezTo>
                <a:close/>
                <a:moveTo>
                  <a:pt x="1666" y="730"/>
                </a:moveTo>
                <a:cubicBezTo>
                  <a:pt x="1666" y="725"/>
                  <a:pt x="1662" y="721"/>
                  <a:pt x="1657" y="721"/>
                </a:cubicBezTo>
                <a:cubicBezTo>
                  <a:pt x="1652" y="721"/>
                  <a:pt x="1648" y="725"/>
                  <a:pt x="1648" y="730"/>
                </a:cubicBezTo>
                <a:cubicBezTo>
                  <a:pt x="1648" y="734"/>
                  <a:pt x="1652" y="738"/>
                  <a:pt x="1657" y="738"/>
                </a:cubicBezTo>
                <a:cubicBezTo>
                  <a:pt x="1662" y="738"/>
                  <a:pt x="1666" y="734"/>
                  <a:pt x="1666" y="730"/>
                </a:cubicBezTo>
                <a:close/>
                <a:moveTo>
                  <a:pt x="1691" y="730"/>
                </a:moveTo>
                <a:cubicBezTo>
                  <a:pt x="1691" y="725"/>
                  <a:pt x="1687" y="721"/>
                  <a:pt x="1683" y="721"/>
                </a:cubicBezTo>
                <a:cubicBezTo>
                  <a:pt x="1678" y="721"/>
                  <a:pt x="1674" y="725"/>
                  <a:pt x="1674" y="730"/>
                </a:cubicBezTo>
                <a:cubicBezTo>
                  <a:pt x="1674" y="734"/>
                  <a:pt x="1678" y="738"/>
                  <a:pt x="1683" y="738"/>
                </a:cubicBezTo>
                <a:cubicBezTo>
                  <a:pt x="1687" y="738"/>
                  <a:pt x="1691" y="734"/>
                  <a:pt x="1691" y="730"/>
                </a:cubicBezTo>
                <a:close/>
                <a:moveTo>
                  <a:pt x="1717" y="730"/>
                </a:moveTo>
                <a:cubicBezTo>
                  <a:pt x="1717" y="725"/>
                  <a:pt x="1713" y="721"/>
                  <a:pt x="1708" y="721"/>
                </a:cubicBezTo>
                <a:cubicBezTo>
                  <a:pt x="1704" y="721"/>
                  <a:pt x="1700" y="725"/>
                  <a:pt x="1700" y="730"/>
                </a:cubicBezTo>
                <a:cubicBezTo>
                  <a:pt x="1700" y="734"/>
                  <a:pt x="1704" y="738"/>
                  <a:pt x="1708" y="738"/>
                </a:cubicBezTo>
                <a:cubicBezTo>
                  <a:pt x="1713" y="738"/>
                  <a:pt x="1717" y="734"/>
                  <a:pt x="1717" y="730"/>
                </a:cubicBezTo>
                <a:close/>
                <a:moveTo>
                  <a:pt x="1743" y="730"/>
                </a:moveTo>
                <a:cubicBezTo>
                  <a:pt x="1743" y="725"/>
                  <a:pt x="1739" y="721"/>
                  <a:pt x="1734" y="721"/>
                </a:cubicBezTo>
                <a:cubicBezTo>
                  <a:pt x="1730" y="721"/>
                  <a:pt x="1726" y="725"/>
                  <a:pt x="1726" y="730"/>
                </a:cubicBezTo>
                <a:cubicBezTo>
                  <a:pt x="1726" y="734"/>
                  <a:pt x="1730" y="738"/>
                  <a:pt x="1734" y="738"/>
                </a:cubicBezTo>
                <a:cubicBezTo>
                  <a:pt x="1739" y="738"/>
                  <a:pt x="1743" y="734"/>
                  <a:pt x="1743" y="730"/>
                </a:cubicBezTo>
                <a:close/>
                <a:moveTo>
                  <a:pt x="1769" y="730"/>
                </a:moveTo>
                <a:cubicBezTo>
                  <a:pt x="1769" y="725"/>
                  <a:pt x="1765" y="721"/>
                  <a:pt x="1760" y="721"/>
                </a:cubicBezTo>
                <a:cubicBezTo>
                  <a:pt x="1755" y="721"/>
                  <a:pt x="1751" y="725"/>
                  <a:pt x="1751" y="730"/>
                </a:cubicBezTo>
                <a:cubicBezTo>
                  <a:pt x="1751" y="734"/>
                  <a:pt x="1755" y="738"/>
                  <a:pt x="1760" y="738"/>
                </a:cubicBezTo>
                <a:cubicBezTo>
                  <a:pt x="1765" y="738"/>
                  <a:pt x="1769" y="734"/>
                  <a:pt x="1769" y="730"/>
                </a:cubicBezTo>
                <a:close/>
                <a:moveTo>
                  <a:pt x="1794" y="730"/>
                </a:moveTo>
                <a:cubicBezTo>
                  <a:pt x="1794" y="725"/>
                  <a:pt x="1791" y="721"/>
                  <a:pt x="1786" y="721"/>
                </a:cubicBezTo>
                <a:cubicBezTo>
                  <a:pt x="1781" y="721"/>
                  <a:pt x="1777" y="725"/>
                  <a:pt x="1777" y="730"/>
                </a:cubicBezTo>
                <a:cubicBezTo>
                  <a:pt x="1777" y="734"/>
                  <a:pt x="1781" y="738"/>
                  <a:pt x="1786" y="738"/>
                </a:cubicBezTo>
                <a:cubicBezTo>
                  <a:pt x="1791" y="738"/>
                  <a:pt x="1794" y="734"/>
                  <a:pt x="1794" y="730"/>
                </a:cubicBezTo>
                <a:close/>
                <a:moveTo>
                  <a:pt x="1820" y="730"/>
                </a:moveTo>
                <a:cubicBezTo>
                  <a:pt x="1820" y="725"/>
                  <a:pt x="1816" y="721"/>
                  <a:pt x="1812" y="721"/>
                </a:cubicBezTo>
                <a:cubicBezTo>
                  <a:pt x="1807" y="721"/>
                  <a:pt x="1803" y="725"/>
                  <a:pt x="1803" y="730"/>
                </a:cubicBezTo>
                <a:cubicBezTo>
                  <a:pt x="1803" y="734"/>
                  <a:pt x="1807" y="738"/>
                  <a:pt x="1812" y="738"/>
                </a:cubicBezTo>
                <a:cubicBezTo>
                  <a:pt x="1816" y="738"/>
                  <a:pt x="1820" y="734"/>
                  <a:pt x="1820" y="730"/>
                </a:cubicBezTo>
                <a:close/>
                <a:moveTo>
                  <a:pt x="1846" y="730"/>
                </a:moveTo>
                <a:cubicBezTo>
                  <a:pt x="1846" y="725"/>
                  <a:pt x="1842" y="721"/>
                  <a:pt x="1837" y="721"/>
                </a:cubicBezTo>
                <a:cubicBezTo>
                  <a:pt x="1833" y="721"/>
                  <a:pt x="1829" y="725"/>
                  <a:pt x="1829" y="730"/>
                </a:cubicBezTo>
                <a:cubicBezTo>
                  <a:pt x="1829" y="734"/>
                  <a:pt x="1833" y="738"/>
                  <a:pt x="1837" y="738"/>
                </a:cubicBezTo>
                <a:cubicBezTo>
                  <a:pt x="1842" y="738"/>
                  <a:pt x="1846" y="734"/>
                  <a:pt x="1846" y="730"/>
                </a:cubicBezTo>
                <a:close/>
                <a:moveTo>
                  <a:pt x="1872" y="730"/>
                </a:moveTo>
                <a:cubicBezTo>
                  <a:pt x="1872" y="725"/>
                  <a:pt x="1868" y="721"/>
                  <a:pt x="1863" y="721"/>
                </a:cubicBezTo>
                <a:cubicBezTo>
                  <a:pt x="1858" y="721"/>
                  <a:pt x="1854" y="725"/>
                  <a:pt x="1854" y="730"/>
                </a:cubicBezTo>
                <a:cubicBezTo>
                  <a:pt x="1854" y="734"/>
                  <a:pt x="1858" y="738"/>
                  <a:pt x="1863" y="738"/>
                </a:cubicBezTo>
                <a:cubicBezTo>
                  <a:pt x="1868" y="738"/>
                  <a:pt x="1872" y="734"/>
                  <a:pt x="1872" y="730"/>
                </a:cubicBezTo>
                <a:close/>
                <a:moveTo>
                  <a:pt x="1897" y="730"/>
                </a:moveTo>
                <a:cubicBezTo>
                  <a:pt x="1897" y="725"/>
                  <a:pt x="1894" y="721"/>
                  <a:pt x="1889" y="721"/>
                </a:cubicBezTo>
                <a:cubicBezTo>
                  <a:pt x="1884" y="721"/>
                  <a:pt x="1880" y="725"/>
                  <a:pt x="1880" y="730"/>
                </a:cubicBezTo>
                <a:cubicBezTo>
                  <a:pt x="1880" y="734"/>
                  <a:pt x="1884" y="738"/>
                  <a:pt x="1889" y="738"/>
                </a:cubicBezTo>
                <a:cubicBezTo>
                  <a:pt x="1894" y="738"/>
                  <a:pt x="1897" y="734"/>
                  <a:pt x="1897" y="730"/>
                </a:cubicBezTo>
                <a:close/>
                <a:moveTo>
                  <a:pt x="1923" y="730"/>
                </a:moveTo>
                <a:cubicBezTo>
                  <a:pt x="1923" y="725"/>
                  <a:pt x="1919" y="721"/>
                  <a:pt x="1915" y="721"/>
                </a:cubicBezTo>
                <a:cubicBezTo>
                  <a:pt x="1910" y="721"/>
                  <a:pt x="1906" y="725"/>
                  <a:pt x="1906" y="730"/>
                </a:cubicBezTo>
                <a:cubicBezTo>
                  <a:pt x="1906" y="734"/>
                  <a:pt x="1910" y="738"/>
                  <a:pt x="1915" y="738"/>
                </a:cubicBezTo>
                <a:cubicBezTo>
                  <a:pt x="1919" y="738"/>
                  <a:pt x="1923" y="734"/>
                  <a:pt x="1923" y="730"/>
                </a:cubicBezTo>
                <a:close/>
                <a:moveTo>
                  <a:pt x="1949" y="730"/>
                </a:moveTo>
                <a:cubicBezTo>
                  <a:pt x="1949" y="725"/>
                  <a:pt x="1945" y="721"/>
                  <a:pt x="1940" y="721"/>
                </a:cubicBezTo>
                <a:cubicBezTo>
                  <a:pt x="1936" y="721"/>
                  <a:pt x="1932" y="725"/>
                  <a:pt x="1932" y="730"/>
                </a:cubicBezTo>
                <a:cubicBezTo>
                  <a:pt x="1932" y="734"/>
                  <a:pt x="1936" y="738"/>
                  <a:pt x="1940" y="738"/>
                </a:cubicBezTo>
                <a:cubicBezTo>
                  <a:pt x="1945" y="738"/>
                  <a:pt x="1949" y="734"/>
                  <a:pt x="1949" y="730"/>
                </a:cubicBezTo>
                <a:close/>
                <a:moveTo>
                  <a:pt x="1975" y="730"/>
                </a:moveTo>
                <a:cubicBezTo>
                  <a:pt x="1975" y="725"/>
                  <a:pt x="1971" y="721"/>
                  <a:pt x="1966" y="721"/>
                </a:cubicBezTo>
                <a:cubicBezTo>
                  <a:pt x="1961" y="721"/>
                  <a:pt x="1957" y="725"/>
                  <a:pt x="1957" y="730"/>
                </a:cubicBezTo>
                <a:cubicBezTo>
                  <a:pt x="1957" y="734"/>
                  <a:pt x="1961" y="738"/>
                  <a:pt x="1966" y="738"/>
                </a:cubicBezTo>
                <a:cubicBezTo>
                  <a:pt x="1971" y="738"/>
                  <a:pt x="1975" y="734"/>
                  <a:pt x="1975" y="730"/>
                </a:cubicBezTo>
                <a:close/>
                <a:moveTo>
                  <a:pt x="2000" y="730"/>
                </a:moveTo>
                <a:cubicBezTo>
                  <a:pt x="2000" y="725"/>
                  <a:pt x="1997" y="721"/>
                  <a:pt x="1992" y="721"/>
                </a:cubicBezTo>
                <a:cubicBezTo>
                  <a:pt x="1987" y="721"/>
                  <a:pt x="1983" y="725"/>
                  <a:pt x="1983" y="730"/>
                </a:cubicBezTo>
                <a:cubicBezTo>
                  <a:pt x="1983" y="734"/>
                  <a:pt x="1987" y="738"/>
                  <a:pt x="1992" y="738"/>
                </a:cubicBezTo>
                <a:cubicBezTo>
                  <a:pt x="1997" y="738"/>
                  <a:pt x="2000" y="734"/>
                  <a:pt x="2000" y="730"/>
                </a:cubicBezTo>
                <a:close/>
                <a:moveTo>
                  <a:pt x="2026" y="730"/>
                </a:moveTo>
                <a:cubicBezTo>
                  <a:pt x="2026" y="725"/>
                  <a:pt x="2022" y="721"/>
                  <a:pt x="2018" y="721"/>
                </a:cubicBezTo>
                <a:cubicBezTo>
                  <a:pt x="2013" y="721"/>
                  <a:pt x="2009" y="725"/>
                  <a:pt x="2009" y="730"/>
                </a:cubicBezTo>
                <a:cubicBezTo>
                  <a:pt x="2009" y="734"/>
                  <a:pt x="2013" y="738"/>
                  <a:pt x="2018" y="738"/>
                </a:cubicBezTo>
                <a:cubicBezTo>
                  <a:pt x="2022" y="738"/>
                  <a:pt x="2026" y="734"/>
                  <a:pt x="2026" y="730"/>
                </a:cubicBezTo>
                <a:close/>
                <a:moveTo>
                  <a:pt x="2052" y="730"/>
                </a:moveTo>
                <a:cubicBezTo>
                  <a:pt x="2052" y="725"/>
                  <a:pt x="2048" y="721"/>
                  <a:pt x="2043" y="721"/>
                </a:cubicBezTo>
                <a:cubicBezTo>
                  <a:pt x="2039" y="721"/>
                  <a:pt x="2035" y="725"/>
                  <a:pt x="2035" y="730"/>
                </a:cubicBezTo>
                <a:cubicBezTo>
                  <a:pt x="2035" y="734"/>
                  <a:pt x="2039" y="738"/>
                  <a:pt x="2043" y="738"/>
                </a:cubicBezTo>
                <a:cubicBezTo>
                  <a:pt x="2048" y="738"/>
                  <a:pt x="2052" y="734"/>
                  <a:pt x="2052" y="730"/>
                </a:cubicBezTo>
                <a:close/>
                <a:moveTo>
                  <a:pt x="2078" y="730"/>
                </a:moveTo>
                <a:cubicBezTo>
                  <a:pt x="2078" y="725"/>
                  <a:pt x="2074" y="721"/>
                  <a:pt x="2069" y="721"/>
                </a:cubicBezTo>
                <a:cubicBezTo>
                  <a:pt x="2064" y="721"/>
                  <a:pt x="2061" y="725"/>
                  <a:pt x="2061" y="730"/>
                </a:cubicBezTo>
                <a:cubicBezTo>
                  <a:pt x="2061" y="734"/>
                  <a:pt x="2064" y="738"/>
                  <a:pt x="2069" y="738"/>
                </a:cubicBezTo>
                <a:cubicBezTo>
                  <a:pt x="2074" y="738"/>
                  <a:pt x="2078" y="734"/>
                  <a:pt x="2078" y="730"/>
                </a:cubicBezTo>
                <a:close/>
                <a:moveTo>
                  <a:pt x="2103" y="730"/>
                </a:moveTo>
                <a:cubicBezTo>
                  <a:pt x="2103" y="725"/>
                  <a:pt x="2100" y="721"/>
                  <a:pt x="2095" y="721"/>
                </a:cubicBezTo>
                <a:cubicBezTo>
                  <a:pt x="2090" y="721"/>
                  <a:pt x="2086" y="725"/>
                  <a:pt x="2086" y="730"/>
                </a:cubicBezTo>
                <a:cubicBezTo>
                  <a:pt x="2086" y="734"/>
                  <a:pt x="2090" y="738"/>
                  <a:pt x="2095" y="738"/>
                </a:cubicBezTo>
                <a:cubicBezTo>
                  <a:pt x="2100" y="738"/>
                  <a:pt x="2103" y="734"/>
                  <a:pt x="2103" y="730"/>
                </a:cubicBezTo>
                <a:close/>
                <a:moveTo>
                  <a:pt x="2129" y="730"/>
                </a:moveTo>
                <a:cubicBezTo>
                  <a:pt x="2129" y="725"/>
                  <a:pt x="2125" y="721"/>
                  <a:pt x="2121" y="721"/>
                </a:cubicBezTo>
                <a:cubicBezTo>
                  <a:pt x="2116" y="721"/>
                  <a:pt x="2112" y="725"/>
                  <a:pt x="2112" y="730"/>
                </a:cubicBezTo>
                <a:cubicBezTo>
                  <a:pt x="2112" y="734"/>
                  <a:pt x="2116" y="738"/>
                  <a:pt x="2121" y="738"/>
                </a:cubicBezTo>
                <a:cubicBezTo>
                  <a:pt x="2125" y="738"/>
                  <a:pt x="2129" y="734"/>
                  <a:pt x="2129" y="730"/>
                </a:cubicBezTo>
                <a:close/>
                <a:moveTo>
                  <a:pt x="2155" y="730"/>
                </a:moveTo>
                <a:cubicBezTo>
                  <a:pt x="2155" y="725"/>
                  <a:pt x="2151" y="721"/>
                  <a:pt x="2146" y="721"/>
                </a:cubicBezTo>
                <a:cubicBezTo>
                  <a:pt x="2142" y="721"/>
                  <a:pt x="2138" y="725"/>
                  <a:pt x="2138" y="730"/>
                </a:cubicBezTo>
                <a:cubicBezTo>
                  <a:pt x="2138" y="734"/>
                  <a:pt x="2142" y="738"/>
                  <a:pt x="2146" y="738"/>
                </a:cubicBezTo>
                <a:cubicBezTo>
                  <a:pt x="2151" y="738"/>
                  <a:pt x="2155" y="734"/>
                  <a:pt x="2155" y="730"/>
                </a:cubicBezTo>
                <a:close/>
                <a:moveTo>
                  <a:pt x="2181" y="730"/>
                </a:moveTo>
                <a:cubicBezTo>
                  <a:pt x="2181" y="725"/>
                  <a:pt x="2177" y="721"/>
                  <a:pt x="2172" y="721"/>
                </a:cubicBezTo>
                <a:cubicBezTo>
                  <a:pt x="2167" y="721"/>
                  <a:pt x="2164" y="725"/>
                  <a:pt x="2164" y="730"/>
                </a:cubicBezTo>
                <a:cubicBezTo>
                  <a:pt x="2164" y="734"/>
                  <a:pt x="2167" y="738"/>
                  <a:pt x="2172" y="738"/>
                </a:cubicBezTo>
                <a:cubicBezTo>
                  <a:pt x="2177" y="738"/>
                  <a:pt x="2181" y="734"/>
                  <a:pt x="2181" y="730"/>
                </a:cubicBezTo>
                <a:close/>
                <a:moveTo>
                  <a:pt x="2232" y="730"/>
                </a:moveTo>
                <a:cubicBezTo>
                  <a:pt x="2232" y="725"/>
                  <a:pt x="2228" y="721"/>
                  <a:pt x="2224" y="721"/>
                </a:cubicBezTo>
                <a:cubicBezTo>
                  <a:pt x="2219" y="721"/>
                  <a:pt x="2215" y="725"/>
                  <a:pt x="2215" y="730"/>
                </a:cubicBezTo>
                <a:cubicBezTo>
                  <a:pt x="2215" y="734"/>
                  <a:pt x="2219" y="738"/>
                  <a:pt x="2224" y="738"/>
                </a:cubicBezTo>
                <a:cubicBezTo>
                  <a:pt x="2228" y="738"/>
                  <a:pt x="2232" y="734"/>
                  <a:pt x="2232" y="730"/>
                </a:cubicBezTo>
                <a:close/>
                <a:moveTo>
                  <a:pt x="2335" y="730"/>
                </a:moveTo>
                <a:cubicBezTo>
                  <a:pt x="2335" y="725"/>
                  <a:pt x="2331" y="721"/>
                  <a:pt x="2327" y="721"/>
                </a:cubicBezTo>
                <a:cubicBezTo>
                  <a:pt x="2322" y="721"/>
                  <a:pt x="2318" y="725"/>
                  <a:pt x="2318" y="730"/>
                </a:cubicBezTo>
                <a:cubicBezTo>
                  <a:pt x="2318" y="734"/>
                  <a:pt x="2322" y="738"/>
                  <a:pt x="2327" y="738"/>
                </a:cubicBezTo>
                <a:cubicBezTo>
                  <a:pt x="2331" y="738"/>
                  <a:pt x="2335" y="734"/>
                  <a:pt x="2335" y="730"/>
                </a:cubicBezTo>
                <a:close/>
                <a:moveTo>
                  <a:pt x="2361" y="730"/>
                </a:moveTo>
                <a:cubicBezTo>
                  <a:pt x="2361" y="725"/>
                  <a:pt x="2357" y="721"/>
                  <a:pt x="2352" y="721"/>
                </a:cubicBezTo>
                <a:cubicBezTo>
                  <a:pt x="2348" y="721"/>
                  <a:pt x="2344" y="725"/>
                  <a:pt x="2344" y="730"/>
                </a:cubicBezTo>
                <a:cubicBezTo>
                  <a:pt x="2344" y="734"/>
                  <a:pt x="2348" y="738"/>
                  <a:pt x="2352" y="738"/>
                </a:cubicBezTo>
                <a:cubicBezTo>
                  <a:pt x="2357" y="738"/>
                  <a:pt x="2361" y="734"/>
                  <a:pt x="2361" y="730"/>
                </a:cubicBezTo>
                <a:close/>
                <a:moveTo>
                  <a:pt x="326" y="755"/>
                </a:moveTo>
                <a:cubicBezTo>
                  <a:pt x="326" y="751"/>
                  <a:pt x="322" y="747"/>
                  <a:pt x="318" y="747"/>
                </a:cubicBezTo>
                <a:cubicBezTo>
                  <a:pt x="313" y="747"/>
                  <a:pt x="309" y="751"/>
                  <a:pt x="309" y="755"/>
                </a:cubicBezTo>
                <a:cubicBezTo>
                  <a:pt x="309" y="760"/>
                  <a:pt x="313" y="764"/>
                  <a:pt x="318" y="764"/>
                </a:cubicBezTo>
                <a:cubicBezTo>
                  <a:pt x="322" y="764"/>
                  <a:pt x="326" y="760"/>
                  <a:pt x="326" y="755"/>
                </a:cubicBezTo>
                <a:close/>
                <a:moveTo>
                  <a:pt x="352" y="755"/>
                </a:moveTo>
                <a:cubicBezTo>
                  <a:pt x="352" y="751"/>
                  <a:pt x="348" y="747"/>
                  <a:pt x="343" y="747"/>
                </a:cubicBezTo>
                <a:cubicBezTo>
                  <a:pt x="339" y="747"/>
                  <a:pt x="335" y="751"/>
                  <a:pt x="335" y="755"/>
                </a:cubicBezTo>
                <a:cubicBezTo>
                  <a:pt x="335" y="760"/>
                  <a:pt x="339" y="764"/>
                  <a:pt x="343" y="764"/>
                </a:cubicBezTo>
                <a:cubicBezTo>
                  <a:pt x="348" y="764"/>
                  <a:pt x="352" y="760"/>
                  <a:pt x="352" y="755"/>
                </a:cubicBezTo>
                <a:close/>
                <a:moveTo>
                  <a:pt x="378" y="755"/>
                </a:moveTo>
                <a:cubicBezTo>
                  <a:pt x="378" y="751"/>
                  <a:pt x="374" y="747"/>
                  <a:pt x="369" y="747"/>
                </a:cubicBezTo>
                <a:cubicBezTo>
                  <a:pt x="364" y="747"/>
                  <a:pt x="360" y="751"/>
                  <a:pt x="360" y="755"/>
                </a:cubicBezTo>
                <a:cubicBezTo>
                  <a:pt x="360" y="760"/>
                  <a:pt x="364" y="764"/>
                  <a:pt x="369" y="764"/>
                </a:cubicBezTo>
                <a:cubicBezTo>
                  <a:pt x="374" y="764"/>
                  <a:pt x="378" y="760"/>
                  <a:pt x="378" y="755"/>
                </a:cubicBezTo>
                <a:close/>
                <a:moveTo>
                  <a:pt x="403" y="755"/>
                </a:moveTo>
                <a:cubicBezTo>
                  <a:pt x="403" y="751"/>
                  <a:pt x="400" y="747"/>
                  <a:pt x="395" y="747"/>
                </a:cubicBezTo>
                <a:cubicBezTo>
                  <a:pt x="390" y="747"/>
                  <a:pt x="386" y="751"/>
                  <a:pt x="386" y="755"/>
                </a:cubicBezTo>
                <a:cubicBezTo>
                  <a:pt x="386" y="760"/>
                  <a:pt x="390" y="764"/>
                  <a:pt x="395" y="764"/>
                </a:cubicBezTo>
                <a:cubicBezTo>
                  <a:pt x="400" y="764"/>
                  <a:pt x="403" y="760"/>
                  <a:pt x="403" y="755"/>
                </a:cubicBezTo>
                <a:close/>
                <a:moveTo>
                  <a:pt x="429" y="755"/>
                </a:moveTo>
                <a:cubicBezTo>
                  <a:pt x="429" y="751"/>
                  <a:pt x="425" y="747"/>
                  <a:pt x="421" y="747"/>
                </a:cubicBezTo>
                <a:cubicBezTo>
                  <a:pt x="416" y="747"/>
                  <a:pt x="412" y="751"/>
                  <a:pt x="412" y="755"/>
                </a:cubicBezTo>
                <a:cubicBezTo>
                  <a:pt x="412" y="760"/>
                  <a:pt x="416" y="764"/>
                  <a:pt x="421" y="764"/>
                </a:cubicBezTo>
                <a:cubicBezTo>
                  <a:pt x="425" y="764"/>
                  <a:pt x="429" y="760"/>
                  <a:pt x="429" y="755"/>
                </a:cubicBezTo>
                <a:close/>
                <a:moveTo>
                  <a:pt x="455" y="755"/>
                </a:moveTo>
                <a:cubicBezTo>
                  <a:pt x="455" y="751"/>
                  <a:pt x="451" y="747"/>
                  <a:pt x="446" y="747"/>
                </a:cubicBezTo>
                <a:cubicBezTo>
                  <a:pt x="442" y="747"/>
                  <a:pt x="438" y="751"/>
                  <a:pt x="438" y="755"/>
                </a:cubicBezTo>
                <a:cubicBezTo>
                  <a:pt x="438" y="760"/>
                  <a:pt x="442" y="764"/>
                  <a:pt x="446" y="764"/>
                </a:cubicBezTo>
                <a:cubicBezTo>
                  <a:pt x="451" y="764"/>
                  <a:pt x="455" y="760"/>
                  <a:pt x="455" y="755"/>
                </a:cubicBezTo>
                <a:close/>
                <a:moveTo>
                  <a:pt x="481" y="755"/>
                </a:moveTo>
                <a:cubicBezTo>
                  <a:pt x="481" y="751"/>
                  <a:pt x="477" y="747"/>
                  <a:pt x="472" y="747"/>
                </a:cubicBezTo>
                <a:cubicBezTo>
                  <a:pt x="467" y="747"/>
                  <a:pt x="463" y="751"/>
                  <a:pt x="463" y="755"/>
                </a:cubicBezTo>
                <a:cubicBezTo>
                  <a:pt x="463" y="760"/>
                  <a:pt x="467" y="764"/>
                  <a:pt x="472" y="764"/>
                </a:cubicBezTo>
                <a:cubicBezTo>
                  <a:pt x="477" y="764"/>
                  <a:pt x="481" y="760"/>
                  <a:pt x="481" y="755"/>
                </a:cubicBezTo>
                <a:close/>
                <a:moveTo>
                  <a:pt x="506" y="755"/>
                </a:moveTo>
                <a:cubicBezTo>
                  <a:pt x="506" y="751"/>
                  <a:pt x="503" y="747"/>
                  <a:pt x="498" y="747"/>
                </a:cubicBezTo>
                <a:cubicBezTo>
                  <a:pt x="493" y="747"/>
                  <a:pt x="489" y="751"/>
                  <a:pt x="489" y="755"/>
                </a:cubicBezTo>
                <a:cubicBezTo>
                  <a:pt x="489" y="760"/>
                  <a:pt x="493" y="764"/>
                  <a:pt x="498" y="764"/>
                </a:cubicBezTo>
                <a:cubicBezTo>
                  <a:pt x="503" y="764"/>
                  <a:pt x="506" y="760"/>
                  <a:pt x="506" y="755"/>
                </a:cubicBezTo>
                <a:close/>
                <a:moveTo>
                  <a:pt x="532" y="755"/>
                </a:moveTo>
                <a:cubicBezTo>
                  <a:pt x="532" y="751"/>
                  <a:pt x="528" y="747"/>
                  <a:pt x="524" y="747"/>
                </a:cubicBezTo>
                <a:cubicBezTo>
                  <a:pt x="519" y="747"/>
                  <a:pt x="515" y="751"/>
                  <a:pt x="515" y="755"/>
                </a:cubicBezTo>
                <a:cubicBezTo>
                  <a:pt x="515" y="760"/>
                  <a:pt x="519" y="764"/>
                  <a:pt x="524" y="764"/>
                </a:cubicBezTo>
                <a:cubicBezTo>
                  <a:pt x="528" y="764"/>
                  <a:pt x="532" y="760"/>
                  <a:pt x="532" y="755"/>
                </a:cubicBezTo>
                <a:close/>
                <a:moveTo>
                  <a:pt x="558" y="755"/>
                </a:moveTo>
                <a:cubicBezTo>
                  <a:pt x="558" y="751"/>
                  <a:pt x="554" y="747"/>
                  <a:pt x="549" y="747"/>
                </a:cubicBezTo>
                <a:cubicBezTo>
                  <a:pt x="545" y="747"/>
                  <a:pt x="541" y="751"/>
                  <a:pt x="541" y="755"/>
                </a:cubicBezTo>
                <a:cubicBezTo>
                  <a:pt x="541" y="760"/>
                  <a:pt x="545" y="764"/>
                  <a:pt x="549" y="764"/>
                </a:cubicBezTo>
                <a:cubicBezTo>
                  <a:pt x="554" y="764"/>
                  <a:pt x="558" y="760"/>
                  <a:pt x="558" y="755"/>
                </a:cubicBezTo>
                <a:close/>
                <a:moveTo>
                  <a:pt x="584" y="755"/>
                </a:moveTo>
                <a:cubicBezTo>
                  <a:pt x="584" y="751"/>
                  <a:pt x="580" y="747"/>
                  <a:pt x="575" y="747"/>
                </a:cubicBezTo>
                <a:cubicBezTo>
                  <a:pt x="570" y="747"/>
                  <a:pt x="567" y="751"/>
                  <a:pt x="567" y="755"/>
                </a:cubicBezTo>
                <a:cubicBezTo>
                  <a:pt x="567" y="760"/>
                  <a:pt x="570" y="764"/>
                  <a:pt x="575" y="764"/>
                </a:cubicBezTo>
                <a:cubicBezTo>
                  <a:pt x="580" y="764"/>
                  <a:pt x="584" y="760"/>
                  <a:pt x="584" y="755"/>
                </a:cubicBezTo>
                <a:close/>
                <a:moveTo>
                  <a:pt x="609" y="755"/>
                </a:moveTo>
                <a:cubicBezTo>
                  <a:pt x="609" y="751"/>
                  <a:pt x="606" y="747"/>
                  <a:pt x="601" y="747"/>
                </a:cubicBezTo>
                <a:cubicBezTo>
                  <a:pt x="596" y="747"/>
                  <a:pt x="592" y="751"/>
                  <a:pt x="592" y="755"/>
                </a:cubicBezTo>
                <a:cubicBezTo>
                  <a:pt x="592" y="760"/>
                  <a:pt x="596" y="764"/>
                  <a:pt x="601" y="764"/>
                </a:cubicBezTo>
                <a:cubicBezTo>
                  <a:pt x="606" y="764"/>
                  <a:pt x="609" y="760"/>
                  <a:pt x="609" y="755"/>
                </a:cubicBezTo>
                <a:close/>
                <a:moveTo>
                  <a:pt x="635" y="755"/>
                </a:moveTo>
                <a:cubicBezTo>
                  <a:pt x="635" y="751"/>
                  <a:pt x="631" y="747"/>
                  <a:pt x="627" y="747"/>
                </a:cubicBezTo>
                <a:cubicBezTo>
                  <a:pt x="622" y="747"/>
                  <a:pt x="618" y="751"/>
                  <a:pt x="618" y="755"/>
                </a:cubicBezTo>
                <a:cubicBezTo>
                  <a:pt x="618" y="760"/>
                  <a:pt x="622" y="764"/>
                  <a:pt x="627" y="764"/>
                </a:cubicBezTo>
                <a:cubicBezTo>
                  <a:pt x="631" y="764"/>
                  <a:pt x="635" y="760"/>
                  <a:pt x="635" y="755"/>
                </a:cubicBezTo>
                <a:close/>
                <a:moveTo>
                  <a:pt x="661" y="755"/>
                </a:moveTo>
                <a:cubicBezTo>
                  <a:pt x="661" y="751"/>
                  <a:pt x="657" y="747"/>
                  <a:pt x="652" y="747"/>
                </a:cubicBezTo>
                <a:cubicBezTo>
                  <a:pt x="648" y="747"/>
                  <a:pt x="644" y="751"/>
                  <a:pt x="644" y="755"/>
                </a:cubicBezTo>
                <a:cubicBezTo>
                  <a:pt x="644" y="760"/>
                  <a:pt x="648" y="764"/>
                  <a:pt x="652" y="764"/>
                </a:cubicBezTo>
                <a:cubicBezTo>
                  <a:pt x="657" y="764"/>
                  <a:pt x="661" y="760"/>
                  <a:pt x="661" y="755"/>
                </a:cubicBezTo>
                <a:close/>
                <a:moveTo>
                  <a:pt x="687" y="755"/>
                </a:moveTo>
                <a:cubicBezTo>
                  <a:pt x="687" y="751"/>
                  <a:pt x="683" y="747"/>
                  <a:pt x="678" y="747"/>
                </a:cubicBezTo>
                <a:cubicBezTo>
                  <a:pt x="673" y="747"/>
                  <a:pt x="670" y="751"/>
                  <a:pt x="670" y="755"/>
                </a:cubicBezTo>
                <a:cubicBezTo>
                  <a:pt x="670" y="760"/>
                  <a:pt x="673" y="764"/>
                  <a:pt x="678" y="764"/>
                </a:cubicBezTo>
                <a:cubicBezTo>
                  <a:pt x="683" y="764"/>
                  <a:pt x="687" y="760"/>
                  <a:pt x="687" y="755"/>
                </a:cubicBezTo>
                <a:close/>
                <a:moveTo>
                  <a:pt x="1202" y="755"/>
                </a:moveTo>
                <a:cubicBezTo>
                  <a:pt x="1202" y="751"/>
                  <a:pt x="1198" y="747"/>
                  <a:pt x="1193" y="747"/>
                </a:cubicBezTo>
                <a:cubicBezTo>
                  <a:pt x="1189" y="747"/>
                  <a:pt x="1185" y="751"/>
                  <a:pt x="1185" y="755"/>
                </a:cubicBezTo>
                <a:cubicBezTo>
                  <a:pt x="1185" y="760"/>
                  <a:pt x="1189" y="764"/>
                  <a:pt x="1193" y="764"/>
                </a:cubicBezTo>
                <a:cubicBezTo>
                  <a:pt x="1198" y="764"/>
                  <a:pt x="1202" y="760"/>
                  <a:pt x="1202" y="755"/>
                </a:cubicBezTo>
                <a:close/>
                <a:moveTo>
                  <a:pt x="1228" y="755"/>
                </a:moveTo>
                <a:cubicBezTo>
                  <a:pt x="1228" y="751"/>
                  <a:pt x="1224" y="747"/>
                  <a:pt x="1219" y="747"/>
                </a:cubicBezTo>
                <a:cubicBezTo>
                  <a:pt x="1214" y="747"/>
                  <a:pt x="1210" y="751"/>
                  <a:pt x="1210" y="755"/>
                </a:cubicBezTo>
                <a:cubicBezTo>
                  <a:pt x="1210" y="760"/>
                  <a:pt x="1214" y="764"/>
                  <a:pt x="1219" y="764"/>
                </a:cubicBezTo>
                <a:cubicBezTo>
                  <a:pt x="1224" y="764"/>
                  <a:pt x="1228" y="760"/>
                  <a:pt x="1228" y="755"/>
                </a:cubicBezTo>
                <a:close/>
                <a:moveTo>
                  <a:pt x="1253" y="755"/>
                </a:moveTo>
                <a:cubicBezTo>
                  <a:pt x="1253" y="751"/>
                  <a:pt x="1250" y="747"/>
                  <a:pt x="1245" y="747"/>
                </a:cubicBezTo>
                <a:cubicBezTo>
                  <a:pt x="1240" y="747"/>
                  <a:pt x="1236" y="751"/>
                  <a:pt x="1236" y="755"/>
                </a:cubicBezTo>
                <a:cubicBezTo>
                  <a:pt x="1236" y="760"/>
                  <a:pt x="1240" y="764"/>
                  <a:pt x="1245" y="764"/>
                </a:cubicBezTo>
                <a:cubicBezTo>
                  <a:pt x="1250" y="764"/>
                  <a:pt x="1253" y="760"/>
                  <a:pt x="1253" y="755"/>
                </a:cubicBezTo>
                <a:close/>
                <a:moveTo>
                  <a:pt x="1459" y="755"/>
                </a:moveTo>
                <a:cubicBezTo>
                  <a:pt x="1459" y="751"/>
                  <a:pt x="1456" y="747"/>
                  <a:pt x="1451" y="747"/>
                </a:cubicBezTo>
                <a:cubicBezTo>
                  <a:pt x="1446" y="747"/>
                  <a:pt x="1442" y="751"/>
                  <a:pt x="1442" y="755"/>
                </a:cubicBezTo>
                <a:cubicBezTo>
                  <a:pt x="1442" y="760"/>
                  <a:pt x="1446" y="764"/>
                  <a:pt x="1451" y="764"/>
                </a:cubicBezTo>
                <a:cubicBezTo>
                  <a:pt x="1456" y="764"/>
                  <a:pt x="1459" y="760"/>
                  <a:pt x="1459" y="755"/>
                </a:cubicBezTo>
                <a:close/>
                <a:moveTo>
                  <a:pt x="1511" y="755"/>
                </a:moveTo>
                <a:cubicBezTo>
                  <a:pt x="1511" y="751"/>
                  <a:pt x="1507" y="747"/>
                  <a:pt x="1502" y="747"/>
                </a:cubicBezTo>
                <a:cubicBezTo>
                  <a:pt x="1498" y="747"/>
                  <a:pt x="1494" y="751"/>
                  <a:pt x="1494" y="755"/>
                </a:cubicBezTo>
                <a:cubicBezTo>
                  <a:pt x="1494" y="760"/>
                  <a:pt x="1498" y="764"/>
                  <a:pt x="1502" y="764"/>
                </a:cubicBezTo>
                <a:cubicBezTo>
                  <a:pt x="1507" y="764"/>
                  <a:pt x="1511" y="760"/>
                  <a:pt x="1511" y="755"/>
                </a:cubicBezTo>
                <a:close/>
                <a:moveTo>
                  <a:pt x="1537" y="755"/>
                </a:moveTo>
                <a:cubicBezTo>
                  <a:pt x="1537" y="751"/>
                  <a:pt x="1533" y="747"/>
                  <a:pt x="1528" y="747"/>
                </a:cubicBezTo>
                <a:cubicBezTo>
                  <a:pt x="1523" y="747"/>
                  <a:pt x="1520" y="751"/>
                  <a:pt x="1520" y="755"/>
                </a:cubicBezTo>
                <a:cubicBezTo>
                  <a:pt x="1520" y="760"/>
                  <a:pt x="1523" y="764"/>
                  <a:pt x="1528" y="764"/>
                </a:cubicBezTo>
                <a:cubicBezTo>
                  <a:pt x="1533" y="764"/>
                  <a:pt x="1537" y="760"/>
                  <a:pt x="1537" y="755"/>
                </a:cubicBezTo>
                <a:close/>
                <a:moveTo>
                  <a:pt x="1563" y="755"/>
                </a:moveTo>
                <a:cubicBezTo>
                  <a:pt x="1563" y="751"/>
                  <a:pt x="1559" y="747"/>
                  <a:pt x="1554" y="747"/>
                </a:cubicBezTo>
                <a:cubicBezTo>
                  <a:pt x="1549" y="747"/>
                  <a:pt x="1545" y="751"/>
                  <a:pt x="1545" y="755"/>
                </a:cubicBezTo>
                <a:cubicBezTo>
                  <a:pt x="1545" y="760"/>
                  <a:pt x="1549" y="764"/>
                  <a:pt x="1554" y="764"/>
                </a:cubicBezTo>
                <a:cubicBezTo>
                  <a:pt x="1559" y="764"/>
                  <a:pt x="1563" y="760"/>
                  <a:pt x="1563" y="755"/>
                </a:cubicBezTo>
                <a:close/>
                <a:moveTo>
                  <a:pt x="1588" y="755"/>
                </a:moveTo>
                <a:cubicBezTo>
                  <a:pt x="1588" y="751"/>
                  <a:pt x="1584" y="747"/>
                  <a:pt x="1580" y="747"/>
                </a:cubicBezTo>
                <a:cubicBezTo>
                  <a:pt x="1575" y="747"/>
                  <a:pt x="1571" y="751"/>
                  <a:pt x="1571" y="755"/>
                </a:cubicBezTo>
                <a:cubicBezTo>
                  <a:pt x="1571" y="760"/>
                  <a:pt x="1575" y="764"/>
                  <a:pt x="1580" y="764"/>
                </a:cubicBezTo>
                <a:cubicBezTo>
                  <a:pt x="1584" y="764"/>
                  <a:pt x="1588" y="760"/>
                  <a:pt x="1588" y="755"/>
                </a:cubicBezTo>
                <a:close/>
                <a:moveTo>
                  <a:pt x="1614" y="755"/>
                </a:moveTo>
                <a:cubicBezTo>
                  <a:pt x="1614" y="751"/>
                  <a:pt x="1610" y="747"/>
                  <a:pt x="1605" y="747"/>
                </a:cubicBezTo>
                <a:cubicBezTo>
                  <a:pt x="1601" y="747"/>
                  <a:pt x="1597" y="751"/>
                  <a:pt x="1597" y="755"/>
                </a:cubicBezTo>
                <a:cubicBezTo>
                  <a:pt x="1597" y="760"/>
                  <a:pt x="1601" y="764"/>
                  <a:pt x="1605" y="764"/>
                </a:cubicBezTo>
                <a:cubicBezTo>
                  <a:pt x="1610" y="764"/>
                  <a:pt x="1614" y="760"/>
                  <a:pt x="1614" y="755"/>
                </a:cubicBezTo>
                <a:close/>
                <a:moveTo>
                  <a:pt x="1640" y="755"/>
                </a:moveTo>
                <a:cubicBezTo>
                  <a:pt x="1640" y="751"/>
                  <a:pt x="1636" y="747"/>
                  <a:pt x="1631" y="747"/>
                </a:cubicBezTo>
                <a:cubicBezTo>
                  <a:pt x="1626" y="747"/>
                  <a:pt x="1623" y="751"/>
                  <a:pt x="1623" y="755"/>
                </a:cubicBezTo>
                <a:cubicBezTo>
                  <a:pt x="1623" y="760"/>
                  <a:pt x="1626" y="764"/>
                  <a:pt x="1631" y="764"/>
                </a:cubicBezTo>
                <a:cubicBezTo>
                  <a:pt x="1636" y="764"/>
                  <a:pt x="1640" y="760"/>
                  <a:pt x="1640" y="755"/>
                </a:cubicBezTo>
                <a:close/>
                <a:moveTo>
                  <a:pt x="1666" y="755"/>
                </a:moveTo>
                <a:cubicBezTo>
                  <a:pt x="1666" y="751"/>
                  <a:pt x="1662" y="747"/>
                  <a:pt x="1657" y="747"/>
                </a:cubicBezTo>
                <a:cubicBezTo>
                  <a:pt x="1652" y="747"/>
                  <a:pt x="1648" y="751"/>
                  <a:pt x="1648" y="755"/>
                </a:cubicBezTo>
                <a:cubicBezTo>
                  <a:pt x="1648" y="760"/>
                  <a:pt x="1652" y="764"/>
                  <a:pt x="1657" y="764"/>
                </a:cubicBezTo>
                <a:cubicBezTo>
                  <a:pt x="1662" y="764"/>
                  <a:pt x="1666" y="760"/>
                  <a:pt x="1666" y="755"/>
                </a:cubicBezTo>
                <a:close/>
                <a:moveTo>
                  <a:pt x="1691" y="755"/>
                </a:moveTo>
                <a:cubicBezTo>
                  <a:pt x="1691" y="751"/>
                  <a:pt x="1687" y="747"/>
                  <a:pt x="1683" y="747"/>
                </a:cubicBezTo>
                <a:cubicBezTo>
                  <a:pt x="1678" y="747"/>
                  <a:pt x="1674" y="751"/>
                  <a:pt x="1674" y="755"/>
                </a:cubicBezTo>
                <a:cubicBezTo>
                  <a:pt x="1674" y="760"/>
                  <a:pt x="1678" y="764"/>
                  <a:pt x="1683" y="764"/>
                </a:cubicBezTo>
                <a:cubicBezTo>
                  <a:pt x="1687" y="764"/>
                  <a:pt x="1691" y="760"/>
                  <a:pt x="1691" y="755"/>
                </a:cubicBezTo>
                <a:close/>
                <a:moveTo>
                  <a:pt x="1717" y="755"/>
                </a:moveTo>
                <a:cubicBezTo>
                  <a:pt x="1717" y="751"/>
                  <a:pt x="1713" y="747"/>
                  <a:pt x="1708" y="747"/>
                </a:cubicBezTo>
                <a:cubicBezTo>
                  <a:pt x="1704" y="747"/>
                  <a:pt x="1700" y="751"/>
                  <a:pt x="1700" y="755"/>
                </a:cubicBezTo>
                <a:cubicBezTo>
                  <a:pt x="1700" y="760"/>
                  <a:pt x="1704" y="764"/>
                  <a:pt x="1708" y="764"/>
                </a:cubicBezTo>
                <a:cubicBezTo>
                  <a:pt x="1713" y="764"/>
                  <a:pt x="1717" y="760"/>
                  <a:pt x="1717" y="755"/>
                </a:cubicBezTo>
                <a:close/>
                <a:moveTo>
                  <a:pt x="1743" y="755"/>
                </a:moveTo>
                <a:cubicBezTo>
                  <a:pt x="1743" y="751"/>
                  <a:pt x="1739" y="747"/>
                  <a:pt x="1734" y="747"/>
                </a:cubicBezTo>
                <a:cubicBezTo>
                  <a:pt x="1730" y="747"/>
                  <a:pt x="1726" y="751"/>
                  <a:pt x="1726" y="755"/>
                </a:cubicBezTo>
                <a:cubicBezTo>
                  <a:pt x="1726" y="760"/>
                  <a:pt x="1730" y="764"/>
                  <a:pt x="1734" y="764"/>
                </a:cubicBezTo>
                <a:cubicBezTo>
                  <a:pt x="1739" y="764"/>
                  <a:pt x="1743" y="760"/>
                  <a:pt x="1743" y="755"/>
                </a:cubicBezTo>
                <a:close/>
                <a:moveTo>
                  <a:pt x="1769" y="755"/>
                </a:moveTo>
                <a:cubicBezTo>
                  <a:pt x="1769" y="751"/>
                  <a:pt x="1765" y="747"/>
                  <a:pt x="1760" y="747"/>
                </a:cubicBezTo>
                <a:cubicBezTo>
                  <a:pt x="1755" y="747"/>
                  <a:pt x="1751" y="751"/>
                  <a:pt x="1751" y="755"/>
                </a:cubicBezTo>
                <a:cubicBezTo>
                  <a:pt x="1751" y="760"/>
                  <a:pt x="1755" y="764"/>
                  <a:pt x="1760" y="764"/>
                </a:cubicBezTo>
                <a:cubicBezTo>
                  <a:pt x="1765" y="764"/>
                  <a:pt x="1769" y="760"/>
                  <a:pt x="1769" y="755"/>
                </a:cubicBezTo>
                <a:close/>
                <a:moveTo>
                  <a:pt x="1794" y="755"/>
                </a:moveTo>
                <a:cubicBezTo>
                  <a:pt x="1794" y="751"/>
                  <a:pt x="1791" y="747"/>
                  <a:pt x="1786" y="747"/>
                </a:cubicBezTo>
                <a:cubicBezTo>
                  <a:pt x="1781" y="747"/>
                  <a:pt x="1777" y="751"/>
                  <a:pt x="1777" y="755"/>
                </a:cubicBezTo>
                <a:cubicBezTo>
                  <a:pt x="1777" y="760"/>
                  <a:pt x="1781" y="764"/>
                  <a:pt x="1786" y="764"/>
                </a:cubicBezTo>
                <a:cubicBezTo>
                  <a:pt x="1791" y="764"/>
                  <a:pt x="1794" y="760"/>
                  <a:pt x="1794" y="755"/>
                </a:cubicBezTo>
                <a:close/>
                <a:moveTo>
                  <a:pt x="1820" y="755"/>
                </a:moveTo>
                <a:cubicBezTo>
                  <a:pt x="1820" y="751"/>
                  <a:pt x="1816" y="747"/>
                  <a:pt x="1812" y="747"/>
                </a:cubicBezTo>
                <a:cubicBezTo>
                  <a:pt x="1807" y="747"/>
                  <a:pt x="1803" y="751"/>
                  <a:pt x="1803" y="755"/>
                </a:cubicBezTo>
                <a:cubicBezTo>
                  <a:pt x="1803" y="760"/>
                  <a:pt x="1807" y="764"/>
                  <a:pt x="1812" y="764"/>
                </a:cubicBezTo>
                <a:cubicBezTo>
                  <a:pt x="1816" y="764"/>
                  <a:pt x="1820" y="760"/>
                  <a:pt x="1820" y="755"/>
                </a:cubicBezTo>
                <a:close/>
                <a:moveTo>
                  <a:pt x="1846" y="755"/>
                </a:moveTo>
                <a:cubicBezTo>
                  <a:pt x="1846" y="751"/>
                  <a:pt x="1842" y="747"/>
                  <a:pt x="1837" y="747"/>
                </a:cubicBezTo>
                <a:cubicBezTo>
                  <a:pt x="1833" y="747"/>
                  <a:pt x="1829" y="751"/>
                  <a:pt x="1829" y="755"/>
                </a:cubicBezTo>
                <a:cubicBezTo>
                  <a:pt x="1829" y="760"/>
                  <a:pt x="1833" y="764"/>
                  <a:pt x="1837" y="764"/>
                </a:cubicBezTo>
                <a:cubicBezTo>
                  <a:pt x="1842" y="764"/>
                  <a:pt x="1846" y="760"/>
                  <a:pt x="1846" y="755"/>
                </a:cubicBezTo>
                <a:close/>
                <a:moveTo>
                  <a:pt x="1872" y="755"/>
                </a:moveTo>
                <a:cubicBezTo>
                  <a:pt x="1872" y="751"/>
                  <a:pt x="1868" y="747"/>
                  <a:pt x="1863" y="747"/>
                </a:cubicBezTo>
                <a:cubicBezTo>
                  <a:pt x="1858" y="747"/>
                  <a:pt x="1854" y="751"/>
                  <a:pt x="1854" y="755"/>
                </a:cubicBezTo>
                <a:cubicBezTo>
                  <a:pt x="1854" y="760"/>
                  <a:pt x="1858" y="764"/>
                  <a:pt x="1863" y="764"/>
                </a:cubicBezTo>
                <a:cubicBezTo>
                  <a:pt x="1868" y="764"/>
                  <a:pt x="1872" y="760"/>
                  <a:pt x="1872" y="755"/>
                </a:cubicBezTo>
                <a:close/>
                <a:moveTo>
                  <a:pt x="1897" y="755"/>
                </a:moveTo>
                <a:cubicBezTo>
                  <a:pt x="1897" y="751"/>
                  <a:pt x="1894" y="747"/>
                  <a:pt x="1889" y="747"/>
                </a:cubicBezTo>
                <a:cubicBezTo>
                  <a:pt x="1884" y="747"/>
                  <a:pt x="1880" y="751"/>
                  <a:pt x="1880" y="755"/>
                </a:cubicBezTo>
                <a:cubicBezTo>
                  <a:pt x="1880" y="760"/>
                  <a:pt x="1884" y="764"/>
                  <a:pt x="1889" y="764"/>
                </a:cubicBezTo>
                <a:cubicBezTo>
                  <a:pt x="1894" y="764"/>
                  <a:pt x="1897" y="760"/>
                  <a:pt x="1897" y="755"/>
                </a:cubicBezTo>
                <a:close/>
                <a:moveTo>
                  <a:pt x="1923" y="755"/>
                </a:moveTo>
                <a:cubicBezTo>
                  <a:pt x="1923" y="751"/>
                  <a:pt x="1919" y="747"/>
                  <a:pt x="1915" y="747"/>
                </a:cubicBezTo>
                <a:cubicBezTo>
                  <a:pt x="1910" y="747"/>
                  <a:pt x="1906" y="751"/>
                  <a:pt x="1906" y="755"/>
                </a:cubicBezTo>
                <a:cubicBezTo>
                  <a:pt x="1906" y="760"/>
                  <a:pt x="1910" y="764"/>
                  <a:pt x="1915" y="764"/>
                </a:cubicBezTo>
                <a:cubicBezTo>
                  <a:pt x="1919" y="764"/>
                  <a:pt x="1923" y="760"/>
                  <a:pt x="1923" y="755"/>
                </a:cubicBezTo>
                <a:close/>
                <a:moveTo>
                  <a:pt x="1949" y="755"/>
                </a:moveTo>
                <a:cubicBezTo>
                  <a:pt x="1949" y="751"/>
                  <a:pt x="1945" y="747"/>
                  <a:pt x="1940" y="747"/>
                </a:cubicBezTo>
                <a:cubicBezTo>
                  <a:pt x="1936" y="747"/>
                  <a:pt x="1932" y="751"/>
                  <a:pt x="1932" y="755"/>
                </a:cubicBezTo>
                <a:cubicBezTo>
                  <a:pt x="1932" y="760"/>
                  <a:pt x="1936" y="764"/>
                  <a:pt x="1940" y="764"/>
                </a:cubicBezTo>
                <a:cubicBezTo>
                  <a:pt x="1945" y="764"/>
                  <a:pt x="1949" y="760"/>
                  <a:pt x="1949" y="755"/>
                </a:cubicBezTo>
                <a:close/>
                <a:moveTo>
                  <a:pt x="1975" y="755"/>
                </a:moveTo>
                <a:cubicBezTo>
                  <a:pt x="1975" y="751"/>
                  <a:pt x="1971" y="747"/>
                  <a:pt x="1966" y="747"/>
                </a:cubicBezTo>
                <a:cubicBezTo>
                  <a:pt x="1961" y="747"/>
                  <a:pt x="1957" y="751"/>
                  <a:pt x="1957" y="755"/>
                </a:cubicBezTo>
                <a:cubicBezTo>
                  <a:pt x="1957" y="760"/>
                  <a:pt x="1961" y="764"/>
                  <a:pt x="1966" y="764"/>
                </a:cubicBezTo>
                <a:cubicBezTo>
                  <a:pt x="1971" y="764"/>
                  <a:pt x="1975" y="760"/>
                  <a:pt x="1975" y="755"/>
                </a:cubicBezTo>
                <a:close/>
                <a:moveTo>
                  <a:pt x="2000" y="755"/>
                </a:moveTo>
                <a:cubicBezTo>
                  <a:pt x="2000" y="751"/>
                  <a:pt x="1997" y="747"/>
                  <a:pt x="1992" y="747"/>
                </a:cubicBezTo>
                <a:cubicBezTo>
                  <a:pt x="1987" y="747"/>
                  <a:pt x="1983" y="751"/>
                  <a:pt x="1983" y="755"/>
                </a:cubicBezTo>
                <a:cubicBezTo>
                  <a:pt x="1983" y="760"/>
                  <a:pt x="1987" y="764"/>
                  <a:pt x="1992" y="764"/>
                </a:cubicBezTo>
                <a:cubicBezTo>
                  <a:pt x="1997" y="764"/>
                  <a:pt x="2000" y="760"/>
                  <a:pt x="2000" y="755"/>
                </a:cubicBezTo>
                <a:close/>
                <a:moveTo>
                  <a:pt x="2026" y="755"/>
                </a:moveTo>
                <a:cubicBezTo>
                  <a:pt x="2026" y="751"/>
                  <a:pt x="2022" y="747"/>
                  <a:pt x="2018" y="747"/>
                </a:cubicBezTo>
                <a:cubicBezTo>
                  <a:pt x="2013" y="747"/>
                  <a:pt x="2009" y="751"/>
                  <a:pt x="2009" y="755"/>
                </a:cubicBezTo>
                <a:cubicBezTo>
                  <a:pt x="2009" y="760"/>
                  <a:pt x="2013" y="764"/>
                  <a:pt x="2018" y="764"/>
                </a:cubicBezTo>
                <a:cubicBezTo>
                  <a:pt x="2022" y="764"/>
                  <a:pt x="2026" y="760"/>
                  <a:pt x="2026" y="755"/>
                </a:cubicBezTo>
                <a:close/>
                <a:moveTo>
                  <a:pt x="2052" y="755"/>
                </a:moveTo>
                <a:cubicBezTo>
                  <a:pt x="2052" y="751"/>
                  <a:pt x="2048" y="747"/>
                  <a:pt x="2043" y="747"/>
                </a:cubicBezTo>
                <a:cubicBezTo>
                  <a:pt x="2039" y="747"/>
                  <a:pt x="2035" y="751"/>
                  <a:pt x="2035" y="755"/>
                </a:cubicBezTo>
                <a:cubicBezTo>
                  <a:pt x="2035" y="760"/>
                  <a:pt x="2039" y="764"/>
                  <a:pt x="2043" y="764"/>
                </a:cubicBezTo>
                <a:cubicBezTo>
                  <a:pt x="2048" y="764"/>
                  <a:pt x="2052" y="760"/>
                  <a:pt x="2052" y="755"/>
                </a:cubicBezTo>
                <a:close/>
                <a:moveTo>
                  <a:pt x="2078" y="755"/>
                </a:moveTo>
                <a:cubicBezTo>
                  <a:pt x="2078" y="751"/>
                  <a:pt x="2074" y="747"/>
                  <a:pt x="2069" y="747"/>
                </a:cubicBezTo>
                <a:cubicBezTo>
                  <a:pt x="2064" y="747"/>
                  <a:pt x="2061" y="751"/>
                  <a:pt x="2061" y="755"/>
                </a:cubicBezTo>
                <a:cubicBezTo>
                  <a:pt x="2061" y="760"/>
                  <a:pt x="2064" y="764"/>
                  <a:pt x="2069" y="764"/>
                </a:cubicBezTo>
                <a:cubicBezTo>
                  <a:pt x="2074" y="764"/>
                  <a:pt x="2078" y="760"/>
                  <a:pt x="2078" y="755"/>
                </a:cubicBezTo>
                <a:close/>
                <a:moveTo>
                  <a:pt x="2103" y="755"/>
                </a:moveTo>
                <a:cubicBezTo>
                  <a:pt x="2103" y="751"/>
                  <a:pt x="2100" y="747"/>
                  <a:pt x="2095" y="747"/>
                </a:cubicBezTo>
                <a:cubicBezTo>
                  <a:pt x="2090" y="747"/>
                  <a:pt x="2086" y="751"/>
                  <a:pt x="2086" y="755"/>
                </a:cubicBezTo>
                <a:cubicBezTo>
                  <a:pt x="2086" y="760"/>
                  <a:pt x="2090" y="764"/>
                  <a:pt x="2095" y="764"/>
                </a:cubicBezTo>
                <a:cubicBezTo>
                  <a:pt x="2100" y="764"/>
                  <a:pt x="2103" y="760"/>
                  <a:pt x="2103" y="755"/>
                </a:cubicBezTo>
                <a:close/>
                <a:moveTo>
                  <a:pt x="2129" y="755"/>
                </a:moveTo>
                <a:cubicBezTo>
                  <a:pt x="2129" y="751"/>
                  <a:pt x="2125" y="747"/>
                  <a:pt x="2121" y="747"/>
                </a:cubicBezTo>
                <a:cubicBezTo>
                  <a:pt x="2116" y="747"/>
                  <a:pt x="2112" y="751"/>
                  <a:pt x="2112" y="755"/>
                </a:cubicBezTo>
                <a:cubicBezTo>
                  <a:pt x="2112" y="760"/>
                  <a:pt x="2116" y="764"/>
                  <a:pt x="2121" y="764"/>
                </a:cubicBezTo>
                <a:cubicBezTo>
                  <a:pt x="2125" y="764"/>
                  <a:pt x="2129" y="760"/>
                  <a:pt x="2129" y="755"/>
                </a:cubicBezTo>
                <a:close/>
                <a:moveTo>
                  <a:pt x="2155" y="755"/>
                </a:moveTo>
                <a:cubicBezTo>
                  <a:pt x="2155" y="751"/>
                  <a:pt x="2151" y="747"/>
                  <a:pt x="2146" y="747"/>
                </a:cubicBezTo>
                <a:cubicBezTo>
                  <a:pt x="2142" y="747"/>
                  <a:pt x="2138" y="751"/>
                  <a:pt x="2138" y="755"/>
                </a:cubicBezTo>
                <a:cubicBezTo>
                  <a:pt x="2138" y="760"/>
                  <a:pt x="2142" y="764"/>
                  <a:pt x="2146" y="764"/>
                </a:cubicBezTo>
                <a:cubicBezTo>
                  <a:pt x="2151" y="764"/>
                  <a:pt x="2155" y="760"/>
                  <a:pt x="2155" y="755"/>
                </a:cubicBezTo>
                <a:close/>
                <a:moveTo>
                  <a:pt x="2258" y="755"/>
                </a:moveTo>
                <a:cubicBezTo>
                  <a:pt x="2258" y="751"/>
                  <a:pt x="2254" y="747"/>
                  <a:pt x="2249" y="747"/>
                </a:cubicBezTo>
                <a:cubicBezTo>
                  <a:pt x="2245" y="747"/>
                  <a:pt x="2241" y="751"/>
                  <a:pt x="2241" y="755"/>
                </a:cubicBezTo>
                <a:cubicBezTo>
                  <a:pt x="2241" y="760"/>
                  <a:pt x="2245" y="764"/>
                  <a:pt x="2249" y="764"/>
                </a:cubicBezTo>
                <a:cubicBezTo>
                  <a:pt x="2254" y="764"/>
                  <a:pt x="2258" y="760"/>
                  <a:pt x="2258" y="755"/>
                </a:cubicBezTo>
                <a:close/>
                <a:moveTo>
                  <a:pt x="2335" y="755"/>
                </a:moveTo>
                <a:cubicBezTo>
                  <a:pt x="2335" y="751"/>
                  <a:pt x="2331" y="747"/>
                  <a:pt x="2327" y="747"/>
                </a:cubicBezTo>
                <a:cubicBezTo>
                  <a:pt x="2322" y="747"/>
                  <a:pt x="2318" y="751"/>
                  <a:pt x="2318" y="755"/>
                </a:cubicBezTo>
                <a:cubicBezTo>
                  <a:pt x="2318" y="760"/>
                  <a:pt x="2322" y="764"/>
                  <a:pt x="2327" y="764"/>
                </a:cubicBezTo>
                <a:cubicBezTo>
                  <a:pt x="2331" y="764"/>
                  <a:pt x="2335" y="760"/>
                  <a:pt x="2335" y="755"/>
                </a:cubicBezTo>
                <a:close/>
                <a:moveTo>
                  <a:pt x="2361" y="755"/>
                </a:moveTo>
                <a:cubicBezTo>
                  <a:pt x="2361" y="751"/>
                  <a:pt x="2357" y="747"/>
                  <a:pt x="2352" y="747"/>
                </a:cubicBezTo>
                <a:cubicBezTo>
                  <a:pt x="2348" y="747"/>
                  <a:pt x="2344" y="751"/>
                  <a:pt x="2344" y="755"/>
                </a:cubicBezTo>
                <a:cubicBezTo>
                  <a:pt x="2344" y="760"/>
                  <a:pt x="2348" y="764"/>
                  <a:pt x="2352" y="764"/>
                </a:cubicBezTo>
                <a:cubicBezTo>
                  <a:pt x="2357" y="764"/>
                  <a:pt x="2361" y="760"/>
                  <a:pt x="2361" y="755"/>
                </a:cubicBezTo>
                <a:close/>
                <a:moveTo>
                  <a:pt x="352" y="781"/>
                </a:moveTo>
                <a:cubicBezTo>
                  <a:pt x="352" y="776"/>
                  <a:pt x="348" y="772"/>
                  <a:pt x="343" y="772"/>
                </a:cubicBezTo>
                <a:cubicBezTo>
                  <a:pt x="339" y="772"/>
                  <a:pt x="335" y="776"/>
                  <a:pt x="335" y="781"/>
                </a:cubicBezTo>
                <a:cubicBezTo>
                  <a:pt x="335" y="786"/>
                  <a:pt x="339" y="790"/>
                  <a:pt x="343" y="790"/>
                </a:cubicBezTo>
                <a:cubicBezTo>
                  <a:pt x="348" y="790"/>
                  <a:pt x="352" y="786"/>
                  <a:pt x="352" y="781"/>
                </a:cubicBezTo>
                <a:close/>
                <a:moveTo>
                  <a:pt x="378" y="781"/>
                </a:moveTo>
                <a:cubicBezTo>
                  <a:pt x="378" y="776"/>
                  <a:pt x="374" y="772"/>
                  <a:pt x="369" y="772"/>
                </a:cubicBezTo>
                <a:cubicBezTo>
                  <a:pt x="364" y="772"/>
                  <a:pt x="360" y="776"/>
                  <a:pt x="360" y="781"/>
                </a:cubicBezTo>
                <a:cubicBezTo>
                  <a:pt x="360" y="786"/>
                  <a:pt x="364" y="790"/>
                  <a:pt x="369" y="790"/>
                </a:cubicBezTo>
                <a:cubicBezTo>
                  <a:pt x="374" y="790"/>
                  <a:pt x="378" y="786"/>
                  <a:pt x="378" y="781"/>
                </a:cubicBezTo>
                <a:close/>
                <a:moveTo>
                  <a:pt x="403" y="781"/>
                </a:moveTo>
                <a:cubicBezTo>
                  <a:pt x="403" y="776"/>
                  <a:pt x="400" y="772"/>
                  <a:pt x="395" y="772"/>
                </a:cubicBezTo>
                <a:cubicBezTo>
                  <a:pt x="390" y="772"/>
                  <a:pt x="386" y="776"/>
                  <a:pt x="386" y="781"/>
                </a:cubicBezTo>
                <a:cubicBezTo>
                  <a:pt x="386" y="786"/>
                  <a:pt x="390" y="790"/>
                  <a:pt x="395" y="790"/>
                </a:cubicBezTo>
                <a:cubicBezTo>
                  <a:pt x="400" y="790"/>
                  <a:pt x="403" y="786"/>
                  <a:pt x="403" y="781"/>
                </a:cubicBezTo>
                <a:close/>
                <a:moveTo>
                  <a:pt x="429" y="781"/>
                </a:moveTo>
                <a:cubicBezTo>
                  <a:pt x="429" y="776"/>
                  <a:pt x="425" y="772"/>
                  <a:pt x="421" y="772"/>
                </a:cubicBezTo>
                <a:cubicBezTo>
                  <a:pt x="416" y="772"/>
                  <a:pt x="412" y="776"/>
                  <a:pt x="412" y="781"/>
                </a:cubicBezTo>
                <a:cubicBezTo>
                  <a:pt x="412" y="786"/>
                  <a:pt x="416" y="790"/>
                  <a:pt x="421" y="790"/>
                </a:cubicBezTo>
                <a:cubicBezTo>
                  <a:pt x="425" y="790"/>
                  <a:pt x="429" y="786"/>
                  <a:pt x="429" y="781"/>
                </a:cubicBezTo>
                <a:close/>
                <a:moveTo>
                  <a:pt x="455" y="781"/>
                </a:moveTo>
                <a:cubicBezTo>
                  <a:pt x="455" y="776"/>
                  <a:pt x="451" y="772"/>
                  <a:pt x="446" y="772"/>
                </a:cubicBezTo>
                <a:cubicBezTo>
                  <a:pt x="442" y="772"/>
                  <a:pt x="438" y="776"/>
                  <a:pt x="438" y="781"/>
                </a:cubicBezTo>
                <a:cubicBezTo>
                  <a:pt x="438" y="786"/>
                  <a:pt x="442" y="790"/>
                  <a:pt x="446" y="790"/>
                </a:cubicBezTo>
                <a:cubicBezTo>
                  <a:pt x="451" y="790"/>
                  <a:pt x="455" y="786"/>
                  <a:pt x="455" y="781"/>
                </a:cubicBezTo>
                <a:close/>
                <a:moveTo>
                  <a:pt x="481" y="781"/>
                </a:moveTo>
                <a:cubicBezTo>
                  <a:pt x="481" y="776"/>
                  <a:pt x="477" y="772"/>
                  <a:pt x="472" y="772"/>
                </a:cubicBezTo>
                <a:cubicBezTo>
                  <a:pt x="467" y="772"/>
                  <a:pt x="463" y="776"/>
                  <a:pt x="463" y="781"/>
                </a:cubicBezTo>
                <a:cubicBezTo>
                  <a:pt x="463" y="786"/>
                  <a:pt x="467" y="790"/>
                  <a:pt x="472" y="790"/>
                </a:cubicBezTo>
                <a:cubicBezTo>
                  <a:pt x="477" y="790"/>
                  <a:pt x="481" y="786"/>
                  <a:pt x="481" y="781"/>
                </a:cubicBezTo>
                <a:close/>
                <a:moveTo>
                  <a:pt x="506" y="781"/>
                </a:moveTo>
                <a:cubicBezTo>
                  <a:pt x="506" y="776"/>
                  <a:pt x="503" y="772"/>
                  <a:pt x="498" y="772"/>
                </a:cubicBezTo>
                <a:cubicBezTo>
                  <a:pt x="493" y="772"/>
                  <a:pt x="489" y="776"/>
                  <a:pt x="489" y="781"/>
                </a:cubicBezTo>
                <a:cubicBezTo>
                  <a:pt x="489" y="786"/>
                  <a:pt x="493" y="790"/>
                  <a:pt x="498" y="790"/>
                </a:cubicBezTo>
                <a:cubicBezTo>
                  <a:pt x="503" y="790"/>
                  <a:pt x="506" y="786"/>
                  <a:pt x="506" y="781"/>
                </a:cubicBezTo>
                <a:close/>
                <a:moveTo>
                  <a:pt x="532" y="781"/>
                </a:moveTo>
                <a:cubicBezTo>
                  <a:pt x="532" y="776"/>
                  <a:pt x="528" y="772"/>
                  <a:pt x="524" y="772"/>
                </a:cubicBezTo>
                <a:cubicBezTo>
                  <a:pt x="519" y="772"/>
                  <a:pt x="515" y="776"/>
                  <a:pt x="515" y="781"/>
                </a:cubicBezTo>
                <a:cubicBezTo>
                  <a:pt x="515" y="786"/>
                  <a:pt x="519" y="790"/>
                  <a:pt x="524" y="790"/>
                </a:cubicBezTo>
                <a:cubicBezTo>
                  <a:pt x="528" y="790"/>
                  <a:pt x="532" y="786"/>
                  <a:pt x="532" y="781"/>
                </a:cubicBezTo>
                <a:close/>
                <a:moveTo>
                  <a:pt x="558" y="781"/>
                </a:moveTo>
                <a:cubicBezTo>
                  <a:pt x="558" y="776"/>
                  <a:pt x="554" y="772"/>
                  <a:pt x="549" y="772"/>
                </a:cubicBezTo>
                <a:cubicBezTo>
                  <a:pt x="545" y="772"/>
                  <a:pt x="541" y="776"/>
                  <a:pt x="541" y="781"/>
                </a:cubicBezTo>
                <a:cubicBezTo>
                  <a:pt x="541" y="786"/>
                  <a:pt x="545" y="790"/>
                  <a:pt x="549" y="790"/>
                </a:cubicBezTo>
                <a:cubicBezTo>
                  <a:pt x="554" y="790"/>
                  <a:pt x="558" y="786"/>
                  <a:pt x="558" y="781"/>
                </a:cubicBezTo>
                <a:close/>
                <a:moveTo>
                  <a:pt x="584" y="781"/>
                </a:moveTo>
                <a:cubicBezTo>
                  <a:pt x="584" y="776"/>
                  <a:pt x="580" y="772"/>
                  <a:pt x="575" y="772"/>
                </a:cubicBezTo>
                <a:cubicBezTo>
                  <a:pt x="570" y="772"/>
                  <a:pt x="567" y="776"/>
                  <a:pt x="567" y="781"/>
                </a:cubicBezTo>
                <a:cubicBezTo>
                  <a:pt x="567" y="786"/>
                  <a:pt x="570" y="790"/>
                  <a:pt x="575" y="790"/>
                </a:cubicBezTo>
                <a:cubicBezTo>
                  <a:pt x="580" y="790"/>
                  <a:pt x="584" y="786"/>
                  <a:pt x="584" y="781"/>
                </a:cubicBezTo>
                <a:close/>
                <a:moveTo>
                  <a:pt x="609" y="781"/>
                </a:moveTo>
                <a:cubicBezTo>
                  <a:pt x="609" y="776"/>
                  <a:pt x="606" y="772"/>
                  <a:pt x="601" y="772"/>
                </a:cubicBezTo>
                <a:cubicBezTo>
                  <a:pt x="596" y="772"/>
                  <a:pt x="592" y="776"/>
                  <a:pt x="592" y="781"/>
                </a:cubicBezTo>
                <a:cubicBezTo>
                  <a:pt x="592" y="786"/>
                  <a:pt x="596" y="790"/>
                  <a:pt x="601" y="790"/>
                </a:cubicBezTo>
                <a:cubicBezTo>
                  <a:pt x="606" y="790"/>
                  <a:pt x="609" y="786"/>
                  <a:pt x="609" y="781"/>
                </a:cubicBezTo>
                <a:close/>
                <a:moveTo>
                  <a:pt x="635" y="781"/>
                </a:moveTo>
                <a:cubicBezTo>
                  <a:pt x="635" y="776"/>
                  <a:pt x="631" y="772"/>
                  <a:pt x="627" y="772"/>
                </a:cubicBezTo>
                <a:cubicBezTo>
                  <a:pt x="622" y="772"/>
                  <a:pt x="618" y="776"/>
                  <a:pt x="618" y="781"/>
                </a:cubicBezTo>
                <a:cubicBezTo>
                  <a:pt x="618" y="786"/>
                  <a:pt x="622" y="790"/>
                  <a:pt x="627" y="790"/>
                </a:cubicBezTo>
                <a:cubicBezTo>
                  <a:pt x="631" y="790"/>
                  <a:pt x="635" y="786"/>
                  <a:pt x="635" y="781"/>
                </a:cubicBezTo>
                <a:close/>
                <a:moveTo>
                  <a:pt x="661" y="781"/>
                </a:moveTo>
                <a:cubicBezTo>
                  <a:pt x="661" y="776"/>
                  <a:pt x="657" y="772"/>
                  <a:pt x="652" y="772"/>
                </a:cubicBezTo>
                <a:cubicBezTo>
                  <a:pt x="648" y="772"/>
                  <a:pt x="644" y="776"/>
                  <a:pt x="644" y="781"/>
                </a:cubicBezTo>
                <a:cubicBezTo>
                  <a:pt x="644" y="786"/>
                  <a:pt x="648" y="790"/>
                  <a:pt x="652" y="790"/>
                </a:cubicBezTo>
                <a:cubicBezTo>
                  <a:pt x="657" y="790"/>
                  <a:pt x="661" y="786"/>
                  <a:pt x="661" y="781"/>
                </a:cubicBezTo>
                <a:close/>
                <a:moveTo>
                  <a:pt x="1228" y="781"/>
                </a:moveTo>
                <a:cubicBezTo>
                  <a:pt x="1228" y="776"/>
                  <a:pt x="1224" y="772"/>
                  <a:pt x="1219" y="772"/>
                </a:cubicBezTo>
                <a:cubicBezTo>
                  <a:pt x="1214" y="772"/>
                  <a:pt x="1210" y="776"/>
                  <a:pt x="1210" y="781"/>
                </a:cubicBezTo>
                <a:cubicBezTo>
                  <a:pt x="1210" y="786"/>
                  <a:pt x="1214" y="790"/>
                  <a:pt x="1219" y="790"/>
                </a:cubicBezTo>
                <a:cubicBezTo>
                  <a:pt x="1224" y="790"/>
                  <a:pt x="1228" y="786"/>
                  <a:pt x="1228" y="781"/>
                </a:cubicBezTo>
                <a:close/>
                <a:moveTo>
                  <a:pt x="1253" y="781"/>
                </a:moveTo>
                <a:cubicBezTo>
                  <a:pt x="1253" y="776"/>
                  <a:pt x="1250" y="772"/>
                  <a:pt x="1245" y="772"/>
                </a:cubicBezTo>
                <a:cubicBezTo>
                  <a:pt x="1240" y="772"/>
                  <a:pt x="1236" y="776"/>
                  <a:pt x="1236" y="781"/>
                </a:cubicBezTo>
                <a:cubicBezTo>
                  <a:pt x="1236" y="786"/>
                  <a:pt x="1240" y="790"/>
                  <a:pt x="1245" y="790"/>
                </a:cubicBezTo>
                <a:cubicBezTo>
                  <a:pt x="1250" y="790"/>
                  <a:pt x="1253" y="786"/>
                  <a:pt x="1253" y="781"/>
                </a:cubicBezTo>
                <a:close/>
                <a:moveTo>
                  <a:pt x="1279" y="781"/>
                </a:moveTo>
                <a:cubicBezTo>
                  <a:pt x="1279" y="776"/>
                  <a:pt x="1275" y="772"/>
                  <a:pt x="1271" y="772"/>
                </a:cubicBezTo>
                <a:cubicBezTo>
                  <a:pt x="1266" y="772"/>
                  <a:pt x="1262" y="776"/>
                  <a:pt x="1262" y="781"/>
                </a:cubicBezTo>
                <a:cubicBezTo>
                  <a:pt x="1262" y="786"/>
                  <a:pt x="1266" y="790"/>
                  <a:pt x="1271" y="790"/>
                </a:cubicBezTo>
                <a:cubicBezTo>
                  <a:pt x="1275" y="790"/>
                  <a:pt x="1279" y="786"/>
                  <a:pt x="1279" y="781"/>
                </a:cubicBezTo>
                <a:close/>
                <a:moveTo>
                  <a:pt x="1305" y="781"/>
                </a:moveTo>
                <a:cubicBezTo>
                  <a:pt x="1305" y="776"/>
                  <a:pt x="1301" y="772"/>
                  <a:pt x="1296" y="772"/>
                </a:cubicBezTo>
                <a:cubicBezTo>
                  <a:pt x="1292" y="772"/>
                  <a:pt x="1288" y="776"/>
                  <a:pt x="1288" y="781"/>
                </a:cubicBezTo>
                <a:cubicBezTo>
                  <a:pt x="1288" y="786"/>
                  <a:pt x="1292" y="790"/>
                  <a:pt x="1296" y="790"/>
                </a:cubicBezTo>
                <a:cubicBezTo>
                  <a:pt x="1301" y="790"/>
                  <a:pt x="1305" y="786"/>
                  <a:pt x="1305" y="781"/>
                </a:cubicBezTo>
                <a:close/>
                <a:moveTo>
                  <a:pt x="1331" y="781"/>
                </a:moveTo>
                <a:cubicBezTo>
                  <a:pt x="1331" y="776"/>
                  <a:pt x="1327" y="772"/>
                  <a:pt x="1322" y="772"/>
                </a:cubicBezTo>
                <a:cubicBezTo>
                  <a:pt x="1317" y="772"/>
                  <a:pt x="1314" y="776"/>
                  <a:pt x="1314" y="781"/>
                </a:cubicBezTo>
                <a:cubicBezTo>
                  <a:pt x="1314" y="786"/>
                  <a:pt x="1317" y="790"/>
                  <a:pt x="1322" y="790"/>
                </a:cubicBezTo>
                <a:cubicBezTo>
                  <a:pt x="1327" y="790"/>
                  <a:pt x="1331" y="786"/>
                  <a:pt x="1331" y="781"/>
                </a:cubicBezTo>
                <a:close/>
                <a:moveTo>
                  <a:pt x="1356" y="781"/>
                </a:moveTo>
                <a:cubicBezTo>
                  <a:pt x="1356" y="776"/>
                  <a:pt x="1353" y="772"/>
                  <a:pt x="1348" y="772"/>
                </a:cubicBezTo>
                <a:cubicBezTo>
                  <a:pt x="1343" y="772"/>
                  <a:pt x="1339" y="776"/>
                  <a:pt x="1339" y="781"/>
                </a:cubicBezTo>
                <a:cubicBezTo>
                  <a:pt x="1339" y="786"/>
                  <a:pt x="1343" y="790"/>
                  <a:pt x="1348" y="790"/>
                </a:cubicBezTo>
                <a:cubicBezTo>
                  <a:pt x="1353" y="790"/>
                  <a:pt x="1356" y="786"/>
                  <a:pt x="1356" y="781"/>
                </a:cubicBezTo>
                <a:close/>
                <a:moveTo>
                  <a:pt x="1563" y="781"/>
                </a:moveTo>
                <a:cubicBezTo>
                  <a:pt x="1563" y="776"/>
                  <a:pt x="1559" y="772"/>
                  <a:pt x="1554" y="772"/>
                </a:cubicBezTo>
                <a:cubicBezTo>
                  <a:pt x="1549" y="772"/>
                  <a:pt x="1545" y="776"/>
                  <a:pt x="1545" y="781"/>
                </a:cubicBezTo>
                <a:cubicBezTo>
                  <a:pt x="1545" y="786"/>
                  <a:pt x="1549" y="790"/>
                  <a:pt x="1554" y="790"/>
                </a:cubicBezTo>
                <a:cubicBezTo>
                  <a:pt x="1559" y="790"/>
                  <a:pt x="1563" y="786"/>
                  <a:pt x="1563" y="781"/>
                </a:cubicBezTo>
                <a:close/>
                <a:moveTo>
                  <a:pt x="1588" y="781"/>
                </a:moveTo>
                <a:cubicBezTo>
                  <a:pt x="1588" y="776"/>
                  <a:pt x="1584" y="772"/>
                  <a:pt x="1580" y="772"/>
                </a:cubicBezTo>
                <a:cubicBezTo>
                  <a:pt x="1575" y="772"/>
                  <a:pt x="1571" y="776"/>
                  <a:pt x="1571" y="781"/>
                </a:cubicBezTo>
                <a:cubicBezTo>
                  <a:pt x="1571" y="786"/>
                  <a:pt x="1575" y="790"/>
                  <a:pt x="1580" y="790"/>
                </a:cubicBezTo>
                <a:cubicBezTo>
                  <a:pt x="1584" y="790"/>
                  <a:pt x="1588" y="786"/>
                  <a:pt x="1588" y="781"/>
                </a:cubicBezTo>
                <a:close/>
                <a:moveTo>
                  <a:pt x="1614" y="781"/>
                </a:moveTo>
                <a:cubicBezTo>
                  <a:pt x="1614" y="776"/>
                  <a:pt x="1610" y="772"/>
                  <a:pt x="1605" y="772"/>
                </a:cubicBezTo>
                <a:cubicBezTo>
                  <a:pt x="1601" y="772"/>
                  <a:pt x="1597" y="776"/>
                  <a:pt x="1597" y="781"/>
                </a:cubicBezTo>
                <a:cubicBezTo>
                  <a:pt x="1597" y="786"/>
                  <a:pt x="1601" y="790"/>
                  <a:pt x="1605" y="790"/>
                </a:cubicBezTo>
                <a:cubicBezTo>
                  <a:pt x="1610" y="790"/>
                  <a:pt x="1614" y="786"/>
                  <a:pt x="1614" y="781"/>
                </a:cubicBezTo>
                <a:close/>
                <a:moveTo>
                  <a:pt x="1640" y="781"/>
                </a:moveTo>
                <a:cubicBezTo>
                  <a:pt x="1640" y="776"/>
                  <a:pt x="1636" y="772"/>
                  <a:pt x="1631" y="772"/>
                </a:cubicBezTo>
                <a:cubicBezTo>
                  <a:pt x="1626" y="772"/>
                  <a:pt x="1623" y="776"/>
                  <a:pt x="1623" y="781"/>
                </a:cubicBezTo>
                <a:cubicBezTo>
                  <a:pt x="1623" y="786"/>
                  <a:pt x="1626" y="790"/>
                  <a:pt x="1631" y="790"/>
                </a:cubicBezTo>
                <a:cubicBezTo>
                  <a:pt x="1636" y="790"/>
                  <a:pt x="1640" y="786"/>
                  <a:pt x="1640" y="781"/>
                </a:cubicBezTo>
                <a:close/>
                <a:moveTo>
                  <a:pt x="1666" y="781"/>
                </a:moveTo>
                <a:cubicBezTo>
                  <a:pt x="1666" y="776"/>
                  <a:pt x="1662" y="772"/>
                  <a:pt x="1657" y="772"/>
                </a:cubicBezTo>
                <a:cubicBezTo>
                  <a:pt x="1652" y="772"/>
                  <a:pt x="1648" y="776"/>
                  <a:pt x="1648" y="781"/>
                </a:cubicBezTo>
                <a:cubicBezTo>
                  <a:pt x="1648" y="786"/>
                  <a:pt x="1652" y="790"/>
                  <a:pt x="1657" y="790"/>
                </a:cubicBezTo>
                <a:cubicBezTo>
                  <a:pt x="1662" y="790"/>
                  <a:pt x="1666" y="786"/>
                  <a:pt x="1666" y="781"/>
                </a:cubicBezTo>
                <a:close/>
                <a:moveTo>
                  <a:pt x="1691" y="781"/>
                </a:moveTo>
                <a:cubicBezTo>
                  <a:pt x="1691" y="776"/>
                  <a:pt x="1687" y="772"/>
                  <a:pt x="1683" y="772"/>
                </a:cubicBezTo>
                <a:cubicBezTo>
                  <a:pt x="1678" y="772"/>
                  <a:pt x="1674" y="776"/>
                  <a:pt x="1674" y="781"/>
                </a:cubicBezTo>
                <a:cubicBezTo>
                  <a:pt x="1674" y="786"/>
                  <a:pt x="1678" y="790"/>
                  <a:pt x="1683" y="790"/>
                </a:cubicBezTo>
                <a:cubicBezTo>
                  <a:pt x="1687" y="790"/>
                  <a:pt x="1691" y="786"/>
                  <a:pt x="1691" y="781"/>
                </a:cubicBezTo>
                <a:close/>
                <a:moveTo>
                  <a:pt x="1717" y="781"/>
                </a:moveTo>
                <a:cubicBezTo>
                  <a:pt x="1717" y="776"/>
                  <a:pt x="1713" y="772"/>
                  <a:pt x="1708" y="772"/>
                </a:cubicBezTo>
                <a:cubicBezTo>
                  <a:pt x="1704" y="772"/>
                  <a:pt x="1700" y="776"/>
                  <a:pt x="1700" y="781"/>
                </a:cubicBezTo>
                <a:cubicBezTo>
                  <a:pt x="1700" y="786"/>
                  <a:pt x="1704" y="790"/>
                  <a:pt x="1708" y="790"/>
                </a:cubicBezTo>
                <a:cubicBezTo>
                  <a:pt x="1713" y="790"/>
                  <a:pt x="1717" y="786"/>
                  <a:pt x="1717" y="781"/>
                </a:cubicBezTo>
                <a:close/>
                <a:moveTo>
                  <a:pt x="1743" y="781"/>
                </a:moveTo>
                <a:cubicBezTo>
                  <a:pt x="1743" y="776"/>
                  <a:pt x="1739" y="772"/>
                  <a:pt x="1734" y="772"/>
                </a:cubicBezTo>
                <a:cubicBezTo>
                  <a:pt x="1730" y="772"/>
                  <a:pt x="1726" y="776"/>
                  <a:pt x="1726" y="781"/>
                </a:cubicBezTo>
                <a:cubicBezTo>
                  <a:pt x="1726" y="786"/>
                  <a:pt x="1730" y="790"/>
                  <a:pt x="1734" y="790"/>
                </a:cubicBezTo>
                <a:cubicBezTo>
                  <a:pt x="1739" y="790"/>
                  <a:pt x="1743" y="786"/>
                  <a:pt x="1743" y="781"/>
                </a:cubicBezTo>
                <a:close/>
                <a:moveTo>
                  <a:pt x="1769" y="781"/>
                </a:moveTo>
                <a:cubicBezTo>
                  <a:pt x="1769" y="776"/>
                  <a:pt x="1765" y="772"/>
                  <a:pt x="1760" y="772"/>
                </a:cubicBezTo>
                <a:cubicBezTo>
                  <a:pt x="1755" y="772"/>
                  <a:pt x="1751" y="776"/>
                  <a:pt x="1751" y="781"/>
                </a:cubicBezTo>
                <a:cubicBezTo>
                  <a:pt x="1751" y="786"/>
                  <a:pt x="1755" y="790"/>
                  <a:pt x="1760" y="790"/>
                </a:cubicBezTo>
                <a:cubicBezTo>
                  <a:pt x="1765" y="790"/>
                  <a:pt x="1769" y="786"/>
                  <a:pt x="1769" y="781"/>
                </a:cubicBezTo>
                <a:close/>
                <a:moveTo>
                  <a:pt x="1794" y="781"/>
                </a:moveTo>
                <a:cubicBezTo>
                  <a:pt x="1794" y="776"/>
                  <a:pt x="1791" y="772"/>
                  <a:pt x="1786" y="772"/>
                </a:cubicBezTo>
                <a:cubicBezTo>
                  <a:pt x="1781" y="772"/>
                  <a:pt x="1777" y="776"/>
                  <a:pt x="1777" y="781"/>
                </a:cubicBezTo>
                <a:cubicBezTo>
                  <a:pt x="1777" y="786"/>
                  <a:pt x="1781" y="790"/>
                  <a:pt x="1786" y="790"/>
                </a:cubicBezTo>
                <a:cubicBezTo>
                  <a:pt x="1791" y="790"/>
                  <a:pt x="1794" y="786"/>
                  <a:pt x="1794" y="781"/>
                </a:cubicBezTo>
                <a:close/>
                <a:moveTo>
                  <a:pt x="1820" y="781"/>
                </a:moveTo>
                <a:cubicBezTo>
                  <a:pt x="1820" y="776"/>
                  <a:pt x="1816" y="772"/>
                  <a:pt x="1812" y="772"/>
                </a:cubicBezTo>
                <a:cubicBezTo>
                  <a:pt x="1807" y="772"/>
                  <a:pt x="1803" y="776"/>
                  <a:pt x="1803" y="781"/>
                </a:cubicBezTo>
                <a:cubicBezTo>
                  <a:pt x="1803" y="786"/>
                  <a:pt x="1807" y="790"/>
                  <a:pt x="1812" y="790"/>
                </a:cubicBezTo>
                <a:cubicBezTo>
                  <a:pt x="1816" y="790"/>
                  <a:pt x="1820" y="786"/>
                  <a:pt x="1820" y="781"/>
                </a:cubicBezTo>
                <a:close/>
                <a:moveTo>
                  <a:pt x="1846" y="781"/>
                </a:moveTo>
                <a:cubicBezTo>
                  <a:pt x="1846" y="776"/>
                  <a:pt x="1842" y="772"/>
                  <a:pt x="1837" y="772"/>
                </a:cubicBezTo>
                <a:cubicBezTo>
                  <a:pt x="1833" y="772"/>
                  <a:pt x="1829" y="776"/>
                  <a:pt x="1829" y="781"/>
                </a:cubicBezTo>
                <a:cubicBezTo>
                  <a:pt x="1829" y="786"/>
                  <a:pt x="1833" y="790"/>
                  <a:pt x="1837" y="790"/>
                </a:cubicBezTo>
                <a:cubicBezTo>
                  <a:pt x="1842" y="790"/>
                  <a:pt x="1846" y="786"/>
                  <a:pt x="1846" y="781"/>
                </a:cubicBezTo>
                <a:close/>
                <a:moveTo>
                  <a:pt x="1872" y="781"/>
                </a:moveTo>
                <a:cubicBezTo>
                  <a:pt x="1872" y="776"/>
                  <a:pt x="1868" y="772"/>
                  <a:pt x="1863" y="772"/>
                </a:cubicBezTo>
                <a:cubicBezTo>
                  <a:pt x="1858" y="772"/>
                  <a:pt x="1854" y="776"/>
                  <a:pt x="1854" y="781"/>
                </a:cubicBezTo>
                <a:cubicBezTo>
                  <a:pt x="1854" y="786"/>
                  <a:pt x="1858" y="790"/>
                  <a:pt x="1863" y="790"/>
                </a:cubicBezTo>
                <a:cubicBezTo>
                  <a:pt x="1868" y="790"/>
                  <a:pt x="1872" y="786"/>
                  <a:pt x="1872" y="781"/>
                </a:cubicBezTo>
                <a:close/>
                <a:moveTo>
                  <a:pt x="1897" y="781"/>
                </a:moveTo>
                <a:cubicBezTo>
                  <a:pt x="1897" y="776"/>
                  <a:pt x="1894" y="772"/>
                  <a:pt x="1889" y="772"/>
                </a:cubicBezTo>
                <a:cubicBezTo>
                  <a:pt x="1884" y="772"/>
                  <a:pt x="1880" y="776"/>
                  <a:pt x="1880" y="781"/>
                </a:cubicBezTo>
                <a:cubicBezTo>
                  <a:pt x="1880" y="786"/>
                  <a:pt x="1884" y="790"/>
                  <a:pt x="1889" y="790"/>
                </a:cubicBezTo>
                <a:cubicBezTo>
                  <a:pt x="1894" y="790"/>
                  <a:pt x="1897" y="786"/>
                  <a:pt x="1897" y="781"/>
                </a:cubicBezTo>
                <a:close/>
                <a:moveTo>
                  <a:pt x="1923" y="781"/>
                </a:moveTo>
                <a:cubicBezTo>
                  <a:pt x="1923" y="776"/>
                  <a:pt x="1919" y="772"/>
                  <a:pt x="1915" y="772"/>
                </a:cubicBezTo>
                <a:cubicBezTo>
                  <a:pt x="1910" y="772"/>
                  <a:pt x="1906" y="776"/>
                  <a:pt x="1906" y="781"/>
                </a:cubicBezTo>
                <a:cubicBezTo>
                  <a:pt x="1906" y="786"/>
                  <a:pt x="1910" y="790"/>
                  <a:pt x="1915" y="790"/>
                </a:cubicBezTo>
                <a:cubicBezTo>
                  <a:pt x="1919" y="790"/>
                  <a:pt x="1923" y="786"/>
                  <a:pt x="1923" y="781"/>
                </a:cubicBezTo>
                <a:close/>
                <a:moveTo>
                  <a:pt x="1949" y="781"/>
                </a:moveTo>
                <a:cubicBezTo>
                  <a:pt x="1949" y="776"/>
                  <a:pt x="1945" y="772"/>
                  <a:pt x="1940" y="772"/>
                </a:cubicBezTo>
                <a:cubicBezTo>
                  <a:pt x="1936" y="772"/>
                  <a:pt x="1932" y="776"/>
                  <a:pt x="1932" y="781"/>
                </a:cubicBezTo>
                <a:cubicBezTo>
                  <a:pt x="1932" y="786"/>
                  <a:pt x="1936" y="790"/>
                  <a:pt x="1940" y="790"/>
                </a:cubicBezTo>
                <a:cubicBezTo>
                  <a:pt x="1945" y="790"/>
                  <a:pt x="1949" y="786"/>
                  <a:pt x="1949" y="781"/>
                </a:cubicBezTo>
                <a:close/>
                <a:moveTo>
                  <a:pt x="1975" y="781"/>
                </a:moveTo>
                <a:cubicBezTo>
                  <a:pt x="1975" y="776"/>
                  <a:pt x="1971" y="772"/>
                  <a:pt x="1966" y="772"/>
                </a:cubicBezTo>
                <a:cubicBezTo>
                  <a:pt x="1961" y="772"/>
                  <a:pt x="1957" y="776"/>
                  <a:pt x="1957" y="781"/>
                </a:cubicBezTo>
                <a:cubicBezTo>
                  <a:pt x="1957" y="786"/>
                  <a:pt x="1961" y="790"/>
                  <a:pt x="1966" y="790"/>
                </a:cubicBezTo>
                <a:cubicBezTo>
                  <a:pt x="1971" y="790"/>
                  <a:pt x="1975" y="786"/>
                  <a:pt x="1975" y="781"/>
                </a:cubicBezTo>
                <a:close/>
                <a:moveTo>
                  <a:pt x="2000" y="781"/>
                </a:moveTo>
                <a:cubicBezTo>
                  <a:pt x="2000" y="776"/>
                  <a:pt x="1997" y="772"/>
                  <a:pt x="1992" y="772"/>
                </a:cubicBezTo>
                <a:cubicBezTo>
                  <a:pt x="1987" y="772"/>
                  <a:pt x="1983" y="776"/>
                  <a:pt x="1983" y="781"/>
                </a:cubicBezTo>
                <a:cubicBezTo>
                  <a:pt x="1983" y="786"/>
                  <a:pt x="1987" y="790"/>
                  <a:pt x="1992" y="790"/>
                </a:cubicBezTo>
                <a:cubicBezTo>
                  <a:pt x="1997" y="790"/>
                  <a:pt x="2000" y="786"/>
                  <a:pt x="2000" y="781"/>
                </a:cubicBezTo>
                <a:close/>
                <a:moveTo>
                  <a:pt x="2026" y="781"/>
                </a:moveTo>
                <a:cubicBezTo>
                  <a:pt x="2026" y="776"/>
                  <a:pt x="2022" y="772"/>
                  <a:pt x="2018" y="772"/>
                </a:cubicBezTo>
                <a:cubicBezTo>
                  <a:pt x="2013" y="772"/>
                  <a:pt x="2009" y="776"/>
                  <a:pt x="2009" y="781"/>
                </a:cubicBezTo>
                <a:cubicBezTo>
                  <a:pt x="2009" y="786"/>
                  <a:pt x="2013" y="790"/>
                  <a:pt x="2018" y="790"/>
                </a:cubicBezTo>
                <a:cubicBezTo>
                  <a:pt x="2022" y="790"/>
                  <a:pt x="2026" y="786"/>
                  <a:pt x="2026" y="781"/>
                </a:cubicBezTo>
                <a:close/>
                <a:moveTo>
                  <a:pt x="2052" y="781"/>
                </a:moveTo>
                <a:cubicBezTo>
                  <a:pt x="2052" y="776"/>
                  <a:pt x="2048" y="772"/>
                  <a:pt x="2043" y="772"/>
                </a:cubicBezTo>
                <a:cubicBezTo>
                  <a:pt x="2039" y="772"/>
                  <a:pt x="2035" y="776"/>
                  <a:pt x="2035" y="781"/>
                </a:cubicBezTo>
                <a:cubicBezTo>
                  <a:pt x="2035" y="786"/>
                  <a:pt x="2039" y="790"/>
                  <a:pt x="2043" y="790"/>
                </a:cubicBezTo>
                <a:cubicBezTo>
                  <a:pt x="2048" y="790"/>
                  <a:pt x="2052" y="786"/>
                  <a:pt x="2052" y="781"/>
                </a:cubicBezTo>
                <a:close/>
                <a:moveTo>
                  <a:pt x="2078" y="781"/>
                </a:moveTo>
                <a:cubicBezTo>
                  <a:pt x="2078" y="776"/>
                  <a:pt x="2074" y="772"/>
                  <a:pt x="2069" y="772"/>
                </a:cubicBezTo>
                <a:cubicBezTo>
                  <a:pt x="2064" y="772"/>
                  <a:pt x="2061" y="776"/>
                  <a:pt x="2061" y="781"/>
                </a:cubicBezTo>
                <a:cubicBezTo>
                  <a:pt x="2061" y="786"/>
                  <a:pt x="2064" y="790"/>
                  <a:pt x="2069" y="790"/>
                </a:cubicBezTo>
                <a:cubicBezTo>
                  <a:pt x="2074" y="790"/>
                  <a:pt x="2078" y="786"/>
                  <a:pt x="2078" y="781"/>
                </a:cubicBezTo>
                <a:close/>
                <a:moveTo>
                  <a:pt x="2103" y="781"/>
                </a:moveTo>
                <a:cubicBezTo>
                  <a:pt x="2103" y="776"/>
                  <a:pt x="2100" y="772"/>
                  <a:pt x="2095" y="772"/>
                </a:cubicBezTo>
                <a:cubicBezTo>
                  <a:pt x="2090" y="772"/>
                  <a:pt x="2086" y="776"/>
                  <a:pt x="2086" y="781"/>
                </a:cubicBezTo>
                <a:cubicBezTo>
                  <a:pt x="2086" y="786"/>
                  <a:pt x="2090" y="790"/>
                  <a:pt x="2095" y="790"/>
                </a:cubicBezTo>
                <a:cubicBezTo>
                  <a:pt x="2100" y="790"/>
                  <a:pt x="2103" y="786"/>
                  <a:pt x="2103" y="781"/>
                </a:cubicBezTo>
                <a:close/>
                <a:moveTo>
                  <a:pt x="2129" y="781"/>
                </a:moveTo>
                <a:cubicBezTo>
                  <a:pt x="2129" y="776"/>
                  <a:pt x="2125" y="772"/>
                  <a:pt x="2121" y="772"/>
                </a:cubicBezTo>
                <a:cubicBezTo>
                  <a:pt x="2116" y="772"/>
                  <a:pt x="2112" y="776"/>
                  <a:pt x="2112" y="781"/>
                </a:cubicBezTo>
                <a:cubicBezTo>
                  <a:pt x="2112" y="786"/>
                  <a:pt x="2116" y="790"/>
                  <a:pt x="2121" y="790"/>
                </a:cubicBezTo>
                <a:cubicBezTo>
                  <a:pt x="2125" y="790"/>
                  <a:pt x="2129" y="786"/>
                  <a:pt x="2129" y="781"/>
                </a:cubicBezTo>
                <a:close/>
                <a:moveTo>
                  <a:pt x="2155" y="781"/>
                </a:moveTo>
                <a:cubicBezTo>
                  <a:pt x="2155" y="776"/>
                  <a:pt x="2151" y="772"/>
                  <a:pt x="2146" y="772"/>
                </a:cubicBezTo>
                <a:cubicBezTo>
                  <a:pt x="2142" y="772"/>
                  <a:pt x="2138" y="776"/>
                  <a:pt x="2138" y="781"/>
                </a:cubicBezTo>
                <a:cubicBezTo>
                  <a:pt x="2138" y="786"/>
                  <a:pt x="2142" y="790"/>
                  <a:pt x="2146" y="790"/>
                </a:cubicBezTo>
                <a:cubicBezTo>
                  <a:pt x="2151" y="790"/>
                  <a:pt x="2155" y="786"/>
                  <a:pt x="2155" y="781"/>
                </a:cubicBezTo>
                <a:close/>
                <a:moveTo>
                  <a:pt x="2181" y="781"/>
                </a:moveTo>
                <a:cubicBezTo>
                  <a:pt x="2181" y="776"/>
                  <a:pt x="2177" y="772"/>
                  <a:pt x="2172" y="772"/>
                </a:cubicBezTo>
                <a:cubicBezTo>
                  <a:pt x="2167" y="772"/>
                  <a:pt x="2164" y="776"/>
                  <a:pt x="2164" y="781"/>
                </a:cubicBezTo>
                <a:cubicBezTo>
                  <a:pt x="2164" y="786"/>
                  <a:pt x="2167" y="790"/>
                  <a:pt x="2172" y="790"/>
                </a:cubicBezTo>
                <a:cubicBezTo>
                  <a:pt x="2177" y="790"/>
                  <a:pt x="2181" y="786"/>
                  <a:pt x="2181" y="781"/>
                </a:cubicBezTo>
                <a:close/>
                <a:moveTo>
                  <a:pt x="2284" y="781"/>
                </a:moveTo>
                <a:cubicBezTo>
                  <a:pt x="2284" y="776"/>
                  <a:pt x="2280" y="772"/>
                  <a:pt x="2275" y="772"/>
                </a:cubicBezTo>
                <a:cubicBezTo>
                  <a:pt x="2270" y="772"/>
                  <a:pt x="2267" y="776"/>
                  <a:pt x="2267" y="781"/>
                </a:cubicBezTo>
                <a:cubicBezTo>
                  <a:pt x="2267" y="786"/>
                  <a:pt x="2270" y="790"/>
                  <a:pt x="2275" y="790"/>
                </a:cubicBezTo>
                <a:cubicBezTo>
                  <a:pt x="2280" y="790"/>
                  <a:pt x="2284" y="786"/>
                  <a:pt x="2284" y="781"/>
                </a:cubicBezTo>
                <a:close/>
                <a:moveTo>
                  <a:pt x="2310" y="781"/>
                </a:moveTo>
                <a:cubicBezTo>
                  <a:pt x="2310" y="776"/>
                  <a:pt x="2306" y="772"/>
                  <a:pt x="2301" y="772"/>
                </a:cubicBezTo>
                <a:cubicBezTo>
                  <a:pt x="2296" y="772"/>
                  <a:pt x="2292" y="776"/>
                  <a:pt x="2292" y="781"/>
                </a:cubicBezTo>
                <a:cubicBezTo>
                  <a:pt x="2292" y="786"/>
                  <a:pt x="2296" y="790"/>
                  <a:pt x="2301" y="790"/>
                </a:cubicBezTo>
                <a:cubicBezTo>
                  <a:pt x="2306" y="790"/>
                  <a:pt x="2310" y="786"/>
                  <a:pt x="2310" y="781"/>
                </a:cubicBezTo>
                <a:close/>
                <a:moveTo>
                  <a:pt x="2335" y="781"/>
                </a:moveTo>
                <a:cubicBezTo>
                  <a:pt x="2335" y="776"/>
                  <a:pt x="2331" y="772"/>
                  <a:pt x="2327" y="772"/>
                </a:cubicBezTo>
                <a:cubicBezTo>
                  <a:pt x="2322" y="772"/>
                  <a:pt x="2318" y="776"/>
                  <a:pt x="2318" y="781"/>
                </a:cubicBezTo>
                <a:cubicBezTo>
                  <a:pt x="2318" y="786"/>
                  <a:pt x="2322" y="790"/>
                  <a:pt x="2327" y="790"/>
                </a:cubicBezTo>
                <a:cubicBezTo>
                  <a:pt x="2331" y="790"/>
                  <a:pt x="2335" y="786"/>
                  <a:pt x="2335" y="781"/>
                </a:cubicBezTo>
                <a:close/>
                <a:moveTo>
                  <a:pt x="378" y="807"/>
                </a:moveTo>
                <a:cubicBezTo>
                  <a:pt x="378" y="802"/>
                  <a:pt x="374" y="798"/>
                  <a:pt x="369" y="798"/>
                </a:cubicBezTo>
                <a:cubicBezTo>
                  <a:pt x="364" y="798"/>
                  <a:pt x="360" y="802"/>
                  <a:pt x="360" y="807"/>
                </a:cubicBezTo>
                <a:cubicBezTo>
                  <a:pt x="360" y="812"/>
                  <a:pt x="364" y="815"/>
                  <a:pt x="369" y="815"/>
                </a:cubicBezTo>
                <a:cubicBezTo>
                  <a:pt x="374" y="815"/>
                  <a:pt x="378" y="812"/>
                  <a:pt x="378" y="807"/>
                </a:cubicBezTo>
                <a:close/>
                <a:moveTo>
                  <a:pt x="403" y="807"/>
                </a:moveTo>
                <a:cubicBezTo>
                  <a:pt x="403" y="802"/>
                  <a:pt x="400" y="798"/>
                  <a:pt x="395" y="798"/>
                </a:cubicBezTo>
                <a:cubicBezTo>
                  <a:pt x="390" y="798"/>
                  <a:pt x="386" y="802"/>
                  <a:pt x="386" y="807"/>
                </a:cubicBezTo>
                <a:cubicBezTo>
                  <a:pt x="386" y="812"/>
                  <a:pt x="390" y="815"/>
                  <a:pt x="395" y="815"/>
                </a:cubicBezTo>
                <a:cubicBezTo>
                  <a:pt x="400" y="815"/>
                  <a:pt x="403" y="812"/>
                  <a:pt x="403" y="807"/>
                </a:cubicBezTo>
                <a:close/>
                <a:moveTo>
                  <a:pt x="429" y="807"/>
                </a:moveTo>
                <a:cubicBezTo>
                  <a:pt x="429" y="802"/>
                  <a:pt x="425" y="798"/>
                  <a:pt x="421" y="798"/>
                </a:cubicBezTo>
                <a:cubicBezTo>
                  <a:pt x="416" y="798"/>
                  <a:pt x="412" y="802"/>
                  <a:pt x="412" y="807"/>
                </a:cubicBezTo>
                <a:cubicBezTo>
                  <a:pt x="412" y="812"/>
                  <a:pt x="416" y="815"/>
                  <a:pt x="421" y="815"/>
                </a:cubicBezTo>
                <a:cubicBezTo>
                  <a:pt x="425" y="815"/>
                  <a:pt x="429" y="812"/>
                  <a:pt x="429" y="807"/>
                </a:cubicBezTo>
                <a:close/>
                <a:moveTo>
                  <a:pt x="455" y="807"/>
                </a:moveTo>
                <a:cubicBezTo>
                  <a:pt x="455" y="802"/>
                  <a:pt x="451" y="798"/>
                  <a:pt x="446" y="798"/>
                </a:cubicBezTo>
                <a:cubicBezTo>
                  <a:pt x="442" y="798"/>
                  <a:pt x="438" y="802"/>
                  <a:pt x="438" y="807"/>
                </a:cubicBezTo>
                <a:cubicBezTo>
                  <a:pt x="438" y="812"/>
                  <a:pt x="442" y="815"/>
                  <a:pt x="446" y="815"/>
                </a:cubicBezTo>
                <a:cubicBezTo>
                  <a:pt x="451" y="815"/>
                  <a:pt x="455" y="812"/>
                  <a:pt x="455" y="807"/>
                </a:cubicBezTo>
                <a:close/>
                <a:moveTo>
                  <a:pt x="481" y="807"/>
                </a:moveTo>
                <a:cubicBezTo>
                  <a:pt x="481" y="802"/>
                  <a:pt x="477" y="798"/>
                  <a:pt x="472" y="798"/>
                </a:cubicBezTo>
                <a:cubicBezTo>
                  <a:pt x="467" y="798"/>
                  <a:pt x="463" y="802"/>
                  <a:pt x="463" y="807"/>
                </a:cubicBezTo>
                <a:cubicBezTo>
                  <a:pt x="463" y="812"/>
                  <a:pt x="467" y="815"/>
                  <a:pt x="472" y="815"/>
                </a:cubicBezTo>
                <a:cubicBezTo>
                  <a:pt x="477" y="815"/>
                  <a:pt x="481" y="812"/>
                  <a:pt x="481" y="807"/>
                </a:cubicBezTo>
                <a:close/>
                <a:moveTo>
                  <a:pt x="506" y="807"/>
                </a:moveTo>
                <a:cubicBezTo>
                  <a:pt x="506" y="802"/>
                  <a:pt x="503" y="798"/>
                  <a:pt x="498" y="798"/>
                </a:cubicBezTo>
                <a:cubicBezTo>
                  <a:pt x="493" y="798"/>
                  <a:pt x="489" y="802"/>
                  <a:pt x="489" y="807"/>
                </a:cubicBezTo>
                <a:cubicBezTo>
                  <a:pt x="489" y="812"/>
                  <a:pt x="493" y="815"/>
                  <a:pt x="498" y="815"/>
                </a:cubicBezTo>
                <a:cubicBezTo>
                  <a:pt x="503" y="815"/>
                  <a:pt x="506" y="812"/>
                  <a:pt x="506" y="807"/>
                </a:cubicBezTo>
                <a:close/>
                <a:moveTo>
                  <a:pt x="532" y="807"/>
                </a:moveTo>
                <a:cubicBezTo>
                  <a:pt x="532" y="802"/>
                  <a:pt x="528" y="798"/>
                  <a:pt x="524" y="798"/>
                </a:cubicBezTo>
                <a:cubicBezTo>
                  <a:pt x="519" y="798"/>
                  <a:pt x="515" y="802"/>
                  <a:pt x="515" y="807"/>
                </a:cubicBezTo>
                <a:cubicBezTo>
                  <a:pt x="515" y="812"/>
                  <a:pt x="519" y="815"/>
                  <a:pt x="524" y="815"/>
                </a:cubicBezTo>
                <a:cubicBezTo>
                  <a:pt x="528" y="815"/>
                  <a:pt x="532" y="812"/>
                  <a:pt x="532" y="807"/>
                </a:cubicBezTo>
                <a:close/>
                <a:moveTo>
                  <a:pt x="558" y="807"/>
                </a:moveTo>
                <a:cubicBezTo>
                  <a:pt x="558" y="802"/>
                  <a:pt x="554" y="798"/>
                  <a:pt x="549" y="798"/>
                </a:cubicBezTo>
                <a:cubicBezTo>
                  <a:pt x="545" y="798"/>
                  <a:pt x="541" y="802"/>
                  <a:pt x="541" y="807"/>
                </a:cubicBezTo>
                <a:cubicBezTo>
                  <a:pt x="541" y="812"/>
                  <a:pt x="545" y="815"/>
                  <a:pt x="549" y="815"/>
                </a:cubicBezTo>
                <a:cubicBezTo>
                  <a:pt x="554" y="815"/>
                  <a:pt x="558" y="812"/>
                  <a:pt x="558" y="807"/>
                </a:cubicBezTo>
                <a:close/>
                <a:moveTo>
                  <a:pt x="584" y="807"/>
                </a:moveTo>
                <a:cubicBezTo>
                  <a:pt x="584" y="802"/>
                  <a:pt x="580" y="798"/>
                  <a:pt x="575" y="798"/>
                </a:cubicBezTo>
                <a:cubicBezTo>
                  <a:pt x="570" y="798"/>
                  <a:pt x="567" y="802"/>
                  <a:pt x="567" y="807"/>
                </a:cubicBezTo>
                <a:cubicBezTo>
                  <a:pt x="567" y="812"/>
                  <a:pt x="570" y="815"/>
                  <a:pt x="575" y="815"/>
                </a:cubicBezTo>
                <a:cubicBezTo>
                  <a:pt x="580" y="815"/>
                  <a:pt x="584" y="812"/>
                  <a:pt x="584" y="807"/>
                </a:cubicBezTo>
                <a:close/>
                <a:moveTo>
                  <a:pt x="609" y="807"/>
                </a:moveTo>
                <a:cubicBezTo>
                  <a:pt x="609" y="802"/>
                  <a:pt x="606" y="798"/>
                  <a:pt x="601" y="798"/>
                </a:cubicBezTo>
                <a:cubicBezTo>
                  <a:pt x="596" y="798"/>
                  <a:pt x="592" y="802"/>
                  <a:pt x="592" y="807"/>
                </a:cubicBezTo>
                <a:cubicBezTo>
                  <a:pt x="592" y="812"/>
                  <a:pt x="596" y="815"/>
                  <a:pt x="601" y="815"/>
                </a:cubicBezTo>
                <a:cubicBezTo>
                  <a:pt x="606" y="815"/>
                  <a:pt x="609" y="812"/>
                  <a:pt x="609" y="807"/>
                </a:cubicBezTo>
                <a:close/>
                <a:moveTo>
                  <a:pt x="635" y="807"/>
                </a:moveTo>
                <a:cubicBezTo>
                  <a:pt x="635" y="802"/>
                  <a:pt x="631" y="798"/>
                  <a:pt x="627" y="798"/>
                </a:cubicBezTo>
                <a:cubicBezTo>
                  <a:pt x="622" y="798"/>
                  <a:pt x="618" y="802"/>
                  <a:pt x="618" y="807"/>
                </a:cubicBezTo>
                <a:cubicBezTo>
                  <a:pt x="618" y="812"/>
                  <a:pt x="622" y="815"/>
                  <a:pt x="627" y="815"/>
                </a:cubicBezTo>
                <a:cubicBezTo>
                  <a:pt x="631" y="815"/>
                  <a:pt x="635" y="812"/>
                  <a:pt x="635" y="807"/>
                </a:cubicBezTo>
                <a:close/>
                <a:moveTo>
                  <a:pt x="1202" y="807"/>
                </a:moveTo>
                <a:cubicBezTo>
                  <a:pt x="1202" y="802"/>
                  <a:pt x="1198" y="798"/>
                  <a:pt x="1193" y="798"/>
                </a:cubicBezTo>
                <a:cubicBezTo>
                  <a:pt x="1189" y="798"/>
                  <a:pt x="1185" y="802"/>
                  <a:pt x="1185" y="807"/>
                </a:cubicBezTo>
                <a:cubicBezTo>
                  <a:pt x="1185" y="812"/>
                  <a:pt x="1189" y="815"/>
                  <a:pt x="1193" y="815"/>
                </a:cubicBezTo>
                <a:cubicBezTo>
                  <a:pt x="1198" y="815"/>
                  <a:pt x="1202" y="812"/>
                  <a:pt x="1202" y="807"/>
                </a:cubicBezTo>
                <a:close/>
                <a:moveTo>
                  <a:pt x="1228" y="807"/>
                </a:moveTo>
                <a:cubicBezTo>
                  <a:pt x="1228" y="802"/>
                  <a:pt x="1224" y="798"/>
                  <a:pt x="1219" y="798"/>
                </a:cubicBezTo>
                <a:cubicBezTo>
                  <a:pt x="1214" y="798"/>
                  <a:pt x="1210" y="802"/>
                  <a:pt x="1210" y="807"/>
                </a:cubicBezTo>
                <a:cubicBezTo>
                  <a:pt x="1210" y="812"/>
                  <a:pt x="1214" y="815"/>
                  <a:pt x="1219" y="815"/>
                </a:cubicBezTo>
                <a:cubicBezTo>
                  <a:pt x="1224" y="815"/>
                  <a:pt x="1228" y="812"/>
                  <a:pt x="1228" y="807"/>
                </a:cubicBezTo>
                <a:close/>
                <a:moveTo>
                  <a:pt x="1253" y="807"/>
                </a:moveTo>
                <a:cubicBezTo>
                  <a:pt x="1253" y="802"/>
                  <a:pt x="1250" y="798"/>
                  <a:pt x="1245" y="798"/>
                </a:cubicBezTo>
                <a:cubicBezTo>
                  <a:pt x="1240" y="798"/>
                  <a:pt x="1236" y="802"/>
                  <a:pt x="1236" y="807"/>
                </a:cubicBezTo>
                <a:cubicBezTo>
                  <a:pt x="1236" y="812"/>
                  <a:pt x="1240" y="815"/>
                  <a:pt x="1245" y="815"/>
                </a:cubicBezTo>
                <a:cubicBezTo>
                  <a:pt x="1250" y="815"/>
                  <a:pt x="1253" y="812"/>
                  <a:pt x="1253" y="807"/>
                </a:cubicBezTo>
                <a:close/>
                <a:moveTo>
                  <a:pt x="1279" y="807"/>
                </a:moveTo>
                <a:cubicBezTo>
                  <a:pt x="1279" y="802"/>
                  <a:pt x="1275" y="798"/>
                  <a:pt x="1271" y="798"/>
                </a:cubicBezTo>
                <a:cubicBezTo>
                  <a:pt x="1266" y="798"/>
                  <a:pt x="1262" y="802"/>
                  <a:pt x="1262" y="807"/>
                </a:cubicBezTo>
                <a:cubicBezTo>
                  <a:pt x="1262" y="812"/>
                  <a:pt x="1266" y="815"/>
                  <a:pt x="1271" y="815"/>
                </a:cubicBezTo>
                <a:cubicBezTo>
                  <a:pt x="1275" y="815"/>
                  <a:pt x="1279" y="812"/>
                  <a:pt x="1279" y="807"/>
                </a:cubicBezTo>
                <a:close/>
                <a:moveTo>
                  <a:pt x="1305" y="807"/>
                </a:moveTo>
                <a:cubicBezTo>
                  <a:pt x="1305" y="802"/>
                  <a:pt x="1301" y="798"/>
                  <a:pt x="1296" y="798"/>
                </a:cubicBezTo>
                <a:cubicBezTo>
                  <a:pt x="1292" y="798"/>
                  <a:pt x="1288" y="802"/>
                  <a:pt x="1288" y="807"/>
                </a:cubicBezTo>
                <a:cubicBezTo>
                  <a:pt x="1288" y="812"/>
                  <a:pt x="1292" y="815"/>
                  <a:pt x="1296" y="815"/>
                </a:cubicBezTo>
                <a:cubicBezTo>
                  <a:pt x="1301" y="815"/>
                  <a:pt x="1305" y="812"/>
                  <a:pt x="1305" y="807"/>
                </a:cubicBezTo>
                <a:close/>
                <a:moveTo>
                  <a:pt x="1331" y="807"/>
                </a:moveTo>
                <a:cubicBezTo>
                  <a:pt x="1331" y="802"/>
                  <a:pt x="1327" y="798"/>
                  <a:pt x="1322" y="798"/>
                </a:cubicBezTo>
                <a:cubicBezTo>
                  <a:pt x="1317" y="798"/>
                  <a:pt x="1314" y="802"/>
                  <a:pt x="1314" y="807"/>
                </a:cubicBezTo>
                <a:cubicBezTo>
                  <a:pt x="1314" y="812"/>
                  <a:pt x="1317" y="815"/>
                  <a:pt x="1322" y="815"/>
                </a:cubicBezTo>
                <a:cubicBezTo>
                  <a:pt x="1327" y="815"/>
                  <a:pt x="1331" y="812"/>
                  <a:pt x="1331" y="807"/>
                </a:cubicBezTo>
                <a:close/>
                <a:moveTo>
                  <a:pt x="1356" y="807"/>
                </a:moveTo>
                <a:cubicBezTo>
                  <a:pt x="1356" y="802"/>
                  <a:pt x="1353" y="798"/>
                  <a:pt x="1348" y="798"/>
                </a:cubicBezTo>
                <a:cubicBezTo>
                  <a:pt x="1343" y="798"/>
                  <a:pt x="1339" y="802"/>
                  <a:pt x="1339" y="807"/>
                </a:cubicBezTo>
                <a:cubicBezTo>
                  <a:pt x="1339" y="812"/>
                  <a:pt x="1343" y="815"/>
                  <a:pt x="1348" y="815"/>
                </a:cubicBezTo>
                <a:cubicBezTo>
                  <a:pt x="1353" y="815"/>
                  <a:pt x="1356" y="812"/>
                  <a:pt x="1356" y="807"/>
                </a:cubicBezTo>
                <a:close/>
                <a:moveTo>
                  <a:pt x="1434" y="807"/>
                </a:moveTo>
                <a:cubicBezTo>
                  <a:pt x="1434" y="802"/>
                  <a:pt x="1430" y="798"/>
                  <a:pt x="1425" y="798"/>
                </a:cubicBezTo>
                <a:cubicBezTo>
                  <a:pt x="1420" y="798"/>
                  <a:pt x="1417" y="802"/>
                  <a:pt x="1417" y="807"/>
                </a:cubicBezTo>
                <a:cubicBezTo>
                  <a:pt x="1417" y="812"/>
                  <a:pt x="1420" y="815"/>
                  <a:pt x="1425" y="815"/>
                </a:cubicBezTo>
                <a:cubicBezTo>
                  <a:pt x="1430" y="815"/>
                  <a:pt x="1434" y="812"/>
                  <a:pt x="1434" y="807"/>
                </a:cubicBezTo>
                <a:close/>
                <a:moveTo>
                  <a:pt x="1459" y="807"/>
                </a:moveTo>
                <a:cubicBezTo>
                  <a:pt x="1459" y="802"/>
                  <a:pt x="1456" y="798"/>
                  <a:pt x="1451" y="798"/>
                </a:cubicBezTo>
                <a:cubicBezTo>
                  <a:pt x="1446" y="798"/>
                  <a:pt x="1442" y="802"/>
                  <a:pt x="1442" y="807"/>
                </a:cubicBezTo>
                <a:cubicBezTo>
                  <a:pt x="1442" y="812"/>
                  <a:pt x="1446" y="815"/>
                  <a:pt x="1451" y="815"/>
                </a:cubicBezTo>
                <a:cubicBezTo>
                  <a:pt x="1456" y="815"/>
                  <a:pt x="1459" y="812"/>
                  <a:pt x="1459" y="807"/>
                </a:cubicBezTo>
                <a:close/>
                <a:moveTo>
                  <a:pt x="1485" y="807"/>
                </a:moveTo>
                <a:cubicBezTo>
                  <a:pt x="1485" y="802"/>
                  <a:pt x="1481" y="798"/>
                  <a:pt x="1477" y="798"/>
                </a:cubicBezTo>
                <a:cubicBezTo>
                  <a:pt x="1472" y="798"/>
                  <a:pt x="1468" y="802"/>
                  <a:pt x="1468" y="807"/>
                </a:cubicBezTo>
                <a:cubicBezTo>
                  <a:pt x="1468" y="812"/>
                  <a:pt x="1472" y="815"/>
                  <a:pt x="1477" y="815"/>
                </a:cubicBezTo>
                <a:cubicBezTo>
                  <a:pt x="1481" y="815"/>
                  <a:pt x="1485" y="812"/>
                  <a:pt x="1485" y="807"/>
                </a:cubicBezTo>
                <a:close/>
                <a:moveTo>
                  <a:pt x="1511" y="807"/>
                </a:moveTo>
                <a:cubicBezTo>
                  <a:pt x="1511" y="802"/>
                  <a:pt x="1507" y="798"/>
                  <a:pt x="1502" y="798"/>
                </a:cubicBezTo>
                <a:cubicBezTo>
                  <a:pt x="1498" y="798"/>
                  <a:pt x="1494" y="802"/>
                  <a:pt x="1494" y="807"/>
                </a:cubicBezTo>
                <a:cubicBezTo>
                  <a:pt x="1494" y="812"/>
                  <a:pt x="1498" y="815"/>
                  <a:pt x="1502" y="815"/>
                </a:cubicBezTo>
                <a:cubicBezTo>
                  <a:pt x="1507" y="815"/>
                  <a:pt x="1511" y="812"/>
                  <a:pt x="1511" y="807"/>
                </a:cubicBezTo>
                <a:close/>
                <a:moveTo>
                  <a:pt x="1537" y="807"/>
                </a:moveTo>
                <a:cubicBezTo>
                  <a:pt x="1537" y="802"/>
                  <a:pt x="1533" y="798"/>
                  <a:pt x="1528" y="798"/>
                </a:cubicBezTo>
                <a:cubicBezTo>
                  <a:pt x="1523" y="798"/>
                  <a:pt x="1520" y="802"/>
                  <a:pt x="1520" y="807"/>
                </a:cubicBezTo>
                <a:cubicBezTo>
                  <a:pt x="1520" y="812"/>
                  <a:pt x="1523" y="815"/>
                  <a:pt x="1528" y="815"/>
                </a:cubicBezTo>
                <a:cubicBezTo>
                  <a:pt x="1533" y="815"/>
                  <a:pt x="1537" y="812"/>
                  <a:pt x="1537" y="807"/>
                </a:cubicBezTo>
                <a:close/>
                <a:moveTo>
                  <a:pt x="1563" y="807"/>
                </a:moveTo>
                <a:cubicBezTo>
                  <a:pt x="1563" y="802"/>
                  <a:pt x="1559" y="798"/>
                  <a:pt x="1554" y="798"/>
                </a:cubicBezTo>
                <a:cubicBezTo>
                  <a:pt x="1549" y="798"/>
                  <a:pt x="1545" y="802"/>
                  <a:pt x="1545" y="807"/>
                </a:cubicBezTo>
                <a:cubicBezTo>
                  <a:pt x="1545" y="812"/>
                  <a:pt x="1549" y="815"/>
                  <a:pt x="1554" y="815"/>
                </a:cubicBezTo>
                <a:cubicBezTo>
                  <a:pt x="1559" y="815"/>
                  <a:pt x="1563" y="812"/>
                  <a:pt x="1563" y="807"/>
                </a:cubicBezTo>
                <a:close/>
                <a:moveTo>
                  <a:pt x="1588" y="807"/>
                </a:moveTo>
                <a:cubicBezTo>
                  <a:pt x="1588" y="802"/>
                  <a:pt x="1584" y="798"/>
                  <a:pt x="1580" y="798"/>
                </a:cubicBezTo>
                <a:cubicBezTo>
                  <a:pt x="1575" y="798"/>
                  <a:pt x="1571" y="802"/>
                  <a:pt x="1571" y="807"/>
                </a:cubicBezTo>
                <a:cubicBezTo>
                  <a:pt x="1571" y="812"/>
                  <a:pt x="1575" y="815"/>
                  <a:pt x="1580" y="815"/>
                </a:cubicBezTo>
                <a:cubicBezTo>
                  <a:pt x="1584" y="815"/>
                  <a:pt x="1588" y="812"/>
                  <a:pt x="1588" y="807"/>
                </a:cubicBezTo>
                <a:close/>
                <a:moveTo>
                  <a:pt x="1614" y="807"/>
                </a:moveTo>
                <a:cubicBezTo>
                  <a:pt x="1614" y="802"/>
                  <a:pt x="1610" y="798"/>
                  <a:pt x="1605" y="798"/>
                </a:cubicBezTo>
                <a:cubicBezTo>
                  <a:pt x="1601" y="798"/>
                  <a:pt x="1597" y="802"/>
                  <a:pt x="1597" y="807"/>
                </a:cubicBezTo>
                <a:cubicBezTo>
                  <a:pt x="1597" y="812"/>
                  <a:pt x="1601" y="815"/>
                  <a:pt x="1605" y="815"/>
                </a:cubicBezTo>
                <a:cubicBezTo>
                  <a:pt x="1610" y="815"/>
                  <a:pt x="1614" y="812"/>
                  <a:pt x="1614" y="807"/>
                </a:cubicBezTo>
                <a:close/>
                <a:moveTo>
                  <a:pt x="1640" y="807"/>
                </a:moveTo>
                <a:cubicBezTo>
                  <a:pt x="1640" y="802"/>
                  <a:pt x="1636" y="798"/>
                  <a:pt x="1631" y="798"/>
                </a:cubicBezTo>
                <a:cubicBezTo>
                  <a:pt x="1626" y="798"/>
                  <a:pt x="1623" y="802"/>
                  <a:pt x="1623" y="807"/>
                </a:cubicBezTo>
                <a:cubicBezTo>
                  <a:pt x="1623" y="812"/>
                  <a:pt x="1626" y="815"/>
                  <a:pt x="1631" y="815"/>
                </a:cubicBezTo>
                <a:cubicBezTo>
                  <a:pt x="1636" y="815"/>
                  <a:pt x="1640" y="812"/>
                  <a:pt x="1640" y="807"/>
                </a:cubicBezTo>
                <a:close/>
                <a:moveTo>
                  <a:pt x="1666" y="807"/>
                </a:moveTo>
                <a:cubicBezTo>
                  <a:pt x="1666" y="802"/>
                  <a:pt x="1662" y="798"/>
                  <a:pt x="1657" y="798"/>
                </a:cubicBezTo>
                <a:cubicBezTo>
                  <a:pt x="1652" y="798"/>
                  <a:pt x="1648" y="802"/>
                  <a:pt x="1648" y="807"/>
                </a:cubicBezTo>
                <a:cubicBezTo>
                  <a:pt x="1648" y="812"/>
                  <a:pt x="1652" y="815"/>
                  <a:pt x="1657" y="815"/>
                </a:cubicBezTo>
                <a:cubicBezTo>
                  <a:pt x="1662" y="815"/>
                  <a:pt x="1666" y="812"/>
                  <a:pt x="1666" y="807"/>
                </a:cubicBezTo>
                <a:close/>
                <a:moveTo>
                  <a:pt x="1691" y="807"/>
                </a:moveTo>
                <a:cubicBezTo>
                  <a:pt x="1691" y="802"/>
                  <a:pt x="1687" y="798"/>
                  <a:pt x="1683" y="798"/>
                </a:cubicBezTo>
                <a:cubicBezTo>
                  <a:pt x="1678" y="798"/>
                  <a:pt x="1674" y="802"/>
                  <a:pt x="1674" y="807"/>
                </a:cubicBezTo>
                <a:cubicBezTo>
                  <a:pt x="1674" y="812"/>
                  <a:pt x="1678" y="815"/>
                  <a:pt x="1683" y="815"/>
                </a:cubicBezTo>
                <a:cubicBezTo>
                  <a:pt x="1687" y="815"/>
                  <a:pt x="1691" y="812"/>
                  <a:pt x="1691" y="807"/>
                </a:cubicBezTo>
                <a:close/>
                <a:moveTo>
                  <a:pt x="1717" y="807"/>
                </a:moveTo>
                <a:cubicBezTo>
                  <a:pt x="1717" y="802"/>
                  <a:pt x="1713" y="798"/>
                  <a:pt x="1708" y="798"/>
                </a:cubicBezTo>
                <a:cubicBezTo>
                  <a:pt x="1704" y="798"/>
                  <a:pt x="1700" y="802"/>
                  <a:pt x="1700" y="807"/>
                </a:cubicBezTo>
                <a:cubicBezTo>
                  <a:pt x="1700" y="812"/>
                  <a:pt x="1704" y="815"/>
                  <a:pt x="1708" y="815"/>
                </a:cubicBezTo>
                <a:cubicBezTo>
                  <a:pt x="1713" y="815"/>
                  <a:pt x="1717" y="812"/>
                  <a:pt x="1717" y="807"/>
                </a:cubicBezTo>
                <a:close/>
                <a:moveTo>
                  <a:pt x="1743" y="807"/>
                </a:moveTo>
                <a:cubicBezTo>
                  <a:pt x="1743" y="802"/>
                  <a:pt x="1739" y="798"/>
                  <a:pt x="1734" y="798"/>
                </a:cubicBezTo>
                <a:cubicBezTo>
                  <a:pt x="1730" y="798"/>
                  <a:pt x="1726" y="802"/>
                  <a:pt x="1726" y="807"/>
                </a:cubicBezTo>
                <a:cubicBezTo>
                  <a:pt x="1726" y="812"/>
                  <a:pt x="1730" y="815"/>
                  <a:pt x="1734" y="815"/>
                </a:cubicBezTo>
                <a:cubicBezTo>
                  <a:pt x="1739" y="815"/>
                  <a:pt x="1743" y="812"/>
                  <a:pt x="1743" y="807"/>
                </a:cubicBezTo>
                <a:close/>
                <a:moveTo>
                  <a:pt x="1769" y="807"/>
                </a:moveTo>
                <a:cubicBezTo>
                  <a:pt x="1769" y="802"/>
                  <a:pt x="1765" y="798"/>
                  <a:pt x="1760" y="798"/>
                </a:cubicBezTo>
                <a:cubicBezTo>
                  <a:pt x="1755" y="798"/>
                  <a:pt x="1751" y="802"/>
                  <a:pt x="1751" y="807"/>
                </a:cubicBezTo>
                <a:cubicBezTo>
                  <a:pt x="1751" y="812"/>
                  <a:pt x="1755" y="815"/>
                  <a:pt x="1760" y="815"/>
                </a:cubicBezTo>
                <a:cubicBezTo>
                  <a:pt x="1765" y="815"/>
                  <a:pt x="1769" y="812"/>
                  <a:pt x="1769" y="807"/>
                </a:cubicBezTo>
                <a:close/>
                <a:moveTo>
                  <a:pt x="1794" y="807"/>
                </a:moveTo>
                <a:cubicBezTo>
                  <a:pt x="1794" y="802"/>
                  <a:pt x="1791" y="798"/>
                  <a:pt x="1786" y="798"/>
                </a:cubicBezTo>
                <a:cubicBezTo>
                  <a:pt x="1781" y="798"/>
                  <a:pt x="1777" y="802"/>
                  <a:pt x="1777" y="807"/>
                </a:cubicBezTo>
                <a:cubicBezTo>
                  <a:pt x="1777" y="812"/>
                  <a:pt x="1781" y="815"/>
                  <a:pt x="1786" y="815"/>
                </a:cubicBezTo>
                <a:cubicBezTo>
                  <a:pt x="1791" y="815"/>
                  <a:pt x="1794" y="812"/>
                  <a:pt x="1794" y="807"/>
                </a:cubicBezTo>
                <a:close/>
                <a:moveTo>
                  <a:pt x="1820" y="807"/>
                </a:moveTo>
                <a:cubicBezTo>
                  <a:pt x="1820" y="802"/>
                  <a:pt x="1816" y="798"/>
                  <a:pt x="1812" y="798"/>
                </a:cubicBezTo>
                <a:cubicBezTo>
                  <a:pt x="1807" y="798"/>
                  <a:pt x="1803" y="802"/>
                  <a:pt x="1803" y="807"/>
                </a:cubicBezTo>
                <a:cubicBezTo>
                  <a:pt x="1803" y="812"/>
                  <a:pt x="1807" y="815"/>
                  <a:pt x="1812" y="815"/>
                </a:cubicBezTo>
                <a:cubicBezTo>
                  <a:pt x="1816" y="815"/>
                  <a:pt x="1820" y="812"/>
                  <a:pt x="1820" y="807"/>
                </a:cubicBezTo>
                <a:close/>
                <a:moveTo>
                  <a:pt x="1846" y="807"/>
                </a:moveTo>
                <a:cubicBezTo>
                  <a:pt x="1846" y="802"/>
                  <a:pt x="1842" y="798"/>
                  <a:pt x="1837" y="798"/>
                </a:cubicBezTo>
                <a:cubicBezTo>
                  <a:pt x="1833" y="798"/>
                  <a:pt x="1829" y="802"/>
                  <a:pt x="1829" y="807"/>
                </a:cubicBezTo>
                <a:cubicBezTo>
                  <a:pt x="1829" y="812"/>
                  <a:pt x="1833" y="815"/>
                  <a:pt x="1837" y="815"/>
                </a:cubicBezTo>
                <a:cubicBezTo>
                  <a:pt x="1842" y="815"/>
                  <a:pt x="1846" y="812"/>
                  <a:pt x="1846" y="807"/>
                </a:cubicBezTo>
                <a:close/>
                <a:moveTo>
                  <a:pt x="1872" y="807"/>
                </a:moveTo>
                <a:cubicBezTo>
                  <a:pt x="1872" y="802"/>
                  <a:pt x="1868" y="798"/>
                  <a:pt x="1863" y="798"/>
                </a:cubicBezTo>
                <a:cubicBezTo>
                  <a:pt x="1858" y="798"/>
                  <a:pt x="1854" y="802"/>
                  <a:pt x="1854" y="807"/>
                </a:cubicBezTo>
                <a:cubicBezTo>
                  <a:pt x="1854" y="812"/>
                  <a:pt x="1858" y="815"/>
                  <a:pt x="1863" y="815"/>
                </a:cubicBezTo>
                <a:cubicBezTo>
                  <a:pt x="1868" y="815"/>
                  <a:pt x="1872" y="812"/>
                  <a:pt x="1872" y="807"/>
                </a:cubicBezTo>
                <a:close/>
                <a:moveTo>
                  <a:pt x="1897" y="807"/>
                </a:moveTo>
                <a:cubicBezTo>
                  <a:pt x="1897" y="802"/>
                  <a:pt x="1894" y="798"/>
                  <a:pt x="1889" y="798"/>
                </a:cubicBezTo>
                <a:cubicBezTo>
                  <a:pt x="1884" y="798"/>
                  <a:pt x="1880" y="802"/>
                  <a:pt x="1880" y="807"/>
                </a:cubicBezTo>
                <a:cubicBezTo>
                  <a:pt x="1880" y="812"/>
                  <a:pt x="1884" y="815"/>
                  <a:pt x="1889" y="815"/>
                </a:cubicBezTo>
                <a:cubicBezTo>
                  <a:pt x="1894" y="815"/>
                  <a:pt x="1897" y="812"/>
                  <a:pt x="1897" y="807"/>
                </a:cubicBezTo>
                <a:close/>
                <a:moveTo>
                  <a:pt x="1923" y="807"/>
                </a:moveTo>
                <a:cubicBezTo>
                  <a:pt x="1923" y="802"/>
                  <a:pt x="1919" y="798"/>
                  <a:pt x="1915" y="798"/>
                </a:cubicBezTo>
                <a:cubicBezTo>
                  <a:pt x="1910" y="798"/>
                  <a:pt x="1906" y="802"/>
                  <a:pt x="1906" y="807"/>
                </a:cubicBezTo>
                <a:cubicBezTo>
                  <a:pt x="1906" y="812"/>
                  <a:pt x="1910" y="815"/>
                  <a:pt x="1915" y="815"/>
                </a:cubicBezTo>
                <a:cubicBezTo>
                  <a:pt x="1919" y="815"/>
                  <a:pt x="1923" y="812"/>
                  <a:pt x="1923" y="807"/>
                </a:cubicBezTo>
                <a:close/>
                <a:moveTo>
                  <a:pt x="1949" y="807"/>
                </a:moveTo>
                <a:cubicBezTo>
                  <a:pt x="1949" y="802"/>
                  <a:pt x="1945" y="798"/>
                  <a:pt x="1940" y="798"/>
                </a:cubicBezTo>
                <a:cubicBezTo>
                  <a:pt x="1936" y="798"/>
                  <a:pt x="1932" y="802"/>
                  <a:pt x="1932" y="807"/>
                </a:cubicBezTo>
                <a:cubicBezTo>
                  <a:pt x="1932" y="812"/>
                  <a:pt x="1936" y="815"/>
                  <a:pt x="1940" y="815"/>
                </a:cubicBezTo>
                <a:cubicBezTo>
                  <a:pt x="1945" y="815"/>
                  <a:pt x="1949" y="812"/>
                  <a:pt x="1949" y="807"/>
                </a:cubicBezTo>
                <a:close/>
                <a:moveTo>
                  <a:pt x="1975" y="807"/>
                </a:moveTo>
                <a:cubicBezTo>
                  <a:pt x="1975" y="802"/>
                  <a:pt x="1971" y="798"/>
                  <a:pt x="1966" y="798"/>
                </a:cubicBezTo>
                <a:cubicBezTo>
                  <a:pt x="1961" y="798"/>
                  <a:pt x="1957" y="802"/>
                  <a:pt x="1957" y="807"/>
                </a:cubicBezTo>
                <a:cubicBezTo>
                  <a:pt x="1957" y="812"/>
                  <a:pt x="1961" y="815"/>
                  <a:pt x="1966" y="815"/>
                </a:cubicBezTo>
                <a:cubicBezTo>
                  <a:pt x="1971" y="815"/>
                  <a:pt x="1975" y="812"/>
                  <a:pt x="1975" y="807"/>
                </a:cubicBezTo>
                <a:close/>
                <a:moveTo>
                  <a:pt x="2000" y="807"/>
                </a:moveTo>
                <a:cubicBezTo>
                  <a:pt x="2000" y="802"/>
                  <a:pt x="1997" y="798"/>
                  <a:pt x="1992" y="798"/>
                </a:cubicBezTo>
                <a:cubicBezTo>
                  <a:pt x="1987" y="798"/>
                  <a:pt x="1983" y="802"/>
                  <a:pt x="1983" y="807"/>
                </a:cubicBezTo>
                <a:cubicBezTo>
                  <a:pt x="1983" y="812"/>
                  <a:pt x="1987" y="815"/>
                  <a:pt x="1992" y="815"/>
                </a:cubicBezTo>
                <a:cubicBezTo>
                  <a:pt x="1997" y="815"/>
                  <a:pt x="2000" y="812"/>
                  <a:pt x="2000" y="807"/>
                </a:cubicBezTo>
                <a:close/>
                <a:moveTo>
                  <a:pt x="2026" y="807"/>
                </a:moveTo>
                <a:cubicBezTo>
                  <a:pt x="2026" y="802"/>
                  <a:pt x="2022" y="798"/>
                  <a:pt x="2018" y="798"/>
                </a:cubicBezTo>
                <a:cubicBezTo>
                  <a:pt x="2013" y="798"/>
                  <a:pt x="2009" y="802"/>
                  <a:pt x="2009" y="807"/>
                </a:cubicBezTo>
                <a:cubicBezTo>
                  <a:pt x="2009" y="812"/>
                  <a:pt x="2013" y="815"/>
                  <a:pt x="2018" y="815"/>
                </a:cubicBezTo>
                <a:cubicBezTo>
                  <a:pt x="2022" y="815"/>
                  <a:pt x="2026" y="812"/>
                  <a:pt x="2026" y="807"/>
                </a:cubicBezTo>
                <a:close/>
                <a:moveTo>
                  <a:pt x="2052" y="807"/>
                </a:moveTo>
                <a:cubicBezTo>
                  <a:pt x="2052" y="802"/>
                  <a:pt x="2048" y="798"/>
                  <a:pt x="2043" y="798"/>
                </a:cubicBezTo>
                <a:cubicBezTo>
                  <a:pt x="2039" y="798"/>
                  <a:pt x="2035" y="802"/>
                  <a:pt x="2035" y="807"/>
                </a:cubicBezTo>
                <a:cubicBezTo>
                  <a:pt x="2035" y="812"/>
                  <a:pt x="2039" y="815"/>
                  <a:pt x="2043" y="815"/>
                </a:cubicBezTo>
                <a:cubicBezTo>
                  <a:pt x="2048" y="815"/>
                  <a:pt x="2052" y="812"/>
                  <a:pt x="2052" y="807"/>
                </a:cubicBezTo>
                <a:close/>
                <a:moveTo>
                  <a:pt x="2078" y="807"/>
                </a:moveTo>
                <a:cubicBezTo>
                  <a:pt x="2078" y="802"/>
                  <a:pt x="2074" y="798"/>
                  <a:pt x="2069" y="798"/>
                </a:cubicBezTo>
                <a:cubicBezTo>
                  <a:pt x="2064" y="798"/>
                  <a:pt x="2061" y="802"/>
                  <a:pt x="2061" y="807"/>
                </a:cubicBezTo>
                <a:cubicBezTo>
                  <a:pt x="2061" y="812"/>
                  <a:pt x="2064" y="815"/>
                  <a:pt x="2069" y="815"/>
                </a:cubicBezTo>
                <a:cubicBezTo>
                  <a:pt x="2074" y="815"/>
                  <a:pt x="2078" y="812"/>
                  <a:pt x="2078" y="807"/>
                </a:cubicBezTo>
                <a:close/>
                <a:moveTo>
                  <a:pt x="2103" y="807"/>
                </a:moveTo>
                <a:cubicBezTo>
                  <a:pt x="2103" y="802"/>
                  <a:pt x="2100" y="798"/>
                  <a:pt x="2095" y="798"/>
                </a:cubicBezTo>
                <a:cubicBezTo>
                  <a:pt x="2090" y="798"/>
                  <a:pt x="2086" y="802"/>
                  <a:pt x="2086" y="807"/>
                </a:cubicBezTo>
                <a:cubicBezTo>
                  <a:pt x="2086" y="812"/>
                  <a:pt x="2090" y="815"/>
                  <a:pt x="2095" y="815"/>
                </a:cubicBezTo>
                <a:cubicBezTo>
                  <a:pt x="2100" y="815"/>
                  <a:pt x="2103" y="812"/>
                  <a:pt x="2103" y="807"/>
                </a:cubicBezTo>
                <a:close/>
                <a:moveTo>
                  <a:pt x="2129" y="807"/>
                </a:moveTo>
                <a:cubicBezTo>
                  <a:pt x="2129" y="802"/>
                  <a:pt x="2125" y="798"/>
                  <a:pt x="2121" y="798"/>
                </a:cubicBezTo>
                <a:cubicBezTo>
                  <a:pt x="2116" y="798"/>
                  <a:pt x="2112" y="802"/>
                  <a:pt x="2112" y="807"/>
                </a:cubicBezTo>
                <a:cubicBezTo>
                  <a:pt x="2112" y="812"/>
                  <a:pt x="2116" y="815"/>
                  <a:pt x="2121" y="815"/>
                </a:cubicBezTo>
                <a:cubicBezTo>
                  <a:pt x="2125" y="815"/>
                  <a:pt x="2129" y="812"/>
                  <a:pt x="2129" y="807"/>
                </a:cubicBezTo>
                <a:close/>
                <a:moveTo>
                  <a:pt x="2155" y="807"/>
                </a:moveTo>
                <a:cubicBezTo>
                  <a:pt x="2155" y="802"/>
                  <a:pt x="2151" y="798"/>
                  <a:pt x="2146" y="798"/>
                </a:cubicBezTo>
                <a:cubicBezTo>
                  <a:pt x="2142" y="798"/>
                  <a:pt x="2138" y="802"/>
                  <a:pt x="2138" y="807"/>
                </a:cubicBezTo>
                <a:cubicBezTo>
                  <a:pt x="2138" y="812"/>
                  <a:pt x="2142" y="815"/>
                  <a:pt x="2146" y="815"/>
                </a:cubicBezTo>
                <a:cubicBezTo>
                  <a:pt x="2151" y="815"/>
                  <a:pt x="2155" y="812"/>
                  <a:pt x="2155" y="807"/>
                </a:cubicBezTo>
                <a:close/>
                <a:moveTo>
                  <a:pt x="2181" y="807"/>
                </a:moveTo>
                <a:cubicBezTo>
                  <a:pt x="2181" y="802"/>
                  <a:pt x="2177" y="798"/>
                  <a:pt x="2172" y="798"/>
                </a:cubicBezTo>
                <a:cubicBezTo>
                  <a:pt x="2167" y="798"/>
                  <a:pt x="2164" y="802"/>
                  <a:pt x="2164" y="807"/>
                </a:cubicBezTo>
                <a:cubicBezTo>
                  <a:pt x="2164" y="812"/>
                  <a:pt x="2167" y="815"/>
                  <a:pt x="2172" y="815"/>
                </a:cubicBezTo>
                <a:cubicBezTo>
                  <a:pt x="2177" y="815"/>
                  <a:pt x="2181" y="812"/>
                  <a:pt x="2181" y="807"/>
                </a:cubicBezTo>
                <a:close/>
                <a:moveTo>
                  <a:pt x="429" y="833"/>
                </a:moveTo>
                <a:cubicBezTo>
                  <a:pt x="429" y="828"/>
                  <a:pt x="425" y="824"/>
                  <a:pt x="421" y="824"/>
                </a:cubicBezTo>
                <a:cubicBezTo>
                  <a:pt x="416" y="824"/>
                  <a:pt x="412" y="828"/>
                  <a:pt x="412" y="833"/>
                </a:cubicBezTo>
                <a:cubicBezTo>
                  <a:pt x="412" y="837"/>
                  <a:pt x="416" y="841"/>
                  <a:pt x="421" y="841"/>
                </a:cubicBezTo>
                <a:cubicBezTo>
                  <a:pt x="425" y="841"/>
                  <a:pt x="429" y="837"/>
                  <a:pt x="429" y="833"/>
                </a:cubicBezTo>
                <a:close/>
                <a:moveTo>
                  <a:pt x="455" y="833"/>
                </a:moveTo>
                <a:cubicBezTo>
                  <a:pt x="455" y="828"/>
                  <a:pt x="451" y="824"/>
                  <a:pt x="446" y="824"/>
                </a:cubicBezTo>
                <a:cubicBezTo>
                  <a:pt x="442" y="824"/>
                  <a:pt x="438" y="828"/>
                  <a:pt x="438" y="833"/>
                </a:cubicBezTo>
                <a:cubicBezTo>
                  <a:pt x="438" y="837"/>
                  <a:pt x="442" y="841"/>
                  <a:pt x="446" y="841"/>
                </a:cubicBezTo>
                <a:cubicBezTo>
                  <a:pt x="451" y="841"/>
                  <a:pt x="455" y="837"/>
                  <a:pt x="455" y="833"/>
                </a:cubicBezTo>
                <a:close/>
                <a:moveTo>
                  <a:pt x="481" y="833"/>
                </a:moveTo>
                <a:cubicBezTo>
                  <a:pt x="481" y="828"/>
                  <a:pt x="477" y="824"/>
                  <a:pt x="472" y="824"/>
                </a:cubicBezTo>
                <a:cubicBezTo>
                  <a:pt x="467" y="824"/>
                  <a:pt x="463" y="828"/>
                  <a:pt x="463" y="833"/>
                </a:cubicBezTo>
                <a:cubicBezTo>
                  <a:pt x="463" y="837"/>
                  <a:pt x="467" y="841"/>
                  <a:pt x="472" y="841"/>
                </a:cubicBezTo>
                <a:cubicBezTo>
                  <a:pt x="477" y="841"/>
                  <a:pt x="481" y="837"/>
                  <a:pt x="481" y="833"/>
                </a:cubicBezTo>
                <a:close/>
                <a:moveTo>
                  <a:pt x="506" y="833"/>
                </a:moveTo>
                <a:cubicBezTo>
                  <a:pt x="506" y="828"/>
                  <a:pt x="503" y="824"/>
                  <a:pt x="498" y="824"/>
                </a:cubicBezTo>
                <a:cubicBezTo>
                  <a:pt x="493" y="824"/>
                  <a:pt x="489" y="828"/>
                  <a:pt x="489" y="833"/>
                </a:cubicBezTo>
                <a:cubicBezTo>
                  <a:pt x="489" y="837"/>
                  <a:pt x="493" y="841"/>
                  <a:pt x="498" y="841"/>
                </a:cubicBezTo>
                <a:cubicBezTo>
                  <a:pt x="503" y="841"/>
                  <a:pt x="506" y="837"/>
                  <a:pt x="506" y="833"/>
                </a:cubicBezTo>
                <a:close/>
                <a:moveTo>
                  <a:pt x="532" y="833"/>
                </a:moveTo>
                <a:cubicBezTo>
                  <a:pt x="532" y="828"/>
                  <a:pt x="528" y="824"/>
                  <a:pt x="524" y="824"/>
                </a:cubicBezTo>
                <a:cubicBezTo>
                  <a:pt x="519" y="824"/>
                  <a:pt x="515" y="828"/>
                  <a:pt x="515" y="833"/>
                </a:cubicBezTo>
                <a:cubicBezTo>
                  <a:pt x="515" y="837"/>
                  <a:pt x="519" y="841"/>
                  <a:pt x="524" y="841"/>
                </a:cubicBezTo>
                <a:cubicBezTo>
                  <a:pt x="528" y="841"/>
                  <a:pt x="532" y="837"/>
                  <a:pt x="532" y="833"/>
                </a:cubicBezTo>
                <a:close/>
                <a:moveTo>
                  <a:pt x="635" y="833"/>
                </a:moveTo>
                <a:cubicBezTo>
                  <a:pt x="635" y="828"/>
                  <a:pt x="631" y="824"/>
                  <a:pt x="627" y="824"/>
                </a:cubicBezTo>
                <a:cubicBezTo>
                  <a:pt x="622" y="824"/>
                  <a:pt x="618" y="828"/>
                  <a:pt x="618" y="833"/>
                </a:cubicBezTo>
                <a:cubicBezTo>
                  <a:pt x="618" y="837"/>
                  <a:pt x="622" y="841"/>
                  <a:pt x="627" y="841"/>
                </a:cubicBezTo>
                <a:cubicBezTo>
                  <a:pt x="631" y="841"/>
                  <a:pt x="635" y="837"/>
                  <a:pt x="635" y="833"/>
                </a:cubicBezTo>
                <a:close/>
                <a:moveTo>
                  <a:pt x="1202" y="833"/>
                </a:moveTo>
                <a:cubicBezTo>
                  <a:pt x="1202" y="828"/>
                  <a:pt x="1198" y="824"/>
                  <a:pt x="1193" y="824"/>
                </a:cubicBezTo>
                <a:cubicBezTo>
                  <a:pt x="1189" y="824"/>
                  <a:pt x="1185" y="828"/>
                  <a:pt x="1185" y="833"/>
                </a:cubicBezTo>
                <a:cubicBezTo>
                  <a:pt x="1185" y="837"/>
                  <a:pt x="1189" y="841"/>
                  <a:pt x="1193" y="841"/>
                </a:cubicBezTo>
                <a:cubicBezTo>
                  <a:pt x="1198" y="841"/>
                  <a:pt x="1202" y="837"/>
                  <a:pt x="1202" y="833"/>
                </a:cubicBezTo>
                <a:close/>
                <a:moveTo>
                  <a:pt x="1228" y="833"/>
                </a:moveTo>
                <a:cubicBezTo>
                  <a:pt x="1228" y="828"/>
                  <a:pt x="1224" y="824"/>
                  <a:pt x="1219" y="824"/>
                </a:cubicBezTo>
                <a:cubicBezTo>
                  <a:pt x="1214" y="824"/>
                  <a:pt x="1210" y="828"/>
                  <a:pt x="1210" y="833"/>
                </a:cubicBezTo>
                <a:cubicBezTo>
                  <a:pt x="1210" y="837"/>
                  <a:pt x="1214" y="841"/>
                  <a:pt x="1219" y="841"/>
                </a:cubicBezTo>
                <a:cubicBezTo>
                  <a:pt x="1224" y="841"/>
                  <a:pt x="1228" y="837"/>
                  <a:pt x="1228" y="833"/>
                </a:cubicBezTo>
                <a:close/>
                <a:moveTo>
                  <a:pt x="1253" y="833"/>
                </a:moveTo>
                <a:cubicBezTo>
                  <a:pt x="1253" y="828"/>
                  <a:pt x="1250" y="824"/>
                  <a:pt x="1245" y="824"/>
                </a:cubicBezTo>
                <a:cubicBezTo>
                  <a:pt x="1240" y="824"/>
                  <a:pt x="1236" y="828"/>
                  <a:pt x="1236" y="833"/>
                </a:cubicBezTo>
                <a:cubicBezTo>
                  <a:pt x="1236" y="837"/>
                  <a:pt x="1240" y="841"/>
                  <a:pt x="1245" y="841"/>
                </a:cubicBezTo>
                <a:cubicBezTo>
                  <a:pt x="1250" y="841"/>
                  <a:pt x="1253" y="837"/>
                  <a:pt x="1253" y="833"/>
                </a:cubicBezTo>
                <a:close/>
                <a:moveTo>
                  <a:pt x="1279" y="833"/>
                </a:moveTo>
                <a:cubicBezTo>
                  <a:pt x="1279" y="828"/>
                  <a:pt x="1275" y="824"/>
                  <a:pt x="1271" y="824"/>
                </a:cubicBezTo>
                <a:cubicBezTo>
                  <a:pt x="1266" y="824"/>
                  <a:pt x="1262" y="828"/>
                  <a:pt x="1262" y="833"/>
                </a:cubicBezTo>
                <a:cubicBezTo>
                  <a:pt x="1262" y="837"/>
                  <a:pt x="1266" y="841"/>
                  <a:pt x="1271" y="841"/>
                </a:cubicBezTo>
                <a:cubicBezTo>
                  <a:pt x="1275" y="841"/>
                  <a:pt x="1279" y="837"/>
                  <a:pt x="1279" y="833"/>
                </a:cubicBezTo>
                <a:close/>
                <a:moveTo>
                  <a:pt x="1305" y="833"/>
                </a:moveTo>
                <a:cubicBezTo>
                  <a:pt x="1305" y="828"/>
                  <a:pt x="1301" y="824"/>
                  <a:pt x="1296" y="824"/>
                </a:cubicBezTo>
                <a:cubicBezTo>
                  <a:pt x="1292" y="824"/>
                  <a:pt x="1288" y="828"/>
                  <a:pt x="1288" y="833"/>
                </a:cubicBezTo>
                <a:cubicBezTo>
                  <a:pt x="1288" y="837"/>
                  <a:pt x="1292" y="841"/>
                  <a:pt x="1296" y="841"/>
                </a:cubicBezTo>
                <a:cubicBezTo>
                  <a:pt x="1301" y="841"/>
                  <a:pt x="1305" y="837"/>
                  <a:pt x="1305" y="833"/>
                </a:cubicBezTo>
                <a:close/>
                <a:moveTo>
                  <a:pt x="1331" y="833"/>
                </a:moveTo>
                <a:cubicBezTo>
                  <a:pt x="1331" y="828"/>
                  <a:pt x="1327" y="824"/>
                  <a:pt x="1322" y="824"/>
                </a:cubicBezTo>
                <a:cubicBezTo>
                  <a:pt x="1317" y="824"/>
                  <a:pt x="1314" y="828"/>
                  <a:pt x="1314" y="833"/>
                </a:cubicBezTo>
                <a:cubicBezTo>
                  <a:pt x="1314" y="837"/>
                  <a:pt x="1317" y="841"/>
                  <a:pt x="1322" y="841"/>
                </a:cubicBezTo>
                <a:cubicBezTo>
                  <a:pt x="1327" y="841"/>
                  <a:pt x="1331" y="837"/>
                  <a:pt x="1331" y="833"/>
                </a:cubicBezTo>
                <a:close/>
                <a:moveTo>
                  <a:pt x="1356" y="833"/>
                </a:moveTo>
                <a:cubicBezTo>
                  <a:pt x="1356" y="828"/>
                  <a:pt x="1353" y="824"/>
                  <a:pt x="1348" y="824"/>
                </a:cubicBezTo>
                <a:cubicBezTo>
                  <a:pt x="1343" y="824"/>
                  <a:pt x="1339" y="828"/>
                  <a:pt x="1339" y="833"/>
                </a:cubicBezTo>
                <a:cubicBezTo>
                  <a:pt x="1339" y="837"/>
                  <a:pt x="1343" y="841"/>
                  <a:pt x="1348" y="841"/>
                </a:cubicBezTo>
                <a:cubicBezTo>
                  <a:pt x="1353" y="841"/>
                  <a:pt x="1356" y="837"/>
                  <a:pt x="1356" y="833"/>
                </a:cubicBezTo>
                <a:close/>
                <a:moveTo>
                  <a:pt x="1382" y="833"/>
                </a:moveTo>
                <a:cubicBezTo>
                  <a:pt x="1382" y="828"/>
                  <a:pt x="1378" y="824"/>
                  <a:pt x="1374" y="824"/>
                </a:cubicBezTo>
                <a:cubicBezTo>
                  <a:pt x="1369" y="824"/>
                  <a:pt x="1365" y="828"/>
                  <a:pt x="1365" y="833"/>
                </a:cubicBezTo>
                <a:cubicBezTo>
                  <a:pt x="1365" y="837"/>
                  <a:pt x="1369" y="841"/>
                  <a:pt x="1374" y="841"/>
                </a:cubicBezTo>
                <a:cubicBezTo>
                  <a:pt x="1378" y="841"/>
                  <a:pt x="1382" y="837"/>
                  <a:pt x="1382" y="833"/>
                </a:cubicBezTo>
                <a:close/>
                <a:moveTo>
                  <a:pt x="1408" y="833"/>
                </a:moveTo>
                <a:cubicBezTo>
                  <a:pt x="1408" y="828"/>
                  <a:pt x="1404" y="824"/>
                  <a:pt x="1399" y="824"/>
                </a:cubicBezTo>
                <a:cubicBezTo>
                  <a:pt x="1395" y="824"/>
                  <a:pt x="1391" y="828"/>
                  <a:pt x="1391" y="833"/>
                </a:cubicBezTo>
                <a:cubicBezTo>
                  <a:pt x="1391" y="837"/>
                  <a:pt x="1395" y="841"/>
                  <a:pt x="1399" y="841"/>
                </a:cubicBezTo>
                <a:cubicBezTo>
                  <a:pt x="1404" y="841"/>
                  <a:pt x="1408" y="837"/>
                  <a:pt x="1408" y="833"/>
                </a:cubicBezTo>
                <a:close/>
                <a:moveTo>
                  <a:pt x="1434" y="833"/>
                </a:moveTo>
                <a:cubicBezTo>
                  <a:pt x="1434" y="828"/>
                  <a:pt x="1430" y="824"/>
                  <a:pt x="1425" y="824"/>
                </a:cubicBezTo>
                <a:cubicBezTo>
                  <a:pt x="1420" y="824"/>
                  <a:pt x="1417" y="828"/>
                  <a:pt x="1417" y="833"/>
                </a:cubicBezTo>
                <a:cubicBezTo>
                  <a:pt x="1417" y="837"/>
                  <a:pt x="1420" y="841"/>
                  <a:pt x="1425" y="841"/>
                </a:cubicBezTo>
                <a:cubicBezTo>
                  <a:pt x="1430" y="841"/>
                  <a:pt x="1434" y="837"/>
                  <a:pt x="1434" y="833"/>
                </a:cubicBezTo>
                <a:close/>
                <a:moveTo>
                  <a:pt x="1459" y="833"/>
                </a:moveTo>
                <a:cubicBezTo>
                  <a:pt x="1459" y="828"/>
                  <a:pt x="1456" y="824"/>
                  <a:pt x="1451" y="824"/>
                </a:cubicBezTo>
                <a:cubicBezTo>
                  <a:pt x="1446" y="824"/>
                  <a:pt x="1442" y="828"/>
                  <a:pt x="1442" y="833"/>
                </a:cubicBezTo>
                <a:cubicBezTo>
                  <a:pt x="1442" y="837"/>
                  <a:pt x="1446" y="841"/>
                  <a:pt x="1451" y="841"/>
                </a:cubicBezTo>
                <a:cubicBezTo>
                  <a:pt x="1456" y="841"/>
                  <a:pt x="1459" y="837"/>
                  <a:pt x="1459" y="833"/>
                </a:cubicBezTo>
                <a:close/>
                <a:moveTo>
                  <a:pt x="1485" y="833"/>
                </a:moveTo>
                <a:cubicBezTo>
                  <a:pt x="1485" y="828"/>
                  <a:pt x="1481" y="824"/>
                  <a:pt x="1477" y="824"/>
                </a:cubicBezTo>
                <a:cubicBezTo>
                  <a:pt x="1472" y="824"/>
                  <a:pt x="1468" y="828"/>
                  <a:pt x="1468" y="833"/>
                </a:cubicBezTo>
                <a:cubicBezTo>
                  <a:pt x="1468" y="837"/>
                  <a:pt x="1472" y="841"/>
                  <a:pt x="1477" y="841"/>
                </a:cubicBezTo>
                <a:cubicBezTo>
                  <a:pt x="1481" y="841"/>
                  <a:pt x="1485" y="837"/>
                  <a:pt x="1485" y="833"/>
                </a:cubicBezTo>
                <a:close/>
                <a:moveTo>
                  <a:pt x="1511" y="833"/>
                </a:moveTo>
                <a:cubicBezTo>
                  <a:pt x="1511" y="828"/>
                  <a:pt x="1507" y="824"/>
                  <a:pt x="1502" y="824"/>
                </a:cubicBezTo>
                <a:cubicBezTo>
                  <a:pt x="1498" y="824"/>
                  <a:pt x="1494" y="828"/>
                  <a:pt x="1494" y="833"/>
                </a:cubicBezTo>
                <a:cubicBezTo>
                  <a:pt x="1494" y="837"/>
                  <a:pt x="1498" y="841"/>
                  <a:pt x="1502" y="841"/>
                </a:cubicBezTo>
                <a:cubicBezTo>
                  <a:pt x="1507" y="841"/>
                  <a:pt x="1511" y="837"/>
                  <a:pt x="1511" y="833"/>
                </a:cubicBezTo>
                <a:close/>
                <a:moveTo>
                  <a:pt x="1563" y="833"/>
                </a:moveTo>
                <a:cubicBezTo>
                  <a:pt x="1563" y="828"/>
                  <a:pt x="1559" y="824"/>
                  <a:pt x="1554" y="824"/>
                </a:cubicBezTo>
                <a:cubicBezTo>
                  <a:pt x="1549" y="824"/>
                  <a:pt x="1545" y="828"/>
                  <a:pt x="1545" y="833"/>
                </a:cubicBezTo>
                <a:cubicBezTo>
                  <a:pt x="1545" y="837"/>
                  <a:pt x="1549" y="841"/>
                  <a:pt x="1554" y="841"/>
                </a:cubicBezTo>
                <a:cubicBezTo>
                  <a:pt x="1559" y="841"/>
                  <a:pt x="1563" y="837"/>
                  <a:pt x="1563" y="833"/>
                </a:cubicBezTo>
                <a:close/>
                <a:moveTo>
                  <a:pt x="1588" y="833"/>
                </a:moveTo>
                <a:cubicBezTo>
                  <a:pt x="1588" y="828"/>
                  <a:pt x="1584" y="824"/>
                  <a:pt x="1580" y="824"/>
                </a:cubicBezTo>
                <a:cubicBezTo>
                  <a:pt x="1575" y="824"/>
                  <a:pt x="1571" y="828"/>
                  <a:pt x="1571" y="833"/>
                </a:cubicBezTo>
                <a:cubicBezTo>
                  <a:pt x="1571" y="837"/>
                  <a:pt x="1575" y="841"/>
                  <a:pt x="1580" y="841"/>
                </a:cubicBezTo>
                <a:cubicBezTo>
                  <a:pt x="1584" y="841"/>
                  <a:pt x="1588" y="837"/>
                  <a:pt x="1588" y="833"/>
                </a:cubicBezTo>
                <a:close/>
                <a:moveTo>
                  <a:pt x="1614" y="833"/>
                </a:moveTo>
                <a:cubicBezTo>
                  <a:pt x="1614" y="828"/>
                  <a:pt x="1610" y="824"/>
                  <a:pt x="1605" y="824"/>
                </a:cubicBezTo>
                <a:cubicBezTo>
                  <a:pt x="1601" y="824"/>
                  <a:pt x="1597" y="828"/>
                  <a:pt x="1597" y="833"/>
                </a:cubicBezTo>
                <a:cubicBezTo>
                  <a:pt x="1597" y="837"/>
                  <a:pt x="1601" y="841"/>
                  <a:pt x="1605" y="841"/>
                </a:cubicBezTo>
                <a:cubicBezTo>
                  <a:pt x="1610" y="841"/>
                  <a:pt x="1614" y="837"/>
                  <a:pt x="1614" y="833"/>
                </a:cubicBezTo>
                <a:close/>
                <a:moveTo>
                  <a:pt x="1640" y="833"/>
                </a:moveTo>
                <a:cubicBezTo>
                  <a:pt x="1640" y="828"/>
                  <a:pt x="1636" y="824"/>
                  <a:pt x="1631" y="824"/>
                </a:cubicBezTo>
                <a:cubicBezTo>
                  <a:pt x="1626" y="824"/>
                  <a:pt x="1623" y="828"/>
                  <a:pt x="1623" y="833"/>
                </a:cubicBezTo>
                <a:cubicBezTo>
                  <a:pt x="1623" y="837"/>
                  <a:pt x="1626" y="841"/>
                  <a:pt x="1631" y="841"/>
                </a:cubicBezTo>
                <a:cubicBezTo>
                  <a:pt x="1636" y="841"/>
                  <a:pt x="1640" y="837"/>
                  <a:pt x="1640" y="833"/>
                </a:cubicBezTo>
                <a:close/>
                <a:moveTo>
                  <a:pt x="1691" y="833"/>
                </a:moveTo>
                <a:cubicBezTo>
                  <a:pt x="1691" y="828"/>
                  <a:pt x="1687" y="824"/>
                  <a:pt x="1683" y="824"/>
                </a:cubicBezTo>
                <a:cubicBezTo>
                  <a:pt x="1678" y="824"/>
                  <a:pt x="1674" y="828"/>
                  <a:pt x="1674" y="833"/>
                </a:cubicBezTo>
                <a:cubicBezTo>
                  <a:pt x="1674" y="837"/>
                  <a:pt x="1678" y="841"/>
                  <a:pt x="1683" y="841"/>
                </a:cubicBezTo>
                <a:cubicBezTo>
                  <a:pt x="1687" y="841"/>
                  <a:pt x="1691" y="837"/>
                  <a:pt x="1691" y="833"/>
                </a:cubicBezTo>
                <a:close/>
                <a:moveTo>
                  <a:pt x="1717" y="833"/>
                </a:moveTo>
                <a:cubicBezTo>
                  <a:pt x="1717" y="828"/>
                  <a:pt x="1713" y="824"/>
                  <a:pt x="1708" y="824"/>
                </a:cubicBezTo>
                <a:cubicBezTo>
                  <a:pt x="1704" y="824"/>
                  <a:pt x="1700" y="828"/>
                  <a:pt x="1700" y="833"/>
                </a:cubicBezTo>
                <a:cubicBezTo>
                  <a:pt x="1700" y="837"/>
                  <a:pt x="1704" y="841"/>
                  <a:pt x="1708" y="841"/>
                </a:cubicBezTo>
                <a:cubicBezTo>
                  <a:pt x="1713" y="841"/>
                  <a:pt x="1717" y="837"/>
                  <a:pt x="1717" y="833"/>
                </a:cubicBezTo>
                <a:close/>
                <a:moveTo>
                  <a:pt x="1743" y="833"/>
                </a:moveTo>
                <a:cubicBezTo>
                  <a:pt x="1743" y="828"/>
                  <a:pt x="1739" y="824"/>
                  <a:pt x="1734" y="824"/>
                </a:cubicBezTo>
                <a:cubicBezTo>
                  <a:pt x="1730" y="824"/>
                  <a:pt x="1726" y="828"/>
                  <a:pt x="1726" y="833"/>
                </a:cubicBezTo>
                <a:cubicBezTo>
                  <a:pt x="1726" y="837"/>
                  <a:pt x="1730" y="841"/>
                  <a:pt x="1734" y="841"/>
                </a:cubicBezTo>
                <a:cubicBezTo>
                  <a:pt x="1739" y="841"/>
                  <a:pt x="1743" y="837"/>
                  <a:pt x="1743" y="833"/>
                </a:cubicBezTo>
                <a:close/>
                <a:moveTo>
                  <a:pt x="1769" y="833"/>
                </a:moveTo>
                <a:cubicBezTo>
                  <a:pt x="1769" y="828"/>
                  <a:pt x="1765" y="824"/>
                  <a:pt x="1760" y="824"/>
                </a:cubicBezTo>
                <a:cubicBezTo>
                  <a:pt x="1755" y="824"/>
                  <a:pt x="1751" y="828"/>
                  <a:pt x="1751" y="833"/>
                </a:cubicBezTo>
                <a:cubicBezTo>
                  <a:pt x="1751" y="837"/>
                  <a:pt x="1755" y="841"/>
                  <a:pt x="1760" y="841"/>
                </a:cubicBezTo>
                <a:cubicBezTo>
                  <a:pt x="1765" y="841"/>
                  <a:pt x="1769" y="837"/>
                  <a:pt x="1769" y="833"/>
                </a:cubicBezTo>
                <a:close/>
                <a:moveTo>
                  <a:pt x="1794" y="833"/>
                </a:moveTo>
                <a:cubicBezTo>
                  <a:pt x="1794" y="828"/>
                  <a:pt x="1791" y="824"/>
                  <a:pt x="1786" y="824"/>
                </a:cubicBezTo>
                <a:cubicBezTo>
                  <a:pt x="1781" y="824"/>
                  <a:pt x="1777" y="828"/>
                  <a:pt x="1777" y="833"/>
                </a:cubicBezTo>
                <a:cubicBezTo>
                  <a:pt x="1777" y="837"/>
                  <a:pt x="1781" y="841"/>
                  <a:pt x="1786" y="841"/>
                </a:cubicBezTo>
                <a:cubicBezTo>
                  <a:pt x="1791" y="841"/>
                  <a:pt x="1794" y="837"/>
                  <a:pt x="1794" y="833"/>
                </a:cubicBezTo>
                <a:close/>
                <a:moveTo>
                  <a:pt x="1820" y="833"/>
                </a:moveTo>
                <a:cubicBezTo>
                  <a:pt x="1820" y="828"/>
                  <a:pt x="1816" y="824"/>
                  <a:pt x="1812" y="824"/>
                </a:cubicBezTo>
                <a:cubicBezTo>
                  <a:pt x="1807" y="824"/>
                  <a:pt x="1803" y="828"/>
                  <a:pt x="1803" y="833"/>
                </a:cubicBezTo>
                <a:cubicBezTo>
                  <a:pt x="1803" y="837"/>
                  <a:pt x="1807" y="841"/>
                  <a:pt x="1812" y="841"/>
                </a:cubicBezTo>
                <a:cubicBezTo>
                  <a:pt x="1816" y="841"/>
                  <a:pt x="1820" y="837"/>
                  <a:pt x="1820" y="833"/>
                </a:cubicBezTo>
                <a:close/>
                <a:moveTo>
                  <a:pt x="1846" y="833"/>
                </a:moveTo>
                <a:cubicBezTo>
                  <a:pt x="1846" y="828"/>
                  <a:pt x="1842" y="824"/>
                  <a:pt x="1837" y="824"/>
                </a:cubicBezTo>
                <a:cubicBezTo>
                  <a:pt x="1833" y="824"/>
                  <a:pt x="1829" y="828"/>
                  <a:pt x="1829" y="833"/>
                </a:cubicBezTo>
                <a:cubicBezTo>
                  <a:pt x="1829" y="837"/>
                  <a:pt x="1833" y="841"/>
                  <a:pt x="1837" y="841"/>
                </a:cubicBezTo>
                <a:cubicBezTo>
                  <a:pt x="1842" y="841"/>
                  <a:pt x="1846" y="837"/>
                  <a:pt x="1846" y="833"/>
                </a:cubicBezTo>
                <a:close/>
                <a:moveTo>
                  <a:pt x="1872" y="833"/>
                </a:moveTo>
                <a:cubicBezTo>
                  <a:pt x="1872" y="828"/>
                  <a:pt x="1868" y="824"/>
                  <a:pt x="1863" y="824"/>
                </a:cubicBezTo>
                <a:cubicBezTo>
                  <a:pt x="1858" y="824"/>
                  <a:pt x="1854" y="828"/>
                  <a:pt x="1854" y="833"/>
                </a:cubicBezTo>
                <a:cubicBezTo>
                  <a:pt x="1854" y="837"/>
                  <a:pt x="1858" y="841"/>
                  <a:pt x="1863" y="841"/>
                </a:cubicBezTo>
                <a:cubicBezTo>
                  <a:pt x="1868" y="841"/>
                  <a:pt x="1872" y="837"/>
                  <a:pt x="1872" y="833"/>
                </a:cubicBezTo>
                <a:close/>
                <a:moveTo>
                  <a:pt x="1897" y="833"/>
                </a:moveTo>
                <a:cubicBezTo>
                  <a:pt x="1897" y="828"/>
                  <a:pt x="1894" y="824"/>
                  <a:pt x="1889" y="824"/>
                </a:cubicBezTo>
                <a:cubicBezTo>
                  <a:pt x="1884" y="824"/>
                  <a:pt x="1880" y="828"/>
                  <a:pt x="1880" y="833"/>
                </a:cubicBezTo>
                <a:cubicBezTo>
                  <a:pt x="1880" y="837"/>
                  <a:pt x="1884" y="841"/>
                  <a:pt x="1889" y="841"/>
                </a:cubicBezTo>
                <a:cubicBezTo>
                  <a:pt x="1894" y="841"/>
                  <a:pt x="1897" y="837"/>
                  <a:pt x="1897" y="833"/>
                </a:cubicBezTo>
                <a:close/>
                <a:moveTo>
                  <a:pt x="1923" y="833"/>
                </a:moveTo>
                <a:cubicBezTo>
                  <a:pt x="1923" y="828"/>
                  <a:pt x="1919" y="824"/>
                  <a:pt x="1915" y="824"/>
                </a:cubicBezTo>
                <a:cubicBezTo>
                  <a:pt x="1910" y="824"/>
                  <a:pt x="1906" y="828"/>
                  <a:pt x="1906" y="833"/>
                </a:cubicBezTo>
                <a:cubicBezTo>
                  <a:pt x="1906" y="837"/>
                  <a:pt x="1910" y="841"/>
                  <a:pt x="1915" y="841"/>
                </a:cubicBezTo>
                <a:cubicBezTo>
                  <a:pt x="1919" y="841"/>
                  <a:pt x="1923" y="837"/>
                  <a:pt x="1923" y="833"/>
                </a:cubicBezTo>
                <a:close/>
                <a:moveTo>
                  <a:pt x="1949" y="833"/>
                </a:moveTo>
                <a:cubicBezTo>
                  <a:pt x="1949" y="828"/>
                  <a:pt x="1945" y="824"/>
                  <a:pt x="1940" y="824"/>
                </a:cubicBezTo>
                <a:cubicBezTo>
                  <a:pt x="1936" y="824"/>
                  <a:pt x="1932" y="828"/>
                  <a:pt x="1932" y="833"/>
                </a:cubicBezTo>
                <a:cubicBezTo>
                  <a:pt x="1932" y="837"/>
                  <a:pt x="1936" y="841"/>
                  <a:pt x="1940" y="841"/>
                </a:cubicBezTo>
                <a:cubicBezTo>
                  <a:pt x="1945" y="841"/>
                  <a:pt x="1949" y="837"/>
                  <a:pt x="1949" y="833"/>
                </a:cubicBezTo>
                <a:close/>
                <a:moveTo>
                  <a:pt x="1975" y="833"/>
                </a:moveTo>
                <a:cubicBezTo>
                  <a:pt x="1975" y="828"/>
                  <a:pt x="1971" y="824"/>
                  <a:pt x="1966" y="824"/>
                </a:cubicBezTo>
                <a:cubicBezTo>
                  <a:pt x="1961" y="824"/>
                  <a:pt x="1957" y="828"/>
                  <a:pt x="1957" y="833"/>
                </a:cubicBezTo>
                <a:cubicBezTo>
                  <a:pt x="1957" y="837"/>
                  <a:pt x="1961" y="841"/>
                  <a:pt x="1966" y="841"/>
                </a:cubicBezTo>
                <a:cubicBezTo>
                  <a:pt x="1971" y="841"/>
                  <a:pt x="1975" y="837"/>
                  <a:pt x="1975" y="833"/>
                </a:cubicBezTo>
                <a:close/>
                <a:moveTo>
                  <a:pt x="2000" y="833"/>
                </a:moveTo>
                <a:cubicBezTo>
                  <a:pt x="2000" y="828"/>
                  <a:pt x="1997" y="824"/>
                  <a:pt x="1992" y="824"/>
                </a:cubicBezTo>
                <a:cubicBezTo>
                  <a:pt x="1987" y="824"/>
                  <a:pt x="1983" y="828"/>
                  <a:pt x="1983" y="833"/>
                </a:cubicBezTo>
                <a:cubicBezTo>
                  <a:pt x="1983" y="837"/>
                  <a:pt x="1987" y="841"/>
                  <a:pt x="1992" y="841"/>
                </a:cubicBezTo>
                <a:cubicBezTo>
                  <a:pt x="1997" y="841"/>
                  <a:pt x="2000" y="837"/>
                  <a:pt x="2000" y="833"/>
                </a:cubicBezTo>
                <a:close/>
                <a:moveTo>
                  <a:pt x="2026" y="833"/>
                </a:moveTo>
                <a:cubicBezTo>
                  <a:pt x="2026" y="828"/>
                  <a:pt x="2022" y="824"/>
                  <a:pt x="2018" y="824"/>
                </a:cubicBezTo>
                <a:cubicBezTo>
                  <a:pt x="2013" y="824"/>
                  <a:pt x="2009" y="828"/>
                  <a:pt x="2009" y="833"/>
                </a:cubicBezTo>
                <a:cubicBezTo>
                  <a:pt x="2009" y="837"/>
                  <a:pt x="2013" y="841"/>
                  <a:pt x="2018" y="841"/>
                </a:cubicBezTo>
                <a:cubicBezTo>
                  <a:pt x="2022" y="841"/>
                  <a:pt x="2026" y="837"/>
                  <a:pt x="2026" y="833"/>
                </a:cubicBezTo>
                <a:close/>
                <a:moveTo>
                  <a:pt x="2052" y="833"/>
                </a:moveTo>
                <a:cubicBezTo>
                  <a:pt x="2052" y="828"/>
                  <a:pt x="2048" y="824"/>
                  <a:pt x="2043" y="824"/>
                </a:cubicBezTo>
                <a:cubicBezTo>
                  <a:pt x="2039" y="824"/>
                  <a:pt x="2035" y="828"/>
                  <a:pt x="2035" y="833"/>
                </a:cubicBezTo>
                <a:cubicBezTo>
                  <a:pt x="2035" y="837"/>
                  <a:pt x="2039" y="841"/>
                  <a:pt x="2043" y="841"/>
                </a:cubicBezTo>
                <a:cubicBezTo>
                  <a:pt x="2048" y="841"/>
                  <a:pt x="2052" y="837"/>
                  <a:pt x="2052" y="833"/>
                </a:cubicBezTo>
                <a:close/>
                <a:moveTo>
                  <a:pt x="2078" y="833"/>
                </a:moveTo>
                <a:cubicBezTo>
                  <a:pt x="2078" y="828"/>
                  <a:pt x="2074" y="824"/>
                  <a:pt x="2069" y="824"/>
                </a:cubicBezTo>
                <a:cubicBezTo>
                  <a:pt x="2064" y="824"/>
                  <a:pt x="2061" y="828"/>
                  <a:pt x="2061" y="833"/>
                </a:cubicBezTo>
                <a:cubicBezTo>
                  <a:pt x="2061" y="837"/>
                  <a:pt x="2064" y="841"/>
                  <a:pt x="2069" y="841"/>
                </a:cubicBezTo>
                <a:cubicBezTo>
                  <a:pt x="2074" y="841"/>
                  <a:pt x="2078" y="837"/>
                  <a:pt x="2078" y="833"/>
                </a:cubicBezTo>
                <a:close/>
                <a:moveTo>
                  <a:pt x="2103" y="833"/>
                </a:moveTo>
                <a:cubicBezTo>
                  <a:pt x="2103" y="828"/>
                  <a:pt x="2100" y="824"/>
                  <a:pt x="2095" y="824"/>
                </a:cubicBezTo>
                <a:cubicBezTo>
                  <a:pt x="2090" y="824"/>
                  <a:pt x="2086" y="828"/>
                  <a:pt x="2086" y="833"/>
                </a:cubicBezTo>
                <a:cubicBezTo>
                  <a:pt x="2086" y="837"/>
                  <a:pt x="2090" y="841"/>
                  <a:pt x="2095" y="841"/>
                </a:cubicBezTo>
                <a:cubicBezTo>
                  <a:pt x="2100" y="841"/>
                  <a:pt x="2103" y="837"/>
                  <a:pt x="2103" y="833"/>
                </a:cubicBezTo>
                <a:close/>
                <a:moveTo>
                  <a:pt x="2129" y="833"/>
                </a:moveTo>
                <a:cubicBezTo>
                  <a:pt x="2129" y="828"/>
                  <a:pt x="2125" y="824"/>
                  <a:pt x="2121" y="824"/>
                </a:cubicBezTo>
                <a:cubicBezTo>
                  <a:pt x="2116" y="824"/>
                  <a:pt x="2112" y="828"/>
                  <a:pt x="2112" y="833"/>
                </a:cubicBezTo>
                <a:cubicBezTo>
                  <a:pt x="2112" y="837"/>
                  <a:pt x="2116" y="841"/>
                  <a:pt x="2121" y="841"/>
                </a:cubicBezTo>
                <a:cubicBezTo>
                  <a:pt x="2125" y="841"/>
                  <a:pt x="2129" y="837"/>
                  <a:pt x="2129" y="833"/>
                </a:cubicBezTo>
                <a:close/>
                <a:moveTo>
                  <a:pt x="2155" y="833"/>
                </a:moveTo>
                <a:cubicBezTo>
                  <a:pt x="2155" y="828"/>
                  <a:pt x="2151" y="824"/>
                  <a:pt x="2146" y="824"/>
                </a:cubicBezTo>
                <a:cubicBezTo>
                  <a:pt x="2142" y="824"/>
                  <a:pt x="2138" y="828"/>
                  <a:pt x="2138" y="833"/>
                </a:cubicBezTo>
                <a:cubicBezTo>
                  <a:pt x="2138" y="837"/>
                  <a:pt x="2142" y="841"/>
                  <a:pt x="2146" y="841"/>
                </a:cubicBezTo>
                <a:cubicBezTo>
                  <a:pt x="2151" y="841"/>
                  <a:pt x="2155" y="837"/>
                  <a:pt x="2155" y="833"/>
                </a:cubicBezTo>
                <a:close/>
                <a:moveTo>
                  <a:pt x="2181" y="833"/>
                </a:moveTo>
                <a:cubicBezTo>
                  <a:pt x="2181" y="828"/>
                  <a:pt x="2177" y="824"/>
                  <a:pt x="2172" y="824"/>
                </a:cubicBezTo>
                <a:cubicBezTo>
                  <a:pt x="2167" y="824"/>
                  <a:pt x="2164" y="828"/>
                  <a:pt x="2164" y="833"/>
                </a:cubicBezTo>
                <a:cubicBezTo>
                  <a:pt x="2164" y="837"/>
                  <a:pt x="2167" y="841"/>
                  <a:pt x="2172" y="841"/>
                </a:cubicBezTo>
                <a:cubicBezTo>
                  <a:pt x="2177" y="841"/>
                  <a:pt x="2181" y="837"/>
                  <a:pt x="2181" y="833"/>
                </a:cubicBezTo>
                <a:close/>
                <a:moveTo>
                  <a:pt x="455" y="858"/>
                </a:moveTo>
                <a:cubicBezTo>
                  <a:pt x="455" y="854"/>
                  <a:pt x="451" y="850"/>
                  <a:pt x="446" y="850"/>
                </a:cubicBezTo>
                <a:cubicBezTo>
                  <a:pt x="442" y="850"/>
                  <a:pt x="438" y="854"/>
                  <a:pt x="438" y="858"/>
                </a:cubicBezTo>
                <a:cubicBezTo>
                  <a:pt x="438" y="863"/>
                  <a:pt x="442" y="867"/>
                  <a:pt x="446" y="867"/>
                </a:cubicBezTo>
                <a:cubicBezTo>
                  <a:pt x="451" y="867"/>
                  <a:pt x="455" y="863"/>
                  <a:pt x="455" y="858"/>
                </a:cubicBezTo>
                <a:close/>
                <a:moveTo>
                  <a:pt x="481" y="858"/>
                </a:moveTo>
                <a:cubicBezTo>
                  <a:pt x="481" y="854"/>
                  <a:pt x="477" y="850"/>
                  <a:pt x="472" y="850"/>
                </a:cubicBezTo>
                <a:cubicBezTo>
                  <a:pt x="467" y="850"/>
                  <a:pt x="463" y="854"/>
                  <a:pt x="463" y="858"/>
                </a:cubicBezTo>
                <a:cubicBezTo>
                  <a:pt x="463" y="863"/>
                  <a:pt x="467" y="867"/>
                  <a:pt x="472" y="867"/>
                </a:cubicBezTo>
                <a:cubicBezTo>
                  <a:pt x="477" y="867"/>
                  <a:pt x="481" y="863"/>
                  <a:pt x="481" y="858"/>
                </a:cubicBezTo>
                <a:close/>
                <a:moveTo>
                  <a:pt x="506" y="858"/>
                </a:moveTo>
                <a:cubicBezTo>
                  <a:pt x="506" y="854"/>
                  <a:pt x="503" y="850"/>
                  <a:pt x="498" y="850"/>
                </a:cubicBezTo>
                <a:cubicBezTo>
                  <a:pt x="493" y="850"/>
                  <a:pt x="489" y="854"/>
                  <a:pt x="489" y="858"/>
                </a:cubicBezTo>
                <a:cubicBezTo>
                  <a:pt x="489" y="863"/>
                  <a:pt x="493" y="867"/>
                  <a:pt x="498" y="867"/>
                </a:cubicBezTo>
                <a:cubicBezTo>
                  <a:pt x="503" y="867"/>
                  <a:pt x="506" y="863"/>
                  <a:pt x="506" y="858"/>
                </a:cubicBezTo>
                <a:close/>
                <a:moveTo>
                  <a:pt x="532" y="858"/>
                </a:moveTo>
                <a:cubicBezTo>
                  <a:pt x="532" y="854"/>
                  <a:pt x="528" y="850"/>
                  <a:pt x="524" y="850"/>
                </a:cubicBezTo>
                <a:cubicBezTo>
                  <a:pt x="519" y="850"/>
                  <a:pt x="515" y="854"/>
                  <a:pt x="515" y="858"/>
                </a:cubicBezTo>
                <a:cubicBezTo>
                  <a:pt x="515" y="863"/>
                  <a:pt x="519" y="867"/>
                  <a:pt x="524" y="867"/>
                </a:cubicBezTo>
                <a:cubicBezTo>
                  <a:pt x="528" y="867"/>
                  <a:pt x="532" y="863"/>
                  <a:pt x="532" y="858"/>
                </a:cubicBezTo>
                <a:close/>
                <a:moveTo>
                  <a:pt x="635" y="858"/>
                </a:moveTo>
                <a:cubicBezTo>
                  <a:pt x="635" y="854"/>
                  <a:pt x="631" y="850"/>
                  <a:pt x="627" y="850"/>
                </a:cubicBezTo>
                <a:cubicBezTo>
                  <a:pt x="622" y="850"/>
                  <a:pt x="618" y="854"/>
                  <a:pt x="618" y="858"/>
                </a:cubicBezTo>
                <a:cubicBezTo>
                  <a:pt x="618" y="863"/>
                  <a:pt x="622" y="867"/>
                  <a:pt x="627" y="867"/>
                </a:cubicBezTo>
                <a:cubicBezTo>
                  <a:pt x="631" y="867"/>
                  <a:pt x="635" y="863"/>
                  <a:pt x="635" y="858"/>
                </a:cubicBezTo>
                <a:close/>
                <a:moveTo>
                  <a:pt x="1176" y="858"/>
                </a:moveTo>
                <a:cubicBezTo>
                  <a:pt x="1176" y="854"/>
                  <a:pt x="1172" y="850"/>
                  <a:pt x="1168" y="850"/>
                </a:cubicBezTo>
                <a:cubicBezTo>
                  <a:pt x="1163" y="850"/>
                  <a:pt x="1159" y="854"/>
                  <a:pt x="1159" y="858"/>
                </a:cubicBezTo>
                <a:cubicBezTo>
                  <a:pt x="1159" y="863"/>
                  <a:pt x="1163" y="867"/>
                  <a:pt x="1168" y="867"/>
                </a:cubicBezTo>
                <a:cubicBezTo>
                  <a:pt x="1172" y="867"/>
                  <a:pt x="1176" y="863"/>
                  <a:pt x="1176" y="858"/>
                </a:cubicBezTo>
                <a:close/>
                <a:moveTo>
                  <a:pt x="1202" y="858"/>
                </a:moveTo>
                <a:cubicBezTo>
                  <a:pt x="1202" y="854"/>
                  <a:pt x="1198" y="850"/>
                  <a:pt x="1193" y="850"/>
                </a:cubicBezTo>
                <a:cubicBezTo>
                  <a:pt x="1189" y="850"/>
                  <a:pt x="1185" y="854"/>
                  <a:pt x="1185" y="858"/>
                </a:cubicBezTo>
                <a:cubicBezTo>
                  <a:pt x="1185" y="863"/>
                  <a:pt x="1189" y="867"/>
                  <a:pt x="1193" y="867"/>
                </a:cubicBezTo>
                <a:cubicBezTo>
                  <a:pt x="1198" y="867"/>
                  <a:pt x="1202" y="863"/>
                  <a:pt x="1202" y="858"/>
                </a:cubicBezTo>
                <a:close/>
                <a:moveTo>
                  <a:pt x="1228" y="858"/>
                </a:moveTo>
                <a:cubicBezTo>
                  <a:pt x="1228" y="854"/>
                  <a:pt x="1224" y="850"/>
                  <a:pt x="1219" y="850"/>
                </a:cubicBezTo>
                <a:cubicBezTo>
                  <a:pt x="1214" y="850"/>
                  <a:pt x="1210" y="854"/>
                  <a:pt x="1210" y="858"/>
                </a:cubicBezTo>
                <a:cubicBezTo>
                  <a:pt x="1210" y="863"/>
                  <a:pt x="1214" y="867"/>
                  <a:pt x="1219" y="867"/>
                </a:cubicBezTo>
                <a:cubicBezTo>
                  <a:pt x="1224" y="867"/>
                  <a:pt x="1228" y="863"/>
                  <a:pt x="1228" y="858"/>
                </a:cubicBezTo>
                <a:close/>
                <a:moveTo>
                  <a:pt x="1253" y="858"/>
                </a:moveTo>
                <a:cubicBezTo>
                  <a:pt x="1253" y="854"/>
                  <a:pt x="1250" y="850"/>
                  <a:pt x="1245" y="850"/>
                </a:cubicBezTo>
                <a:cubicBezTo>
                  <a:pt x="1240" y="850"/>
                  <a:pt x="1236" y="854"/>
                  <a:pt x="1236" y="858"/>
                </a:cubicBezTo>
                <a:cubicBezTo>
                  <a:pt x="1236" y="863"/>
                  <a:pt x="1240" y="867"/>
                  <a:pt x="1245" y="867"/>
                </a:cubicBezTo>
                <a:cubicBezTo>
                  <a:pt x="1250" y="867"/>
                  <a:pt x="1253" y="863"/>
                  <a:pt x="1253" y="858"/>
                </a:cubicBezTo>
                <a:close/>
                <a:moveTo>
                  <a:pt x="1279" y="858"/>
                </a:moveTo>
                <a:cubicBezTo>
                  <a:pt x="1279" y="854"/>
                  <a:pt x="1275" y="850"/>
                  <a:pt x="1271" y="850"/>
                </a:cubicBezTo>
                <a:cubicBezTo>
                  <a:pt x="1266" y="850"/>
                  <a:pt x="1262" y="854"/>
                  <a:pt x="1262" y="858"/>
                </a:cubicBezTo>
                <a:cubicBezTo>
                  <a:pt x="1262" y="863"/>
                  <a:pt x="1266" y="867"/>
                  <a:pt x="1271" y="867"/>
                </a:cubicBezTo>
                <a:cubicBezTo>
                  <a:pt x="1275" y="867"/>
                  <a:pt x="1279" y="863"/>
                  <a:pt x="1279" y="858"/>
                </a:cubicBezTo>
                <a:close/>
                <a:moveTo>
                  <a:pt x="1305" y="858"/>
                </a:moveTo>
                <a:cubicBezTo>
                  <a:pt x="1305" y="854"/>
                  <a:pt x="1301" y="850"/>
                  <a:pt x="1296" y="850"/>
                </a:cubicBezTo>
                <a:cubicBezTo>
                  <a:pt x="1292" y="850"/>
                  <a:pt x="1288" y="854"/>
                  <a:pt x="1288" y="858"/>
                </a:cubicBezTo>
                <a:cubicBezTo>
                  <a:pt x="1288" y="863"/>
                  <a:pt x="1292" y="867"/>
                  <a:pt x="1296" y="867"/>
                </a:cubicBezTo>
                <a:cubicBezTo>
                  <a:pt x="1301" y="867"/>
                  <a:pt x="1305" y="863"/>
                  <a:pt x="1305" y="858"/>
                </a:cubicBezTo>
                <a:close/>
                <a:moveTo>
                  <a:pt x="1331" y="858"/>
                </a:moveTo>
                <a:cubicBezTo>
                  <a:pt x="1331" y="854"/>
                  <a:pt x="1327" y="850"/>
                  <a:pt x="1322" y="850"/>
                </a:cubicBezTo>
                <a:cubicBezTo>
                  <a:pt x="1317" y="850"/>
                  <a:pt x="1314" y="854"/>
                  <a:pt x="1314" y="858"/>
                </a:cubicBezTo>
                <a:cubicBezTo>
                  <a:pt x="1314" y="863"/>
                  <a:pt x="1317" y="867"/>
                  <a:pt x="1322" y="867"/>
                </a:cubicBezTo>
                <a:cubicBezTo>
                  <a:pt x="1327" y="867"/>
                  <a:pt x="1331" y="863"/>
                  <a:pt x="1331" y="858"/>
                </a:cubicBezTo>
                <a:close/>
                <a:moveTo>
                  <a:pt x="1356" y="858"/>
                </a:moveTo>
                <a:cubicBezTo>
                  <a:pt x="1356" y="854"/>
                  <a:pt x="1353" y="850"/>
                  <a:pt x="1348" y="850"/>
                </a:cubicBezTo>
                <a:cubicBezTo>
                  <a:pt x="1343" y="850"/>
                  <a:pt x="1339" y="854"/>
                  <a:pt x="1339" y="858"/>
                </a:cubicBezTo>
                <a:cubicBezTo>
                  <a:pt x="1339" y="863"/>
                  <a:pt x="1343" y="867"/>
                  <a:pt x="1348" y="867"/>
                </a:cubicBezTo>
                <a:cubicBezTo>
                  <a:pt x="1353" y="867"/>
                  <a:pt x="1356" y="863"/>
                  <a:pt x="1356" y="858"/>
                </a:cubicBezTo>
                <a:close/>
                <a:moveTo>
                  <a:pt x="1382" y="858"/>
                </a:moveTo>
                <a:cubicBezTo>
                  <a:pt x="1382" y="854"/>
                  <a:pt x="1378" y="850"/>
                  <a:pt x="1374" y="850"/>
                </a:cubicBezTo>
                <a:cubicBezTo>
                  <a:pt x="1369" y="850"/>
                  <a:pt x="1365" y="854"/>
                  <a:pt x="1365" y="858"/>
                </a:cubicBezTo>
                <a:cubicBezTo>
                  <a:pt x="1365" y="863"/>
                  <a:pt x="1369" y="867"/>
                  <a:pt x="1374" y="867"/>
                </a:cubicBezTo>
                <a:cubicBezTo>
                  <a:pt x="1378" y="867"/>
                  <a:pt x="1382" y="863"/>
                  <a:pt x="1382" y="858"/>
                </a:cubicBezTo>
                <a:close/>
                <a:moveTo>
                  <a:pt x="1408" y="858"/>
                </a:moveTo>
                <a:cubicBezTo>
                  <a:pt x="1408" y="854"/>
                  <a:pt x="1404" y="850"/>
                  <a:pt x="1399" y="850"/>
                </a:cubicBezTo>
                <a:cubicBezTo>
                  <a:pt x="1395" y="850"/>
                  <a:pt x="1391" y="854"/>
                  <a:pt x="1391" y="858"/>
                </a:cubicBezTo>
                <a:cubicBezTo>
                  <a:pt x="1391" y="863"/>
                  <a:pt x="1395" y="867"/>
                  <a:pt x="1399" y="867"/>
                </a:cubicBezTo>
                <a:cubicBezTo>
                  <a:pt x="1404" y="867"/>
                  <a:pt x="1408" y="863"/>
                  <a:pt x="1408" y="858"/>
                </a:cubicBezTo>
                <a:close/>
                <a:moveTo>
                  <a:pt x="1434" y="858"/>
                </a:moveTo>
                <a:cubicBezTo>
                  <a:pt x="1434" y="854"/>
                  <a:pt x="1430" y="850"/>
                  <a:pt x="1425" y="850"/>
                </a:cubicBezTo>
                <a:cubicBezTo>
                  <a:pt x="1420" y="850"/>
                  <a:pt x="1417" y="854"/>
                  <a:pt x="1417" y="858"/>
                </a:cubicBezTo>
                <a:cubicBezTo>
                  <a:pt x="1417" y="863"/>
                  <a:pt x="1420" y="867"/>
                  <a:pt x="1425" y="867"/>
                </a:cubicBezTo>
                <a:cubicBezTo>
                  <a:pt x="1430" y="867"/>
                  <a:pt x="1434" y="863"/>
                  <a:pt x="1434" y="858"/>
                </a:cubicBezTo>
                <a:close/>
                <a:moveTo>
                  <a:pt x="1459" y="858"/>
                </a:moveTo>
                <a:cubicBezTo>
                  <a:pt x="1459" y="854"/>
                  <a:pt x="1456" y="850"/>
                  <a:pt x="1451" y="850"/>
                </a:cubicBezTo>
                <a:cubicBezTo>
                  <a:pt x="1446" y="850"/>
                  <a:pt x="1442" y="854"/>
                  <a:pt x="1442" y="858"/>
                </a:cubicBezTo>
                <a:cubicBezTo>
                  <a:pt x="1442" y="863"/>
                  <a:pt x="1446" y="867"/>
                  <a:pt x="1451" y="867"/>
                </a:cubicBezTo>
                <a:cubicBezTo>
                  <a:pt x="1456" y="867"/>
                  <a:pt x="1459" y="863"/>
                  <a:pt x="1459" y="858"/>
                </a:cubicBezTo>
                <a:close/>
                <a:moveTo>
                  <a:pt x="1485" y="858"/>
                </a:moveTo>
                <a:cubicBezTo>
                  <a:pt x="1485" y="854"/>
                  <a:pt x="1481" y="850"/>
                  <a:pt x="1477" y="850"/>
                </a:cubicBezTo>
                <a:cubicBezTo>
                  <a:pt x="1472" y="850"/>
                  <a:pt x="1468" y="854"/>
                  <a:pt x="1468" y="858"/>
                </a:cubicBezTo>
                <a:cubicBezTo>
                  <a:pt x="1468" y="863"/>
                  <a:pt x="1472" y="867"/>
                  <a:pt x="1477" y="867"/>
                </a:cubicBezTo>
                <a:cubicBezTo>
                  <a:pt x="1481" y="867"/>
                  <a:pt x="1485" y="863"/>
                  <a:pt x="1485" y="858"/>
                </a:cubicBezTo>
                <a:close/>
                <a:moveTo>
                  <a:pt x="1511" y="858"/>
                </a:moveTo>
                <a:cubicBezTo>
                  <a:pt x="1511" y="854"/>
                  <a:pt x="1507" y="850"/>
                  <a:pt x="1502" y="850"/>
                </a:cubicBezTo>
                <a:cubicBezTo>
                  <a:pt x="1498" y="850"/>
                  <a:pt x="1494" y="854"/>
                  <a:pt x="1494" y="858"/>
                </a:cubicBezTo>
                <a:cubicBezTo>
                  <a:pt x="1494" y="863"/>
                  <a:pt x="1498" y="867"/>
                  <a:pt x="1502" y="867"/>
                </a:cubicBezTo>
                <a:cubicBezTo>
                  <a:pt x="1507" y="867"/>
                  <a:pt x="1511" y="863"/>
                  <a:pt x="1511" y="858"/>
                </a:cubicBezTo>
                <a:close/>
                <a:moveTo>
                  <a:pt x="1588" y="858"/>
                </a:moveTo>
                <a:cubicBezTo>
                  <a:pt x="1588" y="854"/>
                  <a:pt x="1584" y="850"/>
                  <a:pt x="1580" y="850"/>
                </a:cubicBezTo>
                <a:cubicBezTo>
                  <a:pt x="1575" y="850"/>
                  <a:pt x="1571" y="854"/>
                  <a:pt x="1571" y="858"/>
                </a:cubicBezTo>
                <a:cubicBezTo>
                  <a:pt x="1571" y="863"/>
                  <a:pt x="1575" y="867"/>
                  <a:pt x="1580" y="867"/>
                </a:cubicBezTo>
                <a:cubicBezTo>
                  <a:pt x="1584" y="867"/>
                  <a:pt x="1588" y="863"/>
                  <a:pt x="1588" y="858"/>
                </a:cubicBezTo>
                <a:close/>
                <a:moveTo>
                  <a:pt x="1614" y="858"/>
                </a:moveTo>
                <a:cubicBezTo>
                  <a:pt x="1614" y="854"/>
                  <a:pt x="1610" y="850"/>
                  <a:pt x="1605" y="850"/>
                </a:cubicBezTo>
                <a:cubicBezTo>
                  <a:pt x="1601" y="850"/>
                  <a:pt x="1597" y="854"/>
                  <a:pt x="1597" y="858"/>
                </a:cubicBezTo>
                <a:cubicBezTo>
                  <a:pt x="1597" y="863"/>
                  <a:pt x="1601" y="867"/>
                  <a:pt x="1605" y="867"/>
                </a:cubicBezTo>
                <a:cubicBezTo>
                  <a:pt x="1610" y="867"/>
                  <a:pt x="1614" y="863"/>
                  <a:pt x="1614" y="858"/>
                </a:cubicBezTo>
                <a:close/>
                <a:moveTo>
                  <a:pt x="1640" y="858"/>
                </a:moveTo>
                <a:cubicBezTo>
                  <a:pt x="1640" y="854"/>
                  <a:pt x="1636" y="850"/>
                  <a:pt x="1631" y="850"/>
                </a:cubicBezTo>
                <a:cubicBezTo>
                  <a:pt x="1626" y="850"/>
                  <a:pt x="1623" y="854"/>
                  <a:pt x="1623" y="858"/>
                </a:cubicBezTo>
                <a:cubicBezTo>
                  <a:pt x="1623" y="863"/>
                  <a:pt x="1626" y="867"/>
                  <a:pt x="1631" y="867"/>
                </a:cubicBezTo>
                <a:cubicBezTo>
                  <a:pt x="1636" y="867"/>
                  <a:pt x="1640" y="863"/>
                  <a:pt x="1640" y="858"/>
                </a:cubicBezTo>
                <a:close/>
                <a:moveTo>
                  <a:pt x="1666" y="858"/>
                </a:moveTo>
                <a:cubicBezTo>
                  <a:pt x="1666" y="854"/>
                  <a:pt x="1662" y="850"/>
                  <a:pt x="1657" y="850"/>
                </a:cubicBezTo>
                <a:cubicBezTo>
                  <a:pt x="1652" y="850"/>
                  <a:pt x="1648" y="854"/>
                  <a:pt x="1648" y="858"/>
                </a:cubicBezTo>
                <a:cubicBezTo>
                  <a:pt x="1648" y="863"/>
                  <a:pt x="1652" y="867"/>
                  <a:pt x="1657" y="867"/>
                </a:cubicBezTo>
                <a:cubicBezTo>
                  <a:pt x="1662" y="867"/>
                  <a:pt x="1666" y="863"/>
                  <a:pt x="1666" y="858"/>
                </a:cubicBezTo>
                <a:close/>
                <a:moveTo>
                  <a:pt x="1794" y="858"/>
                </a:moveTo>
                <a:cubicBezTo>
                  <a:pt x="1794" y="854"/>
                  <a:pt x="1791" y="850"/>
                  <a:pt x="1786" y="850"/>
                </a:cubicBezTo>
                <a:cubicBezTo>
                  <a:pt x="1781" y="850"/>
                  <a:pt x="1777" y="854"/>
                  <a:pt x="1777" y="858"/>
                </a:cubicBezTo>
                <a:cubicBezTo>
                  <a:pt x="1777" y="863"/>
                  <a:pt x="1781" y="867"/>
                  <a:pt x="1786" y="867"/>
                </a:cubicBezTo>
                <a:cubicBezTo>
                  <a:pt x="1791" y="867"/>
                  <a:pt x="1794" y="863"/>
                  <a:pt x="1794" y="858"/>
                </a:cubicBezTo>
                <a:close/>
                <a:moveTo>
                  <a:pt x="1820" y="858"/>
                </a:moveTo>
                <a:cubicBezTo>
                  <a:pt x="1820" y="854"/>
                  <a:pt x="1816" y="850"/>
                  <a:pt x="1812" y="850"/>
                </a:cubicBezTo>
                <a:cubicBezTo>
                  <a:pt x="1807" y="850"/>
                  <a:pt x="1803" y="854"/>
                  <a:pt x="1803" y="858"/>
                </a:cubicBezTo>
                <a:cubicBezTo>
                  <a:pt x="1803" y="863"/>
                  <a:pt x="1807" y="867"/>
                  <a:pt x="1812" y="867"/>
                </a:cubicBezTo>
                <a:cubicBezTo>
                  <a:pt x="1816" y="867"/>
                  <a:pt x="1820" y="863"/>
                  <a:pt x="1820" y="858"/>
                </a:cubicBezTo>
                <a:close/>
                <a:moveTo>
                  <a:pt x="1846" y="858"/>
                </a:moveTo>
                <a:cubicBezTo>
                  <a:pt x="1846" y="854"/>
                  <a:pt x="1842" y="850"/>
                  <a:pt x="1837" y="850"/>
                </a:cubicBezTo>
                <a:cubicBezTo>
                  <a:pt x="1833" y="850"/>
                  <a:pt x="1829" y="854"/>
                  <a:pt x="1829" y="858"/>
                </a:cubicBezTo>
                <a:cubicBezTo>
                  <a:pt x="1829" y="863"/>
                  <a:pt x="1833" y="867"/>
                  <a:pt x="1837" y="867"/>
                </a:cubicBezTo>
                <a:cubicBezTo>
                  <a:pt x="1842" y="867"/>
                  <a:pt x="1846" y="863"/>
                  <a:pt x="1846" y="858"/>
                </a:cubicBezTo>
                <a:close/>
                <a:moveTo>
                  <a:pt x="1872" y="858"/>
                </a:moveTo>
                <a:cubicBezTo>
                  <a:pt x="1872" y="854"/>
                  <a:pt x="1868" y="850"/>
                  <a:pt x="1863" y="850"/>
                </a:cubicBezTo>
                <a:cubicBezTo>
                  <a:pt x="1858" y="850"/>
                  <a:pt x="1854" y="854"/>
                  <a:pt x="1854" y="858"/>
                </a:cubicBezTo>
                <a:cubicBezTo>
                  <a:pt x="1854" y="863"/>
                  <a:pt x="1858" y="867"/>
                  <a:pt x="1863" y="867"/>
                </a:cubicBezTo>
                <a:cubicBezTo>
                  <a:pt x="1868" y="867"/>
                  <a:pt x="1872" y="863"/>
                  <a:pt x="1872" y="858"/>
                </a:cubicBezTo>
                <a:close/>
                <a:moveTo>
                  <a:pt x="1897" y="858"/>
                </a:moveTo>
                <a:cubicBezTo>
                  <a:pt x="1897" y="854"/>
                  <a:pt x="1894" y="850"/>
                  <a:pt x="1889" y="850"/>
                </a:cubicBezTo>
                <a:cubicBezTo>
                  <a:pt x="1884" y="850"/>
                  <a:pt x="1880" y="854"/>
                  <a:pt x="1880" y="858"/>
                </a:cubicBezTo>
                <a:cubicBezTo>
                  <a:pt x="1880" y="863"/>
                  <a:pt x="1884" y="867"/>
                  <a:pt x="1889" y="867"/>
                </a:cubicBezTo>
                <a:cubicBezTo>
                  <a:pt x="1894" y="867"/>
                  <a:pt x="1897" y="863"/>
                  <a:pt x="1897" y="858"/>
                </a:cubicBezTo>
                <a:close/>
                <a:moveTo>
                  <a:pt x="1923" y="858"/>
                </a:moveTo>
                <a:cubicBezTo>
                  <a:pt x="1923" y="854"/>
                  <a:pt x="1919" y="850"/>
                  <a:pt x="1915" y="850"/>
                </a:cubicBezTo>
                <a:cubicBezTo>
                  <a:pt x="1910" y="850"/>
                  <a:pt x="1906" y="854"/>
                  <a:pt x="1906" y="858"/>
                </a:cubicBezTo>
                <a:cubicBezTo>
                  <a:pt x="1906" y="863"/>
                  <a:pt x="1910" y="867"/>
                  <a:pt x="1915" y="867"/>
                </a:cubicBezTo>
                <a:cubicBezTo>
                  <a:pt x="1919" y="867"/>
                  <a:pt x="1923" y="863"/>
                  <a:pt x="1923" y="858"/>
                </a:cubicBezTo>
                <a:close/>
                <a:moveTo>
                  <a:pt x="1949" y="858"/>
                </a:moveTo>
                <a:cubicBezTo>
                  <a:pt x="1949" y="854"/>
                  <a:pt x="1945" y="850"/>
                  <a:pt x="1940" y="850"/>
                </a:cubicBezTo>
                <a:cubicBezTo>
                  <a:pt x="1936" y="850"/>
                  <a:pt x="1932" y="854"/>
                  <a:pt x="1932" y="858"/>
                </a:cubicBezTo>
                <a:cubicBezTo>
                  <a:pt x="1932" y="863"/>
                  <a:pt x="1936" y="867"/>
                  <a:pt x="1940" y="867"/>
                </a:cubicBezTo>
                <a:cubicBezTo>
                  <a:pt x="1945" y="867"/>
                  <a:pt x="1949" y="863"/>
                  <a:pt x="1949" y="858"/>
                </a:cubicBezTo>
                <a:close/>
                <a:moveTo>
                  <a:pt x="1975" y="858"/>
                </a:moveTo>
                <a:cubicBezTo>
                  <a:pt x="1975" y="854"/>
                  <a:pt x="1971" y="850"/>
                  <a:pt x="1966" y="850"/>
                </a:cubicBezTo>
                <a:cubicBezTo>
                  <a:pt x="1961" y="850"/>
                  <a:pt x="1957" y="854"/>
                  <a:pt x="1957" y="858"/>
                </a:cubicBezTo>
                <a:cubicBezTo>
                  <a:pt x="1957" y="863"/>
                  <a:pt x="1961" y="867"/>
                  <a:pt x="1966" y="867"/>
                </a:cubicBezTo>
                <a:cubicBezTo>
                  <a:pt x="1971" y="867"/>
                  <a:pt x="1975" y="863"/>
                  <a:pt x="1975" y="858"/>
                </a:cubicBezTo>
                <a:close/>
                <a:moveTo>
                  <a:pt x="2000" y="858"/>
                </a:moveTo>
                <a:cubicBezTo>
                  <a:pt x="2000" y="854"/>
                  <a:pt x="1997" y="850"/>
                  <a:pt x="1992" y="850"/>
                </a:cubicBezTo>
                <a:cubicBezTo>
                  <a:pt x="1987" y="850"/>
                  <a:pt x="1983" y="854"/>
                  <a:pt x="1983" y="858"/>
                </a:cubicBezTo>
                <a:cubicBezTo>
                  <a:pt x="1983" y="863"/>
                  <a:pt x="1987" y="867"/>
                  <a:pt x="1992" y="867"/>
                </a:cubicBezTo>
                <a:cubicBezTo>
                  <a:pt x="1997" y="867"/>
                  <a:pt x="2000" y="863"/>
                  <a:pt x="2000" y="858"/>
                </a:cubicBezTo>
                <a:close/>
                <a:moveTo>
                  <a:pt x="2026" y="858"/>
                </a:moveTo>
                <a:cubicBezTo>
                  <a:pt x="2026" y="854"/>
                  <a:pt x="2022" y="850"/>
                  <a:pt x="2018" y="850"/>
                </a:cubicBezTo>
                <a:cubicBezTo>
                  <a:pt x="2013" y="850"/>
                  <a:pt x="2009" y="854"/>
                  <a:pt x="2009" y="858"/>
                </a:cubicBezTo>
                <a:cubicBezTo>
                  <a:pt x="2009" y="863"/>
                  <a:pt x="2013" y="867"/>
                  <a:pt x="2018" y="867"/>
                </a:cubicBezTo>
                <a:cubicBezTo>
                  <a:pt x="2022" y="867"/>
                  <a:pt x="2026" y="863"/>
                  <a:pt x="2026" y="858"/>
                </a:cubicBezTo>
                <a:close/>
                <a:moveTo>
                  <a:pt x="2052" y="858"/>
                </a:moveTo>
                <a:cubicBezTo>
                  <a:pt x="2052" y="854"/>
                  <a:pt x="2048" y="850"/>
                  <a:pt x="2043" y="850"/>
                </a:cubicBezTo>
                <a:cubicBezTo>
                  <a:pt x="2039" y="850"/>
                  <a:pt x="2035" y="854"/>
                  <a:pt x="2035" y="858"/>
                </a:cubicBezTo>
                <a:cubicBezTo>
                  <a:pt x="2035" y="863"/>
                  <a:pt x="2039" y="867"/>
                  <a:pt x="2043" y="867"/>
                </a:cubicBezTo>
                <a:cubicBezTo>
                  <a:pt x="2048" y="867"/>
                  <a:pt x="2052" y="863"/>
                  <a:pt x="2052" y="858"/>
                </a:cubicBezTo>
                <a:close/>
                <a:moveTo>
                  <a:pt x="2078" y="858"/>
                </a:moveTo>
                <a:cubicBezTo>
                  <a:pt x="2078" y="854"/>
                  <a:pt x="2074" y="850"/>
                  <a:pt x="2069" y="850"/>
                </a:cubicBezTo>
                <a:cubicBezTo>
                  <a:pt x="2064" y="850"/>
                  <a:pt x="2061" y="854"/>
                  <a:pt x="2061" y="858"/>
                </a:cubicBezTo>
                <a:cubicBezTo>
                  <a:pt x="2061" y="863"/>
                  <a:pt x="2064" y="867"/>
                  <a:pt x="2069" y="867"/>
                </a:cubicBezTo>
                <a:cubicBezTo>
                  <a:pt x="2074" y="867"/>
                  <a:pt x="2078" y="863"/>
                  <a:pt x="2078" y="858"/>
                </a:cubicBezTo>
                <a:close/>
                <a:moveTo>
                  <a:pt x="2103" y="858"/>
                </a:moveTo>
                <a:cubicBezTo>
                  <a:pt x="2103" y="854"/>
                  <a:pt x="2100" y="850"/>
                  <a:pt x="2095" y="850"/>
                </a:cubicBezTo>
                <a:cubicBezTo>
                  <a:pt x="2090" y="850"/>
                  <a:pt x="2086" y="854"/>
                  <a:pt x="2086" y="858"/>
                </a:cubicBezTo>
                <a:cubicBezTo>
                  <a:pt x="2086" y="863"/>
                  <a:pt x="2090" y="867"/>
                  <a:pt x="2095" y="867"/>
                </a:cubicBezTo>
                <a:cubicBezTo>
                  <a:pt x="2100" y="867"/>
                  <a:pt x="2103" y="863"/>
                  <a:pt x="2103" y="858"/>
                </a:cubicBezTo>
                <a:close/>
                <a:moveTo>
                  <a:pt x="2129" y="858"/>
                </a:moveTo>
                <a:cubicBezTo>
                  <a:pt x="2129" y="854"/>
                  <a:pt x="2125" y="850"/>
                  <a:pt x="2121" y="850"/>
                </a:cubicBezTo>
                <a:cubicBezTo>
                  <a:pt x="2116" y="850"/>
                  <a:pt x="2112" y="854"/>
                  <a:pt x="2112" y="858"/>
                </a:cubicBezTo>
                <a:cubicBezTo>
                  <a:pt x="2112" y="863"/>
                  <a:pt x="2116" y="867"/>
                  <a:pt x="2121" y="867"/>
                </a:cubicBezTo>
                <a:cubicBezTo>
                  <a:pt x="2125" y="867"/>
                  <a:pt x="2129" y="863"/>
                  <a:pt x="2129" y="858"/>
                </a:cubicBezTo>
                <a:close/>
                <a:moveTo>
                  <a:pt x="2155" y="858"/>
                </a:moveTo>
                <a:cubicBezTo>
                  <a:pt x="2155" y="854"/>
                  <a:pt x="2151" y="850"/>
                  <a:pt x="2146" y="850"/>
                </a:cubicBezTo>
                <a:cubicBezTo>
                  <a:pt x="2142" y="850"/>
                  <a:pt x="2138" y="854"/>
                  <a:pt x="2138" y="858"/>
                </a:cubicBezTo>
                <a:cubicBezTo>
                  <a:pt x="2138" y="863"/>
                  <a:pt x="2142" y="867"/>
                  <a:pt x="2146" y="867"/>
                </a:cubicBezTo>
                <a:cubicBezTo>
                  <a:pt x="2151" y="867"/>
                  <a:pt x="2155" y="863"/>
                  <a:pt x="2155" y="858"/>
                </a:cubicBezTo>
                <a:close/>
                <a:moveTo>
                  <a:pt x="2207" y="858"/>
                </a:moveTo>
                <a:cubicBezTo>
                  <a:pt x="2207" y="854"/>
                  <a:pt x="2203" y="850"/>
                  <a:pt x="2198" y="850"/>
                </a:cubicBezTo>
                <a:cubicBezTo>
                  <a:pt x="2193" y="850"/>
                  <a:pt x="2189" y="854"/>
                  <a:pt x="2189" y="858"/>
                </a:cubicBezTo>
                <a:cubicBezTo>
                  <a:pt x="2189" y="863"/>
                  <a:pt x="2193" y="867"/>
                  <a:pt x="2198" y="867"/>
                </a:cubicBezTo>
                <a:cubicBezTo>
                  <a:pt x="2203" y="867"/>
                  <a:pt x="2207" y="863"/>
                  <a:pt x="2207" y="858"/>
                </a:cubicBezTo>
                <a:close/>
                <a:moveTo>
                  <a:pt x="43" y="884"/>
                </a:moveTo>
                <a:cubicBezTo>
                  <a:pt x="43" y="879"/>
                  <a:pt x="39" y="876"/>
                  <a:pt x="34" y="876"/>
                </a:cubicBezTo>
                <a:cubicBezTo>
                  <a:pt x="29" y="876"/>
                  <a:pt x="26" y="879"/>
                  <a:pt x="26" y="884"/>
                </a:cubicBezTo>
                <a:cubicBezTo>
                  <a:pt x="26" y="889"/>
                  <a:pt x="29" y="893"/>
                  <a:pt x="34" y="893"/>
                </a:cubicBezTo>
                <a:cubicBezTo>
                  <a:pt x="39" y="893"/>
                  <a:pt x="43" y="889"/>
                  <a:pt x="43" y="884"/>
                </a:cubicBezTo>
                <a:close/>
                <a:moveTo>
                  <a:pt x="94" y="884"/>
                </a:moveTo>
                <a:cubicBezTo>
                  <a:pt x="94" y="879"/>
                  <a:pt x="90" y="876"/>
                  <a:pt x="86" y="876"/>
                </a:cubicBezTo>
                <a:cubicBezTo>
                  <a:pt x="81" y="876"/>
                  <a:pt x="77" y="879"/>
                  <a:pt x="77" y="884"/>
                </a:cubicBezTo>
                <a:cubicBezTo>
                  <a:pt x="77" y="889"/>
                  <a:pt x="81" y="893"/>
                  <a:pt x="86" y="893"/>
                </a:cubicBezTo>
                <a:cubicBezTo>
                  <a:pt x="90" y="893"/>
                  <a:pt x="94" y="889"/>
                  <a:pt x="94" y="884"/>
                </a:cubicBezTo>
                <a:close/>
                <a:moveTo>
                  <a:pt x="481" y="884"/>
                </a:moveTo>
                <a:cubicBezTo>
                  <a:pt x="481" y="879"/>
                  <a:pt x="477" y="876"/>
                  <a:pt x="472" y="876"/>
                </a:cubicBezTo>
                <a:cubicBezTo>
                  <a:pt x="467" y="876"/>
                  <a:pt x="463" y="879"/>
                  <a:pt x="463" y="884"/>
                </a:cubicBezTo>
                <a:cubicBezTo>
                  <a:pt x="463" y="889"/>
                  <a:pt x="467" y="893"/>
                  <a:pt x="472" y="893"/>
                </a:cubicBezTo>
                <a:cubicBezTo>
                  <a:pt x="477" y="893"/>
                  <a:pt x="481" y="889"/>
                  <a:pt x="481" y="884"/>
                </a:cubicBezTo>
                <a:close/>
                <a:moveTo>
                  <a:pt x="506" y="884"/>
                </a:moveTo>
                <a:cubicBezTo>
                  <a:pt x="506" y="879"/>
                  <a:pt x="503" y="876"/>
                  <a:pt x="498" y="876"/>
                </a:cubicBezTo>
                <a:cubicBezTo>
                  <a:pt x="493" y="876"/>
                  <a:pt x="489" y="879"/>
                  <a:pt x="489" y="884"/>
                </a:cubicBezTo>
                <a:cubicBezTo>
                  <a:pt x="489" y="889"/>
                  <a:pt x="493" y="893"/>
                  <a:pt x="498" y="893"/>
                </a:cubicBezTo>
                <a:cubicBezTo>
                  <a:pt x="503" y="893"/>
                  <a:pt x="506" y="889"/>
                  <a:pt x="506" y="884"/>
                </a:cubicBezTo>
                <a:close/>
                <a:moveTo>
                  <a:pt x="532" y="884"/>
                </a:moveTo>
                <a:cubicBezTo>
                  <a:pt x="532" y="879"/>
                  <a:pt x="528" y="876"/>
                  <a:pt x="524" y="876"/>
                </a:cubicBezTo>
                <a:cubicBezTo>
                  <a:pt x="519" y="876"/>
                  <a:pt x="515" y="879"/>
                  <a:pt x="515" y="884"/>
                </a:cubicBezTo>
                <a:cubicBezTo>
                  <a:pt x="515" y="889"/>
                  <a:pt x="519" y="893"/>
                  <a:pt x="524" y="893"/>
                </a:cubicBezTo>
                <a:cubicBezTo>
                  <a:pt x="528" y="893"/>
                  <a:pt x="532" y="889"/>
                  <a:pt x="532" y="884"/>
                </a:cubicBezTo>
                <a:close/>
                <a:moveTo>
                  <a:pt x="1150" y="884"/>
                </a:moveTo>
                <a:cubicBezTo>
                  <a:pt x="1150" y="879"/>
                  <a:pt x="1147" y="876"/>
                  <a:pt x="1142" y="876"/>
                </a:cubicBezTo>
                <a:cubicBezTo>
                  <a:pt x="1137" y="876"/>
                  <a:pt x="1133" y="879"/>
                  <a:pt x="1133" y="884"/>
                </a:cubicBezTo>
                <a:cubicBezTo>
                  <a:pt x="1133" y="889"/>
                  <a:pt x="1137" y="893"/>
                  <a:pt x="1142" y="893"/>
                </a:cubicBezTo>
                <a:cubicBezTo>
                  <a:pt x="1147" y="893"/>
                  <a:pt x="1150" y="889"/>
                  <a:pt x="1150" y="884"/>
                </a:cubicBezTo>
                <a:close/>
                <a:moveTo>
                  <a:pt x="1176" y="884"/>
                </a:moveTo>
                <a:cubicBezTo>
                  <a:pt x="1176" y="879"/>
                  <a:pt x="1172" y="876"/>
                  <a:pt x="1168" y="876"/>
                </a:cubicBezTo>
                <a:cubicBezTo>
                  <a:pt x="1163" y="876"/>
                  <a:pt x="1159" y="879"/>
                  <a:pt x="1159" y="884"/>
                </a:cubicBezTo>
                <a:cubicBezTo>
                  <a:pt x="1159" y="889"/>
                  <a:pt x="1163" y="893"/>
                  <a:pt x="1168" y="893"/>
                </a:cubicBezTo>
                <a:cubicBezTo>
                  <a:pt x="1172" y="893"/>
                  <a:pt x="1176" y="889"/>
                  <a:pt x="1176" y="884"/>
                </a:cubicBezTo>
                <a:close/>
                <a:moveTo>
                  <a:pt x="1202" y="884"/>
                </a:moveTo>
                <a:cubicBezTo>
                  <a:pt x="1202" y="879"/>
                  <a:pt x="1198" y="876"/>
                  <a:pt x="1193" y="876"/>
                </a:cubicBezTo>
                <a:cubicBezTo>
                  <a:pt x="1189" y="876"/>
                  <a:pt x="1185" y="879"/>
                  <a:pt x="1185" y="884"/>
                </a:cubicBezTo>
                <a:cubicBezTo>
                  <a:pt x="1185" y="889"/>
                  <a:pt x="1189" y="893"/>
                  <a:pt x="1193" y="893"/>
                </a:cubicBezTo>
                <a:cubicBezTo>
                  <a:pt x="1198" y="893"/>
                  <a:pt x="1202" y="889"/>
                  <a:pt x="1202" y="884"/>
                </a:cubicBezTo>
                <a:close/>
                <a:moveTo>
                  <a:pt x="1228" y="884"/>
                </a:moveTo>
                <a:cubicBezTo>
                  <a:pt x="1228" y="879"/>
                  <a:pt x="1224" y="876"/>
                  <a:pt x="1219" y="876"/>
                </a:cubicBezTo>
                <a:cubicBezTo>
                  <a:pt x="1214" y="876"/>
                  <a:pt x="1210" y="879"/>
                  <a:pt x="1210" y="884"/>
                </a:cubicBezTo>
                <a:cubicBezTo>
                  <a:pt x="1210" y="889"/>
                  <a:pt x="1214" y="893"/>
                  <a:pt x="1219" y="893"/>
                </a:cubicBezTo>
                <a:cubicBezTo>
                  <a:pt x="1224" y="893"/>
                  <a:pt x="1228" y="889"/>
                  <a:pt x="1228" y="884"/>
                </a:cubicBezTo>
                <a:close/>
                <a:moveTo>
                  <a:pt x="1253" y="884"/>
                </a:moveTo>
                <a:cubicBezTo>
                  <a:pt x="1253" y="879"/>
                  <a:pt x="1250" y="876"/>
                  <a:pt x="1245" y="876"/>
                </a:cubicBezTo>
                <a:cubicBezTo>
                  <a:pt x="1240" y="876"/>
                  <a:pt x="1236" y="879"/>
                  <a:pt x="1236" y="884"/>
                </a:cubicBezTo>
                <a:cubicBezTo>
                  <a:pt x="1236" y="889"/>
                  <a:pt x="1240" y="893"/>
                  <a:pt x="1245" y="893"/>
                </a:cubicBezTo>
                <a:cubicBezTo>
                  <a:pt x="1250" y="893"/>
                  <a:pt x="1253" y="889"/>
                  <a:pt x="1253" y="884"/>
                </a:cubicBezTo>
                <a:close/>
                <a:moveTo>
                  <a:pt x="1279" y="884"/>
                </a:moveTo>
                <a:cubicBezTo>
                  <a:pt x="1279" y="879"/>
                  <a:pt x="1275" y="876"/>
                  <a:pt x="1271" y="876"/>
                </a:cubicBezTo>
                <a:cubicBezTo>
                  <a:pt x="1266" y="876"/>
                  <a:pt x="1262" y="879"/>
                  <a:pt x="1262" y="884"/>
                </a:cubicBezTo>
                <a:cubicBezTo>
                  <a:pt x="1262" y="889"/>
                  <a:pt x="1266" y="893"/>
                  <a:pt x="1271" y="893"/>
                </a:cubicBezTo>
                <a:cubicBezTo>
                  <a:pt x="1275" y="893"/>
                  <a:pt x="1279" y="889"/>
                  <a:pt x="1279" y="884"/>
                </a:cubicBezTo>
                <a:close/>
                <a:moveTo>
                  <a:pt x="1305" y="884"/>
                </a:moveTo>
                <a:cubicBezTo>
                  <a:pt x="1305" y="879"/>
                  <a:pt x="1301" y="876"/>
                  <a:pt x="1296" y="876"/>
                </a:cubicBezTo>
                <a:cubicBezTo>
                  <a:pt x="1292" y="876"/>
                  <a:pt x="1288" y="879"/>
                  <a:pt x="1288" y="884"/>
                </a:cubicBezTo>
                <a:cubicBezTo>
                  <a:pt x="1288" y="889"/>
                  <a:pt x="1292" y="893"/>
                  <a:pt x="1296" y="893"/>
                </a:cubicBezTo>
                <a:cubicBezTo>
                  <a:pt x="1301" y="893"/>
                  <a:pt x="1305" y="889"/>
                  <a:pt x="1305" y="884"/>
                </a:cubicBezTo>
                <a:close/>
                <a:moveTo>
                  <a:pt x="1331" y="884"/>
                </a:moveTo>
                <a:cubicBezTo>
                  <a:pt x="1331" y="879"/>
                  <a:pt x="1327" y="876"/>
                  <a:pt x="1322" y="876"/>
                </a:cubicBezTo>
                <a:cubicBezTo>
                  <a:pt x="1317" y="876"/>
                  <a:pt x="1314" y="879"/>
                  <a:pt x="1314" y="884"/>
                </a:cubicBezTo>
                <a:cubicBezTo>
                  <a:pt x="1314" y="889"/>
                  <a:pt x="1317" y="893"/>
                  <a:pt x="1322" y="893"/>
                </a:cubicBezTo>
                <a:cubicBezTo>
                  <a:pt x="1327" y="893"/>
                  <a:pt x="1331" y="889"/>
                  <a:pt x="1331" y="884"/>
                </a:cubicBezTo>
                <a:close/>
                <a:moveTo>
                  <a:pt x="1356" y="884"/>
                </a:moveTo>
                <a:cubicBezTo>
                  <a:pt x="1356" y="879"/>
                  <a:pt x="1353" y="876"/>
                  <a:pt x="1348" y="876"/>
                </a:cubicBezTo>
                <a:cubicBezTo>
                  <a:pt x="1343" y="876"/>
                  <a:pt x="1339" y="879"/>
                  <a:pt x="1339" y="884"/>
                </a:cubicBezTo>
                <a:cubicBezTo>
                  <a:pt x="1339" y="889"/>
                  <a:pt x="1343" y="893"/>
                  <a:pt x="1348" y="893"/>
                </a:cubicBezTo>
                <a:cubicBezTo>
                  <a:pt x="1353" y="893"/>
                  <a:pt x="1356" y="889"/>
                  <a:pt x="1356" y="884"/>
                </a:cubicBezTo>
                <a:close/>
                <a:moveTo>
                  <a:pt x="1382" y="884"/>
                </a:moveTo>
                <a:cubicBezTo>
                  <a:pt x="1382" y="879"/>
                  <a:pt x="1378" y="876"/>
                  <a:pt x="1374" y="876"/>
                </a:cubicBezTo>
                <a:cubicBezTo>
                  <a:pt x="1369" y="876"/>
                  <a:pt x="1365" y="879"/>
                  <a:pt x="1365" y="884"/>
                </a:cubicBezTo>
                <a:cubicBezTo>
                  <a:pt x="1365" y="889"/>
                  <a:pt x="1369" y="893"/>
                  <a:pt x="1374" y="893"/>
                </a:cubicBezTo>
                <a:cubicBezTo>
                  <a:pt x="1378" y="893"/>
                  <a:pt x="1382" y="889"/>
                  <a:pt x="1382" y="884"/>
                </a:cubicBezTo>
                <a:close/>
                <a:moveTo>
                  <a:pt x="1408" y="884"/>
                </a:moveTo>
                <a:cubicBezTo>
                  <a:pt x="1408" y="879"/>
                  <a:pt x="1404" y="876"/>
                  <a:pt x="1399" y="876"/>
                </a:cubicBezTo>
                <a:cubicBezTo>
                  <a:pt x="1395" y="876"/>
                  <a:pt x="1391" y="879"/>
                  <a:pt x="1391" y="884"/>
                </a:cubicBezTo>
                <a:cubicBezTo>
                  <a:pt x="1391" y="889"/>
                  <a:pt x="1395" y="893"/>
                  <a:pt x="1399" y="893"/>
                </a:cubicBezTo>
                <a:cubicBezTo>
                  <a:pt x="1404" y="893"/>
                  <a:pt x="1408" y="889"/>
                  <a:pt x="1408" y="884"/>
                </a:cubicBezTo>
                <a:close/>
                <a:moveTo>
                  <a:pt x="1434" y="884"/>
                </a:moveTo>
                <a:cubicBezTo>
                  <a:pt x="1434" y="879"/>
                  <a:pt x="1430" y="876"/>
                  <a:pt x="1425" y="876"/>
                </a:cubicBezTo>
                <a:cubicBezTo>
                  <a:pt x="1420" y="876"/>
                  <a:pt x="1417" y="879"/>
                  <a:pt x="1417" y="884"/>
                </a:cubicBezTo>
                <a:cubicBezTo>
                  <a:pt x="1417" y="889"/>
                  <a:pt x="1420" y="893"/>
                  <a:pt x="1425" y="893"/>
                </a:cubicBezTo>
                <a:cubicBezTo>
                  <a:pt x="1430" y="893"/>
                  <a:pt x="1434" y="889"/>
                  <a:pt x="1434" y="884"/>
                </a:cubicBezTo>
                <a:close/>
                <a:moveTo>
                  <a:pt x="1459" y="884"/>
                </a:moveTo>
                <a:cubicBezTo>
                  <a:pt x="1459" y="879"/>
                  <a:pt x="1456" y="876"/>
                  <a:pt x="1451" y="876"/>
                </a:cubicBezTo>
                <a:cubicBezTo>
                  <a:pt x="1446" y="876"/>
                  <a:pt x="1442" y="879"/>
                  <a:pt x="1442" y="884"/>
                </a:cubicBezTo>
                <a:cubicBezTo>
                  <a:pt x="1442" y="889"/>
                  <a:pt x="1446" y="893"/>
                  <a:pt x="1451" y="893"/>
                </a:cubicBezTo>
                <a:cubicBezTo>
                  <a:pt x="1456" y="893"/>
                  <a:pt x="1459" y="889"/>
                  <a:pt x="1459" y="884"/>
                </a:cubicBezTo>
                <a:close/>
                <a:moveTo>
                  <a:pt x="1485" y="884"/>
                </a:moveTo>
                <a:cubicBezTo>
                  <a:pt x="1485" y="879"/>
                  <a:pt x="1481" y="876"/>
                  <a:pt x="1477" y="876"/>
                </a:cubicBezTo>
                <a:cubicBezTo>
                  <a:pt x="1472" y="876"/>
                  <a:pt x="1468" y="879"/>
                  <a:pt x="1468" y="884"/>
                </a:cubicBezTo>
                <a:cubicBezTo>
                  <a:pt x="1468" y="889"/>
                  <a:pt x="1472" y="893"/>
                  <a:pt x="1477" y="893"/>
                </a:cubicBezTo>
                <a:cubicBezTo>
                  <a:pt x="1481" y="893"/>
                  <a:pt x="1485" y="889"/>
                  <a:pt x="1485" y="884"/>
                </a:cubicBezTo>
                <a:close/>
                <a:moveTo>
                  <a:pt x="1511" y="884"/>
                </a:moveTo>
                <a:cubicBezTo>
                  <a:pt x="1511" y="879"/>
                  <a:pt x="1507" y="876"/>
                  <a:pt x="1502" y="876"/>
                </a:cubicBezTo>
                <a:cubicBezTo>
                  <a:pt x="1498" y="876"/>
                  <a:pt x="1494" y="879"/>
                  <a:pt x="1494" y="884"/>
                </a:cubicBezTo>
                <a:cubicBezTo>
                  <a:pt x="1494" y="889"/>
                  <a:pt x="1498" y="893"/>
                  <a:pt x="1502" y="893"/>
                </a:cubicBezTo>
                <a:cubicBezTo>
                  <a:pt x="1507" y="893"/>
                  <a:pt x="1511" y="889"/>
                  <a:pt x="1511" y="884"/>
                </a:cubicBezTo>
                <a:close/>
                <a:moveTo>
                  <a:pt x="1537" y="884"/>
                </a:moveTo>
                <a:cubicBezTo>
                  <a:pt x="1537" y="879"/>
                  <a:pt x="1533" y="876"/>
                  <a:pt x="1528" y="876"/>
                </a:cubicBezTo>
                <a:cubicBezTo>
                  <a:pt x="1523" y="876"/>
                  <a:pt x="1520" y="879"/>
                  <a:pt x="1520" y="884"/>
                </a:cubicBezTo>
                <a:cubicBezTo>
                  <a:pt x="1520" y="889"/>
                  <a:pt x="1523" y="893"/>
                  <a:pt x="1528" y="893"/>
                </a:cubicBezTo>
                <a:cubicBezTo>
                  <a:pt x="1533" y="893"/>
                  <a:pt x="1537" y="889"/>
                  <a:pt x="1537" y="884"/>
                </a:cubicBezTo>
                <a:close/>
                <a:moveTo>
                  <a:pt x="1588" y="884"/>
                </a:moveTo>
                <a:cubicBezTo>
                  <a:pt x="1588" y="879"/>
                  <a:pt x="1584" y="876"/>
                  <a:pt x="1580" y="876"/>
                </a:cubicBezTo>
                <a:cubicBezTo>
                  <a:pt x="1575" y="876"/>
                  <a:pt x="1571" y="879"/>
                  <a:pt x="1571" y="884"/>
                </a:cubicBezTo>
                <a:cubicBezTo>
                  <a:pt x="1571" y="889"/>
                  <a:pt x="1575" y="893"/>
                  <a:pt x="1580" y="893"/>
                </a:cubicBezTo>
                <a:cubicBezTo>
                  <a:pt x="1584" y="893"/>
                  <a:pt x="1588" y="889"/>
                  <a:pt x="1588" y="884"/>
                </a:cubicBezTo>
                <a:close/>
                <a:moveTo>
                  <a:pt x="1614" y="884"/>
                </a:moveTo>
                <a:cubicBezTo>
                  <a:pt x="1614" y="879"/>
                  <a:pt x="1610" y="876"/>
                  <a:pt x="1605" y="876"/>
                </a:cubicBezTo>
                <a:cubicBezTo>
                  <a:pt x="1601" y="876"/>
                  <a:pt x="1597" y="879"/>
                  <a:pt x="1597" y="884"/>
                </a:cubicBezTo>
                <a:cubicBezTo>
                  <a:pt x="1597" y="889"/>
                  <a:pt x="1601" y="893"/>
                  <a:pt x="1605" y="893"/>
                </a:cubicBezTo>
                <a:cubicBezTo>
                  <a:pt x="1610" y="893"/>
                  <a:pt x="1614" y="889"/>
                  <a:pt x="1614" y="884"/>
                </a:cubicBezTo>
                <a:close/>
                <a:moveTo>
                  <a:pt x="1640" y="884"/>
                </a:moveTo>
                <a:cubicBezTo>
                  <a:pt x="1640" y="879"/>
                  <a:pt x="1636" y="876"/>
                  <a:pt x="1631" y="876"/>
                </a:cubicBezTo>
                <a:cubicBezTo>
                  <a:pt x="1626" y="876"/>
                  <a:pt x="1623" y="879"/>
                  <a:pt x="1623" y="884"/>
                </a:cubicBezTo>
                <a:cubicBezTo>
                  <a:pt x="1623" y="889"/>
                  <a:pt x="1626" y="893"/>
                  <a:pt x="1631" y="893"/>
                </a:cubicBezTo>
                <a:cubicBezTo>
                  <a:pt x="1636" y="893"/>
                  <a:pt x="1640" y="889"/>
                  <a:pt x="1640" y="884"/>
                </a:cubicBezTo>
                <a:close/>
                <a:moveTo>
                  <a:pt x="1666" y="884"/>
                </a:moveTo>
                <a:cubicBezTo>
                  <a:pt x="1666" y="879"/>
                  <a:pt x="1662" y="876"/>
                  <a:pt x="1657" y="876"/>
                </a:cubicBezTo>
                <a:cubicBezTo>
                  <a:pt x="1652" y="876"/>
                  <a:pt x="1648" y="879"/>
                  <a:pt x="1648" y="884"/>
                </a:cubicBezTo>
                <a:cubicBezTo>
                  <a:pt x="1648" y="889"/>
                  <a:pt x="1652" y="893"/>
                  <a:pt x="1657" y="893"/>
                </a:cubicBezTo>
                <a:cubicBezTo>
                  <a:pt x="1662" y="893"/>
                  <a:pt x="1666" y="889"/>
                  <a:pt x="1666" y="884"/>
                </a:cubicBezTo>
                <a:close/>
                <a:moveTo>
                  <a:pt x="1691" y="884"/>
                </a:moveTo>
                <a:cubicBezTo>
                  <a:pt x="1691" y="879"/>
                  <a:pt x="1687" y="876"/>
                  <a:pt x="1683" y="876"/>
                </a:cubicBezTo>
                <a:cubicBezTo>
                  <a:pt x="1678" y="876"/>
                  <a:pt x="1674" y="879"/>
                  <a:pt x="1674" y="884"/>
                </a:cubicBezTo>
                <a:cubicBezTo>
                  <a:pt x="1674" y="889"/>
                  <a:pt x="1678" y="893"/>
                  <a:pt x="1683" y="893"/>
                </a:cubicBezTo>
                <a:cubicBezTo>
                  <a:pt x="1687" y="893"/>
                  <a:pt x="1691" y="889"/>
                  <a:pt x="1691" y="884"/>
                </a:cubicBezTo>
                <a:close/>
                <a:moveTo>
                  <a:pt x="1794" y="884"/>
                </a:moveTo>
                <a:cubicBezTo>
                  <a:pt x="1794" y="879"/>
                  <a:pt x="1791" y="876"/>
                  <a:pt x="1786" y="876"/>
                </a:cubicBezTo>
                <a:cubicBezTo>
                  <a:pt x="1781" y="876"/>
                  <a:pt x="1777" y="879"/>
                  <a:pt x="1777" y="884"/>
                </a:cubicBezTo>
                <a:cubicBezTo>
                  <a:pt x="1777" y="889"/>
                  <a:pt x="1781" y="893"/>
                  <a:pt x="1786" y="893"/>
                </a:cubicBezTo>
                <a:cubicBezTo>
                  <a:pt x="1791" y="893"/>
                  <a:pt x="1794" y="889"/>
                  <a:pt x="1794" y="884"/>
                </a:cubicBezTo>
                <a:close/>
                <a:moveTo>
                  <a:pt x="1820" y="884"/>
                </a:moveTo>
                <a:cubicBezTo>
                  <a:pt x="1820" y="879"/>
                  <a:pt x="1816" y="876"/>
                  <a:pt x="1812" y="876"/>
                </a:cubicBezTo>
                <a:cubicBezTo>
                  <a:pt x="1807" y="876"/>
                  <a:pt x="1803" y="879"/>
                  <a:pt x="1803" y="884"/>
                </a:cubicBezTo>
                <a:cubicBezTo>
                  <a:pt x="1803" y="889"/>
                  <a:pt x="1807" y="893"/>
                  <a:pt x="1812" y="893"/>
                </a:cubicBezTo>
                <a:cubicBezTo>
                  <a:pt x="1816" y="893"/>
                  <a:pt x="1820" y="889"/>
                  <a:pt x="1820" y="884"/>
                </a:cubicBezTo>
                <a:close/>
                <a:moveTo>
                  <a:pt x="1846" y="884"/>
                </a:moveTo>
                <a:cubicBezTo>
                  <a:pt x="1846" y="879"/>
                  <a:pt x="1842" y="876"/>
                  <a:pt x="1837" y="876"/>
                </a:cubicBezTo>
                <a:cubicBezTo>
                  <a:pt x="1833" y="876"/>
                  <a:pt x="1829" y="879"/>
                  <a:pt x="1829" y="884"/>
                </a:cubicBezTo>
                <a:cubicBezTo>
                  <a:pt x="1829" y="889"/>
                  <a:pt x="1833" y="893"/>
                  <a:pt x="1837" y="893"/>
                </a:cubicBezTo>
                <a:cubicBezTo>
                  <a:pt x="1842" y="893"/>
                  <a:pt x="1846" y="889"/>
                  <a:pt x="1846" y="884"/>
                </a:cubicBezTo>
                <a:close/>
                <a:moveTo>
                  <a:pt x="1872" y="884"/>
                </a:moveTo>
                <a:cubicBezTo>
                  <a:pt x="1872" y="879"/>
                  <a:pt x="1868" y="876"/>
                  <a:pt x="1863" y="876"/>
                </a:cubicBezTo>
                <a:cubicBezTo>
                  <a:pt x="1858" y="876"/>
                  <a:pt x="1854" y="879"/>
                  <a:pt x="1854" y="884"/>
                </a:cubicBezTo>
                <a:cubicBezTo>
                  <a:pt x="1854" y="889"/>
                  <a:pt x="1858" y="893"/>
                  <a:pt x="1863" y="893"/>
                </a:cubicBezTo>
                <a:cubicBezTo>
                  <a:pt x="1868" y="893"/>
                  <a:pt x="1872" y="889"/>
                  <a:pt x="1872" y="884"/>
                </a:cubicBezTo>
                <a:close/>
                <a:moveTo>
                  <a:pt x="1897" y="884"/>
                </a:moveTo>
                <a:cubicBezTo>
                  <a:pt x="1897" y="879"/>
                  <a:pt x="1894" y="876"/>
                  <a:pt x="1889" y="876"/>
                </a:cubicBezTo>
                <a:cubicBezTo>
                  <a:pt x="1884" y="876"/>
                  <a:pt x="1880" y="879"/>
                  <a:pt x="1880" y="884"/>
                </a:cubicBezTo>
                <a:cubicBezTo>
                  <a:pt x="1880" y="889"/>
                  <a:pt x="1884" y="893"/>
                  <a:pt x="1889" y="893"/>
                </a:cubicBezTo>
                <a:cubicBezTo>
                  <a:pt x="1894" y="893"/>
                  <a:pt x="1897" y="889"/>
                  <a:pt x="1897" y="884"/>
                </a:cubicBezTo>
                <a:close/>
                <a:moveTo>
                  <a:pt x="1923" y="884"/>
                </a:moveTo>
                <a:cubicBezTo>
                  <a:pt x="1923" y="879"/>
                  <a:pt x="1919" y="876"/>
                  <a:pt x="1915" y="876"/>
                </a:cubicBezTo>
                <a:cubicBezTo>
                  <a:pt x="1910" y="876"/>
                  <a:pt x="1906" y="879"/>
                  <a:pt x="1906" y="884"/>
                </a:cubicBezTo>
                <a:cubicBezTo>
                  <a:pt x="1906" y="889"/>
                  <a:pt x="1910" y="893"/>
                  <a:pt x="1915" y="893"/>
                </a:cubicBezTo>
                <a:cubicBezTo>
                  <a:pt x="1919" y="893"/>
                  <a:pt x="1923" y="889"/>
                  <a:pt x="1923" y="884"/>
                </a:cubicBezTo>
                <a:close/>
                <a:moveTo>
                  <a:pt x="1949" y="884"/>
                </a:moveTo>
                <a:cubicBezTo>
                  <a:pt x="1949" y="879"/>
                  <a:pt x="1945" y="876"/>
                  <a:pt x="1940" y="876"/>
                </a:cubicBezTo>
                <a:cubicBezTo>
                  <a:pt x="1936" y="876"/>
                  <a:pt x="1932" y="879"/>
                  <a:pt x="1932" y="884"/>
                </a:cubicBezTo>
                <a:cubicBezTo>
                  <a:pt x="1932" y="889"/>
                  <a:pt x="1936" y="893"/>
                  <a:pt x="1940" y="893"/>
                </a:cubicBezTo>
                <a:cubicBezTo>
                  <a:pt x="1945" y="893"/>
                  <a:pt x="1949" y="889"/>
                  <a:pt x="1949" y="884"/>
                </a:cubicBezTo>
                <a:close/>
                <a:moveTo>
                  <a:pt x="2000" y="884"/>
                </a:moveTo>
                <a:cubicBezTo>
                  <a:pt x="2000" y="879"/>
                  <a:pt x="1997" y="876"/>
                  <a:pt x="1992" y="876"/>
                </a:cubicBezTo>
                <a:cubicBezTo>
                  <a:pt x="1987" y="876"/>
                  <a:pt x="1983" y="879"/>
                  <a:pt x="1983" y="884"/>
                </a:cubicBezTo>
                <a:cubicBezTo>
                  <a:pt x="1983" y="889"/>
                  <a:pt x="1987" y="893"/>
                  <a:pt x="1992" y="893"/>
                </a:cubicBezTo>
                <a:cubicBezTo>
                  <a:pt x="1997" y="893"/>
                  <a:pt x="2000" y="889"/>
                  <a:pt x="2000" y="884"/>
                </a:cubicBezTo>
                <a:close/>
                <a:moveTo>
                  <a:pt x="2026" y="884"/>
                </a:moveTo>
                <a:cubicBezTo>
                  <a:pt x="2026" y="879"/>
                  <a:pt x="2022" y="876"/>
                  <a:pt x="2018" y="876"/>
                </a:cubicBezTo>
                <a:cubicBezTo>
                  <a:pt x="2013" y="876"/>
                  <a:pt x="2009" y="879"/>
                  <a:pt x="2009" y="884"/>
                </a:cubicBezTo>
                <a:cubicBezTo>
                  <a:pt x="2009" y="889"/>
                  <a:pt x="2013" y="893"/>
                  <a:pt x="2018" y="893"/>
                </a:cubicBezTo>
                <a:cubicBezTo>
                  <a:pt x="2022" y="893"/>
                  <a:pt x="2026" y="889"/>
                  <a:pt x="2026" y="884"/>
                </a:cubicBezTo>
                <a:close/>
                <a:moveTo>
                  <a:pt x="2052" y="884"/>
                </a:moveTo>
                <a:cubicBezTo>
                  <a:pt x="2052" y="879"/>
                  <a:pt x="2048" y="876"/>
                  <a:pt x="2043" y="876"/>
                </a:cubicBezTo>
                <a:cubicBezTo>
                  <a:pt x="2039" y="876"/>
                  <a:pt x="2035" y="879"/>
                  <a:pt x="2035" y="884"/>
                </a:cubicBezTo>
                <a:cubicBezTo>
                  <a:pt x="2035" y="889"/>
                  <a:pt x="2039" y="893"/>
                  <a:pt x="2043" y="893"/>
                </a:cubicBezTo>
                <a:cubicBezTo>
                  <a:pt x="2048" y="893"/>
                  <a:pt x="2052" y="889"/>
                  <a:pt x="2052" y="884"/>
                </a:cubicBezTo>
                <a:close/>
                <a:moveTo>
                  <a:pt x="2078" y="884"/>
                </a:moveTo>
                <a:cubicBezTo>
                  <a:pt x="2078" y="879"/>
                  <a:pt x="2074" y="876"/>
                  <a:pt x="2069" y="876"/>
                </a:cubicBezTo>
                <a:cubicBezTo>
                  <a:pt x="2064" y="876"/>
                  <a:pt x="2061" y="879"/>
                  <a:pt x="2061" y="884"/>
                </a:cubicBezTo>
                <a:cubicBezTo>
                  <a:pt x="2061" y="889"/>
                  <a:pt x="2064" y="893"/>
                  <a:pt x="2069" y="893"/>
                </a:cubicBezTo>
                <a:cubicBezTo>
                  <a:pt x="2074" y="893"/>
                  <a:pt x="2078" y="889"/>
                  <a:pt x="2078" y="884"/>
                </a:cubicBezTo>
                <a:close/>
                <a:moveTo>
                  <a:pt x="2103" y="884"/>
                </a:moveTo>
                <a:cubicBezTo>
                  <a:pt x="2103" y="879"/>
                  <a:pt x="2100" y="876"/>
                  <a:pt x="2095" y="876"/>
                </a:cubicBezTo>
                <a:cubicBezTo>
                  <a:pt x="2090" y="876"/>
                  <a:pt x="2086" y="879"/>
                  <a:pt x="2086" y="884"/>
                </a:cubicBezTo>
                <a:cubicBezTo>
                  <a:pt x="2086" y="889"/>
                  <a:pt x="2090" y="893"/>
                  <a:pt x="2095" y="893"/>
                </a:cubicBezTo>
                <a:cubicBezTo>
                  <a:pt x="2100" y="893"/>
                  <a:pt x="2103" y="889"/>
                  <a:pt x="2103" y="884"/>
                </a:cubicBezTo>
                <a:close/>
                <a:moveTo>
                  <a:pt x="2129" y="884"/>
                </a:moveTo>
                <a:cubicBezTo>
                  <a:pt x="2129" y="879"/>
                  <a:pt x="2125" y="876"/>
                  <a:pt x="2121" y="876"/>
                </a:cubicBezTo>
                <a:cubicBezTo>
                  <a:pt x="2116" y="876"/>
                  <a:pt x="2112" y="879"/>
                  <a:pt x="2112" y="884"/>
                </a:cubicBezTo>
                <a:cubicBezTo>
                  <a:pt x="2112" y="889"/>
                  <a:pt x="2116" y="893"/>
                  <a:pt x="2121" y="893"/>
                </a:cubicBezTo>
                <a:cubicBezTo>
                  <a:pt x="2125" y="893"/>
                  <a:pt x="2129" y="889"/>
                  <a:pt x="2129" y="884"/>
                </a:cubicBezTo>
                <a:close/>
                <a:moveTo>
                  <a:pt x="2207" y="884"/>
                </a:moveTo>
                <a:cubicBezTo>
                  <a:pt x="2207" y="879"/>
                  <a:pt x="2203" y="876"/>
                  <a:pt x="2198" y="876"/>
                </a:cubicBezTo>
                <a:cubicBezTo>
                  <a:pt x="2193" y="876"/>
                  <a:pt x="2189" y="879"/>
                  <a:pt x="2189" y="884"/>
                </a:cubicBezTo>
                <a:cubicBezTo>
                  <a:pt x="2189" y="889"/>
                  <a:pt x="2193" y="893"/>
                  <a:pt x="2198" y="893"/>
                </a:cubicBezTo>
                <a:cubicBezTo>
                  <a:pt x="2203" y="893"/>
                  <a:pt x="2207" y="889"/>
                  <a:pt x="2207" y="884"/>
                </a:cubicBezTo>
                <a:close/>
                <a:moveTo>
                  <a:pt x="69" y="910"/>
                </a:moveTo>
                <a:cubicBezTo>
                  <a:pt x="69" y="905"/>
                  <a:pt x="65" y="901"/>
                  <a:pt x="60" y="901"/>
                </a:cubicBezTo>
                <a:cubicBezTo>
                  <a:pt x="55" y="901"/>
                  <a:pt x="51" y="905"/>
                  <a:pt x="51" y="910"/>
                </a:cubicBezTo>
                <a:cubicBezTo>
                  <a:pt x="51" y="915"/>
                  <a:pt x="55" y="918"/>
                  <a:pt x="60" y="918"/>
                </a:cubicBezTo>
                <a:cubicBezTo>
                  <a:pt x="65" y="918"/>
                  <a:pt x="69" y="915"/>
                  <a:pt x="69" y="910"/>
                </a:cubicBezTo>
                <a:close/>
                <a:moveTo>
                  <a:pt x="94" y="910"/>
                </a:moveTo>
                <a:cubicBezTo>
                  <a:pt x="94" y="905"/>
                  <a:pt x="90" y="901"/>
                  <a:pt x="86" y="901"/>
                </a:cubicBezTo>
                <a:cubicBezTo>
                  <a:pt x="81" y="901"/>
                  <a:pt x="77" y="905"/>
                  <a:pt x="77" y="910"/>
                </a:cubicBezTo>
                <a:cubicBezTo>
                  <a:pt x="77" y="915"/>
                  <a:pt x="81" y="918"/>
                  <a:pt x="86" y="918"/>
                </a:cubicBezTo>
                <a:cubicBezTo>
                  <a:pt x="90" y="918"/>
                  <a:pt x="94" y="915"/>
                  <a:pt x="94" y="910"/>
                </a:cubicBezTo>
                <a:close/>
                <a:moveTo>
                  <a:pt x="481" y="910"/>
                </a:moveTo>
                <a:cubicBezTo>
                  <a:pt x="481" y="905"/>
                  <a:pt x="477" y="901"/>
                  <a:pt x="472" y="901"/>
                </a:cubicBezTo>
                <a:cubicBezTo>
                  <a:pt x="467" y="901"/>
                  <a:pt x="463" y="905"/>
                  <a:pt x="463" y="910"/>
                </a:cubicBezTo>
                <a:cubicBezTo>
                  <a:pt x="463" y="915"/>
                  <a:pt x="467" y="918"/>
                  <a:pt x="472" y="918"/>
                </a:cubicBezTo>
                <a:cubicBezTo>
                  <a:pt x="477" y="918"/>
                  <a:pt x="481" y="915"/>
                  <a:pt x="481" y="910"/>
                </a:cubicBezTo>
                <a:close/>
                <a:moveTo>
                  <a:pt x="506" y="910"/>
                </a:moveTo>
                <a:cubicBezTo>
                  <a:pt x="506" y="905"/>
                  <a:pt x="503" y="901"/>
                  <a:pt x="498" y="901"/>
                </a:cubicBezTo>
                <a:cubicBezTo>
                  <a:pt x="493" y="901"/>
                  <a:pt x="489" y="905"/>
                  <a:pt x="489" y="910"/>
                </a:cubicBezTo>
                <a:cubicBezTo>
                  <a:pt x="489" y="915"/>
                  <a:pt x="493" y="918"/>
                  <a:pt x="498" y="918"/>
                </a:cubicBezTo>
                <a:cubicBezTo>
                  <a:pt x="503" y="918"/>
                  <a:pt x="506" y="915"/>
                  <a:pt x="506" y="910"/>
                </a:cubicBezTo>
                <a:close/>
                <a:moveTo>
                  <a:pt x="532" y="910"/>
                </a:moveTo>
                <a:cubicBezTo>
                  <a:pt x="532" y="905"/>
                  <a:pt x="528" y="901"/>
                  <a:pt x="524" y="901"/>
                </a:cubicBezTo>
                <a:cubicBezTo>
                  <a:pt x="519" y="901"/>
                  <a:pt x="515" y="905"/>
                  <a:pt x="515" y="910"/>
                </a:cubicBezTo>
                <a:cubicBezTo>
                  <a:pt x="515" y="915"/>
                  <a:pt x="519" y="918"/>
                  <a:pt x="524" y="918"/>
                </a:cubicBezTo>
                <a:cubicBezTo>
                  <a:pt x="528" y="918"/>
                  <a:pt x="532" y="915"/>
                  <a:pt x="532" y="910"/>
                </a:cubicBezTo>
                <a:close/>
                <a:moveTo>
                  <a:pt x="584" y="910"/>
                </a:moveTo>
                <a:cubicBezTo>
                  <a:pt x="584" y="905"/>
                  <a:pt x="580" y="901"/>
                  <a:pt x="575" y="901"/>
                </a:cubicBezTo>
                <a:cubicBezTo>
                  <a:pt x="570" y="901"/>
                  <a:pt x="567" y="905"/>
                  <a:pt x="567" y="910"/>
                </a:cubicBezTo>
                <a:cubicBezTo>
                  <a:pt x="567" y="915"/>
                  <a:pt x="570" y="918"/>
                  <a:pt x="575" y="918"/>
                </a:cubicBezTo>
                <a:cubicBezTo>
                  <a:pt x="580" y="918"/>
                  <a:pt x="584" y="915"/>
                  <a:pt x="584" y="910"/>
                </a:cubicBezTo>
                <a:close/>
                <a:moveTo>
                  <a:pt x="1150" y="910"/>
                </a:moveTo>
                <a:cubicBezTo>
                  <a:pt x="1150" y="905"/>
                  <a:pt x="1147" y="901"/>
                  <a:pt x="1142" y="901"/>
                </a:cubicBezTo>
                <a:cubicBezTo>
                  <a:pt x="1137" y="901"/>
                  <a:pt x="1133" y="905"/>
                  <a:pt x="1133" y="910"/>
                </a:cubicBezTo>
                <a:cubicBezTo>
                  <a:pt x="1133" y="915"/>
                  <a:pt x="1137" y="918"/>
                  <a:pt x="1142" y="918"/>
                </a:cubicBezTo>
                <a:cubicBezTo>
                  <a:pt x="1147" y="918"/>
                  <a:pt x="1150" y="915"/>
                  <a:pt x="1150" y="910"/>
                </a:cubicBezTo>
                <a:close/>
                <a:moveTo>
                  <a:pt x="1176" y="910"/>
                </a:moveTo>
                <a:cubicBezTo>
                  <a:pt x="1176" y="905"/>
                  <a:pt x="1172" y="901"/>
                  <a:pt x="1168" y="901"/>
                </a:cubicBezTo>
                <a:cubicBezTo>
                  <a:pt x="1163" y="901"/>
                  <a:pt x="1159" y="905"/>
                  <a:pt x="1159" y="910"/>
                </a:cubicBezTo>
                <a:cubicBezTo>
                  <a:pt x="1159" y="915"/>
                  <a:pt x="1163" y="918"/>
                  <a:pt x="1168" y="918"/>
                </a:cubicBezTo>
                <a:cubicBezTo>
                  <a:pt x="1172" y="918"/>
                  <a:pt x="1176" y="915"/>
                  <a:pt x="1176" y="910"/>
                </a:cubicBezTo>
                <a:close/>
                <a:moveTo>
                  <a:pt x="1202" y="910"/>
                </a:moveTo>
                <a:cubicBezTo>
                  <a:pt x="1202" y="905"/>
                  <a:pt x="1198" y="901"/>
                  <a:pt x="1193" y="901"/>
                </a:cubicBezTo>
                <a:cubicBezTo>
                  <a:pt x="1189" y="901"/>
                  <a:pt x="1185" y="905"/>
                  <a:pt x="1185" y="910"/>
                </a:cubicBezTo>
                <a:cubicBezTo>
                  <a:pt x="1185" y="915"/>
                  <a:pt x="1189" y="918"/>
                  <a:pt x="1193" y="918"/>
                </a:cubicBezTo>
                <a:cubicBezTo>
                  <a:pt x="1198" y="918"/>
                  <a:pt x="1202" y="915"/>
                  <a:pt x="1202" y="910"/>
                </a:cubicBezTo>
                <a:close/>
                <a:moveTo>
                  <a:pt x="1228" y="910"/>
                </a:moveTo>
                <a:cubicBezTo>
                  <a:pt x="1228" y="905"/>
                  <a:pt x="1224" y="901"/>
                  <a:pt x="1219" y="901"/>
                </a:cubicBezTo>
                <a:cubicBezTo>
                  <a:pt x="1214" y="901"/>
                  <a:pt x="1210" y="905"/>
                  <a:pt x="1210" y="910"/>
                </a:cubicBezTo>
                <a:cubicBezTo>
                  <a:pt x="1210" y="915"/>
                  <a:pt x="1214" y="918"/>
                  <a:pt x="1219" y="918"/>
                </a:cubicBezTo>
                <a:cubicBezTo>
                  <a:pt x="1224" y="918"/>
                  <a:pt x="1228" y="915"/>
                  <a:pt x="1228" y="910"/>
                </a:cubicBezTo>
                <a:close/>
                <a:moveTo>
                  <a:pt x="1253" y="910"/>
                </a:moveTo>
                <a:cubicBezTo>
                  <a:pt x="1253" y="905"/>
                  <a:pt x="1250" y="901"/>
                  <a:pt x="1245" y="901"/>
                </a:cubicBezTo>
                <a:cubicBezTo>
                  <a:pt x="1240" y="901"/>
                  <a:pt x="1236" y="905"/>
                  <a:pt x="1236" y="910"/>
                </a:cubicBezTo>
                <a:cubicBezTo>
                  <a:pt x="1236" y="915"/>
                  <a:pt x="1240" y="918"/>
                  <a:pt x="1245" y="918"/>
                </a:cubicBezTo>
                <a:cubicBezTo>
                  <a:pt x="1250" y="918"/>
                  <a:pt x="1253" y="915"/>
                  <a:pt x="1253" y="910"/>
                </a:cubicBezTo>
                <a:close/>
                <a:moveTo>
                  <a:pt x="1279" y="910"/>
                </a:moveTo>
                <a:cubicBezTo>
                  <a:pt x="1279" y="905"/>
                  <a:pt x="1275" y="901"/>
                  <a:pt x="1271" y="901"/>
                </a:cubicBezTo>
                <a:cubicBezTo>
                  <a:pt x="1266" y="901"/>
                  <a:pt x="1262" y="905"/>
                  <a:pt x="1262" y="910"/>
                </a:cubicBezTo>
                <a:cubicBezTo>
                  <a:pt x="1262" y="915"/>
                  <a:pt x="1266" y="918"/>
                  <a:pt x="1271" y="918"/>
                </a:cubicBezTo>
                <a:cubicBezTo>
                  <a:pt x="1275" y="918"/>
                  <a:pt x="1279" y="915"/>
                  <a:pt x="1279" y="910"/>
                </a:cubicBezTo>
                <a:close/>
                <a:moveTo>
                  <a:pt x="1305" y="910"/>
                </a:moveTo>
                <a:cubicBezTo>
                  <a:pt x="1305" y="905"/>
                  <a:pt x="1301" y="901"/>
                  <a:pt x="1296" y="901"/>
                </a:cubicBezTo>
                <a:cubicBezTo>
                  <a:pt x="1292" y="901"/>
                  <a:pt x="1288" y="905"/>
                  <a:pt x="1288" y="910"/>
                </a:cubicBezTo>
                <a:cubicBezTo>
                  <a:pt x="1288" y="915"/>
                  <a:pt x="1292" y="918"/>
                  <a:pt x="1296" y="918"/>
                </a:cubicBezTo>
                <a:cubicBezTo>
                  <a:pt x="1301" y="918"/>
                  <a:pt x="1305" y="915"/>
                  <a:pt x="1305" y="910"/>
                </a:cubicBezTo>
                <a:close/>
                <a:moveTo>
                  <a:pt x="1331" y="910"/>
                </a:moveTo>
                <a:cubicBezTo>
                  <a:pt x="1331" y="905"/>
                  <a:pt x="1327" y="901"/>
                  <a:pt x="1322" y="901"/>
                </a:cubicBezTo>
                <a:cubicBezTo>
                  <a:pt x="1317" y="901"/>
                  <a:pt x="1314" y="905"/>
                  <a:pt x="1314" y="910"/>
                </a:cubicBezTo>
                <a:cubicBezTo>
                  <a:pt x="1314" y="915"/>
                  <a:pt x="1317" y="918"/>
                  <a:pt x="1322" y="918"/>
                </a:cubicBezTo>
                <a:cubicBezTo>
                  <a:pt x="1327" y="918"/>
                  <a:pt x="1331" y="915"/>
                  <a:pt x="1331" y="910"/>
                </a:cubicBezTo>
                <a:close/>
                <a:moveTo>
                  <a:pt x="1356" y="910"/>
                </a:moveTo>
                <a:cubicBezTo>
                  <a:pt x="1356" y="905"/>
                  <a:pt x="1353" y="901"/>
                  <a:pt x="1348" y="901"/>
                </a:cubicBezTo>
                <a:cubicBezTo>
                  <a:pt x="1343" y="901"/>
                  <a:pt x="1339" y="905"/>
                  <a:pt x="1339" y="910"/>
                </a:cubicBezTo>
                <a:cubicBezTo>
                  <a:pt x="1339" y="915"/>
                  <a:pt x="1343" y="918"/>
                  <a:pt x="1348" y="918"/>
                </a:cubicBezTo>
                <a:cubicBezTo>
                  <a:pt x="1353" y="918"/>
                  <a:pt x="1356" y="915"/>
                  <a:pt x="1356" y="910"/>
                </a:cubicBezTo>
                <a:close/>
                <a:moveTo>
                  <a:pt x="1382" y="910"/>
                </a:moveTo>
                <a:cubicBezTo>
                  <a:pt x="1382" y="905"/>
                  <a:pt x="1378" y="901"/>
                  <a:pt x="1374" y="901"/>
                </a:cubicBezTo>
                <a:cubicBezTo>
                  <a:pt x="1369" y="901"/>
                  <a:pt x="1365" y="905"/>
                  <a:pt x="1365" y="910"/>
                </a:cubicBezTo>
                <a:cubicBezTo>
                  <a:pt x="1365" y="915"/>
                  <a:pt x="1369" y="918"/>
                  <a:pt x="1374" y="918"/>
                </a:cubicBezTo>
                <a:cubicBezTo>
                  <a:pt x="1378" y="918"/>
                  <a:pt x="1382" y="915"/>
                  <a:pt x="1382" y="910"/>
                </a:cubicBezTo>
                <a:close/>
                <a:moveTo>
                  <a:pt x="1408" y="910"/>
                </a:moveTo>
                <a:cubicBezTo>
                  <a:pt x="1408" y="905"/>
                  <a:pt x="1404" y="901"/>
                  <a:pt x="1399" y="901"/>
                </a:cubicBezTo>
                <a:cubicBezTo>
                  <a:pt x="1395" y="901"/>
                  <a:pt x="1391" y="905"/>
                  <a:pt x="1391" y="910"/>
                </a:cubicBezTo>
                <a:cubicBezTo>
                  <a:pt x="1391" y="915"/>
                  <a:pt x="1395" y="918"/>
                  <a:pt x="1399" y="918"/>
                </a:cubicBezTo>
                <a:cubicBezTo>
                  <a:pt x="1404" y="918"/>
                  <a:pt x="1408" y="915"/>
                  <a:pt x="1408" y="910"/>
                </a:cubicBezTo>
                <a:close/>
                <a:moveTo>
                  <a:pt x="1434" y="910"/>
                </a:moveTo>
                <a:cubicBezTo>
                  <a:pt x="1434" y="905"/>
                  <a:pt x="1430" y="901"/>
                  <a:pt x="1425" y="901"/>
                </a:cubicBezTo>
                <a:cubicBezTo>
                  <a:pt x="1420" y="901"/>
                  <a:pt x="1417" y="905"/>
                  <a:pt x="1417" y="910"/>
                </a:cubicBezTo>
                <a:cubicBezTo>
                  <a:pt x="1417" y="915"/>
                  <a:pt x="1420" y="918"/>
                  <a:pt x="1425" y="918"/>
                </a:cubicBezTo>
                <a:cubicBezTo>
                  <a:pt x="1430" y="918"/>
                  <a:pt x="1434" y="915"/>
                  <a:pt x="1434" y="910"/>
                </a:cubicBezTo>
                <a:close/>
                <a:moveTo>
                  <a:pt x="1459" y="910"/>
                </a:moveTo>
                <a:cubicBezTo>
                  <a:pt x="1459" y="905"/>
                  <a:pt x="1456" y="901"/>
                  <a:pt x="1451" y="901"/>
                </a:cubicBezTo>
                <a:cubicBezTo>
                  <a:pt x="1446" y="901"/>
                  <a:pt x="1442" y="905"/>
                  <a:pt x="1442" y="910"/>
                </a:cubicBezTo>
                <a:cubicBezTo>
                  <a:pt x="1442" y="915"/>
                  <a:pt x="1446" y="918"/>
                  <a:pt x="1451" y="918"/>
                </a:cubicBezTo>
                <a:cubicBezTo>
                  <a:pt x="1456" y="918"/>
                  <a:pt x="1459" y="915"/>
                  <a:pt x="1459" y="910"/>
                </a:cubicBezTo>
                <a:close/>
                <a:moveTo>
                  <a:pt x="1485" y="910"/>
                </a:moveTo>
                <a:cubicBezTo>
                  <a:pt x="1485" y="905"/>
                  <a:pt x="1481" y="901"/>
                  <a:pt x="1477" y="901"/>
                </a:cubicBezTo>
                <a:cubicBezTo>
                  <a:pt x="1472" y="901"/>
                  <a:pt x="1468" y="905"/>
                  <a:pt x="1468" y="910"/>
                </a:cubicBezTo>
                <a:cubicBezTo>
                  <a:pt x="1468" y="915"/>
                  <a:pt x="1472" y="918"/>
                  <a:pt x="1477" y="918"/>
                </a:cubicBezTo>
                <a:cubicBezTo>
                  <a:pt x="1481" y="918"/>
                  <a:pt x="1485" y="915"/>
                  <a:pt x="1485" y="910"/>
                </a:cubicBezTo>
                <a:close/>
                <a:moveTo>
                  <a:pt x="1511" y="910"/>
                </a:moveTo>
                <a:cubicBezTo>
                  <a:pt x="1511" y="905"/>
                  <a:pt x="1507" y="901"/>
                  <a:pt x="1502" y="901"/>
                </a:cubicBezTo>
                <a:cubicBezTo>
                  <a:pt x="1498" y="901"/>
                  <a:pt x="1494" y="905"/>
                  <a:pt x="1494" y="910"/>
                </a:cubicBezTo>
                <a:cubicBezTo>
                  <a:pt x="1494" y="915"/>
                  <a:pt x="1498" y="918"/>
                  <a:pt x="1502" y="918"/>
                </a:cubicBezTo>
                <a:cubicBezTo>
                  <a:pt x="1507" y="918"/>
                  <a:pt x="1511" y="915"/>
                  <a:pt x="1511" y="910"/>
                </a:cubicBezTo>
                <a:close/>
                <a:moveTo>
                  <a:pt x="1537" y="910"/>
                </a:moveTo>
                <a:cubicBezTo>
                  <a:pt x="1537" y="905"/>
                  <a:pt x="1533" y="901"/>
                  <a:pt x="1528" y="901"/>
                </a:cubicBezTo>
                <a:cubicBezTo>
                  <a:pt x="1523" y="901"/>
                  <a:pt x="1520" y="905"/>
                  <a:pt x="1520" y="910"/>
                </a:cubicBezTo>
                <a:cubicBezTo>
                  <a:pt x="1520" y="915"/>
                  <a:pt x="1523" y="918"/>
                  <a:pt x="1528" y="918"/>
                </a:cubicBezTo>
                <a:cubicBezTo>
                  <a:pt x="1533" y="918"/>
                  <a:pt x="1537" y="915"/>
                  <a:pt x="1537" y="910"/>
                </a:cubicBezTo>
                <a:close/>
                <a:moveTo>
                  <a:pt x="1614" y="910"/>
                </a:moveTo>
                <a:cubicBezTo>
                  <a:pt x="1614" y="905"/>
                  <a:pt x="1610" y="901"/>
                  <a:pt x="1605" y="901"/>
                </a:cubicBezTo>
                <a:cubicBezTo>
                  <a:pt x="1601" y="901"/>
                  <a:pt x="1597" y="905"/>
                  <a:pt x="1597" y="910"/>
                </a:cubicBezTo>
                <a:cubicBezTo>
                  <a:pt x="1597" y="915"/>
                  <a:pt x="1601" y="918"/>
                  <a:pt x="1605" y="918"/>
                </a:cubicBezTo>
                <a:cubicBezTo>
                  <a:pt x="1610" y="918"/>
                  <a:pt x="1614" y="915"/>
                  <a:pt x="1614" y="910"/>
                </a:cubicBezTo>
                <a:close/>
                <a:moveTo>
                  <a:pt x="1640" y="910"/>
                </a:moveTo>
                <a:cubicBezTo>
                  <a:pt x="1640" y="905"/>
                  <a:pt x="1636" y="901"/>
                  <a:pt x="1631" y="901"/>
                </a:cubicBezTo>
                <a:cubicBezTo>
                  <a:pt x="1626" y="901"/>
                  <a:pt x="1623" y="905"/>
                  <a:pt x="1623" y="910"/>
                </a:cubicBezTo>
                <a:cubicBezTo>
                  <a:pt x="1623" y="915"/>
                  <a:pt x="1626" y="918"/>
                  <a:pt x="1631" y="918"/>
                </a:cubicBezTo>
                <a:cubicBezTo>
                  <a:pt x="1636" y="918"/>
                  <a:pt x="1640" y="915"/>
                  <a:pt x="1640" y="910"/>
                </a:cubicBezTo>
                <a:close/>
                <a:moveTo>
                  <a:pt x="1666" y="910"/>
                </a:moveTo>
                <a:cubicBezTo>
                  <a:pt x="1666" y="905"/>
                  <a:pt x="1662" y="901"/>
                  <a:pt x="1657" y="901"/>
                </a:cubicBezTo>
                <a:cubicBezTo>
                  <a:pt x="1652" y="901"/>
                  <a:pt x="1648" y="905"/>
                  <a:pt x="1648" y="910"/>
                </a:cubicBezTo>
                <a:cubicBezTo>
                  <a:pt x="1648" y="915"/>
                  <a:pt x="1652" y="918"/>
                  <a:pt x="1657" y="918"/>
                </a:cubicBezTo>
                <a:cubicBezTo>
                  <a:pt x="1662" y="918"/>
                  <a:pt x="1666" y="915"/>
                  <a:pt x="1666" y="910"/>
                </a:cubicBezTo>
                <a:close/>
                <a:moveTo>
                  <a:pt x="1691" y="910"/>
                </a:moveTo>
                <a:cubicBezTo>
                  <a:pt x="1691" y="905"/>
                  <a:pt x="1687" y="901"/>
                  <a:pt x="1683" y="901"/>
                </a:cubicBezTo>
                <a:cubicBezTo>
                  <a:pt x="1678" y="901"/>
                  <a:pt x="1674" y="905"/>
                  <a:pt x="1674" y="910"/>
                </a:cubicBezTo>
                <a:cubicBezTo>
                  <a:pt x="1674" y="915"/>
                  <a:pt x="1678" y="918"/>
                  <a:pt x="1683" y="918"/>
                </a:cubicBezTo>
                <a:cubicBezTo>
                  <a:pt x="1687" y="918"/>
                  <a:pt x="1691" y="915"/>
                  <a:pt x="1691" y="910"/>
                </a:cubicBezTo>
                <a:close/>
                <a:moveTo>
                  <a:pt x="1846" y="910"/>
                </a:moveTo>
                <a:cubicBezTo>
                  <a:pt x="1846" y="905"/>
                  <a:pt x="1842" y="901"/>
                  <a:pt x="1837" y="901"/>
                </a:cubicBezTo>
                <a:cubicBezTo>
                  <a:pt x="1833" y="901"/>
                  <a:pt x="1829" y="905"/>
                  <a:pt x="1829" y="910"/>
                </a:cubicBezTo>
                <a:cubicBezTo>
                  <a:pt x="1829" y="915"/>
                  <a:pt x="1833" y="918"/>
                  <a:pt x="1837" y="918"/>
                </a:cubicBezTo>
                <a:cubicBezTo>
                  <a:pt x="1842" y="918"/>
                  <a:pt x="1846" y="915"/>
                  <a:pt x="1846" y="910"/>
                </a:cubicBezTo>
                <a:close/>
                <a:moveTo>
                  <a:pt x="1872" y="910"/>
                </a:moveTo>
                <a:cubicBezTo>
                  <a:pt x="1872" y="905"/>
                  <a:pt x="1868" y="901"/>
                  <a:pt x="1863" y="901"/>
                </a:cubicBezTo>
                <a:cubicBezTo>
                  <a:pt x="1858" y="901"/>
                  <a:pt x="1854" y="905"/>
                  <a:pt x="1854" y="910"/>
                </a:cubicBezTo>
                <a:cubicBezTo>
                  <a:pt x="1854" y="915"/>
                  <a:pt x="1858" y="918"/>
                  <a:pt x="1863" y="918"/>
                </a:cubicBezTo>
                <a:cubicBezTo>
                  <a:pt x="1868" y="918"/>
                  <a:pt x="1872" y="915"/>
                  <a:pt x="1872" y="910"/>
                </a:cubicBezTo>
                <a:close/>
                <a:moveTo>
                  <a:pt x="1897" y="910"/>
                </a:moveTo>
                <a:cubicBezTo>
                  <a:pt x="1897" y="905"/>
                  <a:pt x="1894" y="901"/>
                  <a:pt x="1889" y="901"/>
                </a:cubicBezTo>
                <a:cubicBezTo>
                  <a:pt x="1884" y="901"/>
                  <a:pt x="1880" y="905"/>
                  <a:pt x="1880" y="910"/>
                </a:cubicBezTo>
                <a:cubicBezTo>
                  <a:pt x="1880" y="915"/>
                  <a:pt x="1884" y="918"/>
                  <a:pt x="1889" y="918"/>
                </a:cubicBezTo>
                <a:cubicBezTo>
                  <a:pt x="1894" y="918"/>
                  <a:pt x="1897" y="915"/>
                  <a:pt x="1897" y="910"/>
                </a:cubicBezTo>
                <a:close/>
                <a:moveTo>
                  <a:pt x="1923" y="910"/>
                </a:moveTo>
                <a:cubicBezTo>
                  <a:pt x="1923" y="905"/>
                  <a:pt x="1919" y="901"/>
                  <a:pt x="1915" y="901"/>
                </a:cubicBezTo>
                <a:cubicBezTo>
                  <a:pt x="1910" y="901"/>
                  <a:pt x="1906" y="905"/>
                  <a:pt x="1906" y="910"/>
                </a:cubicBezTo>
                <a:cubicBezTo>
                  <a:pt x="1906" y="915"/>
                  <a:pt x="1910" y="918"/>
                  <a:pt x="1915" y="918"/>
                </a:cubicBezTo>
                <a:cubicBezTo>
                  <a:pt x="1919" y="918"/>
                  <a:pt x="1923" y="915"/>
                  <a:pt x="1923" y="910"/>
                </a:cubicBezTo>
                <a:close/>
                <a:moveTo>
                  <a:pt x="2000" y="910"/>
                </a:moveTo>
                <a:cubicBezTo>
                  <a:pt x="2000" y="905"/>
                  <a:pt x="1997" y="901"/>
                  <a:pt x="1992" y="901"/>
                </a:cubicBezTo>
                <a:cubicBezTo>
                  <a:pt x="1987" y="901"/>
                  <a:pt x="1983" y="905"/>
                  <a:pt x="1983" y="910"/>
                </a:cubicBezTo>
                <a:cubicBezTo>
                  <a:pt x="1983" y="915"/>
                  <a:pt x="1987" y="918"/>
                  <a:pt x="1992" y="918"/>
                </a:cubicBezTo>
                <a:cubicBezTo>
                  <a:pt x="1997" y="918"/>
                  <a:pt x="2000" y="915"/>
                  <a:pt x="2000" y="910"/>
                </a:cubicBezTo>
                <a:close/>
                <a:moveTo>
                  <a:pt x="2026" y="910"/>
                </a:moveTo>
                <a:cubicBezTo>
                  <a:pt x="2026" y="905"/>
                  <a:pt x="2022" y="901"/>
                  <a:pt x="2018" y="901"/>
                </a:cubicBezTo>
                <a:cubicBezTo>
                  <a:pt x="2013" y="901"/>
                  <a:pt x="2009" y="905"/>
                  <a:pt x="2009" y="910"/>
                </a:cubicBezTo>
                <a:cubicBezTo>
                  <a:pt x="2009" y="915"/>
                  <a:pt x="2013" y="918"/>
                  <a:pt x="2018" y="918"/>
                </a:cubicBezTo>
                <a:cubicBezTo>
                  <a:pt x="2022" y="918"/>
                  <a:pt x="2026" y="915"/>
                  <a:pt x="2026" y="910"/>
                </a:cubicBezTo>
                <a:close/>
                <a:moveTo>
                  <a:pt x="2052" y="910"/>
                </a:moveTo>
                <a:cubicBezTo>
                  <a:pt x="2052" y="905"/>
                  <a:pt x="2048" y="901"/>
                  <a:pt x="2043" y="901"/>
                </a:cubicBezTo>
                <a:cubicBezTo>
                  <a:pt x="2039" y="901"/>
                  <a:pt x="2035" y="905"/>
                  <a:pt x="2035" y="910"/>
                </a:cubicBezTo>
                <a:cubicBezTo>
                  <a:pt x="2035" y="915"/>
                  <a:pt x="2039" y="918"/>
                  <a:pt x="2043" y="918"/>
                </a:cubicBezTo>
                <a:cubicBezTo>
                  <a:pt x="2048" y="918"/>
                  <a:pt x="2052" y="915"/>
                  <a:pt x="2052" y="910"/>
                </a:cubicBezTo>
                <a:close/>
                <a:moveTo>
                  <a:pt x="2078" y="910"/>
                </a:moveTo>
                <a:cubicBezTo>
                  <a:pt x="2078" y="905"/>
                  <a:pt x="2074" y="901"/>
                  <a:pt x="2069" y="901"/>
                </a:cubicBezTo>
                <a:cubicBezTo>
                  <a:pt x="2064" y="901"/>
                  <a:pt x="2061" y="905"/>
                  <a:pt x="2061" y="910"/>
                </a:cubicBezTo>
                <a:cubicBezTo>
                  <a:pt x="2061" y="915"/>
                  <a:pt x="2064" y="918"/>
                  <a:pt x="2069" y="918"/>
                </a:cubicBezTo>
                <a:cubicBezTo>
                  <a:pt x="2074" y="918"/>
                  <a:pt x="2078" y="915"/>
                  <a:pt x="2078" y="910"/>
                </a:cubicBezTo>
                <a:close/>
                <a:moveTo>
                  <a:pt x="120" y="936"/>
                </a:moveTo>
                <a:cubicBezTo>
                  <a:pt x="120" y="931"/>
                  <a:pt x="116" y="927"/>
                  <a:pt x="111" y="927"/>
                </a:cubicBezTo>
                <a:cubicBezTo>
                  <a:pt x="107" y="927"/>
                  <a:pt x="103" y="931"/>
                  <a:pt x="103" y="936"/>
                </a:cubicBezTo>
                <a:cubicBezTo>
                  <a:pt x="103" y="940"/>
                  <a:pt x="107" y="944"/>
                  <a:pt x="111" y="944"/>
                </a:cubicBezTo>
                <a:cubicBezTo>
                  <a:pt x="116" y="944"/>
                  <a:pt x="120" y="940"/>
                  <a:pt x="120" y="936"/>
                </a:cubicBezTo>
                <a:close/>
                <a:moveTo>
                  <a:pt x="506" y="936"/>
                </a:moveTo>
                <a:cubicBezTo>
                  <a:pt x="506" y="931"/>
                  <a:pt x="503" y="927"/>
                  <a:pt x="498" y="927"/>
                </a:cubicBezTo>
                <a:cubicBezTo>
                  <a:pt x="493" y="927"/>
                  <a:pt x="489" y="931"/>
                  <a:pt x="489" y="936"/>
                </a:cubicBezTo>
                <a:cubicBezTo>
                  <a:pt x="489" y="940"/>
                  <a:pt x="493" y="944"/>
                  <a:pt x="498" y="944"/>
                </a:cubicBezTo>
                <a:cubicBezTo>
                  <a:pt x="503" y="944"/>
                  <a:pt x="506" y="940"/>
                  <a:pt x="506" y="936"/>
                </a:cubicBezTo>
                <a:close/>
                <a:moveTo>
                  <a:pt x="532" y="936"/>
                </a:moveTo>
                <a:cubicBezTo>
                  <a:pt x="532" y="931"/>
                  <a:pt x="528" y="927"/>
                  <a:pt x="524" y="927"/>
                </a:cubicBezTo>
                <a:cubicBezTo>
                  <a:pt x="519" y="927"/>
                  <a:pt x="515" y="931"/>
                  <a:pt x="515" y="936"/>
                </a:cubicBezTo>
                <a:cubicBezTo>
                  <a:pt x="515" y="940"/>
                  <a:pt x="519" y="944"/>
                  <a:pt x="524" y="944"/>
                </a:cubicBezTo>
                <a:cubicBezTo>
                  <a:pt x="528" y="944"/>
                  <a:pt x="532" y="940"/>
                  <a:pt x="532" y="936"/>
                </a:cubicBezTo>
                <a:close/>
                <a:moveTo>
                  <a:pt x="558" y="936"/>
                </a:moveTo>
                <a:cubicBezTo>
                  <a:pt x="558" y="931"/>
                  <a:pt x="554" y="927"/>
                  <a:pt x="549" y="927"/>
                </a:cubicBezTo>
                <a:cubicBezTo>
                  <a:pt x="545" y="927"/>
                  <a:pt x="541" y="931"/>
                  <a:pt x="541" y="936"/>
                </a:cubicBezTo>
                <a:cubicBezTo>
                  <a:pt x="541" y="940"/>
                  <a:pt x="545" y="944"/>
                  <a:pt x="549" y="944"/>
                </a:cubicBezTo>
                <a:cubicBezTo>
                  <a:pt x="554" y="944"/>
                  <a:pt x="558" y="940"/>
                  <a:pt x="558" y="936"/>
                </a:cubicBezTo>
                <a:close/>
                <a:moveTo>
                  <a:pt x="584" y="936"/>
                </a:moveTo>
                <a:cubicBezTo>
                  <a:pt x="584" y="931"/>
                  <a:pt x="580" y="927"/>
                  <a:pt x="575" y="927"/>
                </a:cubicBezTo>
                <a:cubicBezTo>
                  <a:pt x="570" y="927"/>
                  <a:pt x="567" y="931"/>
                  <a:pt x="567" y="936"/>
                </a:cubicBezTo>
                <a:cubicBezTo>
                  <a:pt x="567" y="940"/>
                  <a:pt x="570" y="944"/>
                  <a:pt x="575" y="944"/>
                </a:cubicBezTo>
                <a:cubicBezTo>
                  <a:pt x="580" y="944"/>
                  <a:pt x="584" y="940"/>
                  <a:pt x="584" y="936"/>
                </a:cubicBezTo>
                <a:close/>
                <a:moveTo>
                  <a:pt x="609" y="936"/>
                </a:moveTo>
                <a:cubicBezTo>
                  <a:pt x="609" y="931"/>
                  <a:pt x="606" y="927"/>
                  <a:pt x="601" y="927"/>
                </a:cubicBezTo>
                <a:cubicBezTo>
                  <a:pt x="596" y="927"/>
                  <a:pt x="592" y="931"/>
                  <a:pt x="592" y="936"/>
                </a:cubicBezTo>
                <a:cubicBezTo>
                  <a:pt x="592" y="940"/>
                  <a:pt x="596" y="944"/>
                  <a:pt x="601" y="944"/>
                </a:cubicBezTo>
                <a:cubicBezTo>
                  <a:pt x="606" y="944"/>
                  <a:pt x="609" y="940"/>
                  <a:pt x="609" y="936"/>
                </a:cubicBezTo>
                <a:close/>
                <a:moveTo>
                  <a:pt x="635" y="936"/>
                </a:moveTo>
                <a:cubicBezTo>
                  <a:pt x="635" y="931"/>
                  <a:pt x="631" y="927"/>
                  <a:pt x="627" y="927"/>
                </a:cubicBezTo>
                <a:cubicBezTo>
                  <a:pt x="622" y="927"/>
                  <a:pt x="618" y="931"/>
                  <a:pt x="618" y="936"/>
                </a:cubicBezTo>
                <a:cubicBezTo>
                  <a:pt x="618" y="940"/>
                  <a:pt x="622" y="944"/>
                  <a:pt x="627" y="944"/>
                </a:cubicBezTo>
                <a:cubicBezTo>
                  <a:pt x="631" y="944"/>
                  <a:pt x="635" y="940"/>
                  <a:pt x="635" y="936"/>
                </a:cubicBezTo>
                <a:close/>
                <a:moveTo>
                  <a:pt x="1150" y="936"/>
                </a:moveTo>
                <a:cubicBezTo>
                  <a:pt x="1150" y="931"/>
                  <a:pt x="1147" y="927"/>
                  <a:pt x="1142" y="927"/>
                </a:cubicBezTo>
                <a:cubicBezTo>
                  <a:pt x="1137" y="927"/>
                  <a:pt x="1133" y="931"/>
                  <a:pt x="1133" y="936"/>
                </a:cubicBezTo>
                <a:cubicBezTo>
                  <a:pt x="1133" y="940"/>
                  <a:pt x="1137" y="944"/>
                  <a:pt x="1142" y="944"/>
                </a:cubicBezTo>
                <a:cubicBezTo>
                  <a:pt x="1147" y="944"/>
                  <a:pt x="1150" y="940"/>
                  <a:pt x="1150" y="936"/>
                </a:cubicBezTo>
                <a:close/>
                <a:moveTo>
                  <a:pt x="1176" y="936"/>
                </a:moveTo>
                <a:cubicBezTo>
                  <a:pt x="1176" y="931"/>
                  <a:pt x="1172" y="927"/>
                  <a:pt x="1168" y="927"/>
                </a:cubicBezTo>
                <a:cubicBezTo>
                  <a:pt x="1163" y="927"/>
                  <a:pt x="1159" y="931"/>
                  <a:pt x="1159" y="936"/>
                </a:cubicBezTo>
                <a:cubicBezTo>
                  <a:pt x="1159" y="940"/>
                  <a:pt x="1163" y="944"/>
                  <a:pt x="1168" y="944"/>
                </a:cubicBezTo>
                <a:cubicBezTo>
                  <a:pt x="1172" y="944"/>
                  <a:pt x="1176" y="940"/>
                  <a:pt x="1176" y="936"/>
                </a:cubicBezTo>
                <a:close/>
                <a:moveTo>
                  <a:pt x="1202" y="936"/>
                </a:moveTo>
                <a:cubicBezTo>
                  <a:pt x="1202" y="931"/>
                  <a:pt x="1198" y="927"/>
                  <a:pt x="1193" y="927"/>
                </a:cubicBezTo>
                <a:cubicBezTo>
                  <a:pt x="1189" y="927"/>
                  <a:pt x="1185" y="931"/>
                  <a:pt x="1185" y="936"/>
                </a:cubicBezTo>
                <a:cubicBezTo>
                  <a:pt x="1185" y="940"/>
                  <a:pt x="1189" y="944"/>
                  <a:pt x="1193" y="944"/>
                </a:cubicBezTo>
                <a:cubicBezTo>
                  <a:pt x="1198" y="944"/>
                  <a:pt x="1202" y="940"/>
                  <a:pt x="1202" y="936"/>
                </a:cubicBezTo>
                <a:close/>
                <a:moveTo>
                  <a:pt x="1228" y="936"/>
                </a:moveTo>
                <a:cubicBezTo>
                  <a:pt x="1228" y="931"/>
                  <a:pt x="1224" y="927"/>
                  <a:pt x="1219" y="927"/>
                </a:cubicBezTo>
                <a:cubicBezTo>
                  <a:pt x="1214" y="927"/>
                  <a:pt x="1210" y="931"/>
                  <a:pt x="1210" y="936"/>
                </a:cubicBezTo>
                <a:cubicBezTo>
                  <a:pt x="1210" y="940"/>
                  <a:pt x="1214" y="944"/>
                  <a:pt x="1219" y="944"/>
                </a:cubicBezTo>
                <a:cubicBezTo>
                  <a:pt x="1224" y="944"/>
                  <a:pt x="1228" y="940"/>
                  <a:pt x="1228" y="936"/>
                </a:cubicBezTo>
                <a:close/>
                <a:moveTo>
                  <a:pt x="1253" y="936"/>
                </a:moveTo>
                <a:cubicBezTo>
                  <a:pt x="1253" y="931"/>
                  <a:pt x="1250" y="927"/>
                  <a:pt x="1245" y="927"/>
                </a:cubicBezTo>
                <a:cubicBezTo>
                  <a:pt x="1240" y="927"/>
                  <a:pt x="1236" y="931"/>
                  <a:pt x="1236" y="936"/>
                </a:cubicBezTo>
                <a:cubicBezTo>
                  <a:pt x="1236" y="940"/>
                  <a:pt x="1240" y="944"/>
                  <a:pt x="1245" y="944"/>
                </a:cubicBezTo>
                <a:cubicBezTo>
                  <a:pt x="1250" y="944"/>
                  <a:pt x="1253" y="940"/>
                  <a:pt x="1253" y="936"/>
                </a:cubicBezTo>
                <a:close/>
                <a:moveTo>
                  <a:pt x="1279" y="936"/>
                </a:moveTo>
                <a:cubicBezTo>
                  <a:pt x="1279" y="931"/>
                  <a:pt x="1275" y="927"/>
                  <a:pt x="1271" y="927"/>
                </a:cubicBezTo>
                <a:cubicBezTo>
                  <a:pt x="1266" y="927"/>
                  <a:pt x="1262" y="931"/>
                  <a:pt x="1262" y="936"/>
                </a:cubicBezTo>
                <a:cubicBezTo>
                  <a:pt x="1262" y="940"/>
                  <a:pt x="1266" y="944"/>
                  <a:pt x="1271" y="944"/>
                </a:cubicBezTo>
                <a:cubicBezTo>
                  <a:pt x="1275" y="944"/>
                  <a:pt x="1279" y="940"/>
                  <a:pt x="1279" y="936"/>
                </a:cubicBezTo>
                <a:close/>
                <a:moveTo>
                  <a:pt x="1305" y="936"/>
                </a:moveTo>
                <a:cubicBezTo>
                  <a:pt x="1305" y="931"/>
                  <a:pt x="1301" y="927"/>
                  <a:pt x="1296" y="927"/>
                </a:cubicBezTo>
                <a:cubicBezTo>
                  <a:pt x="1292" y="927"/>
                  <a:pt x="1288" y="931"/>
                  <a:pt x="1288" y="936"/>
                </a:cubicBezTo>
                <a:cubicBezTo>
                  <a:pt x="1288" y="940"/>
                  <a:pt x="1292" y="944"/>
                  <a:pt x="1296" y="944"/>
                </a:cubicBezTo>
                <a:cubicBezTo>
                  <a:pt x="1301" y="944"/>
                  <a:pt x="1305" y="940"/>
                  <a:pt x="1305" y="936"/>
                </a:cubicBezTo>
                <a:close/>
                <a:moveTo>
                  <a:pt x="1331" y="936"/>
                </a:moveTo>
                <a:cubicBezTo>
                  <a:pt x="1331" y="931"/>
                  <a:pt x="1327" y="927"/>
                  <a:pt x="1322" y="927"/>
                </a:cubicBezTo>
                <a:cubicBezTo>
                  <a:pt x="1317" y="927"/>
                  <a:pt x="1314" y="931"/>
                  <a:pt x="1314" y="936"/>
                </a:cubicBezTo>
                <a:cubicBezTo>
                  <a:pt x="1314" y="940"/>
                  <a:pt x="1317" y="944"/>
                  <a:pt x="1322" y="944"/>
                </a:cubicBezTo>
                <a:cubicBezTo>
                  <a:pt x="1327" y="944"/>
                  <a:pt x="1331" y="940"/>
                  <a:pt x="1331" y="936"/>
                </a:cubicBezTo>
                <a:close/>
                <a:moveTo>
                  <a:pt x="1356" y="936"/>
                </a:moveTo>
                <a:cubicBezTo>
                  <a:pt x="1356" y="931"/>
                  <a:pt x="1353" y="927"/>
                  <a:pt x="1348" y="927"/>
                </a:cubicBezTo>
                <a:cubicBezTo>
                  <a:pt x="1343" y="927"/>
                  <a:pt x="1339" y="931"/>
                  <a:pt x="1339" y="936"/>
                </a:cubicBezTo>
                <a:cubicBezTo>
                  <a:pt x="1339" y="940"/>
                  <a:pt x="1343" y="944"/>
                  <a:pt x="1348" y="944"/>
                </a:cubicBezTo>
                <a:cubicBezTo>
                  <a:pt x="1353" y="944"/>
                  <a:pt x="1356" y="940"/>
                  <a:pt x="1356" y="936"/>
                </a:cubicBezTo>
                <a:close/>
                <a:moveTo>
                  <a:pt x="1382" y="936"/>
                </a:moveTo>
                <a:cubicBezTo>
                  <a:pt x="1382" y="931"/>
                  <a:pt x="1378" y="927"/>
                  <a:pt x="1374" y="927"/>
                </a:cubicBezTo>
                <a:cubicBezTo>
                  <a:pt x="1369" y="927"/>
                  <a:pt x="1365" y="931"/>
                  <a:pt x="1365" y="936"/>
                </a:cubicBezTo>
                <a:cubicBezTo>
                  <a:pt x="1365" y="940"/>
                  <a:pt x="1369" y="944"/>
                  <a:pt x="1374" y="944"/>
                </a:cubicBezTo>
                <a:cubicBezTo>
                  <a:pt x="1378" y="944"/>
                  <a:pt x="1382" y="940"/>
                  <a:pt x="1382" y="936"/>
                </a:cubicBezTo>
                <a:close/>
                <a:moveTo>
                  <a:pt x="1408" y="936"/>
                </a:moveTo>
                <a:cubicBezTo>
                  <a:pt x="1408" y="931"/>
                  <a:pt x="1404" y="927"/>
                  <a:pt x="1399" y="927"/>
                </a:cubicBezTo>
                <a:cubicBezTo>
                  <a:pt x="1395" y="927"/>
                  <a:pt x="1391" y="931"/>
                  <a:pt x="1391" y="936"/>
                </a:cubicBezTo>
                <a:cubicBezTo>
                  <a:pt x="1391" y="940"/>
                  <a:pt x="1395" y="944"/>
                  <a:pt x="1399" y="944"/>
                </a:cubicBezTo>
                <a:cubicBezTo>
                  <a:pt x="1404" y="944"/>
                  <a:pt x="1408" y="940"/>
                  <a:pt x="1408" y="936"/>
                </a:cubicBezTo>
                <a:close/>
                <a:moveTo>
                  <a:pt x="1434" y="936"/>
                </a:moveTo>
                <a:cubicBezTo>
                  <a:pt x="1434" y="931"/>
                  <a:pt x="1430" y="927"/>
                  <a:pt x="1425" y="927"/>
                </a:cubicBezTo>
                <a:cubicBezTo>
                  <a:pt x="1420" y="927"/>
                  <a:pt x="1417" y="931"/>
                  <a:pt x="1417" y="936"/>
                </a:cubicBezTo>
                <a:cubicBezTo>
                  <a:pt x="1417" y="940"/>
                  <a:pt x="1420" y="944"/>
                  <a:pt x="1425" y="944"/>
                </a:cubicBezTo>
                <a:cubicBezTo>
                  <a:pt x="1430" y="944"/>
                  <a:pt x="1434" y="940"/>
                  <a:pt x="1434" y="936"/>
                </a:cubicBezTo>
                <a:close/>
                <a:moveTo>
                  <a:pt x="1459" y="936"/>
                </a:moveTo>
                <a:cubicBezTo>
                  <a:pt x="1459" y="931"/>
                  <a:pt x="1456" y="927"/>
                  <a:pt x="1451" y="927"/>
                </a:cubicBezTo>
                <a:cubicBezTo>
                  <a:pt x="1446" y="927"/>
                  <a:pt x="1442" y="931"/>
                  <a:pt x="1442" y="936"/>
                </a:cubicBezTo>
                <a:cubicBezTo>
                  <a:pt x="1442" y="940"/>
                  <a:pt x="1446" y="944"/>
                  <a:pt x="1451" y="944"/>
                </a:cubicBezTo>
                <a:cubicBezTo>
                  <a:pt x="1456" y="944"/>
                  <a:pt x="1459" y="940"/>
                  <a:pt x="1459" y="936"/>
                </a:cubicBezTo>
                <a:close/>
                <a:moveTo>
                  <a:pt x="1485" y="936"/>
                </a:moveTo>
                <a:cubicBezTo>
                  <a:pt x="1485" y="931"/>
                  <a:pt x="1481" y="927"/>
                  <a:pt x="1477" y="927"/>
                </a:cubicBezTo>
                <a:cubicBezTo>
                  <a:pt x="1472" y="927"/>
                  <a:pt x="1468" y="931"/>
                  <a:pt x="1468" y="936"/>
                </a:cubicBezTo>
                <a:cubicBezTo>
                  <a:pt x="1468" y="940"/>
                  <a:pt x="1472" y="944"/>
                  <a:pt x="1477" y="944"/>
                </a:cubicBezTo>
                <a:cubicBezTo>
                  <a:pt x="1481" y="944"/>
                  <a:pt x="1485" y="940"/>
                  <a:pt x="1485" y="936"/>
                </a:cubicBezTo>
                <a:close/>
                <a:moveTo>
                  <a:pt x="1511" y="936"/>
                </a:moveTo>
                <a:cubicBezTo>
                  <a:pt x="1511" y="931"/>
                  <a:pt x="1507" y="927"/>
                  <a:pt x="1502" y="927"/>
                </a:cubicBezTo>
                <a:cubicBezTo>
                  <a:pt x="1498" y="927"/>
                  <a:pt x="1494" y="931"/>
                  <a:pt x="1494" y="936"/>
                </a:cubicBezTo>
                <a:cubicBezTo>
                  <a:pt x="1494" y="940"/>
                  <a:pt x="1498" y="944"/>
                  <a:pt x="1502" y="944"/>
                </a:cubicBezTo>
                <a:cubicBezTo>
                  <a:pt x="1507" y="944"/>
                  <a:pt x="1511" y="940"/>
                  <a:pt x="1511" y="936"/>
                </a:cubicBezTo>
                <a:close/>
                <a:moveTo>
                  <a:pt x="1537" y="936"/>
                </a:moveTo>
                <a:cubicBezTo>
                  <a:pt x="1537" y="931"/>
                  <a:pt x="1533" y="927"/>
                  <a:pt x="1528" y="927"/>
                </a:cubicBezTo>
                <a:cubicBezTo>
                  <a:pt x="1523" y="927"/>
                  <a:pt x="1520" y="931"/>
                  <a:pt x="1520" y="936"/>
                </a:cubicBezTo>
                <a:cubicBezTo>
                  <a:pt x="1520" y="940"/>
                  <a:pt x="1523" y="944"/>
                  <a:pt x="1528" y="944"/>
                </a:cubicBezTo>
                <a:cubicBezTo>
                  <a:pt x="1533" y="944"/>
                  <a:pt x="1537" y="940"/>
                  <a:pt x="1537" y="936"/>
                </a:cubicBezTo>
                <a:close/>
                <a:moveTo>
                  <a:pt x="1563" y="936"/>
                </a:moveTo>
                <a:cubicBezTo>
                  <a:pt x="1563" y="931"/>
                  <a:pt x="1559" y="927"/>
                  <a:pt x="1554" y="927"/>
                </a:cubicBezTo>
                <a:cubicBezTo>
                  <a:pt x="1549" y="927"/>
                  <a:pt x="1545" y="931"/>
                  <a:pt x="1545" y="936"/>
                </a:cubicBezTo>
                <a:cubicBezTo>
                  <a:pt x="1545" y="940"/>
                  <a:pt x="1549" y="944"/>
                  <a:pt x="1554" y="944"/>
                </a:cubicBezTo>
                <a:cubicBezTo>
                  <a:pt x="1559" y="944"/>
                  <a:pt x="1563" y="940"/>
                  <a:pt x="1563" y="936"/>
                </a:cubicBezTo>
                <a:close/>
                <a:moveTo>
                  <a:pt x="1614" y="936"/>
                </a:moveTo>
                <a:cubicBezTo>
                  <a:pt x="1614" y="931"/>
                  <a:pt x="1610" y="927"/>
                  <a:pt x="1605" y="927"/>
                </a:cubicBezTo>
                <a:cubicBezTo>
                  <a:pt x="1601" y="927"/>
                  <a:pt x="1597" y="931"/>
                  <a:pt x="1597" y="936"/>
                </a:cubicBezTo>
                <a:cubicBezTo>
                  <a:pt x="1597" y="940"/>
                  <a:pt x="1601" y="944"/>
                  <a:pt x="1605" y="944"/>
                </a:cubicBezTo>
                <a:cubicBezTo>
                  <a:pt x="1610" y="944"/>
                  <a:pt x="1614" y="940"/>
                  <a:pt x="1614" y="936"/>
                </a:cubicBezTo>
                <a:close/>
                <a:moveTo>
                  <a:pt x="1640" y="936"/>
                </a:moveTo>
                <a:cubicBezTo>
                  <a:pt x="1640" y="931"/>
                  <a:pt x="1636" y="927"/>
                  <a:pt x="1631" y="927"/>
                </a:cubicBezTo>
                <a:cubicBezTo>
                  <a:pt x="1626" y="927"/>
                  <a:pt x="1623" y="931"/>
                  <a:pt x="1623" y="936"/>
                </a:cubicBezTo>
                <a:cubicBezTo>
                  <a:pt x="1623" y="940"/>
                  <a:pt x="1626" y="944"/>
                  <a:pt x="1631" y="944"/>
                </a:cubicBezTo>
                <a:cubicBezTo>
                  <a:pt x="1636" y="944"/>
                  <a:pt x="1640" y="940"/>
                  <a:pt x="1640" y="936"/>
                </a:cubicBezTo>
                <a:close/>
                <a:moveTo>
                  <a:pt x="1666" y="936"/>
                </a:moveTo>
                <a:cubicBezTo>
                  <a:pt x="1666" y="931"/>
                  <a:pt x="1662" y="927"/>
                  <a:pt x="1657" y="927"/>
                </a:cubicBezTo>
                <a:cubicBezTo>
                  <a:pt x="1652" y="927"/>
                  <a:pt x="1648" y="931"/>
                  <a:pt x="1648" y="936"/>
                </a:cubicBezTo>
                <a:cubicBezTo>
                  <a:pt x="1648" y="940"/>
                  <a:pt x="1652" y="944"/>
                  <a:pt x="1657" y="944"/>
                </a:cubicBezTo>
                <a:cubicBezTo>
                  <a:pt x="1662" y="944"/>
                  <a:pt x="1666" y="940"/>
                  <a:pt x="1666" y="936"/>
                </a:cubicBezTo>
                <a:close/>
                <a:moveTo>
                  <a:pt x="1846" y="936"/>
                </a:moveTo>
                <a:cubicBezTo>
                  <a:pt x="1846" y="931"/>
                  <a:pt x="1842" y="927"/>
                  <a:pt x="1837" y="927"/>
                </a:cubicBezTo>
                <a:cubicBezTo>
                  <a:pt x="1833" y="927"/>
                  <a:pt x="1829" y="931"/>
                  <a:pt x="1829" y="936"/>
                </a:cubicBezTo>
                <a:cubicBezTo>
                  <a:pt x="1829" y="940"/>
                  <a:pt x="1833" y="944"/>
                  <a:pt x="1837" y="944"/>
                </a:cubicBezTo>
                <a:cubicBezTo>
                  <a:pt x="1842" y="944"/>
                  <a:pt x="1846" y="940"/>
                  <a:pt x="1846" y="936"/>
                </a:cubicBezTo>
                <a:close/>
                <a:moveTo>
                  <a:pt x="1872" y="936"/>
                </a:moveTo>
                <a:cubicBezTo>
                  <a:pt x="1872" y="931"/>
                  <a:pt x="1868" y="927"/>
                  <a:pt x="1863" y="927"/>
                </a:cubicBezTo>
                <a:cubicBezTo>
                  <a:pt x="1858" y="927"/>
                  <a:pt x="1854" y="931"/>
                  <a:pt x="1854" y="936"/>
                </a:cubicBezTo>
                <a:cubicBezTo>
                  <a:pt x="1854" y="940"/>
                  <a:pt x="1858" y="944"/>
                  <a:pt x="1863" y="944"/>
                </a:cubicBezTo>
                <a:cubicBezTo>
                  <a:pt x="1868" y="944"/>
                  <a:pt x="1872" y="940"/>
                  <a:pt x="1872" y="936"/>
                </a:cubicBezTo>
                <a:close/>
                <a:moveTo>
                  <a:pt x="1897" y="936"/>
                </a:moveTo>
                <a:cubicBezTo>
                  <a:pt x="1897" y="931"/>
                  <a:pt x="1894" y="927"/>
                  <a:pt x="1889" y="927"/>
                </a:cubicBezTo>
                <a:cubicBezTo>
                  <a:pt x="1884" y="927"/>
                  <a:pt x="1880" y="931"/>
                  <a:pt x="1880" y="936"/>
                </a:cubicBezTo>
                <a:cubicBezTo>
                  <a:pt x="1880" y="940"/>
                  <a:pt x="1884" y="944"/>
                  <a:pt x="1889" y="944"/>
                </a:cubicBezTo>
                <a:cubicBezTo>
                  <a:pt x="1894" y="944"/>
                  <a:pt x="1897" y="940"/>
                  <a:pt x="1897" y="936"/>
                </a:cubicBezTo>
                <a:close/>
                <a:moveTo>
                  <a:pt x="2000" y="936"/>
                </a:moveTo>
                <a:cubicBezTo>
                  <a:pt x="2000" y="931"/>
                  <a:pt x="1997" y="927"/>
                  <a:pt x="1992" y="927"/>
                </a:cubicBezTo>
                <a:cubicBezTo>
                  <a:pt x="1987" y="927"/>
                  <a:pt x="1983" y="931"/>
                  <a:pt x="1983" y="936"/>
                </a:cubicBezTo>
                <a:cubicBezTo>
                  <a:pt x="1983" y="940"/>
                  <a:pt x="1987" y="944"/>
                  <a:pt x="1992" y="944"/>
                </a:cubicBezTo>
                <a:cubicBezTo>
                  <a:pt x="1997" y="944"/>
                  <a:pt x="2000" y="940"/>
                  <a:pt x="2000" y="936"/>
                </a:cubicBezTo>
                <a:close/>
                <a:moveTo>
                  <a:pt x="2026" y="936"/>
                </a:moveTo>
                <a:cubicBezTo>
                  <a:pt x="2026" y="931"/>
                  <a:pt x="2022" y="927"/>
                  <a:pt x="2018" y="927"/>
                </a:cubicBezTo>
                <a:cubicBezTo>
                  <a:pt x="2013" y="927"/>
                  <a:pt x="2009" y="931"/>
                  <a:pt x="2009" y="936"/>
                </a:cubicBezTo>
                <a:cubicBezTo>
                  <a:pt x="2009" y="940"/>
                  <a:pt x="2013" y="944"/>
                  <a:pt x="2018" y="944"/>
                </a:cubicBezTo>
                <a:cubicBezTo>
                  <a:pt x="2022" y="944"/>
                  <a:pt x="2026" y="940"/>
                  <a:pt x="2026" y="936"/>
                </a:cubicBezTo>
                <a:close/>
                <a:moveTo>
                  <a:pt x="2052" y="936"/>
                </a:moveTo>
                <a:cubicBezTo>
                  <a:pt x="2052" y="931"/>
                  <a:pt x="2048" y="927"/>
                  <a:pt x="2043" y="927"/>
                </a:cubicBezTo>
                <a:cubicBezTo>
                  <a:pt x="2039" y="927"/>
                  <a:pt x="2035" y="931"/>
                  <a:pt x="2035" y="936"/>
                </a:cubicBezTo>
                <a:cubicBezTo>
                  <a:pt x="2035" y="940"/>
                  <a:pt x="2039" y="944"/>
                  <a:pt x="2043" y="944"/>
                </a:cubicBezTo>
                <a:cubicBezTo>
                  <a:pt x="2048" y="944"/>
                  <a:pt x="2052" y="940"/>
                  <a:pt x="2052" y="936"/>
                </a:cubicBezTo>
                <a:close/>
                <a:moveTo>
                  <a:pt x="2078" y="936"/>
                </a:moveTo>
                <a:cubicBezTo>
                  <a:pt x="2078" y="931"/>
                  <a:pt x="2074" y="927"/>
                  <a:pt x="2069" y="927"/>
                </a:cubicBezTo>
                <a:cubicBezTo>
                  <a:pt x="2064" y="927"/>
                  <a:pt x="2061" y="931"/>
                  <a:pt x="2061" y="936"/>
                </a:cubicBezTo>
                <a:cubicBezTo>
                  <a:pt x="2061" y="940"/>
                  <a:pt x="2064" y="944"/>
                  <a:pt x="2069" y="944"/>
                </a:cubicBezTo>
                <a:cubicBezTo>
                  <a:pt x="2074" y="944"/>
                  <a:pt x="2078" y="940"/>
                  <a:pt x="2078" y="936"/>
                </a:cubicBezTo>
                <a:close/>
                <a:moveTo>
                  <a:pt x="2103" y="936"/>
                </a:moveTo>
                <a:cubicBezTo>
                  <a:pt x="2103" y="931"/>
                  <a:pt x="2100" y="927"/>
                  <a:pt x="2095" y="927"/>
                </a:cubicBezTo>
                <a:cubicBezTo>
                  <a:pt x="2090" y="927"/>
                  <a:pt x="2086" y="931"/>
                  <a:pt x="2086" y="936"/>
                </a:cubicBezTo>
                <a:cubicBezTo>
                  <a:pt x="2086" y="940"/>
                  <a:pt x="2090" y="944"/>
                  <a:pt x="2095" y="944"/>
                </a:cubicBezTo>
                <a:cubicBezTo>
                  <a:pt x="2100" y="944"/>
                  <a:pt x="2103" y="940"/>
                  <a:pt x="2103" y="936"/>
                </a:cubicBezTo>
                <a:close/>
                <a:moveTo>
                  <a:pt x="2181" y="936"/>
                </a:moveTo>
                <a:cubicBezTo>
                  <a:pt x="2181" y="931"/>
                  <a:pt x="2177" y="927"/>
                  <a:pt x="2172" y="927"/>
                </a:cubicBezTo>
                <a:cubicBezTo>
                  <a:pt x="2167" y="927"/>
                  <a:pt x="2164" y="931"/>
                  <a:pt x="2164" y="936"/>
                </a:cubicBezTo>
                <a:cubicBezTo>
                  <a:pt x="2164" y="940"/>
                  <a:pt x="2167" y="944"/>
                  <a:pt x="2172" y="944"/>
                </a:cubicBezTo>
                <a:cubicBezTo>
                  <a:pt x="2177" y="944"/>
                  <a:pt x="2181" y="940"/>
                  <a:pt x="2181" y="936"/>
                </a:cubicBezTo>
                <a:close/>
                <a:moveTo>
                  <a:pt x="2207" y="936"/>
                </a:moveTo>
                <a:cubicBezTo>
                  <a:pt x="2207" y="931"/>
                  <a:pt x="2203" y="927"/>
                  <a:pt x="2198" y="927"/>
                </a:cubicBezTo>
                <a:cubicBezTo>
                  <a:pt x="2193" y="927"/>
                  <a:pt x="2189" y="931"/>
                  <a:pt x="2189" y="936"/>
                </a:cubicBezTo>
                <a:cubicBezTo>
                  <a:pt x="2189" y="940"/>
                  <a:pt x="2193" y="944"/>
                  <a:pt x="2198" y="944"/>
                </a:cubicBezTo>
                <a:cubicBezTo>
                  <a:pt x="2203" y="944"/>
                  <a:pt x="2207" y="940"/>
                  <a:pt x="2207" y="936"/>
                </a:cubicBezTo>
                <a:close/>
                <a:moveTo>
                  <a:pt x="635" y="961"/>
                </a:moveTo>
                <a:cubicBezTo>
                  <a:pt x="635" y="957"/>
                  <a:pt x="631" y="953"/>
                  <a:pt x="627" y="953"/>
                </a:cubicBezTo>
                <a:cubicBezTo>
                  <a:pt x="622" y="953"/>
                  <a:pt x="618" y="957"/>
                  <a:pt x="618" y="961"/>
                </a:cubicBezTo>
                <a:cubicBezTo>
                  <a:pt x="618" y="966"/>
                  <a:pt x="622" y="970"/>
                  <a:pt x="627" y="970"/>
                </a:cubicBezTo>
                <a:cubicBezTo>
                  <a:pt x="631" y="970"/>
                  <a:pt x="635" y="966"/>
                  <a:pt x="635" y="961"/>
                </a:cubicBezTo>
                <a:close/>
                <a:moveTo>
                  <a:pt x="1150" y="961"/>
                </a:moveTo>
                <a:cubicBezTo>
                  <a:pt x="1150" y="957"/>
                  <a:pt x="1147" y="953"/>
                  <a:pt x="1142" y="953"/>
                </a:cubicBezTo>
                <a:cubicBezTo>
                  <a:pt x="1137" y="953"/>
                  <a:pt x="1133" y="957"/>
                  <a:pt x="1133" y="961"/>
                </a:cubicBezTo>
                <a:cubicBezTo>
                  <a:pt x="1133" y="966"/>
                  <a:pt x="1137" y="970"/>
                  <a:pt x="1142" y="970"/>
                </a:cubicBezTo>
                <a:cubicBezTo>
                  <a:pt x="1147" y="970"/>
                  <a:pt x="1150" y="966"/>
                  <a:pt x="1150" y="961"/>
                </a:cubicBezTo>
                <a:close/>
                <a:moveTo>
                  <a:pt x="1176" y="961"/>
                </a:moveTo>
                <a:cubicBezTo>
                  <a:pt x="1176" y="957"/>
                  <a:pt x="1172" y="953"/>
                  <a:pt x="1168" y="953"/>
                </a:cubicBezTo>
                <a:cubicBezTo>
                  <a:pt x="1163" y="953"/>
                  <a:pt x="1159" y="957"/>
                  <a:pt x="1159" y="961"/>
                </a:cubicBezTo>
                <a:cubicBezTo>
                  <a:pt x="1159" y="966"/>
                  <a:pt x="1163" y="970"/>
                  <a:pt x="1168" y="970"/>
                </a:cubicBezTo>
                <a:cubicBezTo>
                  <a:pt x="1172" y="970"/>
                  <a:pt x="1176" y="966"/>
                  <a:pt x="1176" y="961"/>
                </a:cubicBezTo>
                <a:close/>
                <a:moveTo>
                  <a:pt x="1202" y="961"/>
                </a:moveTo>
                <a:cubicBezTo>
                  <a:pt x="1202" y="957"/>
                  <a:pt x="1198" y="953"/>
                  <a:pt x="1193" y="953"/>
                </a:cubicBezTo>
                <a:cubicBezTo>
                  <a:pt x="1189" y="953"/>
                  <a:pt x="1185" y="957"/>
                  <a:pt x="1185" y="961"/>
                </a:cubicBezTo>
                <a:cubicBezTo>
                  <a:pt x="1185" y="966"/>
                  <a:pt x="1189" y="970"/>
                  <a:pt x="1193" y="970"/>
                </a:cubicBezTo>
                <a:cubicBezTo>
                  <a:pt x="1198" y="970"/>
                  <a:pt x="1202" y="966"/>
                  <a:pt x="1202" y="961"/>
                </a:cubicBezTo>
                <a:close/>
                <a:moveTo>
                  <a:pt x="1228" y="961"/>
                </a:moveTo>
                <a:cubicBezTo>
                  <a:pt x="1228" y="957"/>
                  <a:pt x="1224" y="953"/>
                  <a:pt x="1219" y="953"/>
                </a:cubicBezTo>
                <a:cubicBezTo>
                  <a:pt x="1214" y="953"/>
                  <a:pt x="1210" y="957"/>
                  <a:pt x="1210" y="961"/>
                </a:cubicBezTo>
                <a:cubicBezTo>
                  <a:pt x="1210" y="966"/>
                  <a:pt x="1214" y="970"/>
                  <a:pt x="1219" y="970"/>
                </a:cubicBezTo>
                <a:cubicBezTo>
                  <a:pt x="1224" y="970"/>
                  <a:pt x="1228" y="966"/>
                  <a:pt x="1228" y="961"/>
                </a:cubicBezTo>
                <a:close/>
                <a:moveTo>
                  <a:pt x="1253" y="961"/>
                </a:moveTo>
                <a:cubicBezTo>
                  <a:pt x="1253" y="957"/>
                  <a:pt x="1250" y="953"/>
                  <a:pt x="1245" y="953"/>
                </a:cubicBezTo>
                <a:cubicBezTo>
                  <a:pt x="1240" y="953"/>
                  <a:pt x="1236" y="957"/>
                  <a:pt x="1236" y="961"/>
                </a:cubicBezTo>
                <a:cubicBezTo>
                  <a:pt x="1236" y="966"/>
                  <a:pt x="1240" y="970"/>
                  <a:pt x="1245" y="970"/>
                </a:cubicBezTo>
                <a:cubicBezTo>
                  <a:pt x="1250" y="970"/>
                  <a:pt x="1253" y="966"/>
                  <a:pt x="1253" y="961"/>
                </a:cubicBezTo>
                <a:close/>
                <a:moveTo>
                  <a:pt x="1279" y="961"/>
                </a:moveTo>
                <a:cubicBezTo>
                  <a:pt x="1279" y="957"/>
                  <a:pt x="1275" y="953"/>
                  <a:pt x="1271" y="953"/>
                </a:cubicBezTo>
                <a:cubicBezTo>
                  <a:pt x="1266" y="953"/>
                  <a:pt x="1262" y="957"/>
                  <a:pt x="1262" y="961"/>
                </a:cubicBezTo>
                <a:cubicBezTo>
                  <a:pt x="1262" y="966"/>
                  <a:pt x="1266" y="970"/>
                  <a:pt x="1271" y="970"/>
                </a:cubicBezTo>
                <a:cubicBezTo>
                  <a:pt x="1275" y="970"/>
                  <a:pt x="1279" y="966"/>
                  <a:pt x="1279" y="961"/>
                </a:cubicBezTo>
                <a:close/>
                <a:moveTo>
                  <a:pt x="1305" y="961"/>
                </a:moveTo>
                <a:cubicBezTo>
                  <a:pt x="1305" y="957"/>
                  <a:pt x="1301" y="953"/>
                  <a:pt x="1296" y="953"/>
                </a:cubicBezTo>
                <a:cubicBezTo>
                  <a:pt x="1292" y="953"/>
                  <a:pt x="1288" y="957"/>
                  <a:pt x="1288" y="961"/>
                </a:cubicBezTo>
                <a:cubicBezTo>
                  <a:pt x="1288" y="966"/>
                  <a:pt x="1292" y="970"/>
                  <a:pt x="1296" y="970"/>
                </a:cubicBezTo>
                <a:cubicBezTo>
                  <a:pt x="1301" y="970"/>
                  <a:pt x="1305" y="966"/>
                  <a:pt x="1305" y="961"/>
                </a:cubicBezTo>
                <a:close/>
                <a:moveTo>
                  <a:pt x="1331" y="961"/>
                </a:moveTo>
                <a:cubicBezTo>
                  <a:pt x="1331" y="957"/>
                  <a:pt x="1327" y="953"/>
                  <a:pt x="1322" y="953"/>
                </a:cubicBezTo>
                <a:cubicBezTo>
                  <a:pt x="1317" y="953"/>
                  <a:pt x="1314" y="957"/>
                  <a:pt x="1314" y="961"/>
                </a:cubicBezTo>
                <a:cubicBezTo>
                  <a:pt x="1314" y="966"/>
                  <a:pt x="1317" y="970"/>
                  <a:pt x="1322" y="970"/>
                </a:cubicBezTo>
                <a:cubicBezTo>
                  <a:pt x="1327" y="970"/>
                  <a:pt x="1331" y="966"/>
                  <a:pt x="1331" y="961"/>
                </a:cubicBezTo>
                <a:close/>
                <a:moveTo>
                  <a:pt x="1356" y="961"/>
                </a:moveTo>
                <a:cubicBezTo>
                  <a:pt x="1356" y="957"/>
                  <a:pt x="1353" y="953"/>
                  <a:pt x="1348" y="953"/>
                </a:cubicBezTo>
                <a:cubicBezTo>
                  <a:pt x="1343" y="953"/>
                  <a:pt x="1339" y="957"/>
                  <a:pt x="1339" y="961"/>
                </a:cubicBezTo>
                <a:cubicBezTo>
                  <a:pt x="1339" y="966"/>
                  <a:pt x="1343" y="970"/>
                  <a:pt x="1348" y="970"/>
                </a:cubicBezTo>
                <a:cubicBezTo>
                  <a:pt x="1353" y="970"/>
                  <a:pt x="1356" y="966"/>
                  <a:pt x="1356" y="961"/>
                </a:cubicBezTo>
                <a:close/>
                <a:moveTo>
                  <a:pt x="1382" y="961"/>
                </a:moveTo>
                <a:cubicBezTo>
                  <a:pt x="1382" y="957"/>
                  <a:pt x="1378" y="953"/>
                  <a:pt x="1374" y="953"/>
                </a:cubicBezTo>
                <a:cubicBezTo>
                  <a:pt x="1369" y="953"/>
                  <a:pt x="1365" y="957"/>
                  <a:pt x="1365" y="961"/>
                </a:cubicBezTo>
                <a:cubicBezTo>
                  <a:pt x="1365" y="966"/>
                  <a:pt x="1369" y="970"/>
                  <a:pt x="1374" y="970"/>
                </a:cubicBezTo>
                <a:cubicBezTo>
                  <a:pt x="1378" y="970"/>
                  <a:pt x="1382" y="966"/>
                  <a:pt x="1382" y="961"/>
                </a:cubicBezTo>
                <a:close/>
                <a:moveTo>
                  <a:pt x="1408" y="961"/>
                </a:moveTo>
                <a:cubicBezTo>
                  <a:pt x="1408" y="957"/>
                  <a:pt x="1404" y="953"/>
                  <a:pt x="1399" y="953"/>
                </a:cubicBezTo>
                <a:cubicBezTo>
                  <a:pt x="1395" y="953"/>
                  <a:pt x="1391" y="957"/>
                  <a:pt x="1391" y="961"/>
                </a:cubicBezTo>
                <a:cubicBezTo>
                  <a:pt x="1391" y="966"/>
                  <a:pt x="1395" y="970"/>
                  <a:pt x="1399" y="970"/>
                </a:cubicBezTo>
                <a:cubicBezTo>
                  <a:pt x="1404" y="970"/>
                  <a:pt x="1408" y="966"/>
                  <a:pt x="1408" y="961"/>
                </a:cubicBezTo>
                <a:close/>
                <a:moveTo>
                  <a:pt x="1434" y="961"/>
                </a:moveTo>
                <a:cubicBezTo>
                  <a:pt x="1434" y="957"/>
                  <a:pt x="1430" y="953"/>
                  <a:pt x="1425" y="953"/>
                </a:cubicBezTo>
                <a:cubicBezTo>
                  <a:pt x="1420" y="953"/>
                  <a:pt x="1417" y="957"/>
                  <a:pt x="1417" y="961"/>
                </a:cubicBezTo>
                <a:cubicBezTo>
                  <a:pt x="1417" y="966"/>
                  <a:pt x="1420" y="970"/>
                  <a:pt x="1425" y="970"/>
                </a:cubicBezTo>
                <a:cubicBezTo>
                  <a:pt x="1430" y="970"/>
                  <a:pt x="1434" y="966"/>
                  <a:pt x="1434" y="961"/>
                </a:cubicBezTo>
                <a:close/>
                <a:moveTo>
                  <a:pt x="1459" y="961"/>
                </a:moveTo>
                <a:cubicBezTo>
                  <a:pt x="1459" y="957"/>
                  <a:pt x="1456" y="953"/>
                  <a:pt x="1451" y="953"/>
                </a:cubicBezTo>
                <a:cubicBezTo>
                  <a:pt x="1446" y="953"/>
                  <a:pt x="1442" y="957"/>
                  <a:pt x="1442" y="961"/>
                </a:cubicBezTo>
                <a:cubicBezTo>
                  <a:pt x="1442" y="966"/>
                  <a:pt x="1446" y="970"/>
                  <a:pt x="1451" y="970"/>
                </a:cubicBezTo>
                <a:cubicBezTo>
                  <a:pt x="1456" y="970"/>
                  <a:pt x="1459" y="966"/>
                  <a:pt x="1459" y="961"/>
                </a:cubicBezTo>
                <a:close/>
                <a:moveTo>
                  <a:pt x="1485" y="961"/>
                </a:moveTo>
                <a:cubicBezTo>
                  <a:pt x="1485" y="957"/>
                  <a:pt x="1481" y="953"/>
                  <a:pt x="1477" y="953"/>
                </a:cubicBezTo>
                <a:cubicBezTo>
                  <a:pt x="1472" y="953"/>
                  <a:pt x="1468" y="957"/>
                  <a:pt x="1468" y="961"/>
                </a:cubicBezTo>
                <a:cubicBezTo>
                  <a:pt x="1468" y="966"/>
                  <a:pt x="1472" y="970"/>
                  <a:pt x="1477" y="970"/>
                </a:cubicBezTo>
                <a:cubicBezTo>
                  <a:pt x="1481" y="970"/>
                  <a:pt x="1485" y="966"/>
                  <a:pt x="1485" y="961"/>
                </a:cubicBezTo>
                <a:close/>
                <a:moveTo>
                  <a:pt x="1511" y="961"/>
                </a:moveTo>
                <a:cubicBezTo>
                  <a:pt x="1511" y="957"/>
                  <a:pt x="1507" y="953"/>
                  <a:pt x="1502" y="953"/>
                </a:cubicBezTo>
                <a:cubicBezTo>
                  <a:pt x="1498" y="953"/>
                  <a:pt x="1494" y="957"/>
                  <a:pt x="1494" y="961"/>
                </a:cubicBezTo>
                <a:cubicBezTo>
                  <a:pt x="1494" y="966"/>
                  <a:pt x="1498" y="970"/>
                  <a:pt x="1502" y="970"/>
                </a:cubicBezTo>
                <a:cubicBezTo>
                  <a:pt x="1507" y="970"/>
                  <a:pt x="1511" y="966"/>
                  <a:pt x="1511" y="961"/>
                </a:cubicBezTo>
                <a:close/>
                <a:moveTo>
                  <a:pt x="1537" y="961"/>
                </a:moveTo>
                <a:cubicBezTo>
                  <a:pt x="1537" y="957"/>
                  <a:pt x="1533" y="953"/>
                  <a:pt x="1528" y="953"/>
                </a:cubicBezTo>
                <a:cubicBezTo>
                  <a:pt x="1523" y="953"/>
                  <a:pt x="1520" y="957"/>
                  <a:pt x="1520" y="961"/>
                </a:cubicBezTo>
                <a:cubicBezTo>
                  <a:pt x="1520" y="966"/>
                  <a:pt x="1523" y="970"/>
                  <a:pt x="1528" y="970"/>
                </a:cubicBezTo>
                <a:cubicBezTo>
                  <a:pt x="1533" y="970"/>
                  <a:pt x="1537" y="966"/>
                  <a:pt x="1537" y="961"/>
                </a:cubicBezTo>
                <a:close/>
                <a:moveTo>
                  <a:pt x="1563" y="961"/>
                </a:moveTo>
                <a:cubicBezTo>
                  <a:pt x="1563" y="957"/>
                  <a:pt x="1559" y="953"/>
                  <a:pt x="1554" y="953"/>
                </a:cubicBezTo>
                <a:cubicBezTo>
                  <a:pt x="1549" y="953"/>
                  <a:pt x="1545" y="957"/>
                  <a:pt x="1545" y="961"/>
                </a:cubicBezTo>
                <a:cubicBezTo>
                  <a:pt x="1545" y="966"/>
                  <a:pt x="1549" y="970"/>
                  <a:pt x="1554" y="970"/>
                </a:cubicBezTo>
                <a:cubicBezTo>
                  <a:pt x="1559" y="970"/>
                  <a:pt x="1563" y="966"/>
                  <a:pt x="1563" y="961"/>
                </a:cubicBezTo>
                <a:close/>
                <a:moveTo>
                  <a:pt x="1588" y="961"/>
                </a:moveTo>
                <a:cubicBezTo>
                  <a:pt x="1588" y="957"/>
                  <a:pt x="1584" y="953"/>
                  <a:pt x="1580" y="953"/>
                </a:cubicBezTo>
                <a:cubicBezTo>
                  <a:pt x="1575" y="953"/>
                  <a:pt x="1571" y="957"/>
                  <a:pt x="1571" y="961"/>
                </a:cubicBezTo>
                <a:cubicBezTo>
                  <a:pt x="1571" y="966"/>
                  <a:pt x="1575" y="970"/>
                  <a:pt x="1580" y="970"/>
                </a:cubicBezTo>
                <a:cubicBezTo>
                  <a:pt x="1584" y="970"/>
                  <a:pt x="1588" y="966"/>
                  <a:pt x="1588" y="961"/>
                </a:cubicBezTo>
                <a:close/>
                <a:moveTo>
                  <a:pt x="1846" y="961"/>
                </a:moveTo>
                <a:cubicBezTo>
                  <a:pt x="1846" y="957"/>
                  <a:pt x="1842" y="953"/>
                  <a:pt x="1837" y="953"/>
                </a:cubicBezTo>
                <a:cubicBezTo>
                  <a:pt x="1833" y="953"/>
                  <a:pt x="1829" y="957"/>
                  <a:pt x="1829" y="961"/>
                </a:cubicBezTo>
                <a:cubicBezTo>
                  <a:pt x="1829" y="966"/>
                  <a:pt x="1833" y="970"/>
                  <a:pt x="1837" y="970"/>
                </a:cubicBezTo>
                <a:cubicBezTo>
                  <a:pt x="1842" y="970"/>
                  <a:pt x="1846" y="966"/>
                  <a:pt x="1846" y="961"/>
                </a:cubicBezTo>
                <a:close/>
                <a:moveTo>
                  <a:pt x="1872" y="961"/>
                </a:moveTo>
                <a:cubicBezTo>
                  <a:pt x="1872" y="957"/>
                  <a:pt x="1868" y="953"/>
                  <a:pt x="1863" y="953"/>
                </a:cubicBezTo>
                <a:cubicBezTo>
                  <a:pt x="1858" y="953"/>
                  <a:pt x="1854" y="957"/>
                  <a:pt x="1854" y="961"/>
                </a:cubicBezTo>
                <a:cubicBezTo>
                  <a:pt x="1854" y="966"/>
                  <a:pt x="1858" y="970"/>
                  <a:pt x="1863" y="970"/>
                </a:cubicBezTo>
                <a:cubicBezTo>
                  <a:pt x="1868" y="970"/>
                  <a:pt x="1872" y="966"/>
                  <a:pt x="1872" y="961"/>
                </a:cubicBezTo>
                <a:close/>
                <a:moveTo>
                  <a:pt x="2052" y="961"/>
                </a:moveTo>
                <a:cubicBezTo>
                  <a:pt x="2052" y="957"/>
                  <a:pt x="2048" y="953"/>
                  <a:pt x="2043" y="953"/>
                </a:cubicBezTo>
                <a:cubicBezTo>
                  <a:pt x="2039" y="953"/>
                  <a:pt x="2035" y="957"/>
                  <a:pt x="2035" y="961"/>
                </a:cubicBezTo>
                <a:cubicBezTo>
                  <a:pt x="2035" y="966"/>
                  <a:pt x="2039" y="970"/>
                  <a:pt x="2043" y="970"/>
                </a:cubicBezTo>
                <a:cubicBezTo>
                  <a:pt x="2048" y="970"/>
                  <a:pt x="2052" y="966"/>
                  <a:pt x="2052" y="961"/>
                </a:cubicBezTo>
                <a:close/>
                <a:moveTo>
                  <a:pt x="2078" y="961"/>
                </a:moveTo>
                <a:cubicBezTo>
                  <a:pt x="2078" y="957"/>
                  <a:pt x="2074" y="953"/>
                  <a:pt x="2069" y="953"/>
                </a:cubicBezTo>
                <a:cubicBezTo>
                  <a:pt x="2064" y="953"/>
                  <a:pt x="2061" y="957"/>
                  <a:pt x="2061" y="961"/>
                </a:cubicBezTo>
                <a:cubicBezTo>
                  <a:pt x="2061" y="966"/>
                  <a:pt x="2064" y="970"/>
                  <a:pt x="2069" y="970"/>
                </a:cubicBezTo>
                <a:cubicBezTo>
                  <a:pt x="2074" y="970"/>
                  <a:pt x="2078" y="966"/>
                  <a:pt x="2078" y="961"/>
                </a:cubicBezTo>
                <a:close/>
                <a:moveTo>
                  <a:pt x="2103" y="961"/>
                </a:moveTo>
                <a:cubicBezTo>
                  <a:pt x="2103" y="957"/>
                  <a:pt x="2100" y="953"/>
                  <a:pt x="2095" y="953"/>
                </a:cubicBezTo>
                <a:cubicBezTo>
                  <a:pt x="2090" y="953"/>
                  <a:pt x="2086" y="957"/>
                  <a:pt x="2086" y="961"/>
                </a:cubicBezTo>
                <a:cubicBezTo>
                  <a:pt x="2086" y="966"/>
                  <a:pt x="2090" y="970"/>
                  <a:pt x="2095" y="970"/>
                </a:cubicBezTo>
                <a:cubicBezTo>
                  <a:pt x="2100" y="970"/>
                  <a:pt x="2103" y="966"/>
                  <a:pt x="2103" y="961"/>
                </a:cubicBezTo>
                <a:close/>
                <a:moveTo>
                  <a:pt x="2207" y="961"/>
                </a:moveTo>
                <a:cubicBezTo>
                  <a:pt x="2207" y="957"/>
                  <a:pt x="2203" y="953"/>
                  <a:pt x="2198" y="953"/>
                </a:cubicBezTo>
                <a:cubicBezTo>
                  <a:pt x="2193" y="953"/>
                  <a:pt x="2189" y="957"/>
                  <a:pt x="2189" y="961"/>
                </a:cubicBezTo>
                <a:cubicBezTo>
                  <a:pt x="2189" y="966"/>
                  <a:pt x="2193" y="970"/>
                  <a:pt x="2198" y="970"/>
                </a:cubicBezTo>
                <a:cubicBezTo>
                  <a:pt x="2203" y="970"/>
                  <a:pt x="2207" y="966"/>
                  <a:pt x="2207" y="961"/>
                </a:cubicBezTo>
                <a:close/>
                <a:moveTo>
                  <a:pt x="2232" y="961"/>
                </a:moveTo>
                <a:cubicBezTo>
                  <a:pt x="2232" y="957"/>
                  <a:pt x="2228" y="953"/>
                  <a:pt x="2224" y="953"/>
                </a:cubicBezTo>
                <a:cubicBezTo>
                  <a:pt x="2219" y="953"/>
                  <a:pt x="2215" y="957"/>
                  <a:pt x="2215" y="961"/>
                </a:cubicBezTo>
                <a:cubicBezTo>
                  <a:pt x="2215" y="966"/>
                  <a:pt x="2219" y="970"/>
                  <a:pt x="2224" y="970"/>
                </a:cubicBezTo>
                <a:cubicBezTo>
                  <a:pt x="2228" y="970"/>
                  <a:pt x="2232" y="966"/>
                  <a:pt x="2232" y="961"/>
                </a:cubicBezTo>
                <a:close/>
                <a:moveTo>
                  <a:pt x="635" y="987"/>
                </a:moveTo>
                <a:cubicBezTo>
                  <a:pt x="635" y="982"/>
                  <a:pt x="631" y="979"/>
                  <a:pt x="627" y="979"/>
                </a:cubicBezTo>
                <a:cubicBezTo>
                  <a:pt x="622" y="979"/>
                  <a:pt x="618" y="982"/>
                  <a:pt x="618" y="987"/>
                </a:cubicBezTo>
                <a:cubicBezTo>
                  <a:pt x="618" y="992"/>
                  <a:pt x="622" y="996"/>
                  <a:pt x="627" y="996"/>
                </a:cubicBezTo>
                <a:cubicBezTo>
                  <a:pt x="631" y="996"/>
                  <a:pt x="635" y="992"/>
                  <a:pt x="635" y="987"/>
                </a:cubicBezTo>
                <a:close/>
                <a:moveTo>
                  <a:pt x="661" y="987"/>
                </a:moveTo>
                <a:cubicBezTo>
                  <a:pt x="661" y="982"/>
                  <a:pt x="657" y="979"/>
                  <a:pt x="652" y="979"/>
                </a:cubicBezTo>
                <a:cubicBezTo>
                  <a:pt x="648" y="979"/>
                  <a:pt x="644" y="982"/>
                  <a:pt x="644" y="987"/>
                </a:cubicBezTo>
                <a:cubicBezTo>
                  <a:pt x="644" y="992"/>
                  <a:pt x="648" y="996"/>
                  <a:pt x="652" y="996"/>
                </a:cubicBezTo>
                <a:cubicBezTo>
                  <a:pt x="657" y="996"/>
                  <a:pt x="661" y="992"/>
                  <a:pt x="661" y="987"/>
                </a:cubicBezTo>
                <a:close/>
                <a:moveTo>
                  <a:pt x="687" y="987"/>
                </a:moveTo>
                <a:cubicBezTo>
                  <a:pt x="687" y="982"/>
                  <a:pt x="683" y="979"/>
                  <a:pt x="678" y="979"/>
                </a:cubicBezTo>
                <a:cubicBezTo>
                  <a:pt x="673" y="979"/>
                  <a:pt x="670" y="982"/>
                  <a:pt x="670" y="987"/>
                </a:cubicBezTo>
                <a:cubicBezTo>
                  <a:pt x="670" y="992"/>
                  <a:pt x="673" y="996"/>
                  <a:pt x="678" y="996"/>
                </a:cubicBezTo>
                <a:cubicBezTo>
                  <a:pt x="683" y="996"/>
                  <a:pt x="687" y="992"/>
                  <a:pt x="687" y="987"/>
                </a:cubicBezTo>
                <a:close/>
                <a:moveTo>
                  <a:pt x="712" y="987"/>
                </a:moveTo>
                <a:cubicBezTo>
                  <a:pt x="712" y="982"/>
                  <a:pt x="709" y="979"/>
                  <a:pt x="704" y="979"/>
                </a:cubicBezTo>
                <a:cubicBezTo>
                  <a:pt x="699" y="979"/>
                  <a:pt x="695" y="982"/>
                  <a:pt x="695" y="987"/>
                </a:cubicBezTo>
                <a:cubicBezTo>
                  <a:pt x="695" y="992"/>
                  <a:pt x="699" y="996"/>
                  <a:pt x="704" y="996"/>
                </a:cubicBezTo>
                <a:cubicBezTo>
                  <a:pt x="709" y="996"/>
                  <a:pt x="712" y="992"/>
                  <a:pt x="712" y="987"/>
                </a:cubicBezTo>
                <a:close/>
                <a:moveTo>
                  <a:pt x="738" y="987"/>
                </a:moveTo>
                <a:cubicBezTo>
                  <a:pt x="738" y="982"/>
                  <a:pt x="734" y="979"/>
                  <a:pt x="730" y="979"/>
                </a:cubicBezTo>
                <a:cubicBezTo>
                  <a:pt x="725" y="979"/>
                  <a:pt x="721" y="982"/>
                  <a:pt x="721" y="987"/>
                </a:cubicBezTo>
                <a:cubicBezTo>
                  <a:pt x="721" y="992"/>
                  <a:pt x="725" y="996"/>
                  <a:pt x="730" y="996"/>
                </a:cubicBezTo>
                <a:cubicBezTo>
                  <a:pt x="734" y="996"/>
                  <a:pt x="738" y="992"/>
                  <a:pt x="738" y="987"/>
                </a:cubicBezTo>
                <a:close/>
                <a:moveTo>
                  <a:pt x="764" y="987"/>
                </a:moveTo>
                <a:cubicBezTo>
                  <a:pt x="764" y="982"/>
                  <a:pt x="760" y="979"/>
                  <a:pt x="755" y="979"/>
                </a:cubicBezTo>
                <a:cubicBezTo>
                  <a:pt x="751" y="979"/>
                  <a:pt x="747" y="982"/>
                  <a:pt x="747" y="987"/>
                </a:cubicBezTo>
                <a:cubicBezTo>
                  <a:pt x="747" y="992"/>
                  <a:pt x="751" y="996"/>
                  <a:pt x="755" y="996"/>
                </a:cubicBezTo>
                <a:cubicBezTo>
                  <a:pt x="760" y="996"/>
                  <a:pt x="764" y="992"/>
                  <a:pt x="764" y="987"/>
                </a:cubicBezTo>
                <a:close/>
                <a:moveTo>
                  <a:pt x="790" y="987"/>
                </a:moveTo>
                <a:cubicBezTo>
                  <a:pt x="790" y="982"/>
                  <a:pt x="786" y="979"/>
                  <a:pt x="781" y="979"/>
                </a:cubicBezTo>
                <a:cubicBezTo>
                  <a:pt x="776" y="979"/>
                  <a:pt x="773" y="982"/>
                  <a:pt x="773" y="987"/>
                </a:cubicBezTo>
                <a:cubicBezTo>
                  <a:pt x="773" y="992"/>
                  <a:pt x="776" y="996"/>
                  <a:pt x="781" y="996"/>
                </a:cubicBezTo>
                <a:cubicBezTo>
                  <a:pt x="786" y="996"/>
                  <a:pt x="790" y="992"/>
                  <a:pt x="790" y="987"/>
                </a:cubicBezTo>
                <a:close/>
                <a:moveTo>
                  <a:pt x="816" y="987"/>
                </a:moveTo>
                <a:cubicBezTo>
                  <a:pt x="816" y="982"/>
                  <a:pt x="812" y="979"/>
                  <a:pt x="807" y="979"/>
                </a:cubicBezTo>
                <a:cubicBezTo>
                  <a:pt x="802" y="979"/>
                  <a:pt x="798" y="982"/>
                  <a:pt x="798" y="987"/>
                </a:cubicBezTo>
                <a:cubicBezTo>
                  <a:pt x="798" y="992"/>
                  <a:pt x="802" y="996"/>
                  <a:pt x="807" y="996"/>
                </a:cubicBezTo>
                <a:cubicBezTo>
                  <a:pt x="812" y="996"/>
                  <a:pt x="816" y="992"/>
                  <a:pt x="816" y="987"/>
                </a:cubicBezTo>
                <a:close/>
                <a:moveTo>
                  <a:pt x="1176" y="987"/>
                </a:moveTo>
                <a:cubicBezTo>
                  <a:pt x="1176" y="982"/>
                  <a:pt x="1172" y="979"/>
                  <a:pt x="1168" y="979"/>
                </a:cubicBezTo>
                <a:cubicBezTo>
                  <a:pt x="1163" y="979"/>
                  <a:pt x="1159" y="982"/>
                  <a:pt x="1159" y="987"/>
                </a:cubicBezTo>
                <a:cubicBezTo>
                  <a:pt x="1159" y="992"/>
                  <a:pt x="1163" y="996"/>
                  <a:pt x="1168" y="996"/>
                </a:cubicBezTo>
                <a:cubicBezTo>
                  <a:pt x="1172" y="996"/>
                  <a:pt x="1176" y="992"/>
                  <a:pt x="1176" y="987"/>
                </a:cubicBezTo>
                <a:close/>
                <a:moveTo>
                  <a:pt x="1202" y="987"/>
                </a:moveTo>
                <a:cubicBezTo>
                  <a:pt x="1202" y="982"/>
                  <a:pt x="1198" y="979"/>
                  <a:pt x="1193" y="979"/>
                </a:cubicBezTo>
                <a:cubicBezTo>
                  <a:pt x="1189" y="979"/>
                  <a:pt x="1185" y="982"/>
                  <a:pt x="1185" y="987"/>
                </a:cubicBezTo>
                <a:cubicBezTo>
                  <a:pt x="1185" y="992"/>
                  <a:pt x="1189" y="996"/>
                  <a:pt x="1193" y="996"/>
                </a:cubicBezTo>
                <a:cubicBezTo>
                  <a:pt x="1198" y="996"/>
                  <a:pt x="1202" y="992"/>
                  <a:pt x="1202" y="987"/>
                </a:cubicBezTo>
                <a:close/>
                <a:moveTo>
                  <a:pt x="1228" y="987"/>
                </a:moveTo>
                <a:cubicBezTo>
                  <a:pt x="1228" y="982"/>
                  <a:pt x="1224" y="979"/>
                  <a:pt x="1219" y="979"/>
                </a:cubicBezTo>
                <a:cubicBezTo>
                  <a:pt x="1214" y="979"/>
                  <a:pt x="1210" y="982"/>
                  <a:pt x="1210" y="987"/>
                </a:cubicBezTo>
                <a:cubicBezTo>
                  <a:pt x="1210" y="992"/>
                  <a:pt x="1214" y="996"/>
                  <a:pt x="1219" y="996"/>
                </a:cubicBezTo>
                <a:cubicBezTo>
                  <a:pt x="1224" y="996"/>
                  <a:pt x="1228" y="992"/>
                  <a:pt x="1228" y="987"/>
                </a:cubicBezTo>
                <a:close/>
                <a:moveTo>
                  <a:pt x="1253" y="987"/>
                </a:moveTo>
                <a:cubicBezTo>
                  <a:pt x="1253" y="982"/>
                  <a:pt x="1250" y="979"/>
                  <a:pt x="1245" y="979"/>
                </a:cubicBezTo>
                <a:cubicBezTo>
                  <a:pt x="1240" y="979"/>
                  <a:pt x="1236" y="982"/>
                  <a:pt x="1236" y="987"/>
                </a:cubicBezTo>
                <a:cubicBezTo>
                  <a:pt x="1236" y="992"/>
                  <a:pt x="1240" y="996"/>
                  <a:pt x="1245" y="996"/>
                </a:cubicBezTo>
                <a:cubicBezTo>
                  <a:pt x="1250" y="996"/>
                  <a:pt x="1253" y="992"/>
                  <a:pt x="1253" y="987"/>
                </a:cubicBezTo>
                <a:close/>
                <a:moveTo>
                  <a:pt x="1279" y="987"/>
                </a:moveTo>
                <a:cubicBezTo>
                  <a:pt x="1279" y="982"/>
                  <a:pt x="1275" y="979"/>
                  <a:pt x="1271" y="979"/>
                </a:cubicBezTo>
                <a:cubicBezTo>
                  <a:pt x="1266" y="979"/>
                  <a:pt x="1262" y="982"/>
                  <a:pt x="1262" y="987"/>
                </a:cubicBezTo>
                <a:cubicBezTo>
                  <a:pt x="1262" y="992"/>
                  <a:pt x="1266" y="996"/>
                  <a:pt x="1271" y="996"/>
                </a:cubicBezTo>
                <a:cubicBezTo>
                  <a:pt x="1275" y="996"/>
                  <a:pt x="1279" y="992"/>
                  <a:pt x="1279" y="987"/>
                </a:cubicBezTo>
                <a:close/>
                <a:moveTo>
                  <a:pt x="1305" y="987"/>
                </a:moveTo>
                <a:cubicBezTo>
                  <a:pt x="1305" y="982"/>
                  <a:pt x="1301" y="979"/>
                  <a:pt x="1296" y="979"/>
                </a:cubicBezTo>
                <a:cubicBezTo>
                  <a:pt x="1292" y="979"/>
                  <a:pt x="1288" y="982"/>
                  <a:pt x="1288" y="987"/>
                </a:cubicBezTo>
                <a:cubicBezTo>
                  <a:pt x="1288" y="992"/>
                  <a:pt x="1292" y="996"/>
                  <a:pt x="1296" y="996"/>
                </a:cubicBezTo>
                <a:cubicBezTo>
                  <a:pt x="1301" y="996"/>
                  <a:pt x="1305" y="992"/>
                  <a:pt x="1305" y="987"/>
                </a:cubicBezTo>
                <a:close/>
                <a:moveTo>
                  <a:pt x="1331" y="987"/>
                </a:moveTo>
                <a:cubicBezTo>
                  <a:pt x="1331" y="982"/>
                  <a:pt x="1327" y="979"/>
                  <a:pt x="1322" y="979"/>
                </a:cubicBezTo>
                <a:cubicBezTo>
                  <a:pt x="1317" y="979"/>
                  <a:pt x="1314" y="982"/>
                  <a:pt x="1314" y="987"/>
                </a:cubicBezTo>
                <a:cubicBezTo>
                  <a:pt x="1314" y="992"/>
                  <a:pt x="1317" y="996"/>
                  <a:pt x="1322" y="996"/>
                </a:cubicBezTo>
                <a:cubicBezTo>
                  <a:pt x="1327" y="996"/>
                  <a:pt x="1331" y="992"/>
                  <a:pt x="1331" y="987"/>
                </a:cubicBezTo>
                <a:close/>
                <a:moveTo>
                  <a:pt x="1356" y="987"/>
                </a:moveTo>
                <a:cubicBezTo>
                  <a:pt x="1356" y="982"/>
                  <a:pt x="1353" y="979"/>
                  <a:pt x="1348" y="979"/>
                </a:cubicBezTo>
                <a:cubicBezTo>
                  <a:pt x="1343" y="979"/>
                  <a:pt x="1339" y="982"/>
                  <a:pt x="1339" y="987"/>
                </a:cubicBezTo>
                <a:cubicBezTo>
                  <a:pt x="1339" y="992"/>
                  <a:pt x="1343" y="996"/>
                  <a:pt x="1348" y="996"/>
                </a:cubicBezTo>
                <a:cubicBezTo>
                  <a:pt x="1353" y="996"/>
                  <a:pt x="1356" y="992"/>
                  <a:pt x="1356" y="987"/>
                </a:cubicBezTo>
                <a:close/>
                <a:moveTo>
                  <a:pt x="1382" y="987"/>
                </a:moveTo>
                <a:cubicBezTo>
                  <a:pt x="1382" y="982"/>
                  <a:pt x="1378" y="979"/>
                  <a:pt x="1374" y="979"/>
                </a:cubicBezTo>
                <a:cubicBezTo>
                  <a:pt x="1369" y="979"/>
                  <a:pt x="1365" y="982"/>
                  <a:pt x="1365" y="987"/>
                </a:cubicBezTo>
                <a:cubicBezTo>
                  <a:pt x="1365" y="992"/>
                  <a:pt x="1369" y="996"/>
                  <a:pt x="1374" y="996"/>
                </a:cubicBezTo>
                <a:cubicBezTo>
                  <a:pt x="1378" y="996"/>
                  <a:pt x="1382" y="992"/>
                  <a:pt x="1382" y="987"/>
                </a:cubicBezTo>
                <a:close/>
                <a:moveTo>
                  <a:pt x="1408" y="987"/>
                </a:moveTo>
                <a:cubicBezTo>
                  <a:pt x="1408" y="982"/>
                  <a:pt x="1404" y="979"/>
                  <a:pt x="1399" y="979"/>
                </a:cubicBezTo>
                <a:cubicBezTo>
                  <a:pt x="1395" y="979"/>
                  <a:pt x="1391" y="982"/>
                  <a:pt x="1391" y="987"/>
                </a:cubicBezTo>
                <a:cubicBezTo>
                  <a:pt x="1391" y="992"/>
                  <a:pt x="1395" y="996"/>
                  <a:pt x="1399" y="996"/>
                </a:cubicBezTo>
                <a:cubicBezTo>
                  <a:pt x="1404" y="996"/>
                  <a:pt x="1408" y="992"/>
                  <a:pt x="1408" y="987"/>
                </a:cubicBezTo>
                <a:close/>
                <a:moveTo>
                  <a:pt x="1434" y="987"/>
                </a:moveTo>
                <a:cubicBezTo>
                  <a:pt x="1434" y="982"/>
                  <a:pt x="1430" y="979"/>
                  <a:pt x="1425" y="979"/>
                </a:cubicBezTo>
                <a:cubicBezTo>
                  <a:pt x="1420" y="979"/>
                  <a:pt x="1417" y="982"/>
                  <a:pt x="1417" y="987"/>
                </a:cubicBezTo>
                <a:cubicBezTo>
                  <a:pt x="1417" y="992"/>
                  <a:pt x="1420" y="996"/>
                  <a:pt x="1425" y="996"/>
                </a:cubicBezTo>
                <a:cubicBezTo>
                  <a:pt x="1430" y="996"/>
                  <a:pt x="1434" y="992"/>
                  <a:pt x="1434" y="987"/>
                </a:cubicBezTo>
                <a:close/>
                <a:moveTo>
                  <a:pt x="1459" y="987"/>
                </a:moveTo>
                <a:cubicBezTo>
                  <a:pt x="1459" y="982"/>
                  <a:pt x="1456" y="979"/>
                  <a:pt x="1451" y="979"/>
                </a:cubicBezTo>
                <a:cubicBezTo>
                  <a:pt x="1446" y="979"/>
                  <a:pt x="1442" y="982"/>
                  <a:pt x="1442" y="987"/>
                </a:cubicBezTo>
                <a:cubicBezTo>
                  <a:pt x="1442" y="992"/>
                  <a:pt x="1446" y="996"/>
                  <a:pt x="1451" y="996"/>
                </a:cubicBezTo>
                <a:cubicBezTo>
                  <a:pt x="1456" y="996"/>
                  <a:pt x="1459" y="992"/>
                  <a:pt x="1459" y="987"/>
                </a:cubicBezTo>
                <a:close/>
                <a:moveTo>
                  <a:pt x="1485" y="987"/>
                </a:moveTo>
                <a:cubicBezTo>
                  <a:pt x="1485" y="982"/>
                  <a:pt x="1481" y="979"/>
                  <a:pt x="1477" y="979"/>
                </a:cubicBezTo>
                <a:cubicBezTo>
                  <a:pt x="1472" y="979"/>
                  <a:pt x="1468" y="982"/>
                  <a:pt x="1468" y="987"/>
                </a:cubicBezTo>
                <a:cubicBezTo>
                  <a:pt x="1468" y="992"/>
                  <a:pt x="1472" y="996"/>
                  <a:pt x="1477" y="996"/>
                </a:cubicBezTo>
                <a:cubicBezTo>
                  <a:pt x="1481" y="996"/>
                  <a:pt x="1485" y="992"/>
                  <a:pt x="1485" y="987"/>
                </a:cubicBezTo>
                <a:close/>
                <a:moveTo>
                  <a:pt x="1511" y="987"/>
                </a:moveTo>
                <a:cubicBezTo>
                  <a:pt x="1511" y="982"/>
                  <a:pt x="1507" y="979"/>
                  <a:pt x="1502" y="979"/>
                </a:cubicBezTo>
                <a:cubicBezTo>
                  <a:pt x="1498" y="979"/>
                  <a:pt x="1494" y="982"/>
                  <a:pt x="1494" y="987"/>
                </a:cubicBezTo>
                <a:cubicBezTo>
                  <a:pt x="1494" y="992"/>
                  <a:pt x="1498" y="996"/>
                  <a:pt x="1502" y="996"/>
                </a:cubicBezTo>
                <a:cubicBezTo>
                  <a:pt x="1507" y="996"/>
                  <a:pt x="1511" y="992"/>
                  <a:pt x="1511" y="987"/>
                </a:cubicBezTo>
                <a:close/>
                <a:moveTo>
                  <a:pt x="1537" y="987"/>
                </a:moveTo>
                <a:cubicBezTo>
                  <a:pt x="1537" y="982"/>
                  <a:pt x="1533" y="979"/>
                  <a:pt x="1528" y="979"/>
                </a:cubicBezTo>
                <a:cubicBezTo>
                  <a:pt x="1523" y="979"/>
                  <a:pt x="1520" y="982"/>
                  <a:pt x="1520" y="987"/>
                </a:cubicBezTo>
                <a:cubicBezTo>
                  <a:pt x="1520" y="992"/>
                  <a:pt x="1523" y="996"/>
                  <a:pt x="1528" y="996"/>
                </a:cubicBezTo>
                <a:cubicBezTo>
                  <a:pt x="1533" y="996"/>
                  <a:pt x="1537" y="992"/>
                  <a:pt x="1537" y="987"/>
                </a:cubicBezTo>
                <a:close/>
                <a:moveTo>
                  <a:pt x="1563" y="987"/>
                </a:moveTo>
                <a:cubicBezTo>
                  <a:pt x="1563" y="982"/>
                  <a:pt x="1559" y="979"/>
                  <a:pt x="1554" y="979"/>
                </a:cubicBezTo>
                <a:cubicBezTo>
                  <a:pt x="1549" y="979"/>
                  <a:pt x="1545" y="982"/>
                  <a:pt x="1545" y="987"/>
                </a:cubicBezTo>
                <a:cubicBezTo>
                  <a:pt x="1545" y="992"/>
                  <a:pt x="1549" y="996"/>
                  <a:pt x="1554" y="996"/>
                </a:cubicBezTo>
                <a:cubicBezTo>
                  <a:pt x="1559" y="996"/>
                  <a:pt x="1563" y="992"/>
                  <a:pt x="1563" y="987"/>
                </a:cubicBezTo>
                <a:close/>
                <a:moveTo>
                  <a:pt x="1588" y="987"/>
                </a:moveTo>
                <a:cubicBezTo>
                  <a:pt x="1588" y="982"/>
                  <a:pt x="1584" y="979"/>
                  <a:pt x="1580" y="979"/>
                </a:cubicBezTo>
                <a:cubicBezTo>
                  <a:pt x="1575" y="979"/>
                  <a:pt x="1571" y="982"/>
                  <a:pt x="1571" y="987"/>
                </a:cubicBezTo>
                <a:cubicBezTo>
                  <a:pt x="1571" y="992"/>
                  <a:pt x="1575" y="996"/>
                  <a:pt x="1580" y="996"/>
                </a:cubicBezTo>
                <a:cubicBezTo>
                  <a:pt x="1584" y="996"/>
                  <a:pt x="1588" y="992"/>
                  <a:pt x="1588" y="987"/>
                </a:cubicBezTo>
                <a:close/>
                <a:moveTo>
                  <a:pt x="1614" y="987"/>
                </a:moveTo>
                <a:cubicBezTo>
                  <a:pt x="1614" y="982"/>
                  <a:pt x="1610" y="979"/>
                  <a:pt x="1605" y="979"/>
                </a:cubicBezTo>
                <a:cubicBezTo>
                  <a:pt x="1601" y="979"/>
                  <a:pt x="1597" y="982"/>
                  <a:pt x="1597" y="987"/>
                </a:cubicBezTo>
                <a:cubicBezTo>
                  <a:pt x="1597" y="992"/>
                  <a:pt x="1601" y="996"/>
                  <a:pt x="1605" y="996"/>
                </a:cubicBezTo>
                <a:cubicBezTo>
                  <a:pt x="1610" y="996"/>
                  <a:pt x="1614" y="992"/>
                  <a:pt x="1614" y="987"/>
                </a:cubicBezTo>
                <a:close/>
                <a:moveTo>
                  <a:pt x="1640" y="987"/>
                </a:moveTo>
                <a:cubicBezTo>
                  <a:pt x="1640" y="982"/>
                  <a:pt x="1636" y="979"/>
                  <a:pt x="1631" y="979"/>
                </a:cubicBezTo>
                <a:cubicBezTo>
                  <a:pt x="1626" y="979"/>
                  <a:pt x="1623" y="982"/>
                  <a:pt x="1623" y="987"/>
                </a:cubicBezTo>
                <a:cubicBezTo>
                  <a:pt x="1623" y="992"/>
                  <a:pt x="1626" y="996"/>
                  <a:pt x="1631" y="996"/>
                </a:cubicBezTo>
                <a:cubicBezTo>
                  <a:pt x="1636" y="996"/>
                  <a:pt x="1640" y="992"/>
                  <a:pt x="1640" y="987"/>
                </a:cubicBezTo>
                <a:close/>
                <a:moveTo>
                  <a:pt x="1666" y="987"/>
                </a:moveTo>
                <a:cubicBezTo>
                  <a:pt x="1666" y="982"/>
                  <a:pt x="1662" y="979"/>
                  <a:pt x="1657" y="979"/>
                </a:cubicBezTo>
                <a:cubicBezTo>
                  <a:pt x="1652" y="979"/>
                  <a:pt x="1648" y="982"/>
                  <a:pt x="1648" y="987"/>
                </a:cubicBezTo>
                <a:cubicBezTo>
                  <a:pt x="1648" y="992"/>
                  <a:pt x="1652" y="996"/>
                  <a:pt x="1657" y="996"/>
                </a:cubicBezTo>
                <a:cubicBezTo>
                  <a:pt x="1662" y="996"/>
                  <a:pt x="1666" y="992"/>
                  <a:pt x="1666" y="987"/>
                </a:cubicBezTo>
                <a:close/>
                <a:moveTo>
                  <a:pt x="1872" y="987"/>
                </a:moveTo>
                <a:cubicBezTo>
                  <a:pt x="1872" y="982"/>
                  <a:pt x="1868" y="979"/>
                  <a:pt x="1863" y="979"/>
                </a:cubicBezTo>
                <a:cubicBezTo>
                  <a:pt x="1858" y="979"/>
                  <a:pt x="1854" y="982"/>
                  <a:pt x="1854" y="987"/>
                </a:cubicBezTo>
                <a:cubicBezTo>
                  <a:pt x="1854" y="992"/>
                  <a:pt x="1858" y="996"/>
                  <a:pt x="1863" y="996"/>
                </a:cubicBezTo>
                <a:cubicBezTo>
                  <a:pt x="1868" y="996"/>
                  <a:pt x="1872" y="992"/>
                  <a:pt x="1872" y="987"/>
                </a:cubicBezTo>
                <a:close/>
                <a:moveTo>
                  <a:pt x="2052" y="987"/>
                </a:moveTo>
                <a:cubicBezTo>
                  <a:pt x="2052" y="982"/>
                  <a:pt x="2048" y="979"/>
                  <a:pt x="2043" y="979"/>
                </a:cubicBezTo>
                <a:cubicBezTo>
                  <a:pt x="2039" y="979"/>
                  <a:pt x="2035" y="982"/>
                  <a:pt x="2035" y="987"/>
                </a:cubicBezTo>
                <a:cubicBezTo>
                  <a:pt x="2035" y="992"/>
                  <a:pt x="2039" y="996"/>
                  <a:pt x="2043" y="996"/>
                </a:cubicBezTo>
                <a:cubicBezTo>
                  <a:pt x="2048" y="996"/>
                  <a:pt x="2052" y="992"/>
                  <a:pt x="2052" y="987"/>
                </a:cubicBezTo>
                <a:close/>
                <a:moveTo>
                  <a:pt x="2078" y="987"/>
                </a:moveTo>
                <a:cubicBezTo>
                  <a:pt x="2078" y="982"/>
                  <a:pt x="2074" y="979"/>
                  <a:pt x="2069" y="979"/>
                </a:cubicBezTo>
                <a:cubicBezTo>
                  <a:pt x="2064" y="979"/>
                  <a:pt x="2061" y="982"/>
                  <a:pt x="2061" y="987"/>
                </a:cubicBezTo>
                <a:cubicBezTo>
                  <a:pt x="2061" y="992"/>
                  <a:pt x="2064" y="996"/>
                  <a:pt x="2069" y="996"/>
                </a:cubicBezTo>
                <a:cubicBezTo>
                  <a:pt x="2074" y="996"/>
                  <a:pt x="2078" y="992"/>
                  <a:pt x="2078" y="987"/>
                </a:cubicBezTo>
                <a:close/>
                <a:moveTo>
                  <a:pt x="2232" y="987"/>
                </a:moveTo>
                <a:cubicBezTo>
                  <a:pt x="2232" y="982"/>
                  <a:pt x="2228" y="979"/>
                  <a:pt x="2224" y="979"/>
                </a:cubicBezTo>
                <a:cubicBezTo>
                  <a:pt x="2219" y="979"/>
                  <a:pt x="2215" y="982"/>
                  <a:pt x="2215" y="987"/>
                </a:cubicBezTo>
                <a:cubicBezTo>
                  <a:pt x="2215" y="992"/>
                  <a:pt x="2219" y="996"/>
                  <a:pt x="2224" y="996"/>
                </a:cubicBezTo>
                <a:cubicBezTo>
                  <a:pt x="2228" y="996"/>
                  <a:pt x="2232" y="992"/>
                  <a:pt x="2232" y="987"/>
                </a:cubicBezTo>
                <a:close/>
                <a:moveTo>
                  <a:pt x="2258" y="987"/>
                </a:moveTo>
                <a:cubicBezTo>
                  <a:pt x="2258" y="982"/>
                  <a:pt x="2254" y="979"/>
                  <a:pt x="2249" y="979"/>
                </a:cubicBezTo>
                <a:cubicBezTo>
                  <a:pt x="2245" y="979"/>
                  <a:pt x="2241" y="982"/>
                  <a:pt x="2241" y="987"/>
                </a:cubicBezTo>
                <a:cubicBezTo>
                  <a:pt x="2241" y="992"/>
                  <a:pt x="2245" y="996"/>
                  <a:pt x="2249" y="996"/>
                </a:cubicBezTo>
                <a:cubicBezTo>
                  <a:pt x="2254" y="996"/>
                  <a:pt x="2258" y="992"/>
                  <a:pt x="2258" y="987"/>
                </a:cubicBezTo>
                <a:close/>
                <a:moveTo>
                  <a:pt x="687" y="1013"/>
                </a:moveTo>
                <a:cubicBezTo>
                  <a:pt x="687" y="1008"/>
                  <a:pt x="683" y="1004"/>
                  <a:pt x="678" y="1004"/>
                </a:cubicBezTo>
                <a:cubicBezTo>
                  <a:pt x="673" y="1004"/>
                  <a:pt x="670" y="1008"/>
                  <a:pt x="670" y="1013"/>
                </a:cubicBezTo>
                <a:cubicBezTo>
                  <a:pt x="670" y="1018"/>
                  <a:pt x="673" y="1021"/>
                  <a:pt x="678" y="1021"/>
                </a:cubicBezTo>
                <a:cubicBezTo>
                  <a:pt x="683" y="1021"/>
                  <a:pt x="687" y="1018"/>
                  <a:pt x="687" y="1013"/>
                </a:cubicBezTo>
                <a:close/>
                <a:moveTo>
                  <a:pt x="712" y="1013"/>
                </a:moveTo>
                <a:cubicBezTo>
                  <a:pt x="712" y="1008"/>
                  <a:pt x="709" y="1004"/>
                  <a:pt x="704" y="1004"/>
                </a:cubicBezTo>
                <a:cubicBezTo>
                  <a:pt x="699" y="1004"/>
                  <a:pt x="695" y="1008"/>
                  <a:pt x="695" y="1013"/>
                </a:cubicBezTo>
                <a:cubicBezTo>
                  <a:pt x="695" y="1018"/>
                  <a:pt x="699" y="1021"/>
                  <a:pt x="704" y="1021"/>
                </a:cubicBezTo>
                <a:cubicBezTo>
                  <a:pt x="709" y="1021"/>
                  <a:pt x="712" y="1018"/>
                  <a:pt x="712" y="1013"/>
                </a:cubicBezTo>
                <a:close/>
                <a:moveTo>
                  <a:pt x="738" y="1013"/>
                </a:moveTo>
                <a:cubicBezTo>
                  <a:pt x="738" y="1008"/>
                  <a:pt x="734" y="1004"/>
                  <a:pt x="730" y="1004"/>
                </a:cubicBezTo>
                <a:cubicBezTo>
                  <a:pt x="725" y="1004"/>
                  <a:pt x="721" y="1008"/>
                  <a:pt x="721" y="1013"/>
                </a:cubicBezTo>
                <a:cubicBezTo>
                  <a:pt x="721" y="1018"/>
                  <a:pt x="725" y="1021"/>
                  <a:pt x="730" y="1021"/>
                </a:cubicBezTo>
                <a:cubicBezTo>
                  <a:pt x="734" y="1021"/>
                  <a:pt x="738" y="1018"/>
                  <a:pt x="738" y="1013"/>
                </a:cubicBezTo>
                <a:close/>
                <a:moveTo>
                  <a:pt x="764" y="1013"/>
                </a:moveTo>
                <a:cubicBezTo>
                  <a:pt x="764" y="1008"/>
                  <a:pt x="760" y="1004"/>
                  <a:pt x="755" y="1004"/>
                </a:cubicBezTo>
                <a:cubicBezTo>
                  <a:pt x="751" y="1004"/>
                  <a:pt x="747" y="1008"/>
                  <a:pt x="747" y="1013"/>
                </a:cubicBezTo>
                <a:cubicBezTo>
                  <a:pt x="747" y="1018"/>
                  <a:pt x="751" y="1021"/>
                  <a:pt x="755" y="1021"/>
                </a:cubicBezTo>
                <a:cubicBezTo>
                  <a:pt x="760" y="1021"/>
                  <a:pt x="764" y="1018"/>
                  <a:pt x="764" y="1013"/>
                </a:cubicBezTo>
                <a:close/>
                <a:moveTo>
                  <a:pt x="790" y="1013"/>
                </a:moveTo>
                <a:cubicBezTo>
                  <a:pt x="790" y="1008"/>
                  <a:pt x="786" y="1004"/>
                  <a:pt x="781" y="1004"/>
                </a:cubicBezTo>
                <a:cubicBezTo>
                  <a:pt x="776" y="1004"/>
                  <a:pt x="773" y="1008"/>
                  <a:pt x="773" y="1013"/>
                </a:cubicBezTo>
                <a:cubicBezTo>
                  <a:pt x="773" y="1018"/>
                  <a:pt x="776" y="1021"/>
                  <a:pt x="781" y="1021"/>
                </a:cubicBezTo>
                <a:cubicBezTo>
                  <a:pt x="786" y="1021"/>
                  <a:pt x="790" y="1018"/>
                  <a:pt x="790" y="1013"/>
                </a:cubicBezTo>
                <a:close/>
                <a:moveTo>
                  <a:pt x="816" y="1013"/>
                </a:moveTo>
                <a:cubicBezTo>
                  <a:pt x="816" y="1008"/>
                  <a:pt x="812" y="1004"/>
                  <a:pt x="807" y="1004"/>
                </a:cubicBezTo>
                <a:cubicBezTo>
                  <a:pt x="802" y="1004"/>
                  <a:pt x="798" y="1008"/>
                  <a:pt x="798" y="1013"/>
                </a:cubicBezTo>
                <a:cubicBezTo>
                  <a:pt x="798" y="1018"/>
                  <a:pt x="802" y="1021"/>
                  <a:pt x="807" y="1021"/>
                </a:cubicBezTo>
                <a:cubicBezTo>
                  <a:pt x="812" y="1021"/>
                  <a:pt x="816" y="1018"/>
                  <a:pt x="816" y="1013"/>
                </a:cubicBezTo>
                <a:close/>
                <a:moveTo>
                  <a:pt x="1202" y="1013"/>
                </a:moveTo>
                <a:cubicBezTo>
                  <a:pt x="1202" y="1008"/>
                  <a:pt x="1198" y="1004"/>
                  <a:pt x="1193" y="1004"/>
                </a:cubicBezTo>
                <a:cubicBezTo>
                  <a:pt x="1189" y="1004"/>
                  <a:pt x="1185" y="1008"/>
                  <a:pt x="1185" y="1013"/>
                </a:cubicBezTo>
                <a:cubicBezTo>
                  <a:pt x="1185" y="1018"/>
                  <a:pt x="1189" y="1021"/>
                  <a:pt x="1193" y="1021"/>
                </a:cubicBezTo>
                <a:cubicBezTo>
                  <a:pt x="1198" y="1021"/>
                  <a:pt x="1202" y="1018"/>
                  <a:pt x="1202" y="1013"/>
                </a:cubicBezTo>
                <a:close/>
                <a:moveTo>
                  <a:pt x="1228" y="1013"/>
                </a:moveTo>
                <a:cubicBezTo>
                  <a:pt x="1228" y="1008"/>
                  <a:pt x="1224" y="1004"/>
                  <a:pt x="1219" y="1004"/>
                </a:cubicBezTo>
                <a:cubicBezTo>
                  <a:pt x="1214" y="1004"/>
                  <a:pt x="1210" y="1008"/>
                  <a:pt x="1210" y="1013"/>
                </a:cubicBezTo>
                <a:cubicBezTo>
                  <a:pt x="1210" y="1018"/>
                  <a:pt x="1214" y="1021"/>
                  <a:pt x="1219" y="1021"/>
                </a:cubicBezTo>
                <a:cubicBezTo>
                  <a:pt x="1224" y="1021"/>
                  <a:pt x="1228" y="1018"/>
                  <a:pt x="1228" y="1013"/>
                </a:cubicBezTo>
                <a:close/>
                <a:moveTo>
                  <a:pt x="1253" y="1013"/>
                </a:moveTo>
                <a:cubicBezTo>
                  <a:pt x="1253" y="1008"/>
                  <a:pt x="1250" y="1004"/>
                  <a:pt x="1245" y="1004"/>
                </a:cubicBezTo>
                <a:cubicBezTo>
                  <a:pt x="1240" y="1004"/>
                  <a:pt x="1236" y="1008"/>
                  <a:pt x="1236" y="1013"/>
                </a:cubicBezTo>
                <a:cubicBezTo>
                  <a:pt x="1236" y="1018"/>
                  <a:pt x="1240" y="1021"/>
                  <a:pt x="1245" y="1021"/>
                </a:cubicBezTo>
                <a:cubicBezTo>
                  <a:pt x="1250" y="1021"/>
                  <a:pt x="1253" y="1018"/>
                  <a:pt x="1253" y="1013"/>
                </a:cubicBezTo>
                <a:close/>
                <a:moveTo>
                  <a:pt x="1356" y="1013"/>
                </a:moveTo>
                <a:cubicBezTo>
                  <a:pt x="1356" y="1008"/>
                  <a:pt x="1353" y="1004"/>
                  <a:pt x="1348" y="1004"/>
                </a:cubicBezTo>
                <a:cubicBezTo>
                  <a:pt x="1343" y="1004"/>
                  <a:pt x="1339" y="1008"/>
                  <a:pt x="1339" y="1013"/>
                </a:cubicBezTo>
                <a:cubicBezTo>
                  <a:pt x="1339" y="1018"/>
                  <a:pt x="1343" y="1021"/>
                  <a:pt x="1348" y="1021"/>
                </a:cubicBezTo>
                <a:cubicBezTo>
                  <a:pt x="1353" y="1021"/>
                  <a:pt x="1356" y="1018"/>
                  <a:pt x="1356" y="1013"/>
                </a:cubicBezTo>
                <a:close/>
                <a:moveTo>
                  <a:pt x="1382" y="1013"/>
                </a:moveTo>
                <a:cubicBezTo>
                  <a:pt x="1382" y="1008"/>
                  <a:pt x="1378" y="1004"/>
                  <a:pt x="1374" y="1004"/>
                </a:cubicBezTo>
                <a:cubicBezTo>
                  <a:pt x="1369" y="1004"/>
                  <a:pt x="1365" y="1008"/>
                  <a:pt x="1365" y="1013"/>
                </a:cubicBezTo>
                <a:cubicBezTo>
                  <a:pt x="1365" y="1018"/>
                  <a:pt x="1369" y="1021"/>
                  <a:pt x="1374" y="1021"/>
                </a:cubicBezTo>
                <a:cubicBezTo>
                  <a:pt x="1378" y="1021"/>
                  <a:pt x="1382" y="1018"/>
                  <a:pt x="1382" y="1013"/>
                </a:cubicBezTo>
                <a:close/>
                <a:moveTo>
                  <a:pt x="1408" y="1013"/>
                </a:moveTo>
                <a:cubicBezTo>
                  <a:pt x="1408" y="1008"/>
                  <a:pt x="1404" y="1004"/>
                  <a:pt x="1399" y="1004"/>
                </a:cubicBezTo>
                <a:cubicBezTo>
                  <a:pt x="1395" y="1004"/>
                  <a:pt x="1391" y="1008"/>
                  <a:pt x="1391" y="1013"/>
                </a:cubicBezTo>
                <a:cubicBezTo>
                  <a:pt x="1391" y="1018"/>
                  <a:pt x="1395" y="1021"/>
                  <a:pt x="1399" y="1021"/>
                </a:cubicBezTo>
                <a:cubicBezTo>
                  <a:pt x="1404" y="1021"/>
                  <a:pt x="1408" y="1018"/>
                  <a:pt x="1408" y="1013"/>
                </a:cubicBezTo>
                <a:close/>
                <a:moveTo>
                  <a:pt x="1434" y="1013"/>
                </a:moveTo>
                <a:cubicBezTo>
                  <a:pt x="1434" y="1008"/>
                  <a:pt x="1430" y="1004"/>
                  <a:pt x="1425" y="1004"/>
                </a:cubicBezTo>
                <a:cubicBezTo>
                  <a:pt x="1420" y="1004"/>
                  <a:pt x="1417" y="1008"/>
                  <a:pt x="1417" y="1013"/>
                </a:cubicBezTo>
                <a:cubicBezTo>
                  <a:pt x="1417" y="1018"/>
                  <a:pt x="1420" y="1021"/>
                  <a:pt x="1425" y="1021"/>
                </a:cubicBezTo>
                <a:cubicBezTo>
                  <a:pt x="1430" y="1021"/>
                  <a:pt x="1434" y="1018"/>
                  <a:pt x="1434" y="1013"/>
                </a:cubicBezTo>
                <a:close/>
                <a:moveTo>
                  <a:pt x="1459" y="1013"/>
                </a:moveTo>
                <a:cubicBezTo>
                  <a:pt x="1459" y="1008"/>
                  <a:pt x="1456" y="1004"/>
                  <a:pt x="1451" y="1004"/>
                </a:cubicBezTo>
                <a:cubicBezTo>
                  <a:pt x="1446" y="1004"/>
                  <a:pt x="1442" y="1008"/>
                  <a:pt x="1442" y="1013"/>
                </a:cubicBezTo>
                <a:cubicBezTo>
                  <a:pt x="1442" y="1018"/>
                  <a:pt x="1446" y="1021"/>
                  <a:pt x="1451" y="1021"/>
                </a:cubicBezTo>
                <a:cubicBezTo>
                  <a:pt x="1456" y="1021"/>
                  <a:pt x="1459" y="1018"/>
                  <a:pt x="1459" y="1013"/>
                </a:cubicBezTo>
                <a:close/>
                <a:moveTo>
                  <a:pt x="1485" y="1013"/>
                </a:moveTo>
                <a:cubicBezTo>
                  <a:pt x="1485" y="1008"/>
                  <a:pt x="1481" y="1004"/>
                  <a:pt x="1477" y="1004"/>
                </a:cubicBezTo>
                <a:cubicBezTo>
                  <a:pt x="1472" y="1004"/>
                  <a:pt x="1468" y="1008"/>
                  <a:pt x="1468" y="1013"/>
                </a:cubicBezTo>
                <a:cubicBezTo>
                  <a:pt x="1468" y="1018"/>
                  <a:pt x="1472" y="1021"/>
                  <a:pt x="1477" y="1021"/>
                </a:cubicBezTo>
                <a:cubicBezTo>
                  <a:pt x="1481" y="1021"/>
                  <a:pt x="1485" y="1018"/>
                  <a:pt x="1485" y="1013"/>
                </a:cubicBezTo>
                <a:close/>
                <a:moveTo>
                  <a:pt x="1511" y="1013"/>
                </a:moveTo>
                <a:cubicBezTo>
                  <a:pt x="1511" y="1008"/>
                  <a:pt x="1507" y="1004"/>
                  <a:pt x="1502" y="1004"/>
                </a:cubicBezTo>
                <a:cubicBezTo>
                  <a:pt x="1498" y="1004"/>
                  <a:pt x="1494" y="1008"/>
                  <a:pt x="1494" y="1013"/>
                </a:cubicBezTo>
                <a:cubicBezTo>
                  <a:pt x="1494" y="1018"/>
                  <a:pt x="1498" y="1021"/>
                  <a:pt x="1502" y="1021"/>
                </a:cubicBezTo>
                <a:cubicBezTo>
                  <a:pt x="1507" y="1021"/>
                  <a:pt x="1511" y="1018"/>
                  <a:pt x="1511" y="1013"/>
                </a:cubicBezTo>
                <a:close/>
                <a:moveTo>
                  <a:pt x="1537" y="1013"/>
                </a:moveTo>
                <a:cubicBezTo>
                  <a:pt x="1537" y="1008"/>
                  <a:pt x="1533" y="1004"/>
                  <a:pt x="1528" y="1004"/>
                </a:cubicBezTo>
                <a:cubicBezTo>
                  <a:pt x="1523" y="1004"/>
                  <a:pt x="1520" y="1008"/>
                  <a:pt x="1520" y="1013"/>
                </a:cubicBezTo>
                <a:cubicBezTo>
                  <a:pt x="1520" y="1018"/>
                  <a:pt x="1523" y="1021"/>
                  <a:pt x="1528" y="1021"/>
                </a:cubicBezTo>
                <a:cubicBezTo>
                  <a:pt x="1533" y="1021"/>
                  <a:pt x="1537" y="1018"/>
                  <a:pt x="1537" y="1013"/>
                </a:cubicBezTo>
                <a:close/>
                <a:moveTo>
                  <a:pt x="1563" y="1013"/>
                </a:moveTo>
                <a:cubicBezTo>
                  <a:pt x="1563" y="1008"/>
                  <a:pt x="1559" y="1004"/>
                  <a:pt x="1554" y="1004"/>
                </a:cubicBezTo>
                <a:cubicBezTo>
                  <a:pt x="1549" y="1004"/>
                  <a:pt x="1545" y="1008"/>
                  <a:pt x="1545" y="1013"/>
                </a:cubicBezTo>
                <a:cubicBezTo>
                  <a:pt x="1545" y="1018"/>
                  <a:pt x="1549" y="1021"/>
                  <a:pt x="1554" y="1021"/>
                </a:cubicBezTo>
                <a:cubicBezTo>
                  <a:pt x="1559" y="1021"/>
                  <a:pt x="1563" y="1018"/>
                  <a:pt x="1563" y="1013"/>
                </a:cubicBezTo>
                <a:close/>
                <a:moveTo>
                  <a:pt x="1588" y="1013"/>
                </a:moveTo>
                <a:cubicBezTo>
                  <a:pt x="1588" y="1008"/>
                  <a:pt x="1584" y="1004"/>
                  <a:pt x="1580" y="1004"/>
                </a:cubicBezTo>
                <a:cubicBezTo>
                  <a:pt x="1575" y="1004"/>
                  <a:pt x="1571" y="1008"/>
                  <a:pt x="1571" y="1013"/>
                </a:cubicBezTo>
                <a:cubicBezTo>
                  <a:pt x="1571" y="1018"/>
                  <a:pt x="1575" y="1021"/>
                  <a:pt x="1580" y="1021"/>
                </a:cubicBezTo>
                <a:cubicBezTo>
                  <a:pt x="1584" y="1021"/>
                  <a:pt x="1588" y="1018"/>
                  <a:pt x="1588" y="1013"/>
                </a:cubicBezTo>
                <a:close/>
                <a:moveTo>
                  <a:pt x="1614" y="1013"/>
                </a:moveTo>
                <a:cubicBezTo>
                  <a:pt x="1614" y="1008"/>
                  <a:pt x="1610" y="1004"/>
                  <a:pt x="1605" y="1004"/>
                </a:cubicBezTo>
                <a:cubicBezTo>
                  <a:pt x="1601" y="1004"/>
                  <a:pt x="1597" y="1008"/>
                  <a:pt x="1597" y="1013"/>
                </a:cubicBezTo>
                <a:cubicBezTo>
                  <a:pt x="1597" y="1018"/>
                  <a:pt x="1601" y="1021"/>
                  <a:pt x="1605" y="1021"/>
                </a:cubicBezTo>
                <a:cubicBezTo>
                  <a:pt x="1610" y="1021"/>
                  <a:pt x="1614" y="1018"/>
                  <a:pt x="1614" y="1013"/>
                </a:cubicBezTo>
                <a:close/>
                <a:moveTo>
                  <a:pt x="1640" y="1013"/>
                </a:moveTo>
                <a:cubicBezTo>
                  <a:pt x="1640" y="1008"/>
                  <a:pt x="1636" y="1004"/>
                  <a:pt x="1631" y="1004"/>
                </a:cubicBezTo>
                <a:cubicBezTo>
                  <a:pt x="1626" y="1004"/>
                  <a:pt x="1623" y="1008"/>
                  <a:pt x="1623" y="1013"/>
                </a:cubicBezTo>
                <a:cubicBezTo>
                  <a:pt x="1623" y="1018"/>
                  <a:pt x="1626" y="1021"/>
                  <a:pt x="1631" y="1021"/>
                </a:cubicBezTo>
                <a:cubicBezTo>
                  <a:pt x="1636" y="1021"/>
                  <a:pt x="1640" y="1018"/>
                  <a:pt x="1640" y="1013"/>
                </a:cubicBezTo>
                <a:close/>
                <a:moveTo>
                  <a:pt x="2052" y="1013"/>
                </a:moveTo>
                <a:cubicBezTo>
                  <a:pt x="2052" y="1008"/>
                  <a:pt x="2048" y="1004"/>
                  <a:pt x="2043" y="1004"/>
                </a:cubicBezTo>
                <a:cubicBezTo>
                  <a:pt x="2039" y="1004"/>
                  <a:pt x="2035" y="1008"/>
                  <a:pt x="2035" y="1013"/>
                </a:cubicBezTo>
                <a:cubicBezTo>
                  <a:pt x="2035" y="1018"/>
                  <a:pt x="2039" y="1021"/>
                  <a:pt x="2043" y="1021"/>
                </a:cubicBezTo>
                <a:cubicBezTo>
                  <a:pt x="2048" y="1021"/>
                  <a:pt x="2052" y="1018"/>
                  <a:pt x="2052" y="1013"/>
                </a:cubicBezTo>
                <a:close/>
                <a:moveTo>
                  <a:pt x="2155" y="1013"/>
                </a:moveTo>
                <a:cubicBezTo>
                  <a:pt x="2155" y="1008"/>
                  <a:pt x="2151" y="1004"/>
                  <a:pt x="2146" y="1004"/>
                </a:cubicBezTo>
                <a:cubicBezTo>
                  <a:pt x="2142" y="1004"/>
                  <a:pt x="2138" y="1008"/>
                  <a:pt x="2138" y="1013"/>
                </a:cubicBezTo>
                <a:cubicBezTo>
                  <a:pt x="2138" y="1018"/>
                  <a:pt x="2142" y="1021"/>
                  <a:pt x="2146" y="1021"/>
                </a:cubicBezTo>
                <a:cubicBezTo>
                  <a:pt x="2151" y="1021"/>
                  <a:pt x="2155" y="1018"/>
                  <a:pt x="2155" y="1013"/>
                </a:cubicBezTo>
                <a:close/>
                <a:moveTo>
                  <a:pt x="2181" y="1013"/>
                </a:moveTo>
                <a:cubicBezTo>
                  <a:pt x="2181" y="1008"/>
                  <a:pt x="2177" y="1004"/>
                  <a:pt x="2172" y="1004"/>
                </a:cubicBezTo>
                <a:cubicBezTo>
                  <a:pt x="2167" y="1004"/>
                  <a:pt x="2164" y="1008"/>
                  <a:pt x="2164" y="1013"/>
                </a:cubicBezTo>
                <a:cubicBezTo>
                  <a:pt x="2164" y="1018"/>
                  <a:pt x="2167" y="1021"/>
                  <a:pt x="2172" y="1021"/>
                </a:cubicBezTo>
                <a:cubicBezTo>
                  <a:pt x="2177" y="1021"/>
                  <a:pt x="2181" y="1018"/>
                  <a:pt x="2181" y="1013"/>
                </a:cubicBezTo>
                <a:close/>
                <a:moveTo>
                  <a:pt x="687" y="1039"/>
                </a:moveTo>
                <a:cubicBezTo>
                  <a:pt x="687" y="1034"/>
                  <a:pt x="683" y="1030"/>
                  <a:pt x="678" y="1030"/>
                </a:cubicBezTo>
                <a:cubicBezTo>
                  <a:pt x="673" y="1030"/>
                  <a:pt x="670" y="1034"/>
                  <a:pt x="670" y="1039"/>
                </a:cubicBezTo>
                <a:cubicBezTo>
                  <a:pt x="670" y="1043"/>
                  <a:pt x="673" y="1047"/>
                  <a:pt x="678" y="1047"/>
                </a:cubicBezTo>
                <a:cubicBezTo>
                  <a:pt x="683" y="1047"/>
                  <a:pt x="687" y="1043"/>
                  <a:pt x="687" y="1039"/>
                </a:cubicBezTo>
                <a:close/>
                <a:moveTo>
                  <a:pt x="712" y="1039"/>
                </a:moveTo>
                <a:cubicBezTo>
                  <a:pt x="712" y="1034"/>
                  <a:pt x="709" y="1030"/>
                  <a:pt x="704" y="1030"/>
                </a:cubicBezTo>
                <a:cubicBezTo>
                  <a:pt x="699" y="1030"/>
                  <a:pt x="695" y="1034"/>
                  <a:pt x="695" y="1039"/>
                </a:cubicBezTo>
                <a:cubicBezTo>
                  <a:pt x="695" y="1043"/>
                  <a:pt x="699" y="1047"/>
                  <a:pt x="704" y="1047"/>
                </a:cubicBezTo>
                <a:cubicBezTo>
                  <a:pt x="709" y="1047"/>
                  <a:pt x="712" y="1043"/>
                  <a:pt x="712" y="1039"/>
                </a:cubicBezTo>
                <a:close/>
                <a:moveTo>
                  <a:pt x="738" y="1039"/>
                </a:moveTo>
                <a:cubicBezTo>
                  <a:pt x="738" y="1034"/>
                  <a:pt x="734" y="1030"/>
                  <a:pt x="730" y="1030"/>
                </a:cubicBezTo>
                <a:cubicBezTo>
                  <a:pt x="725" y="1030"/>
                  <a:pt x="721" y="1034"/>
                  <a:pt x="721" y="1039"/>
                </a:cubicBezTo>
                <a:cubicBezTo>
                  <a:pt x="721" y="1043"/>
                  <a:pt x="725" y="1047"/>
                  <a:pt x="730" y="1047"/>
                </a:cubicBezTo>
                <a:cubicBezTo>
                  <a:pt x="734" y="1047"/>
                  <a:pt x="738" y="1043"/>
                  <a:pt x="738" y="1039"/>
                </a:cubicBezTo>
                <a:close/>
                <a:moveTo>
                  <a:pt x="764" y="1039"/>
                </a:moveTo>
                <a:cubicBezTo>
                  <a:pt x="764" y="1034"/>
                  <a:pt x="760" y="1030"/>
                  <a:pt x="755" y="1030"/>
                </a:cubicBezTo>
                <a:cubicBezTo>
                  <a:pt x="751" y="1030"/>
                  <a:pt x="747" y="1034"/>
                  <a:pt x="747" y="1039"/>
                </a:cubicBezTo>
                <a:cubicBezTo>
                  <a:pt x="747" y="1043"/>
                  <a:pt x="751" y="1047"/>
                  <a:pt x="755" y="1047"/>
                </a:cubicBezTo>
                <a:cubicBezTo>
                  <a:pt x="760" y="1047"/>
                  <a:pt x="764" y="1043"/>
                  <a:pt x="764" y="1039"/>
                </a:cubicBezTo>
                <a:close/>
                <a:moveTo>
                  <a:pt x="790" y="1039"/>
                </a:moveTo>
                <a:cubicBezTo>
                  <a:pt x="790" y="1034"/>
                  <a:pt x="786" y="1030"/>
                  <a:pt x="781" y="1030"/>
                </a:cubicBezTo>
                <a:cubicBezTo>
                  <a:pt x="776" y="1030"/>
                  <a:pt x="773" y="1034"/>
                  <a:pt x="773" y="1039"/>
                </a:cubicBezTo>
                <a:cubicBezTo>
                  <a:pt x="773" y="1043"/>
                  <a:pt x="776" y="1047"/>
                  <a:pt x="781" y="1047"/>
                </a:cubicBezTo>
                <a:cubicBezTo>
                  <a:pt x="786" y="1047"/>
                  <a:pt x="790" y="1043"/>
                  <a:pt x="790" y="1039"/>
                </a:cubicBezTo>
                <a:close/>
                <a:moveTo>
                  <a:pt x="816" y="1039"/>
                </a:moveTo>
                <a:cubicBezTo>
                  <a:pt x="816" y="1034"/>
                  <a:pt x="812" y="1030"/>
                  <a:pt x="807" y="1030"/>
                </a:cubicBezTo>
                <a:cubicBezTo>
                  <a:pt x="802" y="1030"/>
                  <a:pt x="798" y="1034"/>
                  <a:pt x="798" y="1039"/>
                </a:cubicBezTo>
                <a:cubicBezTo>
                  <a:pt x="798" y="1043"/>
                  <a:pt x="802" y="1047"/>
                  <a:pt x="807" y="1047"/>
                </a:cubicBezTo>
                <a:cubicBezTo>
                  <a:pt x="812" y="1047"/>
                  <a:pt x="816" y="1043"/>
                  <a:pt x="816" y="1039"/>
                </a:cubicBezTo>
                <a:close/>
                <a:moveTo>
                  <a:pt x="841" y="1039"/>
                </a:moveTo>
                <a:cubicBezTo>
                  <a:pt x="841" y="1034"/>
                  <a:pt x="837" y="1030"/>
                  <a:pt x="833" y="1030"/>
                </a:cubicBezTo>
                <a:cubicBezTo>
                  <a:pt x="828" y="1030"/>
                  <a:pt x="824" y="1034"/>
                  <a:pt x="824" y="1039"/>
                </a:cubicBezTo>
                <a:cubicBezTo>
                  <a:pt x="824" y="1043"/>
                  <a:pt x="828" y="1047"/>
                  <a:pt x="833" y="1047"/>
                </a:cubicBezTo>
                <a:cubicBezTo>
                  <a:pt x="837" y="1047"/>
                  <a:pt x="841" y="1043"/>
                  <a:pt x="841" y="1039"/>
                </a:cubicBezTo>
                <a:close/>
                <a:moveTo>
                  <a:pt x="867" y="1039"/>
                </a:moveTo>
                <a:cubicBezTo>
                  <a:pt x="867" y="1034"/>
                  <a:pt x="863" y="1030"/>
                  <a:pt x="858" y="1030"/>
                </a:cubicBezTo>
                <a:cubicBezTo>
                  <a:pt x="854" y="1030"/>
                  <a:pt x="850" y="1034"/>
                  <a:pt x="850" y="1039"/>
                </a:cubicBezTo>
                <a:cubicBezTo>
                  <a:pt x="850" y="1043"/>
                  <a:pt x="854" y="1047"/>
                  <a:pt x="858" y="1047"/>
                </a:cubicBezTo>
                <a:cubicBezTo>
                  <a:pt x="863" y="1047"/>
                  <a:pt x="867" y="1043"/>
                  <a:pt x="867" y="1039"/>
                </a:cubicBezTo>
                <a:close/>
                <a:moveTo>
                  <a:pt x="1356" y="1039"/>
                </a:moveTo>
                <a:cubicBezTo>
                  <a:pt x="1356" y="1034"/>
                  <a:pt x="1353" y="1030"/>
                  <a:pt x="1348" y="1030"/>
                </a:cubicBezTo>
                <a:cubicBezTo>
                  <a:pt x="1343" y="1030"/>
                  <a:pt x="1339" y="1034"/>
                  <a:pt x="1339" y="1039"/>
                </a:cubicBezTo>
                <a:cubicBezTo>
                  <a:pt x="1339" y="1043"/>
                  <a:pt x="1343" y="1047"/>
                  <a:pt x="1348" y="1047"/>
                </a:cubicBezTo>
                <a:cubicBezTo>
                  <a:pt x="1353" y="1047"/>
                  <a:pt x="1356" y="1043"/>
                  <a:pt x="1356" y="1039"/>
                </a:cubicBezTo>
                <a:close/>
                <a:moveTo>
                  <a:pt x="1382" y="1039"/>
                </a:moveTo>
                <a:cubicBezTo>
                  <a:pt x="1382" y="1034"/>
                  <a:pt x="1378" y="1030"/>
                  <a:pt x="1374" y="1030"/>
                </a:cubicBezTo>
                <a:cubicBezTo>
                  <a:pt x="1369" y="1030"/>
                  <a:pt x="1365" y="1034"/>
                  <a:pt x="1365" y="1039"/>
                </a:cubicBezTo>
                <a:cubicBezTo>
                  <a:pt x="1365" y="1043"/>
                  <a:pt x="1369" y="1047"/>
                  <a:pt x="1374" y="1047"/>
                </a:cubicBezTo>
                <a:cubicBezTo>
                  <a:pt x="1378" y="1047"/>
                  <a:pt x="1382" y="1043"/>
                  <a:pt x="1382" y="1039"/>
                </a:cubicBezTo>
                <a:close/>
                <a:moveTo>
                  <a:pt x="1408" y="1039"/>
                </a:moveTo>
                <a:cubicBezTo>
                  <a:pt x="1408" y="1034"/>
                  <a:pt x="1404" y="1030"/>
                  <a:pt x="1399" y="1030"/>
                </a:cubicBezTo>
                <a:cubicBezTo>
                  <a:pt x="1395" y="1030"/>
                  <a:pt x="1391" y="1034"/>
                  <a:pt x="1391" y="1039"/>
                </a:cubicBezTo>
                <a:cubicBezTo>
                  <a:pt x="1391" y="1043"/>
                  <a:pt x="1395" y="1047"/>
                  <a:pt x="1399" y="1047"/>
                </a:cubicBezTo>
                <a:cubicBezTo>
                  <a:pt x="1404" y="1047"/>
                  <a:pt x="1408" y="1043"/>
                  <a:pt x="1408" y="1039"/>
                </a:cubicBezTo>
                <a:close/>
                <a:moveTo>
                  <a:pt x="1434" y="1039"/>
                </a:moveTo>
                <a:cubicBezTo>
                  <a:pt x="1434" y="1034"/>
                  <a:pt x="1430" y="1030"/>
                  <a:pt x="1425" y="1030"/>
                </a:cubicBezTo>
                <a:cubicBezTo>
                  <a:pt x="1420" y="1030"/>
                  <a:pt x="1417" y="1034"/>
                  <a:pt x="1417" y="1039"/>
                </a:cubicBezTo>
                <a:cubicBezTo>
                  <a:pt x="1417" y="1043"/>
                  <a:pt x="1420" y="1047"/>
                  <a:pt x="1425" y="1047"/>
                </a:cubicBezTo>
                <a:cubicBezTo>
                  <a:pt x="1430" y="1047"/>
                  <a:pt x="1434" y="1043"/>
                  <a:pt x="1434" y="1039"/>
                </a:cubicBezTo>
                <a:close/>
                <a:moveTo>
                  <a:pt x="1459" y="1039"/>
                </a:moveTo>
                <a:cubicBezTo>
                  <a:pt x="1459" y="1034"/>
                  <a:pt x="1456" y="1030"/>
                  <a:pt x="1451" y="1030"/>
                </a:cubicBezTo>
                <a:cubicBezTo>
                  <a:pt x="1446" y="1030"/>
                  <a:pt x="1442" y="1034"/>
                  <a:pt x="1442" y="1039"/>
                </a:cubicBezTo>
                <a:cubicBezTo>
                  <a:pt x="1442" y="1043"/>
                  <a:pt x="1446" y="1047"/>
                  <a:pt x="1451" y="1047"/>
                </a:cubicBezTo>
                <a:cubicBezTo>
                  <a:pt x="1456" y="1047"/>
                  <a:pt x="1459" y="1043"/>
                  <a:pt x="1459" y="1039"/>
                </a:cubicBezTo>
                <a:close/>
                <a:moveTo>
                  <a:pt x="1485" y="1039"/>
                </a:moveTo>
                <a:cubicBezTo>
                  <a:pt x="1485" y="1034"/>
                  <a:pt x="1481" y="1030"/>
                  <a:pt x="1477" y="1030"/>
                </a:cubicBezTo>
                <a:cubicBezTo>
                  <a:pt x="1472" y="1030"/>
                  <a:pt x="1468" y="1034"/>
                  <a:pt x="1468" y="1039"/>
                </a:cubicBezTo>
                <a:cubicBezTo>
                  <a:pt x="1468" y="1043"/>
                  <a:pt x="1472" y="1047"/>
                  <a:pt x="1477" y="1047"/>
                </a:cubicBezTo>
                <a:cubicBezTo>
                  <a:pt x="1481" y="1047"/>
                  <a:pt x="1485" y="1043"/>
                  <a:pt x="1485" y="1039"/>
                </a:cubicBezTo>
                <a:close/>
                <a:moveTo>
                  <a:pt x="1511" y="1039"/>
                </a:moveTo>
                <a:cubicBezTo>
                  <a:pt x="1511" y="1034"/>
                  <a:pt x="1507" y="1030"/>
                  <a:pt x="1502" y="1030"/>
                </a:cubicBezTo>
                <a:cubicBezTo>
                  <a:pt x="1498" y="1030"/>
                  <a:pt x="1494" y="1034"/>
                  <a:pt x="1494" y="1039"/>
                </a:cubicBezTo>
                <a:cubicBezTo>
                  <a:pt x="1494" y="1043"/>
                  <a:pt x="1498" y="1047"/>
                  <a:pt x="1502" y="1047"/>
                </a:cubicBezTo>
                <a:cubicBezTo>
                  <a:pt x="1507" y="1047"/>
                  <a:pt x="1511" y="1043"/>
                  <a:pt x="1511" y="1039"/>
                </a:cubicBezTo>
                <a:close/>
                <a:moveTo>
                  <a:pt x="1537" y="1039"/>
                </a:moveTo>
                <a:cubicBezTo>
                  <a:pt x="1537" y="1034"/>
                  <a:pt x="1533" y="1030"/>
                  <a:pt x="1528" y="1030"/>
                </a:cubicBezTo>
                <a:cubicBezTo>
                  <a:pt x="1523" y="1030"/>
                  <a:pt x="1520" y="1034"/>
                  <a:pt x="1520" y="1039"/>
                </a:cubicBezTo>
                <a:cubicBezTo>
                  <a:pt x="1520" y="1043"/>
                  <a:pt x="1523" y="1047"/>
                  <a:pt x="1528" y="1047"/>
                </a:cubicBezTo>
                <a:cubicBezTo>
                  <a:pt x="1533" y="1047"/>
                  <a:pt x="1537" y="1043"/>
                  <a:pt x="1537" y="1039"/>
                </a:cubicBezTo>
                <a:close/>
                <a:moveTo>
                  <a:pt x="1563" y="1039"/>
                </a:moveTo>
                <a:cubicBezTo>
                  <a:pt x="1563" y="1034"/>
                  <a:pt x="1559" y="1030"/>
                  <a:pt x="1554" y="1030"/>
                </a:cubicBezTo>
                <a:cubicBezTo>
                  <a:pt x="1549" y="1030"/>
                  <a:pt x="1545" y="1034"/>
                  <a:pt x="1545" y="1039"/>
                </a:cubicBezTo>
                <a:cubicBezTo>
                  <a:pt x="1545" y="1043"/>
                  <a:pt x="1549" y="1047"/>
                  <a:pt x="1554" y="1047"/>
                </a:cubicBezTo>
                <a:cubicBezTo>
                  <a:pt x="1559" y="1047"/>
                  <a:pt x="1563" y="1043"/>
                  <a:pt x="1563" y="1039"/>
                </a:cubicBezTo>
                <a:close/>
                <a:moveTo>
                  <a:pt x="1588" y="1039"/>
                </a:moveTo>
                <a:cubicBezTo>
                  <a:pt x="1588" y="1034"/>
                  <a:pt x="1584" y="1030"/>
                  <a:pt x="1580" y="1030"/>
                </a:cubicBezTo>
                <a:cubicBezTo>
                  <a:pt x="1575" y="1030"/>
                  <a:pt x="1571" y="1034"/>
                  <a:pt x="1571" y="1039"/>
                </a:cubicBezTo>
                <a:cubicBezTo>
                  <a:pt x="1571" y="1043"/>
                  <a:pt x="1575" y="1047"/>
                  <a:pt x="1580" y="1047"/>
                </a:cubicBezTo>
                <a:cubicBezTo>
                  <a:pt x="1584" y="1047"/>
                  <a:pt x="1588" y="1043"/>
                  <a:pt x="1588" y="1039"/>
                </a:cubicBezTo>
                <a:close/>
                <a:moveTo>
                  <a:pt x="1614" y="1039"/>
                </a:moveTo>
                <a:cubicBezTo>
                  <a:pt x="1614" y="1034"/>
                  <a:pt x="1610" y="1030"/>
                  <a:pt x="1605" y="1030"/>
                </a:cubicBezTo>
                <a:cubicBezTo>
                  <a:pt x="1601" y="1030"/>
                  <a:pt x="1597" y="1034"/>
                  <a:pt x="1597" y="1039"/>
                </a:cubicBezTo>
                <a:cubicBezTo>
                  <a:pt x="1597" y="1043"/>
                  <a:pt x="1601" y="1047"/>
                  <a:pt x="1605" y="1047"/>
                </a:cubicBezTo>
                <a:cubicBezTo>
                  <a:pt x="1610" y="1047"/>
                  <a:pt x="1614" y="1043"/>
                  <a:pt x="1614" y="1039"/>
                </a:cubicBezTo>
                <a:close/>
                <a:moveTo>
                  <a:pt x="2000" y="1039"/>
                </a:moveTo>
                <a:cubicBezTo>
                  <a:pt x="2000" y="1034"/>
                  <a:pt x="1997" y="1030"/>
                  <a:pt x="1992" y="1030"/>
                </a:cubicBezTo>
                <a:cubicBezTo>
                  <a:pt x="1987" y="1030"/>
                  <a:pt x="1983" y="1034"/>
                  <a:pt x="1983" y="1039"/>
                </a:cubicBezTo>
                <a:cubicBezTo>
                  <a:pt x="1983" y="1043"/>
                  <a:pt x="1987" y="1047"/>
                  <a:pt x="1992" y="1047"/>
                </a:cubicBezTo>
                <a:cubicBezTo>
                  <a:pt x="1997" y="1047"/>
                  <a:pt x="2000" y="1043"/>
                  <a:pt x="2000" y="1039"/>
                </a:cubicBezTo>
                <a:close/>
                <a:moveTo>
                  <a:pt x="2026" y="1039"/>
                </a:moveTo>
                <a:cubicBezTo>
                  <a:pt x="2026" y="1034"/>
                  <a:pt x="2022" y="1030"/>
                  <a:pt x="2018" y="1030"/>
                </a:cubicBezTo>
                <a:cubicBezTo>
                  <a:pt x="2013" y="1030"/>
                  <a:pt x="2009" y="1034"/>
                  <a:pt x="2009" y="1039"/>
                </a:cubicBezTo>
                <a:cubicBezTo>
                  <a:pt x="2009" y="1043"/>
                  <a:pt x="2013" y="1047"/>
                  <a:pt x="2018" y="1047"/>
                </a:cubicBezTo>
                <a:cubicBezTo>
                  <a:pt x="2022" y="1047"/>
                  <a:pt x="2026" y="1043"/>
                  <a:pt x="2026" y="1039"/>
                </a:cubicBezTo>
                <a:close/>
                <a:moveTo>
                  <a:pt x="2129" y="1039"/>
                </a:moveTo>
                <a:cubicBezTo>
                  <a:pt x="2129" y="1034"/>
                  <a:pt x="2125" y="1030"/>
                  <a:pt x="2121" y="1030"/>
                </a:cubicBezTo>
                <a:cubicBezTo>
                  <a:pt x="2116" y="1030"/>
                  <a:pt x="2112" y="1034"/>
                  <a:pt x="2112" y="1039"/>
                </a:cubicBezTo>
                <a:cubicBezTo>
                  <a:pt x="2112" y="1043"/>
                  <a:pt x="2116" y="1047"/>
                  <a:pt x="2121" y="1047"/>
                </a:cubicBezTo>
                <a:cubicBezTo>
                  <a:pt x="2125" y="1047"/>
                  <a:pt x="2129" y="1043"/>
                  <a:pt x="2129" y="1039"/>
                </a:cubicBezTo>
                <a:close/>
                <a:moveTo>
                  <a:pt x="2155" y="1039"/>
                </a:moveTo>
                <a:cubicBezTo>
                  <a:pt x="2155" y="1034"/>
                  <a:pt x="2151" y="1030"/>
                  <a:pt x="2146" y="1030"/>
                </a:cubicBezTo>
                <a:cubicBezTo>
                  <a:pt x="2142" y="1030"/>
                  <a:pt x="2138" y="1034"/>
                  <a:pt x="2138" y="1039"/>
                </a:cubicBezTo>
                <a:cubicBezTo>
                  <a:pt x="2138" y="1043"/>
                  <a:pt x="2142" y="1047"/>
                  <a:pt x="2146" y="1047"/>
                </a:cubicBezTo>
                <a:cubicBezTo>
                  <a:pt x="2151" y="1047"/>
                  <a:pt x="2155" y="1043"/>
                  <a:pt x="2155" y="1039"/>
                </a:cubicBezTo>
                <a:close/>
                <a:moveTo>
                  <a:pt x="2181" y="1039"/>
                </a:moveTo>
                <a:cubicBezTo>
                  <a:pt x="2181" y="1034"/>
                  <a:pt x="2177" y="1030"/>
                  <a:pt x="2172" y="1030"/>
                </a:cubicBezTo>
                <a:cubicBezTo>
                  <a:pt x="2167" y="1030"/>
                  <a:pt x="2164" y="1034"/>
                  <a:pt x="2164" y="1039"/>
                </a:cubicBezTo>
                <a:cubicBezTo>
                  <a:pt x="2164" y="1043"/>
                  <a:pt x="2167" y="1047"/>
                  <a:pt x="2172" y="1047"/>
                </a:cubicBezTo>
                <a:cubicBezTo>
                  <a:pt x="2177" y="1047"/>
                  <a:pt x="2181" y="1043"/>
                  <a:pt x="2181" y="1039"/>
                </a:cubicBezTo>
                <a:close/>
                <a:moveTo>
                  <a:pt x="687" y="1064"/>
                </a:moveTo>
                <a:cubicBezTo>
                  <a:pt x="687" y="1060"/>
                  <a:pt x="683" y="1056"/>
                  <a:pt x="678" y="1056"/>
                </a:cubicBezTo>
                <a:cubicBezTo>
                  <a:pt x="673" y="1056"/>
                  <a:pt x="670" y="1060"/>
                  <a:pt x="670" y="1064"/>
                </a:cubicBezTo>
                <a:cubicBezTo>
                  <a:pt x="670" y="1069"/>
                  <a:pt x="673" y="1073"/>
                  <a:pt x="678" y="1073"/>
                </a:cubicBezTo>
                <a:cubicBezTo>
                  <a:pt x="683" y="1073"/>
                  <a:pt x="687" y="1069"/>
                  <a:pt x="687" y="1064"/>
                </a:cubicBezTo>
                <a:close/>
                <a:moveTo>
                  <a:pt x="712" y="1064"/>
                </a:moveTo>
                <a:cubicBezTo>
                  <a:pt x="712" y="1060"/>
                  <a:pt x="709" y="1056"/>
                  <a:pt x="704" y="1056"/>
                </a:cubicBezTo>
                <a:cubicBezTo>
                  <a:pt x="699" y="1056"/>
                  <a:pt x="695" y="1060"/>
                  <a:pt x="695" y="1064"/>
                </a:cubicBezTo>
                <a:cubicBezTo>
                  <a:pt x="695" y="1069"/>
                  <a:pt x="699" y="1073"/>
                  <a:pt x="704" y="1073"/>
                </a:cubicBezTo>
                <a:cubicBezTo>
                  <a:pt x="709" y="1073"/>
                  <a:pt x="712" y="1069"/>
                  <a:pt x="712" y="1064"/>
                </a:cubicBezTo>
                <a:close/>
                <a:moveTo>
                  <a:pt x="738" y="1064"/>
                </a:moveTo>
                <a:cubicBezTo>
                  <a:pt x="738" y="1060"/>
                  <a:pt x="734" y="1056"/>
                  <a:pt x="730" y="1056"/>
                </a:cubicBezTo>
                <a:cubicBezTo>
                  <a:pt x="725" y="1056"/>
                  <a:pt x="721" y="1060"/>
                  <a:pt x="721" y="1064"/>
                </a:cubicBezTo>
                <a:cubicBezTo>
                  <a:pt x="721" y="1069"/>
                  <a:pt x="725" y="1073"/>
                  <a:pt x="730" y="1073"/>
                </a:cubicBezTo>
                <a:cubicBezTo>
                  <a:pt x="734" y="1073"/>
                  <a:pt x="738" y="1069"/>
                  <a:pt x="738" y="1064"/>
                </a:cubicBezTo>
                <a:close/>
                <a:moveTo>
                  <a:pt x="764" y="1064"/>
                </a:moveTo>
                <a:cubicBezTo>
                  <a:pt x="764" y="1060"/>
                  <a:pt x="760" y="1056"/>
                  <a:pt x="755" y="1056"/>
                </a:cubicBezTo>
                <a:cubicBezTo>
                  <a:pt x="751" y="1056"/>
                  <a:pt x="747" y="1060"/>
                  <a:pt x="747" y="1064"/>
                </a:cubicBezTo>
                <a:cubicBezTo>
                  <a:pt x="747" y="1069"/>
                  <a:pt x="751" y="1073"/>
                  <a:pt x="755" y="1073"/>
                </a:cubicBezTo>
                <a:cubicBezTo>
                  <a:pt x="760" y="1073"/>
                  <a:pt x="764" y="1069"/>
                  <a:pt x="764" y="1064"/>
                </a:cubicBezTo>
                <a:close/>
                <a:moveTo>
                  <a:pt x="790" y="1064"/>
                </a:moveTo>
                <a:cubicBezTo>
                  <a:pt x="790" y="1060"/>
                  <a:pt x="786" y="1056"/>
                  <a:pt x="781" y="1056"/>
                </a:cubicBezTo>
                <a:cubicBezTo>
                  <a:pt x="776" y="1056"/>
                  <a:pt x="773" y="1060"/>
                  <a:pt x="773" y="1064"/>
                </a:cubicBezTo>
                <a:cubicBezTo>
                  <a:pt x="773" y="1069"/>
                  <a:pt x="776" y="1073"/>
                  <a:pt x="781" y="1073"/>
                </a:cubicBezTo>
                <a:cubicBezTo>
                  <a:pt x="786" y="1073"/>
                  <a:pt x="790" y="1069"/>
                  <a:pt x="790" y="1064"/>
                </a:cubicBezTo>
                <a:close/>
                <a:moveTo>
                  <a:pt x="816" y="1064"/>
                </a:moveTo>
                <a:cubicBezTo>
                  <a:pt x="816" y="1060"/>
                  <a:pt x="812" y="1056"/>
                  <a:pt x="807" y="1056"/>
                </a:cubicBezTo>
                <a:cubicBezTo>
                  <a:pt x="802" y="1056"/>
                  <a:pt x="798" y="1060"/>
                  <a:pt x="798" y="1064"/>
                </a:cubicBezTo>
                <a:cubicBezTo>
                  <a:pt x="798" y="1069"/>
                  <a:pt x="802" y="1073"/>
                  <a:pt x="807" y="1073"/>
                </a:cubicBezTo>
                <a:cubicBezTo>
                  <a:pt x="812" y="1073"/>
                  <a:pt x="816" y="1069"/>
                  <a:pt x="816" y="1064"/>
                </a:cubicBezTo>
                <a:close/>
                <a:moveTo>
                  <a:pt x="841" y="1064"/>
                </a:moveTo>
                <a:cubicBezTo>
                  <a:pt x="841" y="1060"/>
                  <a:pt x="837" y="1056"/>
                  <a:pt x="833" y="1056"/>
                </a:cubicBezTo>
                <a:cubicBezTo>
                  <a:pt x="828" y="1056"/>
                  <a:pt x="824" y="1060"/>
                  <a:pt x="824" y="1064"/>
                </a:cubicBezTo>
                <a:cubicBezTo>
                  <a:pt x="824" y="1069"/>
                  <a:pt x="828" y="1073"/>
                  <a:pt x="833" y="1073"/>
                </a:cubicBezTo>
                <a:cubicBezTo>
                  <a:pt x="837" y="1073"/>
                  <a:pt x="841" y="1069"/>
                  <a:pt x="841" y="1064"/>
                </a:cubicBezTo>
                <a:close/>
                <a:moveTo>
                  <a:pt x="867" y="1064"/>
                </a:moveTo>
                <a:cubicBezTo>
                  <a:pt x="867" y="1060"/>
                  <a:pt x="863" y="1056"/>
                  <a:pt x="858" y="1056"/>
                </a:cubicBezTo>
                <a:cubicBezTo>
                  <a:pt x="854" y="1056"/>
                  <a:pt x="850" y="1060"/>
                  <a:pt x="850" y="1064"/>
                </a:cubicBezTo>
                <a:cubicBezTo>
                  <a:pt x="850" y="1069"/>
                  <a:pt x="854" y="1073"/>
                  <a:pt x="858" y="1073"/>
                </a:cubicBezTo>
                <a:cubicBezTo>
                  <a:pt x="863" y="1073"/>
                  <a:pt x="867" y="1069"/>
                  <a:pt x="867" y="1064"/>
                </a:cubicBezTo>
                <a:close/>
                <a:moveTo>
                  <a:pt x="893" y="1064"/>
                </a:moveTo>
                <a:cubicBezTo>
                  <a:pt x="893" y="1060"/>
                  <a:pt x="889" y="1056"/>
                  <a:pt x="884" y="1056"/>
                </a:cubicBezTo>
                <a:cubicBezTo>
                  <a:pt x="879" y="1056"/>
                  <a:pt x="876" y="1060"/>
                  <a:pt x="876" y="1064"/>
                </a:cubicBezTo>
                <a:cubicBezTo>
                  <a:pt x="876" y="1069"/>
                  <a:pt x="879" y="1073"/>
                  <a:pt x="884" y="1073"/>
                </a:cubicBezTo>
                <a:cubicBezTo>
                  <a:pt x="889" y="1073"/>
                  <a:pt x="893" y="1069"/>
                  <a:pt x="893" y="1064"/>
                </a:cubicBezTo>
                <a:close/>
                <a:moveTo>
                  <a:pt x="919" y="1064"/>
                </a:moveTo>
                <a:cubicBezTo>
                  <a:pt x="919" y="1060"/>
                  <a:pt x="915" y="1056"/>
                  <a:pt x="910" y="1056"/>
                </a:cubicBezTo>
                <a:cubicBezTo>
                  <a:pt x="905" y="1056"/>
                  <a:pt x="901" y="1060"/>
                  <a:pt x="901" y="1064"/>
                </a:cubicBezTo>
                <a:cubicBezTo>
                  <a:pt x="901" y="1069"/>
                  <a:pt x="905" y="1073"/>
                  <a:pt x="910" y="1073"/>
                </a:cubicBezTo>
                <a:cubicBezTo>
                  <a:pt x="915" y="1073"/>
                  <a:pt x="919" y="1069"/>
                  <a:pt x="919" y="1064"/>
                </a:cubicBezTo>
                <a:close/>
                <a:moveTo>
                  <a:pt x="1356" y="1064"/>
                </a:moveTo>
                <a:cubicBezTo>
                  <a:pt x="1356" y="1060"/>
                  <a:pt x="1353" y="1056"/>
                  <a:pt x="1348" y="1056"/>
                </a:cubicBezTo>
                <a:cubicBezTo>
                  <a:pt x="1343" y="1056"/>
                  <a:pt x="1339" y="1060"/>
                  <a:pt x="1339" y="1064"/>
                </a:cubicBezTo>
                <a:cubicBezTo>
                  <a:pt x="1339" y="1069"/>
                  <a:pt x="1343" y="1073"/>
                  <a:pt x="1348" y="1073"/>
                </a:cubicBezTo>
                <a:cubicBezTo>
                  <a:pt x="1353" y="1073"/>
                  <a:pt x="1356" y="1069"/>
                  <a:pt x="1356" y="1064"/>
                </a:cubicBezTo>
                <a:close/>
                <a:moveTo>
                  <a:pt x="1382" y="1064"/>
                </a:moveTo>
                <a:cubicBezTo>
                  <a:pt x="1382" y="1060"/>
                  <a:pt x="1378" y="1056"/>
                  <a:pt x="1374" y="1056"/>
                </a:cubicBezTo>
                <a:cubicBezTo>
                  <a:pt x="1369" y="1056"/>
                  <a:pt x="1365" y="1060"/>
                  <a:pt x="1365" y="1064"/>
                </a:cubicBezTo>
                <a:cubicBezTo>
                  <a:pt x="1365" y="1069"/>
                  <a:pt x="1369" y="1073"/>
                  <a:pt x="1374" y="1073"/>
                </a:cubicBezTo>
                <a:cubicBezTo>
                  <a:pt x="1378" y="1073"/>
                  <a:pt x="1382" y="1069"/>
                  <a:pt x="1382" y="1064"/>
                </a:cubicBezTo>
                <a:close/>
                <a:moveTo>
                  <a:pt x="1408" y="1064"/>
                </a:moveTo>
                <a:cubicBezTo>
                  <a:pt x="1408" y="1060"/>
                  <a:pt x="1404" y="1056"/>
                  <a:pt x="1399" y="1056"/>
                </a:cubicBezTo>
                <a:cubicBezTo>
                  <a:pt x="1395" y="1056"/>
                  <a:pt x="1391" y="1060"/>
                  <a:pt x="1391" y="1064"/>
                </a:cubicBezTo>
                <a:cubicBezTo>
                  <a:pt x="1391" y="1069"/>
                  <a:pt x="1395" y="1073"/>
                  <a:pt x="1399" y="1073"/>
                </a:cubicBezTo>
                <a:cubicBezTo>
                  <a:pt x="1404" y="1073"/>
                  <a:pt x="1408" y="1069"/>
                  <a:pt x="1408" y="1064"/>
                </a:cubicBezTo>
                <a:close/>
                <a:moveTo>
                  <a:pt x="1434" y="1064"/>
                </a:moveTo>
                <a:cubicBezTo>
                  <a:pt x="1434" y="1060"/>
                  <a:pt x="1430" y="1056"/>
                  <a:pt x="1425" y="1056"/>
                </a:cubicBezTo>
                <a:cubicBezTo>
                  <a:pt x="1420" y="1056"/>
                  <a:pt x="1417" y="1060"/>
                  <a:pt x="1417" y="1064"/>
                </a:cubicBezTo>
                <a:cubicBezTo>
                  <a:pt x="1417" y="1069"/>
                  <a:pt x="1420" y="1073"/>
                  <a:pt x="1425" y="1073"/>
                </a:cubicBezTo>
                <a:cubicBezTo>
                  <a:pt x="1430" y="1073"/>
                  <a:pt x="1434" y="1069"/>
                  <a:pt x="1434" y="1064"/>
                </a:cubicBezTo>
                <a:close/>
                <a:moveTo>
                  <a:pt x="1459" y="1064"/>
                </a:moveTo>
                <a:cubicBezTo>
                  <a:pt x="1459" y="1060"/>
                  <a:pt x="1456" y="1056"/>
                  <a:pt x="1451" y="1056"/>
                </a:cubicBezTo>
                <a:cubicBezTo>
                  <a:pt x="1446" y="1056"/>
                  <a:pt x="1442" y="1060"/>
                  <a:pt x="1442" y="1064"/>
                </a:cubicBezTo>
                <a:cubicBezTo>
                  <a:pt x="1442" y="1069"/>
                  <a:pt x="1446" y="1073"/>
                  <a:pt x="1451" y="1073"/>
                </a:cubicBezTo>
                <a:cubicBezTo>
                  <a:pt x="1456" y="1073"/>
                  <a:pt x="1459" y="1069"/>
                  <a:pt x="1459" y="1064"/>
                </a:cubicBezTo>
                <a:close/>
                <a:moveTo>
                  <a:pt x="1485" y="1064"/>
                </a:moveTo>
                <a:cubicBezTo>
                  <a:pt x="1485" y="1060"/>
                  <a:pt x="1481" y="1056"/>
                  <a:pt x="1477" y="1056"/>
                </a:cubicBezTo>
                <a:cubicBezTo>
                  <a:pt x="1472" y="1056"/>
                  <a:pt x="1468" y="1060"/>
                  <a:pt x="1468" y="1064"/>
                </a:cubicBezTo>
                <a:cubicBezTo>
                  <a:pt x="1468" y="1069"/>
                  <a:pt x="1472" y="1073"/>
                  <a:pt x="1477" y="1073"/>
                </a:cubicBezTo>
                <a:cubicBezTo>
                  <a:pt x="1481" y="1073"/>
                  <a:pt x="1485" y="1069"/>
                  <a:pt x="1485" y="1064"/>
                </a:cubicBezTo>
                <a:close/>
                <a:moveTo>
                  <a:pt x="1511" y="1064"/>
                </a:moveTo>
                <a:cubicBezTo>
                  <a:pt x="1511" y="1060"/>
                  <a:pt x="1507" y="1056"/>
                  <a:pt x="1502" y="1056"/>
                </a:cubicBezTo>
                <a:cubicBezTo>
                  <a:pt x="1498" y="1056"/>
                  <a:pt x="1494" y="1060"/>
                  <a:pt x="1494" y="1064"/>
                </a:cubicBezTo>
                <a:cubicBezTo>
                  <a:pt x="1494" y="1069"/>
                  <a:pt x="1498" y="1073"/>
                  <a:pt x="1502" y="1073"/>
                </a:cubicBezTo>
                <a:cubicBezTo>
                  <a:pt x="1507" y="1073"/>
                  <a:pt x="1511" y="1069"/>
                  <a:pt x="1511" y="1064"/>
                </a:cubicBezTo>
                <a:close/>
                <a:moveTo>
                  <a:pt x="1537" y="1064"/>
                </a:moveTo>
                <a:cubicBezTo>
                  <a:pt x="1537" y="1060"/>
                  <a:pt x="1533" y="1056"/>
                  <a:pt x="1528" y="1056"/>
                </a:cubicBezTo>
                <a:cubicBezTo>
                  <a:pt x="1523" y="1056"/>
                  <a:pt x="1520" y="1060"/>
                  <a:pt x="1520" y="1064"/>
                </a:cubicBezTo>
                <a:cubicBezTo>
                  <a:pt x="1520" y="1069"/>
                  <a:pt x="1523" y="1073"/>
                  <a:pt x="1528" y="1073"/>
                </a:cubicBezTo>
                <a:cubicBezTo>
                  <a:pt x="1533" y="1073"/>
                  <a:pt x="1537" y="1069"/>
                  <a:pt x="1537" y="1064"/>
                </a:cubicBezTo>
                <a:close/>
                <a:moveTo>
                  <a:pt x="1563" y="1064"/>
                </a:moveTo>
                <a:cubicBezTo>
                  <a:pt x="1563" y="1060"/>
                  <a:pt x="1559" y="1056"/>
                  <a:pt x="1554" y="1056"/>
                </a:cubicBezTo>
                <a:cubicBezTo>
                  <a:pt x="1549" y="1056"/>
                  <a:pt x="1545" y="1060"/>
                  <a:pt x="1545" y="1064"/>
                </a:cubicBezTo>
                <a:cubicBezTo>
                  <a:pt x="1545" y="1069"/>
                  <a:pt x="1549" y="1073"/>
                  <a:pt x="1554" y="1073"/>
                </a:cubicBezTo>
                <a:cubicBezTo>
                  <a:pt x="1559" y="1073"/>
                  <a:pt x="1563" y="1069"/>
                  <a:pt x="1563" y="1064"/>
                </a:cubicBezTo>
                <a:close/>
                <a:moveTo>
                  <a:pt x="1588" y="1064"/>
                </a:moveTo>
                <a:cubicBezTo>
                  <a:pt x="1588" y="1060"/>
                  <a:pt x="1584" y="1056"/>
                  <a:pt x="1580" y="1056"/>
                </a:cubicBezTo>
                <a:cubicBezTo>
                  <a:pt x="1575" y="1056"/>
                  <a:pt x="1571" y="1060"/>
                  <a:pt x="1571" y="1064"/>
                </a:cubicBezTo>
                <a:cubicBezTo>
                  <a:pt x="1571" y="1069"/>
                  <a:pt x="1575" y="1073"/>
                  <a:pt x="1580" y="1073"/>
                </a:cubicBezTo>
                <a:cubicBezTo>
                  <a:pt x="1584" y="1073"/>
                  <a:pt x="1588" y="1069"/>
                  <a:pt x="1588" y="1064"/>
                </a:cubicBezTo>
                <a:close/>
                <a:moveTo>
                  <a:pt x="2026" y="1064"/>
                </a:moveTo>
                <a:cubicBezTo>
                  <a:pt x="2026" y="1060"/>
                  <a:pt x="2022" y="1056"/>
                  <a:pt x="2018" y="1056"/>
                </a:cubicBezTo>
                <a:cubicBezTo>
                  <a:pt x="2013" y="1056"/>
                  <a:pt x="2009" y="1060"/>
                  <a:pt x="2009" y="1064"/>
                </a:cubicBezTo>
                <a:cubicBezTo>
                  <a:pt x="2009" y="1069"/>
                  <a:pt x="2013" y="1073"/>
                  <a:pt x="2018" y="1073"/>
                </a:cubicBezTo>
                <a:cubicBezTo>
                  <a:pt x="2022" y="1073"/>
                  <a:pt x="2026" y="1069"/>
                  <a:pt x="2026" y="1064"/>
                </a:cubicBezTo>
                <a:close/>
                <a:moveTo>
                  <a:pt x="2052" y="1064"/>
                </a:moveTo>
                <a:cubicBezTo>
                  <a:pt x="2052" y="1060"/>
                  <a:pt x="2048" y="1056"/>
                  <a:pt x="2043" y="1056"/>
                </a:cubicBezTo>
                <a:cubicBezTo>
                  <a:pt x="2039" y="1056"/>
                  <a:pt x="2035" y="1060"/>
                  <a:pt x="2035" y="1064"/>
                </a:cubicBezTo>
                <a:cubicBezTo>
                  <a:pt x="2035" y="1069"/>
                  <a:pt x="2039" y="1073"/>
                  <a:pt x="2043" y="1073"/>
                </a:cubicBezTo>
                <a:cubicBezTo>
                  <a:pt x="2048" y="1073"/>
                  <a:pt x="2052" y="1069"/>
                  <a:pt x="2052" y="1064"/>
                </a:cubicBezTo>
                <a:close/>
                <a:moveTo>
                  <a:pt x="2129" y="1064"/>
                </a:moveTo>
                <a:cubicBezTo>
                  <a:pt x="2129" y="1060"/>
                  <a:pt x="2125" y="1056"/>
                  <a:pt x="2121" y="1056"/>
                </a:cubicBezTo>
                <a:cubicBezTo>
                  <a:pt x="2116" y="1056"/>
                  <a:pt x="2112" y="1060"/>
                  <a:pt x="2112" y="1064"/>
                </a:cubicBezTo>
                <a:cubicBezTo>
                  <a:pt x="2112" y="1069"/>
                  <a:pt x="2116" y="1073"/>
                  <a:pt x="2121" y="1073"/>
                </a:cubicBezTo>
                <a:cubicBezTo>
                  <a:pt x="2125" y="1073"/>
                  <a:pt x="2129" y="1069"/>
                  <a:pt x="2129" y="1064"/>
                </a:cubicBezTo>
                <a:close/>
                <a:moveTo>
                  <a:pt x="2155" y="1064"/>
                </a:moveTo>
                <a:cubicBezTo>
                  <a:pt x="2155" y="1060"/>
                  <a:pt x="2151" y="1056"/>
                  <a:pt x="2146" y="1056"/>
                </a:cubicBezTo>
                <a:cubicBezTo>
                  <a:pt x="2142" y="1056"/>
                  <a:pt x="2138" y="1060"/>
                  <a:pt x="2138" y="1064"/>
                </a:cubicBezTo>
                <a:cubicBezTo>
                  <a:pt x="2138" y="1069"/>
                  <a:pt x="2142" y="1073"/>
                  <a:pt x="2146" y="1073"/>
                </a:cubicBezTo>
                <a:cubicBezTo>
                  <a:pt x="2151" y="1073"/>
                  <a:pt x="2155" y="1069"/>
                  <a:pt x="2155" y="1064"/>
                </a:cubicBezTo>
                <a:close/>
                <a:moveTo>
                  <a:pt x="2181" y="1064"/>
                </a:moveTo>
                <a:cubicBezTo>
                  <a:pt x="2181" y="1060"/>
                  <a:pt x="2177" y="1056"/>
                  <a:pt x="2172" y="1056"/>
                </a:cubicBezTo>
                <a:cubicBezTo>
                  <a:pt x="2167" y="1056"/>
                  <a:pt x="2164" y="1060"/>
                  <a:pt x="2164" y="1064"/>
                </a:cubicBezTo>
                <a:cubicBezTo>
                  <a:pt x="2164" y="1069"/>
                  <a:pt x="2167" y="1073"/>
                  <a:pt x="2172" y="1073"/>
                </a:cubicBezTo>
                <a:cubicBezTo>
                  <a:pt x="2177" y="1073"/>
                  <a:pt x="2181" y="1069"/>
                  <a:pt x="2181" y="1064"/>
                </a:cubicBezTo>
                <a:close/>
                <a:moveTo>
                  <a:pt x="2335" y="1064"/>
                </a:moveTo>
                <a:cubicBezTo>
                  <a:pt x="2335" y="1060"/>
                  <a:pt x="2331" y="1056"/>
                  <a:pt x="2327" y="1056"/>
                </a:cubicBezTo>
                <a:cubicBezTo>
                  <a:pt x="2322" y="1056"/>
                  <a:pt x="2318" y="1060"/>
                  <a:pt x="2318" y="1064"/>
                </a:cubicBezTo>
                <a:cubicBezTo>
                  <a:pt x="2318" y="1069"/>
                  <a:pt x="2322" y="1073"/>
                  <a:pt x="2327" y="1073"/>
                </a:cubicBezTo>
                <a:cubicBezTo>
                  <a:pt x="2331" y="1073"/>
                  <a:pt x="2335" y="1069"/>
                  <a:pt x="2335" y="1064"/>
                </a:cubicBezTo>
                <a:close/>
                <a:moveTo>
                  <a:pt x="2361" y="1064"/>
                </a:moveTo>
                <a:cubicBezTo>
                  <a:pt x="2361" y="1060"/>
                  <a:pt x="2357" y="1056"/>
                  <a:pt x="2352" y="1056"/>
                </a:cubicBezTo>
                <a:cubicBezTo>
                  <a:pt x="2348" y="1056"/>
                  <a:pt x="2344" y="1060"/>
                  <a:pt x="2344" y="1064"/>
                </a:cubicBezTo>
                <a:cubicBezTo>
                  <a:pt x="2344" y="1069"/>
                  <a:pt x="2348" y="1073"/>
                  <a:pt x="2352" y="1073"/>
                </a:cubicBezTo>
                <a:cubicBezTo>
                  <a:pt x="2357" y="1073"/>
                  <a:pt x="2361" y="1069"/>
                  <a:pt x="2361" y="1064"/>
                </a:cubicBezTo>
                <a:close/>
                <a:moveTo>
                  <a:pt x="661" y="1090"/>
                </a:moveTo>
                <a:cubicBezTo>
                  <a:pt x="661" y="1085"/>
                  <a:pt x="657" y="1082"/>
                  <a:pt x="652" y="1082"/>
                </a:cubicBezTo>
                <a:cubicBezTo>
                  <a:pt x="648" y="1082"/>
                  <a:pt x="644" y="1085"/>
                  <a:pt x="644" y="1090"/>
                </a:cubicBezTo>
                <a:cubicBezTo>
                  <a:pt x="644" y="1095"/>
                  <a:pt x="648" y="1099"/>
                  <a:pt x="652" y="1099"/>
                </a:cubicBezTo>
                <a:cubicBezTo>
                  <a:pt x="657" y="1099"/>
                  <a:pt x="661" y="1095"/>
                  <a:pt x="661" y="1090"/>
                </a:cubicBezTo>
                <a:close/>
                <a:moveTo>
                  <a:pt x="687" y="1090"/>
                </a:moveTo>
                <a:cubicBezTo>
                  <a:pt x="687" y="1085"/>
                  <a:pt x="683" y="1082"/>
                  <a:pt x="678" y="1082"/>
                </a:cubicBezTo>
                <a:cubicBezTo>
                  <a:pt x="673" y="1082"/>
                  <a:pt x="670" y="1085"/>
                  <a:pt x="670" y="1090"/>
                </a:cubicBezTo>
                <a:cubicBezTo>
                  <a:pt x="670" y="1095"/>
                  <a:pt x="673" y="1099"/>
                  <a:pt x="678" y="1099"/>
                </a:cubicBezTo>
                <a:cubicBezTo>
                  <a:pt x="683" y="1099"/>
                  <a:pt x="687" y="1095"/>
                  <a:pt x="687" y="1090"/>
                </a:cubicBezTo>
                <a:close/>
                <a:moveTo>
                  <a:pt x="712" y="1090"/>
                </a:moveTo>
                <a:cubicBezTo>
                  <a:pt x="712" y="1085"/>
                  <a:pt x="709" y="1082"/>
                  <a:pt x="704" y="1082"/>
                </a:cubicBezTo>
                <a:cubicBezTo>
                  <a:pt x="699" y="1082"/>
                  <a:pt x="695" y="1085"/>
                  <a:pt x="695" y="1090"/>
                </a:cubicBezTo>
                <a:cubicBezTo>
                  <a:pt x="695" y="1095"/>
                  <a:pt x="699" y="1099"/>
                  <a:pt x="704" y="1099"/>
                </a:cubicBezTo>
                <a:cubicBezTo>
                  <a:pt x="709" y="1099"/>
                  <a:pt x="712" y="1095"/>
                  <a:pt x="712" y="1090"/>
                </a:cubicBezTo>
                <a:close/>
                <a:moveTo>
                  <a:pt x="738" y="1090"/>
                </a:moveTo>
                <a:cubicBezTo>
                  <a:pt x="738" y="1085"/>
                  <a:pt x="734" y="1082"/>
                  <a:pt x="730" y="1082"/>
                </a:cubicBezTo>
                <a:cubicBezTo>
                  <a:pt x="725" y="1082"/>
                  <a:pt x="721" y="1085"/>
                  <a:pt x="721" y="1090"/>
                </a:cubicBezTo>
                <a:cubicBezTo>
                  <a:pt x="721" y="1095"/>
                  <a:pt x="725" y="1099"/>
                  <a:pt x="730" y="1099"/>
                </a:cubicBezTo>
                <a:cubicBezTo>
                  <a:pt x="734" y="1099"/>
                  <a:pt x="738" y="1095"/>
                  <a:pt x="738" y="1090"/>
                </a:cubicBezTo>
                <a:close/>
                <a:moveTo>
                  <a:pt x="764" y="1090"/>
                </a:moveTo>
                <a:cubicBezTo>
                  <a:pt x="764" y="1085"/>
                  <a:pt x="760" y="1082"/>
                  <a:pt x="755" y="1082"/>
                </a:cubicBezTo>
                <a:cubicBezTo>
                  <a:pt x="751" y="1082"/>
                  <a:pt x="747" y="1085"/>
                  <a:pt x="747" y="1090"/>
                </a:cubicBezTo>
                <a:cubicBezTo>
                  <a:pt x="747" y="1095"/>
                  <a:pt x="751" y="1099"/>
                  <a:pt x="755" y="1099"/>
                </a:cubicBezTo>
                <a:cubicBezTo>
                  <a:pt x="760" y="1099"/>
                  <a:pt x="764" y="1095"/>
                  <a:pt x="764" y="1090"/>
                </a:cubicBezTo>
                <a:close/>
                <a:moveTo>
                  <a:pt x="790" y="1090"/>
                </a:moveTo>
                <a:cubicBezTo>
                  <a:pt x="790" y="1085"/>
                  <a:pt x="786" y="1082"/>
                  <a:pt x="781" y="1082"/>
                </a:cubicBezTo>
                <a:cubicBezTo>
                  <a:pt x="776" y="1082"/>
                  <a:pt x="773" y="1085"/>
                  <a:pt x="773" y="1090"/>
                </a:cubicBezTo>
                <a:cubicBezTo>
                  <a:pt x="773" y="1095"/>
                  <a:pt x="776" y="1099"/>
                  <a:pt x="781" y="1099"/>
                </a:cubicBezTo>
                <a:cubicBezTo>
                  <a:pt x="786" y="1099"/>
                  <a:pt x="790" y="1095"/>
                  <a:pt x="790" y="1090"/>
                </a:cubicBezTo>
                <a:close/>
                <a:moveTo>
                  <a:pt x="816" y="1090"/>
                </a:moveTo>
                <a:cubicBezTo>
                  <a:pt x="816" y="1085"/>
                  <a:pt x="812" y="1082"/>
                  <a:pt x="807" y="1082"/>
                </a:cubicBezTo>
                <a:cubicBezTo>
                  <a:pt x="802" y="1082"/>
                  <a:pt x="798" y="1085"/>
                  <a:pt x="798" y="1090"/>
                </a:cubicBezTo>
                <a:cubicBezTo>
                  <a:pt x="798" y="1095"/>
                  <a:pt x="802" y="1099"/>
                  <a:pt x="807" y="1099"/>
                </a:cubicBezTo>
                <a:cubicBezTo>
                  <a:pt x="812" y="1099"/>
                  <a:pt x="816" y="1095"/>
                  <a:pt x="816" y="1090"/>
                </a:cubicBezTo>
                <a:close/>
                <a:moveTo>
                  <a:pt x="841" y="1090"/>
                </a:moveTo>
                <a:cubicBezTo>
                  <a:pt x="841" y="1085"/>
                  <a:pt x="837" y="1082"/>
                  <a:pt x="833" y="1082"/>
                </a:cubicBezTo>
                <a:cubicBezTo>
                  <a:pt x="828" y="1082"/>
                  <a:pt x="824" y="1085"/>
                  <a:pt x="824" y="1090"/>
                </a:cubicBezTo>
                <a:cubicBezTo>
                  <a:pt x="824" y="1095"/>
                  <a:pt x="828" y="1099"/>
                  <a:pt x="833" y="1099"/>
                </a:cubicBezTo>
                <a:cubicBezTo>
                  <a:pt x="837" y="1099"/>
                  <a:pt x="841" y="1095"/>
                  <a:pt x="841" y="1090"/>
                </a:cubicBezTo>
                <a:close/>
                <a:moveTo>
                  <a:pt x="867" y="1090"/>
                </a:moveTo>
                <a:cubicBezTo>
                  <a:pt x="867" y="1085"/>
                  <a:pt x="863" y="1082"/>
                  <a:pt x="858" y="1082"/>
                </a:cubicBezTo>
                <a:cubicBezTo>
                  <a:pt x="854" y="1082"/>
                  <a:pt x="850" y="1085"/>
                  <a:pt x="850" y="1090"/>
                </a:cubicBezTo>
                <a:cubicBezTo>
                  <a:pt x="850" y="1095"/>
                  <a:pt x="854" y="1099"/>
                  <a:pt x="858" y="1099"/>
                </a:cubicBezTo>
                <a:cubicBezTo>
                  <a:pt x="863" y="1099"/>
                  <a:pt x="867" y="1095"/>
                  <a:pt x="867" y="1090"/>
                </a:cubicBezTo>
                <a:close/>
                <a:moveTo>
                  <a:pt x="893" y="1090"/>
                </a:moveTo>
                <a:cubicBezTo>
                  <a:pt x="893" y="1085"/>
                  <a:pt x="889" y="1082"/>
                  <a:pt x="884" y="1082"/>
                </a:cubicBezTo>
                <a:cubicBezTo>
                  <a:pt x="879" y="1082"/>
                  <a:pt x="876" y="1085"/>
                  <a:pt x="876" y="1090"/>
                </a:cubicBezTo>
                <a:cubicBezTo>
                  <a:pt x="876" y="1095"/>
                  <a:pt x="879" y="1099"/>
                  <a:pt x="884" y="1099"/>
                </a:cubicBezTo>
                <a:cubicBezTo>
                  <a:pt x="889" y="1099"/>
                  <a:pt x="893" y="1095"/>
                  <a:pt x="893" y="1090"/>
                </a:cubicBezTo>
                <a:close/>
                <a:moveTo>
                  <a:pt x="919" y="1090"/>
                </a:moveTo>
                <a:cubicBezTo>
                  <a:pt x="919" y="1085"/>
                  <a:pt x="915" y="1082"/>
                  <a:pt x="910" y="1082"/>
                </a:cubicBezTo>
                <a:cubicBezTo>
                  <a:pt x="905" y="1082"/>
                  <a:pt x="901" y="1085"/>
                  <a:pt x="901" y="1090"/>
                </a:cubicBezTo>
                <a:cubicBezTo>
                  <a:pt x="901" y="1095"/>
                  <a:pt x="905" y="1099"/>
                  <a:pt x="910" y="1099"/>
                </a:cubicBezTo>
                <a:cubicBezTo>
                  <a:pt x="915" y="1099"/>
                  <a:pt x="919" y="1095"/>
                  <a:pt x="919" y="1090"/>
                </a:cubicBezTo>
                <a:close/>
                <a:moveTo>
                  <a:pt x="944" y="1090"/>
                </a:moveTo>
                <a:cubicBezTo>
                  <a:pt x="944" y="1085"/>
                  <a:pt x="940" y="1082"/>
                  <a:pt x="936" y="1082"/>
                </a:cubicBezTo>
                <a:cubicBezTo>
                  <a:pt x="931" y="1082"/>
                  <a:pt x="927" y="1085"/>
                  <a:pt x="927" y="1090"/>
                </a:cubicBezTo>
                <a:cubicBezTo>
                  <a:pt x="927" y="1095"/>
                  <a:pt x="931" y="1099"/>
                  <a:pt x="936" y="1099"/>
                </a:cubicBezTo>
                <a:cubicBezTo>
                  <a:pt x="940" y="1099"/>
                  <a:pt x="944" y="1095"/>
                  <a:pt x="944" y="1090"/>
                </a:cubicBezTo>
                <a:close/>
                <a:moveTo>
                  <a:pt x="970" y="1090"/>
                </a:moveTo>
                <a:cubicBezTo>
                  <a:pt x="970" y="1085"/>
                  <a:pt x="966" y="1082"/>
                  <a:pt x="961" y="1082"/>
                </a:cubicBezTo>
                <a:cubicBezTo>
                  <a:pt x="957" y="1082"/>
                  <a:pt x="953" y="1085"/>
                  <a:pt x="953" y="1090"/>
                </a:cubicBezTo>
                <a:cubicBezTo>
                  <a:pt x="953" y="1095"/>
                  <a:pt x="957" y="1099"/>
                  <a:pt x="961" y="1099"/>
                </a:cubicBezTo>
                <a:cubicBezTo>
                  <a:pt x="966" y="1099"/>
                  <a:pt x="970" y="1095"/>
                  <a:pt x="970" y="1090"/>
                </a:cubicBezTo>
                <a:close/>
                <a:moveTo>
                  <a:pt x="1356" y="1090"/>
                </a:moveTo>
                <a:cubicBezTo>
                  <a:pt x="1356" y="1085"/>
                  <a:pt x="1353" y="1082"/>
                  <a:pt x="1348" y="1082"/>
                </a:cubicBezTo>
                <a:cubicBezTo>
                  <a:pt x="1343" y="1082"/>
                  <a:pt x="1339" y="1085"/>
                  <a:pt x="1339" y="1090"/>
                </a:cubicBezTo>
                <a:cubicBezTo>
                  <a:pt x="1339" y="1095"/>
                  <a:pt x="1343" y="1099"/>
                  <a:pt x="1348" y="1099"/>
                </a:cubicBezTo>
                <a:cubicBezTo>
                  <a:pt x="1353" y="1099"/>
                  <a:pt x="1356" y="1095"/>
                  <a:pt x="1356" y="1090"/>
                </a:cubicBezTo>
                <a:close/>
                <a:moveTo>
                  <a:pt x="1382" y="1090"/>
                </a:moveTo>
                <a:cubicBezTo>
                  <a:pt x="1382" y="1085"/>
                  <a:pt x="1378" y="1082"/>
                  <a:pt x="1374" y="1082"/>
                </a:cubicBezTo>
                <a:cubicBezTo>
                  <a:pt x="1369" y="1082"/>
                  <a:pt x="1365" y="1085"/>
                  <a:pt x="1365" y="1090"/>
                </a:cubicBezTo>
                <a:cubicBezTo>
                  <a:pt x="1365" y="1095"/>
                  <a:pt x="1369" y="1099"/>
                  <a:pt x="1374" y="1099"/>
                </a:cubicBezTo>
                <a:cubicBezTo>
                  <a:pt x="1378" y="1099"/>
                  <a:pt x="1382" y="1095"/>
                  <a:pt x="1382" y="1090"/>
                </a:cubicBezTo>
                <a:close/>
                <a:moveTo>
                  <a:pt x="1408" y="1090"/>
                </a:moveTo>
                <a:cubicBezTo>
                  <a:pt x="1408" y="1085"/>
                  <a:pt x="1404" y="1082"/>
                  <a:pt x="1399" y="1082"/>
                </a:cubicBezTo>
                <a:cubicBezTo>
                  <a:pt x="1395" y="1082"/>
                  <a:pt x="1391" y="1085"/>
                  <a:pt x="1391" y="1090"/>
                </a:cubicBezTo>
                <a:cubicBezTo>
                  <a:pt x="1391" y="1095"/>
                  <a:pt x="1395" y="1099"/>
                  <a:pt x="1399" y="1099"/>
                </a:cubicBezTo>
                <a:cubicBezTo>
                  <a:pt x="1404" y="1099"/>
                  <a:pt x="1408" y="1095"/>
                  <a:pt x="1408" y="1090"/>
                </a:cubicBezTo>
                <a:close/>
                <a:moveTo>
                  <a:pt x="1434" y="1090"/>
                </a:moveTo>
                <a:cubicBezTo>
                  <a:pt x="1434" y="1085"/>
                  <a:pt x="1430" y="1082"/>
                  <a:pt x="1425" y="1082"/>
                </a:cubicBezTo>
                <a:cubicBezTo>
                  <a:pt x="1420" y="1082"/>
                  <a:pt x="1417" y="1085"/>
                  <a:pt x="1417" y="1090"/>
                </a:cubicBezTo>
                <a:cubicBezTo>
                  <a:pt x="1417" y="1095"/>
                  <a:pt x="1420" y="1099"/>
                  <a:pt x="1425" y="1099"/>
                </a:cubicBezTo>
                <a:cubicBezTo>
                  <a:pt x="1430" y="1099"/>
                  <a:pt x="1434" y="1095"/>
                  <a:pt x="1434" y="1090"/>
                </a:cubicBezTo>
                <a:close/>
                <a:moveTo>
                  <a:pt x="1459" y="1090"/>
                </a:moveTo>
                <a:cubicBezTo>
                  <a:pt x="1459" y="1085"/>
                  <a:pt x="1456" y="1082"/>
                  <a:pt x="1451" y="1082"/>
                </a:cubicBezTo>
                <a:cubicBezTo>
                  <a:pt x="1446" y="1082"/>
                  <a:pt x="1442" y="1085"/>
                  <a:pt x="1442" y="1090"/>
                </a:cubicBezTo>
                <a:cubicBezTo>
                  <a:pt x="1442" y="1095"/>
                  <a:pt x="1446" y="1099"/>
                  <a:pt x="1451" y="1099"/>
                </a:cubicBezTo>
                <a:cubicBezTo>
                  <a:pt x="1456" y="1099"/>
                  <a:pt x="1459" y="1095"/>
                  <a:pt x="1459" y="1090"/>
                </a:cubicBezTo>
                <a:close/>
                <a:moveTo>
                  <a:pt x="1485" y="1090"/>
                </a:moveTo>
                <a:cubicBezTo>
                  <a:pt x="1485" y="1085"/>
                  <a:pt x="1481" y="1082"/>
                  <a:pt x="1477" y="1082"/>
                </a:cubicBezTo>
                <a:cubicBezTo>
                  <a:pt x="1472" y="1082"/>
                  <a:pt x="1468" y="1085"/>
                  <a:pt x="1468" y="1090"/>
                </a:cubicBezTo>
                <a:cubicBezTo>
                  <a:pt x="1468" y="1095"/>
                  <a:pt x="1472" y="1099"/>
                  <a:pt x="1477" y="1099"/>
                </a:cubicBezTo>
                <a:cubicBezTo>
                  <a:pt x="1481" y="1099"/>
                  <a:pt x="1485" y="1095"/>
                  <a:pt x="1485" y="1090"/>
                </a:cubicBezTo>
                <a:close/>
                <a:moveTo>
                  <a:pt x="1511" y="1090"/>
                </a:moveTo>
                <a:cubicBezTo>
                  <a:pt x="1511" y="1085"/>
                  <a:pt x="1507" y="1082"/>
                  <a:pt x="1502" y="1082"/>
                </a:cubicBezTo>
                <a:cubicBezTo>
                  <a:pt x="1498" y="1082"/>
                  <a:pt x="1494" y="1085"/>
                  <a:pt x="1494" y="1090"/>
                </a:cubicBezTo>
                <a:cubicBezTo>
                  <a:pt x="1494" y="1095"/>
                  <a:pt x="1498" y="1099"/>
                  <a:pt x="1502" y="1099"/>
                </a:cubicBezTo>
                <a:cubicBezTo>
                  <a:pt x="1507" y="1099"/>
                  <a:pt x="1511" y="1095"/>
                  <a:pt x="1511" y="1090"/>
                </a:cubicBezTo>
                <a:close/>
                <a:moveTo>
                  <a:pt x="1537" y="1090"/>
                </a:moveTo>
                <a:cubicBezTo>
                  <a:pt x="1537" y="1085"/>
                  <a:pt x="1533" y="1082"/>
                  <a:pt x="1528" y="1082"/>
                </a:cubicBezTo>
                <a:cubicBezTo>
                  <a:pt x="1523" y="1082"/>
                  <a:pt x="1520" y="1085"/>
                  <a:pt x="1520" y="1090"/>
                </a:cubicBezTo>
                <a:cubicBezTo>
                  <a:pt x="1520" y="1095"/>
                  <a:pt x="1523" y="1099"/>
                  <a:pt x="1528" y="1099"/>
                </a:cubicBezTo>
                <a:cubicBezTo>
                  <a:pt x="1533" y="1099"/>
                  <a:pt x="1537" y="1095"/>
                  <a:pt x="1537" y="1090"/>
                </a:cubicBezTo>
                <a:close/>
                <a:moveTo>
                  <a:pt x="1563" y="1090"/>
                </a:moveTo>
                <a:cubicBezTo>
                  <a:pt x="1563" y="1085"/>
                  <a:pt x="1559" y="1082"/>
                  <a:pt x="1554" y="1082"/>
                </a:cubicBezTo>
                <a:cubicBezTo>
                  <a:pt x="1549" y="1082"/>
                  <a:pt x="1545" y="1085"/>
                  <a:pt x="1545" y="1090"/>
                </a:cubicBezTo>
                <a:cubicBezTo>
                  <a:pt x="1545" y="1095"/>
                  <a:pt x="1549" y="1099"/>
                  <a:pt x="1554" y="1099"/>
                </a:cubicBezTo>
                <a:cubicBezTo>
                  <a:pt x="1559" y="1099"/>
                  <a:pt x="1563" y="1095"/>
                  <a:pt x="1563" y="1090"/>
                </a:cubicBezTo>
                <a:close/>
                <a:moveTo>
                  <a:pt x="2052" y="1090"/>
                </a:moveTo>
                <a:cubicBezTo>
                  <a:pt x="2052" y="1085"/>
                  <a:pt x="2048" y="1082"/>
                  <a:pt x="2043" y="1082"/>
                </a:cubicBezTo>
                <a:cubicBezTo>
                  <a:pt x="2039" y="1082"/>
                  <a:pt x="2035" y="1085"/>
                  <a:pt x="2035" y="1090"/>
                </a:cubicBezTo>
                <a:cubicBezTo>
                  <a:pt x="2035" y="1095"/>
                  <a:pt x="2039" y="1099"/>
                  <a:pt x="2043" y="1099"/>
                </a:cubicBezTo>
                <a:cubicBezTo>
                  <a:pt x="2048" y="1099"/>
                  <a:pt x="2052" y="1095"/>
                  <a:pt x="2052" y="1090"/>
                </a:cubicBezTo>
                <a:close/>
                <a:moveTo>
                  <a:pt x="2078" y="1090"/>
                </a:moveTo>
                <a:cubicBezTo>
                  <a:pt x="2078" y="1085"/>
                  <a:pt x="2074" y="1082"/>
                  <a:pt x="2069" y="1082"/>
                </a:cubicBezTo>
                <a:cubicBezTo>
                  <a:pt x="2064" y="1082"/>
                  <a:pt x="2061" y="1085"/>
                  <a:pt x="2061" y="1090"/>
                </a:cubicBezTo>
                <a:cubicBezTo>
                  <a:pt x="2061" y="1095"/>
                  <a:pt x="2064" y="1099"/>
                  <a:pt x="2069" y="1099"/>
                </a:cubicBezTo>
                <a:cubicBezTo>
                  <a:pt x="2074" y="1099"/>
                  <a:pt x="2078" y="1095"/>
                  <a:pt x="2078" y="1090"/>
                </a:cubicBezTo>
                <a:close/>
                <a:moveTo>
                  <a:pt x="2129" y="1090"/>
                </a:moveTo>
                <a:cubicBezTo>
                  <a:pt x="2129" y="1085"/>
                  <a:pt x="2125" y="1082"/>
                  <a:pt x="2121" y="1082"/>
                </a:cubicBezTo>
                <a:cubicBezTo>
                  <a:pt x="2116" y="1082"/>
                  <a:pt x="2112" y="1085"/>
                  <a:pt x="2112" y="1090"/>
                </a:cubicBezTo>
                <a:cubicBezTo>
                  <a:pt x="2112" y="1095"/>
                  <a:pt x="2116" y="1099"/>
                  <a:pt x="2121" y="1099"/>
                </a:cubicBezTo>
                <a:cubicBezTo>
                  <a:pt x="2125" y="1099"/>
                  <a:pt x="2129" y="1095"/>
                  <a:pt x="2129" y="1090"/>
                </a:cubicBezTo>
                <a:close/>
                <a:moveTo>
                  <a:pt x="2155" y="1090"/>
                </a:moveTo>
                <a:cubicBezTo>
                  <a:pt x="2155" y="1085"/>
                  <a:pt x="2151" y="1082"/>
                  <a:pt x="2146" y="1082"/>
                </a:cubicBezTo>
                <a:cubicBezTo>
                  <a:pt x="2142" y="1082"/>
                  <a:pt x="2138" y="1085"/>
                  <a:pt x="2138" y="1090"/>
                </a:cubicBezTo>
                <a:cubicBezTo>
                  <a:pt x="2138" y="1095"/>
                  <a:pt x="2142" y="1099"/>
                  <a:pt x="2146" y="1099"/>
                </a:cubicBezTo>
                <a:cubicBezTo>
                  <a:pt x="2151" y="1099"/>
                  <a:pt x="2155" y="1095"/>
                  <a:pt x="2155" y="1090"/>
                </a:cubicBezTo>
                <a:close/>
                <a:moveTo>
                  <a:pt x="2181" y="1090"/>
                </a:moveTo>
                <a:cubicBezTo>
                  <a:pt x="2181" y="1085"/>
                  <a:pt x="2177" y="1082"/>
                  <a:pt x="2172" y="1082"/>
                </a:cubicBezTo>
                <a:cubicBezTo>
                  <a:pt x="2167" y="1082"/>
                  <a:pt x="2164" y="1085"/>
                  <a:pt x="2164" y="1090"/>
                </a:cubicBezTo>
                <a:cubicBezTo>
                  <a:pt x="2164" y="1095"/>
                  <a:pt x="2167" y="1099"/>
                  <a:pt x="2172" y="1099"/>
                </a:cubicBezTo>
                <a:cubicBezTo>
                  <a:pt x="2177" y="1099"/>
                  <a:pt x="2181" y="1095"/>
                  <a:pt x="2181" y="1090"/>
                </a:cubicBezTo>
                <a:close/>
                <a:moveTo>
                  <a:pt x="2310" y="1090"/>
                </a:moveTo>
                <a:cubicBezTo>
                  <a:pt x="2310" y="1085"/>
                  <a:pt x="2306" y="1082"/>
                  <a:pt x="2301" y="1082"/>
                </a:cubicBezTo>
                <a:cubicBezTo>
                  <a:pt x="2296" y="1082"/>
                  <a:pt x="2292" y="1085"/>
                  <a:pt x="2292" y="1090"/>
                </a:cubicBezTo>
                <a:cubicBezTo>
                  <a:pt x="2292" y="1095"/>
                  <a:pt x="2296" y="1099"/>
                  <a:pt x="2301" y="1099"/>
                </a:cubicBezTo>
                <a:cubicBezTo>
                  <a:pt x="2306" y="1099"/>
                  <a:pt x="2310" y="1095"/>
                  <a:pt x="2310" y="1090"/>
                </a:cubicBezTo>
                <a:close/>
                <a:moveTo>
                  <a:pt x="2335" y="1090"/>
                </a:moveTo>
                <a:cubicBezTo>
                  <a:pt x="2335" y="1085"/>
                  <a:pt x="2331" y="1082"/>
                  <a:pt x="2327" y="1082"/>
                </a:cubicBezTo>
                <a:cubicBezTo>
                  <a:pt x="2322" y="1082"/>
                  <a:pt x="2318" y="1085"/>
                  <a:pt x="2318" y="1090"/>
                </a:cubicBezTo>
                <a:cubicBezTo>
                  <a:pt x="2318" y="1095"/>
                  <a:pt x="2322" y="1099"/>
                  <a:pt x="2327" y="1099"/>
                </a:cubicBezTo>
                <a:cubicBezTo>
                  <a:pt x="2331" y="1099"/>
                  <a:pt x="2335" y="1095"/>
                  <a:pt x="2335" y="1090"/>
                </a:cubicBezTo>
                <a:close/>
                <a:moveTo>
                  <a:pt x="2361" y="1090"/>
                </a:moveTo>
                <a:cubicBezTo>
                  <a:pt x="2361" y="1085"/>
                  <a:pt x="2357" y="1082"/>
                  <a:pt x="2352" y="1082"/>
                </a:cubicBezTo>
                <a:cubicBezTo>
                  <a:pt x="2348" y="1082"/>
                  <a:pt x="2344" y="1085"/>
                  <a:pt x="2344" y="1090"/>
                </a:cubicBezTo>
                <a:cubicBezTo>
                  <a:pt x="2344" y="1095"/>
                  <a:pt x="2348" y="1099"/>
                  <a:pt x="2352" y="1099"/>
                </a:cubicBezTo>
                <a:cubicBezTo>
                  <a:pt x="2357" y="1099"/>
                  <a:pt x="2361" y="1095"/>
                  <a:pt x="2361" y="1090"/>
                </a:cubicBezTo>
                <a:close/>
                <a:moveTo>
                  <a:pt x="2387" y="1090"/>
                </a:moveTo>
                <a:cubicBezTo>
                  <a:pt x="2387" y="1085"/>
                  <a:pt x="2383" y="1082"/>
                  <a:pt x="2378" y="1082"/>
                </a:cubicBezTo>
                <a:cubicBezTo>
                  <a:pt x="2373" y="1082"/>
                  <a:pt x="2370" y="1085"/>
                  <a:pt x="2370" y="1090"/>
                </a:cubicBezTo>
                <a:cubicBezTo>
                  <a:pt x="2370" y="1095"/>
                  <a:pt x="2373" y="1099"/>
                  <a:pt x="2378" y="1099"/>
                </a:cubicBezTo>
                <a:cubicBezTo>
                  <a:pt x="2383" y="1099"/>
                  <a:pt x="2387" y="1095"/>
                  <a:pt x="2387" y="1090"/>
                </a:cubicBezTo>
                <a:close/>
                <a:moveTo>
                  <a:pt x="661" y="1116"/>
                </a:moveTo>
                <a:cubicBezTo>
                  <a:pt x="661" y="1111"/>
                  <a:pt x="657" y="1107"/>
                  <a:pt x="652" y="1107"/>
                </a:cubicBezTo>
                <a:cubicBezTo>
                  <a:pt x="648" y="1107"/>
                  <a:pt x="644" y="1111"/>
                  <a:pt x="644" y="1116"/>
                </a:cubicBezTo>
                <a:cubicBezTo>
                  <a:pt x="644" y="1121"/>
                  <a:pt x="648" y="1125"/>
                  <a:pt x="652" y="1125"/>
                </a:cubicBezTo>
                <a:cubicBezTo>
                  <a:pt x="657" y="1125"/>
                  <a:pt x="661" y="1121"/>
                  <a:pt x="661" y="1116"/>
                </a:cubicBezTo>
                <a:close/>
                <a:moveTo>
                  <a:pt x="687" y="1116"/>
                </a:moveTo>
                <a:cubicBezTo>
                  <a:pt x="687" y="1111"/>
                  <a:pt x="683" y="1107"/>
                  <a:pt x="678" y="1107"/>
                </a:cubicBezTo>
                <a:cubicBezTo>
                  <a:pt x="673" y="1107"/>
                  <a:pt x="670" y="1111"/>
                  <a:pt x="670" y="1116"/>
                </a:cubicBezTo>
                <a:cubicBezTo>
                  <a:pt x="670" y="1121"/>
                  <a:pt x="673" y="1125"/>
                  <a:pt x="678" y="1125"/>
                </a:cubicBezTo>
                <a:cubicBezTo>
                  <a:pt x="683" y="1125"/>
                  <a:pt x="687" y="1121"/>
                  <a:pt x="687" y="1116"/>
                </a:cubicBezTo>
                <a:close/>
                <a:moveTo>
                  <a:pt x="712" y="1116"/>
                </a:moveTo>
                <a:cubicBezTo>
                  <a:pt x="712" y="1111"/>
                  <a:pt x="709" y="1107"/>
                  <a:pt x="704" y="1107"/>
                </a:cubicBezTo>
                <a:cubicBezTo>
                  <a:pt x="699" y="1107"/>
                  <a:pt x="695" y="1111"/>
                  <a:pt x="695" y="1116"/>
                </a:cubicBezTo>
                <a:cubicBezTo>
                  <a:pt x="695" y="1121"/>
                  <a:pt x="699" y="1125"/>
                  <a:pt x="704" y="1125"/>
                </a:cubicBezTo>
                <a:cubicBezTo>
                  <a:pt x="709" y="1125"/>
                  <a:pt x="712" y="1121"/>
                  <a:pt x="712" y="1116"/>
                </a:cubicBezTo>
                <a:close/>
                <a:moveTo>
                  <a:pt x="738" y="1116"/>
                </a:moveTo>
                <a:cubicBezTo>
                  <a:pt x="738" y="1111"/>
                  <a:pt x="734" y="1107"/>
                  <a:pt x="730" y="1107"/>
                </a:cubicBezTo>
                <a:cubicBezTo>
                  <a:pt x="725" y="1107"/>
                  <a:pt x="721" y="1111"/>
                  <a:pt x="721" y="1116"/>
                </a:cubicBezTo>
                <a:cubicBezTo>
                  <a:pt x="721" y="1121"/>
                  <a:pt x="725" y="1125"/>
                  <a:pt x="730" y="1125"/>
                </a:cubicBezTo>
                <a:cubicBezTo>
                  <a:pt x="734" y="1125"/>
                  <a:pt x="738" y="1121"/>
                  <a:pt x="738" y="1116"/>
                </a:cubicBezTo>
                <a:close/>
                <a:moveTo>
                  <a:pt x="764" y="1116"/>
                </a:moveTo>
                <a:cubicBezTo>
                  <a:pt x="764" y="1111"/>
                  <a:pt x="760" y="1107"/>
                  <a:pt x="755" y="1107"/>
                </a:cubicBezTo>
                <a:cubicBezTo>
                  <a:pt x="751" y="1107"/>
                  <a:pt x="747" y="1111"/>
                  <a:pt x="747" y="1116"/>
                </a:cubicBezTo>
                <a:cubicBezTo>
                  <a:pt x="747" y="1121"/>
                  <a:pt x="751" y="1125"/>
                  <a:pt x="755" y="1125"/>
                </a:cubicBezTo>
                <a:cubicBezTo>
                  <a:pt x="760" y="1125"/>
                  <a:pt x="764" y="1121"/>
                  <a:pt x="764" y="1116"/>
                </a:cubicBezTo>
                <a:close/>
                <a:moveTo>
                  <a:pt x="790" y="1116"/>
                </a:moveTo>
                <a:cubicBezTo>
                  <a:pt x="790" y="1111"/>
                  <a:pt x="786" y="1107"/>
                  <a:pt x="781" y="1107"/>
                </a:cubicBezTo>
                <a:cubicBezTo>
                  <a:pt x="776" y="1107"/>
                  <a:pt x="773" y="1111"/>
                  <a:pt x="773" y="1116"/>
                </a:cubicBezTo>
                <a:cubicBezTo>
                  <a:pt x="773" y="1121"/>
                  <a:pt x="776" y="1125"/>
                  <a:pt x="781" y="1125"/>
                </a:cubicBezTo>
                <a:cubicBezTo>
                  <a:pt x="786" y="1125"/>
                  <a:pt x="790" y="1121"/>
                  <a:pt x="790" y="1116"/>
                </a:cubicBezTo>
                <a:close/>
                <a:moveTo>
                  <a:pt x="816" y="1116"/>
                </a:moveTo>
                <a:cubicBezTo>
                  <a:pt x="816" y="1111"/>
                  <a:pt x="812" y="1107"/>
                  <a:pt x="807" y="1107"/>
                </a:cubicBezTo>
                <a:cubicBezTo>
                  <a:pt x="802" y="1107"/>
                  <a:pt x="798" y="1111"/>
                  <a:pt x="798" y="1116"/>
                </a:cubicBezTo>
                <a:cubicBezTo>
                  <a:pt x="798" y="1121"/>
                  <a:pt x="802" y="1125"/>
                  <a:pt x="807" y="1125"/>
                </a:cubicBezTo>
                <a:cubicBezTo>
                  <a:pt x="812" y="1125"/>
                  <a:pt x="816" y="1121"/>
                  <a:pt x="816" y="1116"/>
                </a:cubicBezTo>
                <a:close/>
                <a:moveTo>
                  <a:pt x="841" y="1116"/>
                </a:moveTo>
                <a:cubicBezTo>
                  <a:pt x="841" y="1111"/>
                  <a:pt x="837" y="1107"/>
                  <a:pt x="833" y="1107"/>
                </a:cubicBezTo>
                <a:cubicBezTo>
                  <a:pt x="828" y="1107"/>
                  <a:pt x="824" y="1111"/>
                  <a:pt x="824" y="1116"/>
                </a:cubicBezTo>
                <a:cubicBezTo>
                  <a:pt x="824" y="1121"/>
                  <a:pt x="828" y="1125"/>
                  <a:pt x="833" y="1125"/>
                </a:cubicBezTo>
                <a:cubicBezTo>
                  <a:pt x="837" y="1125"/>
                  <a:pt x="841" y="1121"/>
                  <a:pt x="841" y="1116"/>
                </a:cubicBezTo>
                <a:close/>
                <a:moveTo>
                  <a:pt x="867" y="1116"/>
                </a:moveTo>
                <a:cubicBezTo>
                  <a:pt x="867" y="1111"/>
                  <a:pt x="863" y="1107"/>
                  <a:pt x="858" y="1107"/>
                </a:cubicBezTo>
                <a:cubicBezTo>
                  <a:pt x="854" y="1107"/>
                  <a:pt x="850" y="1111"/>
                  <a:pt x="850" y="1116"/>
                </a:cubicBezTo>
                <a:cubicBezTo>
                  <a:pt x="850" y="1121"/>
                  <a:pt x="854" y="1125"/>
                  <a:pt x="858" y="1125"/>
                </a:cubicBezTo>
                <a:cubicBezTo>
                  <a:pt x="863" y="1125"/>
                  <a:pt x="867" y="1121"/>
                  <a:pt x="867" y="1116"/>
                </a:cubicBezTo>
                <a:close/>
                <a:moveTo>
                  <a:pt x="893" y="1116"/>
                </a:moveTo>
                <a:cubicBezTo>
                  <a:pt x="893" y="1111"/>
                  <a:pt x="889" y="1107"/>
                  <a:pt x="884" y="1107"/>
                </a:cubicBezTo>
                <a:cubicBezTo>
                  <a:pt x="879" y="1107"/>
                  <a:pt x="876" y="1111"/>
                  <a:pt x="876" y="1116"/>
                </a:cubicBezTo>
                <a:cubicBezTo>
                  <a:pt x="876" y="1121"/>
                  <a:pt x="879" y="1125"/>
                  <a:pt x="884" y="1125"/>
                </a:cubicBezTo>
                <a:cubicBezTo>
                  <a:pt x="889" y="1125"/>
                  <a:pt x="893" y="1121"/>
                  <a:pt x="893" y="1116"/>
                </a:cubicBezTo>
                <a:close/>
                <a:moveTo>
                  <a:pt x="919" y="1116"/>
                </a:moveTo>
                <a:cubicBezTo>
                  <a:pt x="919" y="1111"/>
                  <a:pt x="915" y="1107"/>
                  <a:pt x="910" y="1107"/>
                </a:cubicBezTo>
                <a:cubicBezTo>
                  <a:pt x="905" y="1107"/>
                  <a:pt x="901" y="1111"/>
                  <a:pt x="901" y="1116"/>
                </a:cubicBezTo>
                <a:cubicBezTo>
                  <a:pt x="901" y="1121"/>
                  <a:pt x="905" y="1125"/>
                  <a:pt x="910" y="1125"/>
                </a:cubicBezTo>
                <a:cubicBezTo>
                  <a:pt x="915" y="1125"/>
                  <a:pt x="919" y="1121"/>
                  <a:pt x="919" y="1116"/>
                </a:cubicBezTo>
                <a:close/>
                <a:moveTo>
                  <a:pt x="944" y="1116"/>
                </a:moveTo>
                <a:cubicBezTo>
                  <a:pt x="944" y="1111"/>
                  <a:pt x="940" y="1107"/>
                  <a:pt x="936" y="1107"/>
                </a:cubicBezTo>
                <a:cubicBezTo>
                  <a:pt x="931" y="1107"/>
                  <a:pt x="927" y="1111"/>
                  <a:pt x="927" y="1116"/>
                </a:cubicBezTo>
                <a:cubicBezTo>
                  <a:pt x="927" y="1121"/>
                  <a:pt x="931" y="1125"/>
                  <a:pt x="936" y="1125"/>
                </a:cubicBezTo>
                <a:cubicBezTo>
                  <a:pt x="940" y="1125"/>
                  <a:pt x="944" y="1121"/>
                  <a:pt x="944" y="1116"/>
                </a:cubicBezTo>
                <a:close/>
                <a:moveTo>
                  <a:pt x="970" y="1116"/>
                </a:moveTo>
                <a:cubicBezTo>
                  <a:pt x="970" y="1111"/>
                  <a:pt x="966" y="1107"/>
                  <a:pt x="961" y="1107"/>
                </a:cubicBezTo>
                <a:cubicBezTo>
                  <a:pt x="957" y="1107"/>
                  <a:pt x="953" y="1111"/>
                  <a:pt x="953" y="1116"/>
                </a:cubicBezTo>
                <a:cubicBezTo>
                  <a:pt x="953" y="1121"/>
                  <a:pt x="957" y="1125"/>
                  <a:pt x="961" y="1125"/>
                </a:cubicBezTo>
                <a:cubicBezTo>
                  <a:pt x="966" y="1125"/>
                  <a:pt x="970" y="1121"/>
                  <a:pt x="970" y="1116"/>
                </a:cubicBezTo>
                <a:close/>
                <a:moveTo>
                  <a:pt x="996" y="1116"/>
                </a:moveTo>
                <a:cubicBezTo>
                  <a:pt x="996" y="1111"/>
                  <a:pt x="992" y="1107"/>
                  <a:pt x="987" y="1107"/>
                </a:cubicBezTo>
                <a:cubicBezTo>
                  <a:pt x="983" y="1107"/>
                  <a:pt x="979" y="1111"/>
                  <a:pt x="979" y="1116"/>
                </a:cubicBezTo>
                <a:cubicBezTo>
                  <a:pt x="979" y="1121"/>
                  <a:pt x="983" y="1125"/>
                  <a:pt x="987" y="1125"/>
                </a:cubicBezTo>
                <a:cubicBezTo>
                  <a:pt x="992" y="1125"/>
                  <a:pt x="996" y="1121"/>
                  <a:pt x="996" y="1116"/>
                </a:cubicBezTo>
                <a:close/>
                <a:moveTo>
                  <a:pt x="1382" y="1116"/>
                </a:moveTo>
                <a:cubicBezTo>
                  <a:pt x="1382" y="1111"/>
                  <a:pt x="1378" y="1107"/>
                  <a:pt x="1374" y="1107"/>
                </a:cubicBezTo>
                <a:cubicBezTo>
                  <a:pt x="1369" y="1107"/>
                  <a:pt x="1365" y="1111"/>
                  <a:pt x="1365" y="1116"/>
                </a:cubicBezTo>
                <a:cubicBezTo>
                  <a:pt x="1365" y="1121"/>
                  <a:pt x="1369" y="1125"/>
                  <a:pt x="1374" y="1125"/>
                </a:cubicBezTo>
                <a:cubicBezTo>
                  <a:pt x="1378" y="1125"/>
                  <a:pt x="1382" y="1121"/>
                  <a:pt x="1382" y="1116"/>
                </a:cubicBezTo>
                <a:close/>
                <a:moveTo>
                  <a:pt x="1408" y="1116"/>
                </a:moveTo>
                <a:cubicBezTo>
                  <a:pt x="1408" y="1111"/>
                  <a:pt x="1404" y="1107"/>
                  <a:pt x="1399" y="1107"/>
                </a:cubicBezTo>
                <a:cubicBezTo>
                  <a:pt x="1395" y="1107"/>
                  <a:pt x="1391" y="1111"/>
                  <a:pt x="1391" y="1116"/>
                </a:cubicBezTo>
                <a:cubicBezTo>
                  <a:pt x="1391" y="1121"/>
                  <a:pt x="1395" y="1125"/>
                  <a:pt x="1399" y="1125"/>
                </a:cubicBezTo>
                <a:cubicBezTo>
                  <a:pt x="1404" y="1125"/>
                  <a:pt x="1408" y="1121"/>
                  <a:pt x="1408" y="1116"/>
                </a:cubicBezTo>
                <a:close/>
                <a:moveTo>
                  <a:pt x="1434" y="1116"/>
                </a:moveTo>
                <a:cubicBezTo>
                  <a:pt x="1434" y="1111"/>
                  <a:pt x="1430" y="1107"/>
                  <a:pt x="1425" y="1107"/>
                </a:cubicBezTo>
                <a:cubicBezTo>
                  <a:pt x="1420" y="1107"/>
                  <a:pt x="1417" y="1111"/>
                  <a:pt x="1417" y="1116"/>
                </a:cubicBezTo>
                <a:cubicBezTo>
                  <a:pt x="1417" y="1121"/>
                  <a:pt x="1420" y="1125"/>
                  <a:pt x="1425" y="1125"/>
                </a:cubicBezTo>
                <a:cubicBezTo>
                  <a:pt x="1430" y="1125"/>
                  <a:pt x="1434" y="1121"/>
                  <a:pt x="1434" y="1116"/>
                </a:cubicBezTo>
                <a:close/>
                <a:moveTo>
                  <a:pt x="1459" y="1116"/>
                </a:moveTo>
                <a:cubicBezTo>
                  <a:pt x="1459" y="1111"/>
                  <a:pt x="1456" y="1107"/>
                  <a:pt x="1451" y="1107"/>
                </a:cubicBezTo>
                <a:cubicBezTo>
                  <a:pt x="1446" y="1107"/>
                  <a:pt x="1442" y="1111"/>
                  <a:pt x="1442" y="1116"/>
                </a:cubicBezTo>
                <a:cubicBezTo>
                  <a:pt x="1442" y="1121"/>
                  <a:pt x="1446" y="1125"/>
                  <a:pt x="1451" y="1125"/>
                </a:cubicBezTo>
                <a:cubicBezTo>
                  <a:pt x="1456" y="1125"/>
                  <a:pt x="1459" y="1121"/>
                  <a:pt x="1459" y="1116"/>
                </a:cubicBezTo>
                <a:close/>
                <a:moveTo>
                  <a:pt x="1485" y="1116"/>
                </a:moveTo>
                <a:cubicBezTo>
                  <a:pt x="1485" y="1111"/>
                  <a:pt x="1481" y="1107"/>
                  <a:pt x="1477" y="1107"/>
                </a:cubicBezTo>
                <a:cubicBezTo>
                  <a:pt x="1472" y="1107"/>
                  <a:pt x="1468" y="1111"/>
                  <a:pt x="1468" y="1116"/>
                </a:cubicBezTo>
                <a:cubicBezTo>
                  <a:pt x="1468" y="1121"/>
                  <a:pt x="1472" y="1125"/>
                  <a:pt x="1477" y="1125"/>
                </a:cubicBezTo>
                <a:cubicBezTo>
                  <a:pt x="1481" y="1125"/>
                  <a:pt x="1485" y="1121"/>
                  <a:pt x="1485" y="1116"/>
                </a:cubicBezTo>
                <a:close/>
                <a:moveTo>
                  <a:pt x="1511" y="1116"/>
                </a:moveTo>
                <a:cubicBezTo>
                  <a:pt x="1511" y="1111"/>
                  <a:pt x="1507" y="1107"/>
                  <a:pt x="1502" y="1107"/>
                </a:cubicBezTo>
                <a:cubicBezTo>
                  <a:pt x="1498" y="1107"/>
                  <a:pt x="1494" y="1111"/>
                  <a:pt x="1494" y="1116"/>
                </a:cubicBezTo>
                <a:cubicBezTo>
                  <a:pt x="1494" y="1121"/>
                  <a:pt x="1498" y="1125"/>
                  <a:pt x="1502" y="1125"/>
                </a:cubicBezTo>
                <a:cubicBezTo>
                  <a:pt x="1507" y="1125"/>
                  <a:pt x="1511" y="1121"/>
                  <a:pt x="1511" y="1116"/>
                </a:cubicBezTo>
                <a:close/>
                <a:moveTo>
                  <a:pt x="1537" y="1116"/>
                </a:moveTo>
                <a:cubicBezTo>
                  <a:pt x="1537" y="1111"/>
                  <a:pt x="1533" y="1107"/>
                  <a:pt x="1528" y="1107"/>
                </a:cubicBezTo>
                <a:cubicBezTo>
                  <a:pt x="1523" y="1107"/>
                  <a:pt x="1520" y="1111"/>
                  <a:pt x="1520" y="1116"/>
                </a:cubicBezTo>
                <a:cubicBezTo>
                  <a:pt x="1520" y="1121"/>
                  <a:pt x="1523" y="1125"/>
                  <a:pt x="1528" y="1125"/>
                </a:cubicBezTo>
                <a:cubicBezTo>
                  <a:pt x="1533" y="1125"/>
                  <a:pt x="1537" y="1121"/>
                  <a:pt x="1537" y="1116"/>
                </a:cubicBezTo>
                <a:close/>
                <a:moveTo>
                  <a:pt x="1563" y="1116"/>
                </a:moveTo>
                <a:cubicBezTo>
                  <a:pt x="1563" y="1111"/>
                  <a:pt x="1559" y="1107"/>
                  <a:pt x="1554" y="1107"/>
                </a:cubicBezTo>
                <a:cubicBezTo>
                  <a:pt x="1549" y="1107"/>
                  <a:pt x="1545" y="1111"/>
                  <a:pt x="1545" y="1116"/>
                </a:cubicBezTo>
                <a:cubicBezTo>
                  <a:pt x="1545" y="1121"/>
                  <a:pt x="1549" y="1125"/>
                  <a:pt x="1554" y="1125"/>
                </a:cubicBezTo>
                <a:cubicBezTo>
                  <a:pt x="1559" y="1125"/>
                  <a:pt x="1563" y="1121"/>
                  <a:pt x="1563" y="1116"/>
                </a:cubicBezTo>
                <a:close/>
                <a:moveTo>
                  <a:pt x="2103" y="1116"/>
                </a:moveTo>
                <a:cubicBezTo>
                  <a:pt x="2103" y="1111"/>
                  <a:pt x="2100" y="1107"/>
                  <a:pt x="2095" y="1107"/>
                </a:cubicBezTo>
                <a:cubicBezTo>
                  <a:pt x="2090" y="1107"/>
                  <a:pt x="2086" y="1111"/>
                  <a:pt x="2086" y="1116"/>
                </a:cubicBezTo>
                <a:cubicBezTo>
                  <a:pt x="2086" y="1121"/>
                  <a:pt x="2090" y="1125"/>
                  <a:pt x="2095" y="1125"/>
                </a:cubicBezTo>
                <a:cubicBezTo>
                  <a:pt x="2100" y="1125"/>
                  <a:pt x="2103" y="1121"/>
                  <a:pt x="2103" y="1116"/>
                </a:cubicBezTo>
                <a:close/>
                <a:moveTo>
                  <a:pt x="2129" y="1116"/>
                </a:moveTo>
                <a:cubicBezTo>
                  <a:pt x="2129" y="1111"/>
                  <a:pt x="2125" y="1107"/>
                  <a:pt x="2121" y="1107"/>
                </a:cubicBezTo>
                <a:cubicBezTo>
                  <a:pt x="2116" y="1107"/>
                  <a:pt x="2112" y="1111"/>
                  <a:pt x="2112" y="1116"/>
                </a:cubicBezTo>
                <a:cubicBezTo>
                  <a:pt x="2112" y="1121"/>
                  <a:pt x="2116" y="1125"/>
                  <a:pt x="2121" y="1125"/>
                </a:cubicBezTo>
                <a:cubicBezTo>
                  <a:pt x="2125" y="1125"/>
                  <a:pt x="2129" y="1121"/>
                  <a:pt x="2129" y="1116"/>
                </a:cubicBezTo>
                <a:close/>
                <a:moveTo>
                  <a:pt x="2155" y="1116"/>
                </a:moveTo>
                <a:cubicBezTo>
                  <a:pt x="2155" y="1111"/>
                  <a:pt x="2151" y="1107"/>
                  <a:pt x="2146" y="1107"/>
                </a:cubicBezTo>
                <a:cubicBezTo>
                  <a:pt x="2142" y="1107"/>
                  <a:pt x="2138" y="1111"/>
                  <a:pt x="2138" y="1116"/>
                </a:cubicBezTo>
                <a:cubicBezTo>
                  <a:pt x="2138" y="1121"/>
                  <a:pt x="2142" y="1125"/>
                  <a:pt x="2146" y="1125"/>
                </a:cubicBezTo>
                <a:cubicBezTo>
                  <a:pt x="2151" y="1125"/>
                  <a:pt x="2155" y="1121"/>
                  <a:pt x="2155" y="1116"/>
                </a:cubicBezTo>
                <a:close/>
                <a:moveTo>
                  <a:pt x="2335" y="1116"/>
                </a:moveTo>
                <a:cubicBezTo>
                  <a:pt x="2335" y="1111"/>
                  <a:pt x="2331" y="1107"/>
                  <a:pt x="2327" y="1107"/>
                </a:cubicBezTo>
                <a:cubicBezTo>
                  <a:pt x="2322" y="1107"/>
                  <a:pt x="2318" y="1111"/>
                  <a:pt x="2318" y="1116"/>
                </a:cubicBezTo>
                <a:cubicBezTo>
                  <a:pt x="2318" y="1121"/>
                  <a:pt x="2322" y="1125"/>
                  <a:pt x="2327" y="1125"/>
                </a:cubicBezTo>
                <a:cubicBezTo>
                  <a:pt x="2331" y="1125"/>
                  <a:pt x="2335" y="1121"/>
                  <a:pt x="2335" y="1116"/>
                </a:cubicBezTo>
                <a:close/>
                <a:moveTo>
                  <a:pt x="2361" y="1116"/>
                </a:moveTo>
                <a:cubicBezTo>
                  <a:pt x="2361" y="1111"/>
                  <a:pt x="2357" y="1107"/>
                  <a:pt x="2352" y="1107"/>
                </a:cubicBezTo>
                <a:cubicBezTo>
                  <a:pt x="2348" y="1107"/>
                  <a:pt x="2344" y="1111"/>
                  <a:pt x="2344" y="1116"/>
                </a:cubicBezTo>
                <a:cubicBezTo>
                  <a:pt x="2344" y="1121"/>
                  <a:pt x="2348" y="1125"/>
                  <a:pt x="2352" y="1125"/>
                </a:cubicBezTo>
                <a:cubicBezTo>
                  <a:pt x="2357" y="1125"/>
                  <a:pt x="2361" y="1121"/>
                  <a:pt x="2361" y="1116"/>
                </a:cubicBezTo>
                <a:close/>
                <a:moveTo>
                  <a:pt x="2387" y="1116"/>
                </a:moveTo>
                <a:cubicBezTo>
                  <a:pt x="2387" y="1111"/>
                  <a:pt x="2383" y="1107"/>
                  <a:pt x="2378" y="1107"/>
                </a:cubicBezTo>
                <a:cubicBezTo>
                  <a:pt x="2373" y="1107"/>
                  <a:pt x="2370" y="1111"/>
                  <a:pt x="2370" y="1116"/>
                </a:cubicBezTo>
                <a:cubicBezTo>
                  <a:pt x="2370" y="1121"/>
                  <a:pt x="2373" y="1125"/>
                  <a:pt x="2378" y="1125"/>
                </a:cubicBezTo>
                <a:cubicBezTo>
                  <a:pt x="2383" y="1125"/>
                  <a:pt x="2387" y="1121"/>
                  <a:pt x="2387" y="1116"/>
                </a:cubicBezTo>
                <a:close/>
                <a:moveTo>
                  <a:pt x="2413" y="1116"/>
                </a:moveTo>
                <a:cubicBezTo>
                  <a:pt x="2413" y="1111"/>
                  <a:pt x="2409" y="1107"/>
                  <a:pt x="2404" y="1107"/>
                </a:cubicBezTo>
                <a:cubicBezTo>
                  <a:pt x="2399" y="1107"/>
                  <a:pt x="2395" y="1111"/>
                  <a:pt x="2395" y="1116"/>
                </a:cubicBezTo>
                <a:cubicBezTo>
                  <a:pt x="2395" y="1121"/>
                  <a:pt x="2399" y="1125"/>
                  <a:pt x="2404" y="1125"/>
                </a:cubicBezTo>
                <a:cubicBezTo>
                  <a:pt x="2409" y="1125"/>
                  <a:pt x="2413" y="1121"/>
                  <a:pt x="2413" y="1116"/>
                </a:cubicBezTo>
                <a:close/>
                <a:moveTo>
                  <a:pt x="687" y="1142"/>
                </a:moveTo>
                <a:cubicBezTo>
                  <a:pt x="687" y="1137"/>
                  <a:pt x="683" y="1133"/>
                  <a:pt x="678" y="1133"/>
                </a:cubicBezTo>
                <a:cubicBezTo>
                  <a:pt x="673" y="1133"/>
                  <a:pt x="670" y="1137"/>
                  <a:pt x="670" y="1142"/>
                </a:cubicBezTo>
                <a:cubicBezTo>
                  <a:pt x="670" y="1146"/>
                  <a:pt x="673" y="1150"/>
                  <a:pt x="678" y="1150"/>
                </a:cubicBezTo>
                <a:cubicBezTo>
                  <a:pt x="683" y="1150"/>
                  <a:pt x="687" y="1146"/>
                  <a:pt x="687" y="1142"/>
                </a:cubicBezTo>
                <a:close/>
                <a:moveTo>
                  <a:pt x="712" y="1142"/>
                </a:moveTo>
                <a:cubicBezTo>
                  <a:pt x="712" y="1137"/>
                  <a:pt x="709" y="1133"/>
                  <a:pt x="704" y="1133"/>
                </a:cubicBezTo>
                <a:cubicBezTo>
                  <a:pt x="699" y="1133"/>
                  <a:pt x="695" y="1137"/>
                  <a:pt x="695" y="1142"/>
                </a:cubicBezTo>
                <a:cubicBezTo>
                  <a:pt x="695" y="1146"/>
                  <a:pt x="699" y="1150"/>
                  <a:pt x="704" y="1150"/>
                </a:cubicBezTo>
                <a:cubicBezTo>
                  <a:pt x="709" y="1150"/>
                  <a:pt x="712" y="1146"/>
                  <a:pt x="712" y="1142"/>
                </a:cubicBezTo>
                <a:close/>
                <a:moveTo>
                  <a:pt x="738" y="1142"/>
                </a:moveTo>
                <a:cubicBezTo>
                  <a:pt x="738" y="1137"/>
                  <a:pt x="734" y="1133"/>
                  <a:pt x="730" y="1133"/>
                </a:cubicBezTo>
                <a:cubicBezTo>
                  <a:pt x="725" y="1133"/>
                  <a:pt x="721" y="1137"/>
                  <a:pt x="721" y="1142"/>
                </a:cubicBezTo>
                <a:cubicBezTo>
                  <a:pt x="721" y="1146"/>
                  <a:pt x="725" y="1150"/>
                  <a:pt x="730" y="1150"/>
                </a:cubicBezTo>
                <a:cubicBezTo>
                  <a:pt x="734" y="1150"/>
                  <a:pt x="738" y="1146"/>
                  <a:pt x="738" y="1142"/>
                </a:cubicBezTo>
                <a:close/>
                <a:moveTo>
                  <a:pt x="764" y="1142"/>
                </a:moveTo>
                <a:cubicBezTo>
                  <a:pt x="764" y="1137"/>
                  <a:pt x="760" y="1133"/>
                  <a:pt x="755" y="1133"/>
                </a:cubicBezTo>
                <a:cubicBezTo>
                  <a:pt x="751" y="1133"/>
                  <a:pt x="747" y="1137"/>
                  <a:pt x="747" y="1142"/>
                </a:cubicBezTo>
                <a:cubicBezTo>
                  <a:pt x="747" y="1146"/>
                  <a:pt x="751" y="1150"/>
                  <a:pt x="755" y="1150"/>
                </a:cubicBezTo>
                <a:cubicBezTo>
                  <a:pt x="760" y="1150"/>
                  <a:pt x="764" y="1146"/>
                  <a:pt x="764" y="1142"/>
                </a:cubicBezTo>
                <a:close/>
                <a:moveTo>
                  <a:pt x="790" y="1142"/>
                </a:moveTo>
                <a:cubicBezTo>
                  <a:pt x="790" y="1137"/>
                  <a:pt x="786" y="1133"/>
                  <a:pt x="781" y="1133"/>
                </a:cubicBezTo>
                <a:cubicBezTo>
                  <a:pt x="776" y="1133"/>
                  <a:pt x="773" y="1137"/>
                  <a:pt x="773" y="1142"/>
                </a:cubicBezTo>
                <a:cubicBezTo>
                  <a:pt x="773" y="1146"/>
                  <a:pt x="776" y="1150"/>
                  <a:pt x="781" y="1150"/>
                </a:cubicBezTo>
                <a:cubicBezTo>
                  <a:pt x="786" y="1150"/>
                  <a:pt x="790" y="1146"/>
                  <a:pt x="790" y="1142"/>
                </a:cubicBezTo>
                <a:close/>
                <a:moveTo>
                  <a:pt x="816" y="1142"/>
                </a:moveTo>
                <a:cubicBezTo>
                  <a:pt x="816" y="1137"/>
                  <a:pt x="812" y="1133"/>
                  <a:pt x="807" y="1133"/>
                </a:cubicBezTo>
                <a:cubicBezTo>
                  <a:pt x="802" y="1133"/>
                  <a:pt x="798" y="1137"/>
                  <a:pt x="798" y="1142"/>
                </a:cubicBezTo>
                <a:cubicBezTo>
                  <a:pt x="798" y="1146"/>
                  <a:pt x="802" y="1150"/>
                  <a:pt x="807" y="1150"/>
                </a:cubicBezTo>
                <a:cubicBezTo>
                  <a:pt x="812" y="1150"/>
                  <a:pt x="816" y="1146"/>
                  <a:pt x="816" y="1142"/>
                </a:cubicBezTo>
                <a:close/>
                <a:moveTo>
                  <a:pt x="841" y="1142"/>
                </a:moveTo>
                <a:cubicBezTo>
                  <a:pt x="841" y="1137"/>
                  <a:pt x="837" y="1133"/>
                  <a:pt x="833" y="1133"/>
                </a:cubicBezTo>
                <a:cubicBezTo>
                  <a:pt x="828" y="1133"/>
                  <a:pt x="824" y="1137"/>
                  <a:pt x="824" y="1142"/>
                </a:cubicBezTo>
                <a:cubicBezTo>
                  <a:pt x="824" y="1146"/>
                  <a:pt x="828" y="1150"/>
                  <a:pt x="833" y="1150"/>
                </a:cubicBezTo>
                <a:cubicBezTo>
                  <a:pt x="837" y="1150"/>
                  <a:pt x="841" y="1146"/>
                  <a:pt x="841" y="1142"/>
                </a:cubicBezTo>
                <a:close/>
                <a:moveTo>
                  <a:pt x="867" y="1142"/>
                </a:moveTo>
                <a:cubicBezTo>
                  <a:pt x="867" y="1137"/>
                  <a:pt x="863" y="1133"/>
                  <a:pt x="858" y="1133"/>
                </a:cubicBezTo>
                <a:cubicBezTo>
                  <a:pt x="854" y="1133"/>
                  <a:pt x="850" y="1137"/>
                  <a:pt x="850" y="1142"/>
                </a:cubicBezTo>
                <a:cubicBezTo>
                  <a:pt x="850" y="1146"/>
                  <a:pt x="854" y="1150"/>
                  <a:pt x="858" y="1150"/>
                </a:cubicBezTo>
                <a:cubicBezTo>
                  <a:pt x="863" y="1150"/>
                  <a:pt x="867" y="1146"/>
                  <a:pt x="867" y="1142"/>
                </a:cubicBezTo>
                <a:close/>
                <a:moveTo>
                  <a:pt x="893" y="1142"/>
                </a:moveTo>
                <a:cubicBezTo>
                  <a:pt x="893" y="1137"/>
                  <a:pt x="889" y="1133"/>
                  <a:pt x="884" y="1133"/>
                </a:cubicBezTo>
                <a:cubicBezTo>
                  <a:pt x="879" y="1133"/>
                  <a:pt x="876" y="1137"/>
                  <a:pt x="876" y="1142"/>
                </a:cubicBezTo>
                <a:cubicBezTo>
                  <a:pt x="876" y="1146"/>
                  <a:pt x="879" y="1150"/>
                  <a:pt x="884" y="1150"/>
                </a:cubicBezTo>
                <a:cubicBezTo>
                  <a:pt x="889" y="1150"/>
                  <a:pt x="893" y="1146"/>
                  <a:pt x="893" y="1142"/>
                </a:cubicBezTo>
                <a:close/>
                <a:moveTo>
                  <a:pt x="919" y="1142"/>
                </a:moveTo>
                <a:cubicBezTo>
                  <a:pt x="919" y="1137"/>
                  <a:pt x="915" y="1133"/>
                  <a:pt x="910" y="1133"/>
                </a:cubicBezTo>
                <a:cubicBezTo>
                  <a:pt x="905" y="1133"/>
                  <a:pt x="901" y="1137"/>
                  <a:pt x="901" y="1142"/>
                </a:cubicBezTo>
                <a:cubicBezTo>
                  <a:pt x="901" y="1146"/>
                  <a:pt x="905" y="1150"/>
                  <a:pt x="910" y="1150"/>
                </a:cubicBezTo>
                <a:cubicBezTo>
                  <a:pt x="915" y="1150"/>
                  <a:pt x="919" y="1146"/>
                  <a:pt x="919" y="1142"/>
                </a:cubicBezTo>
                <a:close/>
                <a:moveTo>
                  <a:pt x="944" y="1142"/>
                </a:moveTo>
                <a:cubicBezTo>
                  <a:pt x="944" y="1137"/>
                  <a:pt x="940" y="1133"/>
                  <a:pt x="936" y="1133"/>
                </a:cubicBezTo>
                <a:cubicBezTo>
                  <a:pt x="931" y="1133"/>
                  <a:pt x="927" y="1137"/>
                  <a:pt x="927" y="1142"/>
                </a:cubicBezTo>
                <a:cubicBezTo>
                  <a:pt x="927" y="1146"/>
                  <a:pt x="931" y="1150"/>
                  <a:pt x="936" y="1150"/>
                </a:cubicBezTo>
                <a:cubicBezTo>
                  <a:pt x="940" y="1150"/>
                  <a:pt x="944" y="1146"/>
                  <a:pt x="944" y="1142"/>
                </a:cubicBezTo>
                <a:close/>
                <a:moveTo>
                  <a:pt x="970" y="1142"/>
                </a:moveTo>
                <a:cubicBezTo>
                  <a:pt x="970" y="1137"/>
                  <a:pt x="966" y="1133"/>
                  <a:pt x="961" y="1133"/>
                </a:cubicBezTo>
                <a:cubicBezTo>
                  <a:pt x="957" y="1133"/>
                  <a:pt x="953" y="1137"/>
                  <a:pt x="953" y="1142"/>
                </a:cubicBezTo>
                <a:cubicBezTo>
                  <a:pt x="953" y="1146"/>
                  <a:pt x="957" y="1150"/>
                  <a:pt x="961" y="1150"/>
                </a:cubicBezTo>
                <a:cubicBezTo>
                  <a:pt x="966" y="1150"/>
                  <a:pt x="970" y="1146"/>
                  <a:pt x="970" y="1142"/>
                </a:cubicBezTo>
                <a:close/>
                <a:moveTo>
                  <a:pt x="996" y="1142"/>
                </a:moveTo>
                <a:cubicBezTo>
                  <a:pt x="996" y="1137"/>
                  <a:pt x="992" y="1133"/>
                  <a:pt x="987" y="1133"/>
                </a:cubicBezTo>
                <a:cubicBezTo>
                  <a:pt x="983" y="1133"/>
                  <a:pt x="979" y="1137"/>
                  <a:pt x="979" y="1142"/>
                </a:cubicBezTo>
                <a:cubicBezTo>
                  <a:pt x="979" y="1146"/>
                  <a:pt x="983" y="1150"/>
                  <a:pt x="987" y="1150"/>
                </a:cubicBezTo>
                <a:cubicBezTo>
                  <a:pt x="992" y="1150"/>
                  <a:pt x="996" y="1146"/>
                  <a:pt x="996" y="1142"/>
                </a:cubicBezTo>
                <a:close/>
                <a:moveTo>
                  <a:pt x="1382" y="1142"/>
                </a:moveTo>
                <a:cubicBezTo>
                  <a:pt x="1382" y="1137"/>
                  <a:pt x="1378" y="1133"/>
                  <a:pt x="1374" y="1133"/>
                </a:cubicBezTo>
                <a:cubicBezTo>
                  <a:pt x="1369" y="1133"/>
                  <a:pt x="1365" y="1137"/>
                  <a:pt x="1365" y="1142"/>
                </a:cubicBezTo>
                <a:cubicBezTo>
                  <a:pt x="1365" y="1146"/>
                  <a:pt x="1369" y="1150"/>
                  <a:pt x="1374" y="1150"/>
                </a:cubicBezTo>
                <a:cubicBezTo>
                  <a:pt x="1378" y="1150"/>
                  <a:pt x="1382" y="1146"/>
                  <a:pt x="1382" y="1142"/>
                </a:cubicBezTo>
                <a:close/>
                <a:moveTo>
                  <a:pt x="1408" y="1142"/>
                </a:moveTo>
                <a:cubicBezTo>
                  <a:pt x="1408" y="1137"/>
                  <a:pt x="1404" y="1133"/>
                  <a:pt x="1399" y="1133"/>
                </a:cubicBezTo>
                <a:cubicBezTo>
                  <a:pt x="1395" y="1133"/>
                  <a:pt x="1391" y="1137"/>
                  <a:pt x="1391" y="1142"/>
                </a:cubicBezTo>
                <a:cubicBezTo>
                  <a:pt x="1391" y="1146"/>
                  <a:pt x="1395" y="1150"/>
                  <a:pt x="1399" y="1150"/>
                </a:cubicBezTo>
                <a:cubicBezTo>
                  <a:pt x="1404" y="1150"/>
                  <a:pt x="1408" y="1146"/>
                  <a:pt x="1408" y="1142"/>
                </a:cubicBezTo>
                <a:close/>
                <a:moveTo>
                  <a:pt x="1434" y="1142"/>
                </a:moveTo>
                <a:cubicBezTo>
                  <a:pt x="1434" y="1137"/>
                  <a:pt x="1430" y="1133"/>
                  <a:pt x="1425" y="1133"/>
                </a:cubicBezTo>
                <a:cubicBezTo>
                  <a:pt x="1420" y="1133"/>
                  <a:pt x="1417" y="1137"/>
                  <a:pt x="1417" y="1142"/>
                </a:cubicBezTo>
                <a:cubicBezTo>
                  <a:pt x="1417" y="1146"/>
                  <a:pt x="1420" y="1150"/>
                  <a:pt x="1425" y="1150"/>
                </a:cubicBezTo>
                <a:cubicBezTo>
                  <a:pt x="1430" y="1150"/>
                  <a:pt x="1434" y="1146"/>
                  <a:pt x="1434" y="1142"/>
                </a:cubicBezTo>
                <a:close/>
                <a:moveTo>
                  <a:pt x="1459" y="1142"/>
                </a:moveTo>
                <a:cubicBezTo>
                  <a:pt x="1459" y="1137"/>
                  <a:pt x="1456" y="1133"/>
                  <a:pt x="1451" y="1133"/>
                </a:cubicBezTo>
                <a:cubicBezTo>
                  <a:pt x="1446" y="1133"/>
                  <a:pt x="1442" y="1137"/>
                  <a:pt x="1442" y="1142"/>
                </a:cubicBezTo>
                <a:cubicBezTo>
                  <a:pt x="1442" y="1146"/>
                  <a:pt x="1446" y="1150"/>
                  <a:pt x="1451" y="1150"/>
                </a:cubicBezTo>
                <a:cubicBezTo>
                  <a:pt x="1456" y="1150"/>
                  <a:pt x="1459" y="1146"/>
                  <a:pt x="1459" y="1142"/>
                </a:cubicBezTo>
                <a:close/>
                <a:moveTo>
                  <a:pt x="1485" y="1142"/>
                </a:moveTo>
                <a:cubicBezTo>
                  <a:pt x="1485" y="1137"/>
                  <a:pt x="1481" y="1133"/>
                  <a:pt x="1477" y="1133"/>
                </a:cubicBezTo>
                <a:cubicBezTo>
                  <a:pt x="1472" y="1133"/>
                  <a:pt x="1468" y="1137"/>
                  <a:pt x="1468" y="1142"/>
                </a:cubicBezTo>
                <a:cubicBezTo>
                  <a:pt x="1468" y="1146"/>
                  <a:pt x="1472" y="1150"/>
                  <a:pt x="1477" y="1150"/>
                </a:cubicBezTo>
                <a:cubicBezTo>
                  <a:pt x="1481" y="1150"/>
                  <a:pt x="1485" y="1146"/>
                  <a:pt x="1485" y="1142"/>
                </a:cubicBezTo>
                <a:close/>
                <a:moveTo>
                  <a:pt x="1511" y="1142"/>
                </a:moveTo>
                <a:cubicBezTo>
                  <a:pt x="1511" y="1137"/>
                  <a:pt x="1507" y="1133"/>
                  <a:pt x="1502" y="1133"/>
                </a:cubicBezTo>
                <a:cubicBezTo>
                  <a:pt x="1498" y="1133"/>
                  <a:pt x="1494" y="1137"/>
                  <a:pt x="1494" y="1142"/>
                </a:cubicBezTo>
                <a:cubicBezTo>
                  <a:pt x="1494" y="1146"/>
                  <a:pt x="1498" y="1150"/>
                  <a:pt x="1502" y="1150"/>
                </a:cubicBezTo>
                <a:cubicBezTo>
                  <a:pt x="1507" y="1150"/>
                  <a:pt x="1511" y="1146"/>
                  <a:pt x="1511" y="1142"/>
                </a:cubicBezTo>
                <a:close/>
                <a:moveTo>
                  <a:pt x="1537" y="1142"/>
                </a:moveTo>
                <a:cubicBezTo>
                  <a:pt x="1537" y="1137"/>
                  <a:pt x="1533" y="1133"/>
                  <a:pt x="1528" y="1133"/>
                </a:cubicBezTo>
                <a:cubicBezTo>
                  <a:pt x="1523" y="1133"/>
                  <a:pt x="1520" y="1137"/>
                  <a:pt x="1520" y="1142"/>
                </a:cubicBezTo>
                <a:cubicBezTo>
                  <a:pt x="1520" y="1146"/>
                  <a:pt x="1523" y="1150"/>
                  <a:pt x="1528" y="1150"/>
                </a:cubicBezTo>
                <a:cubicBezTo>
                  <a:pt x="1533" y="1150"/>
                  <a:pt x="1537" y="1146"/>
                  <a:pt x="1537" y="1142"/>
                </a:cubicBezTo>
                <a:close/>
                <a:moveTo>
                  <a:pt x="1563" y="1142"/>
                </a:moveTo>
                <a:cubicBezTo>
                  <a:pt x="1563" y="1137"/>
                  <a:pt x="1559" y="1133"/>
                  <a:pt x="1554" y="1133"/>
                </a:cubicBezTo>
                <a:cubicBezTo>
                  <a:pt x="1549" y="1133"/>
                  <a:pt x="1545" y="1137"/>
                  <a:pt x="1545" y="1142"/>
                </a:cubicBezTo>
                <a:cubicBezTo>
                  <a:pt x="1545" y="1146"/>
                  <a:pt x="1549" y="1150"/>
                  <a:pt x="1554" y="1150"/>
                </a:cubicBezTo>
                <a:cubicBezTo>
                  <a:pt x="1559" y="1150"/>
                  <a:pt x="1563" y="1146"/>
                  <a:pt x="1563" y="1142"/>
                </a:cubicBezTo>
                <a:close/>
                <a:moveTo>
                  <a:pt x="687" y="1167"/>
                </a:moveTo>
                <a:cubicBezTo>
                  <a:pt x="687" y="1163"/>
                  <a:pt x="683" y="1159"/>
                  <a:pt x="678" y="1159"/>
                </a:cubicBezTo>
                <a:cubicBezTo>
                  <a:pt x="673" y="1159"/>
                  <a:pt x="670" y="1163"/>
                  <a:pt x="670" y="1167"/>
                </a:cubicBezTo>
                <a:cubicBezTo>
                  <a:pt x="670" y="1172"/>
                  <a:pt x="673" y="1176"/>
                  <a:pt x="678" y="1176"/>
                </a:cubicBezTo>
                <a:cubicBezTo>
                  <a:pt x="683" y="1176"/>
                  <a:pt x="687" y="1172"/>
                  <a:pt x="687" y="1167"/>
                </a:cubicBezTo>
                <a:close/>
                <a:moveTo>
                  <a:pt x="712" y="1167"/>
                </a:moveTo>
                <a:cubicBezTo>
                  <a:pt x="712" y="1163"/>
                  <a:pt x="709" y="1159"/>
                  <a:pt x="704" y="1159"/>
                </a:cubicBezTo>
                <a:cubicBezTo>
                  <a:pt x="699" y="1159"/>
                  <a:pt x="695" y="1163"/>
                  <a:pt x="695" y="1167"/>
                </a:cubicBezTo>
                <a:cubicBezTo>
                  <a:pt x="695" y="1172"/>
                  <a:pt x="699" y="1176"/>
                  <a:pt x="704" y="1176"/>
                </a:cubicBezTo>
                <a:cubicBezTo>
                  <a:pt x="709" y="1176"/>
                  <a:pt x="712" y="1172"/>
                  <a:pt x="712" y="1167"/>
                </a:cubicBezTo>
                <a:close/>
                <a:moveTo>
                  <a:pt x="738" y="1167"/>
                </a:moveTo>
                <a:cubicBezTo>
                  <a:pt x="738" y="1163"/>
                  <a:pt x="734" y="1159"/>
                  <a:pt x="730" y="1159"/>
                </a:cubicBezTo>
                <a:cubicBezTo>
                  <a:pt x="725" y="1159"/>
                  <a:pt x="721" y="1163"/>
                  <a:pt x="721" y="1167"/>
                </a:cubicBezTo>
                <a:cubicBezTo>
                  <a:pt x="721" y="1172"/>
                  <a:pt x="725" y="1176"/>
                  <a:pt x="730" y="1176"/>
                </a:cubicBezTo>
                <a:cubicBezTo>
                  <a:pt x="734" y="1176"/>
                  <a:pt x="738" y="1172"/>
                  <a:pt x="738" y="1167"/>
                </a:cubicBezTo>
                <a:close/>
                <a:moveTo>
                  <a:pt x="764" y="1167"/>
                </a:moveTo>
                <a:cubicBezTo>
                  <a:pt x="764" y="1163"/>
                  <a:pt x="760" y="1159"/>
                  <a:pt x="755" y="1159"/>
                </a:cubicBezTo>
                <a:cubicBezTo>
                  <a:pt x="751" y="1159"/>
                  <a:pt x="747" y="1163"/>
                  <a:pt x="747" y="1167"/>
                </a:cubicBezTo>
                <a:cubicBezTo>
                  <a:pt x="747" y="1172"/>
                  <a:pt x="751" y="1176"/>
                  <a:pt x="755" y="1176"/>
                </a:cubicBezTo>
                <a:cubicBezTo>
                  <a:pt x="760" y="1176"/>
                  <a:pt x="764" y="1172"/>
                  <a:pt x="764" y="1167"/>
                </a:cubicBezTo>
                <a:close/>
                <a:moveTo>
                  <a:pt x="790" y="1167"/>
                </a:moveTo>
                <a:cubicBezTo>
                  <a:pt x="790" y="1163"/>
                  <a:pt x="786" y="1159"/>
                  <a:pt x="781" y="1159"/>
                </a:cubicBezTo>
                <a:cubicBezTo>
                  <a:pt x="776" y="1159"/>
                  <a:pt x="773" y="1163"/>
                  <a:pt x="773" y="1167"/>
                </a:cubicBezTo>
                <a:cubicBezTo>
                  <a:pt x="773" y="1172"/>
                  <a:pt x="776" y="1176"/>
                  <a:pt x="781" y="1176"/>
                </a:cubicBezTo>
                <a:cubicBezTo>
                  <a:pt x="786" y="1176"/>
                  <a:pt x="790" y="1172"/>
                  <a:pt x="790" y="1167"/>
                </a:cubicBezTo>
                <a:close/>
                <a:moveTo>
                  <a:pt x="816" y="1167"/>
                </a:moveTo>
                <a:cubicBezTo>
                  <a:pt x="816" y="1163"/>
                  <a:pt x="812" y="1159"/>
                  <a:pt x="807" y="1159"/>
                </a:cubicBezTo>
                <a:cubicBezTo>
                  <a:pt x="802" y="1159"/>
                  <a:pt x="798" y="1163"/>
                  <a:pt x="798" y="1167"/>
                </a:cubicBezTo>
                <a:cubicBezTo>
                  <a:pt x="798" y="1172"/>
                  <a:pt x="802" y="1176"/>
                  <a:pt x="807" y="1176"/>
                </a:cubicBezTo>
                <a:cubicBezTo>
                  <a:pt x="812" y="1176"/>
                  <a:pt x="816" y="1172"/>
                  <a:pt x="816" y="1167"/>
                </a:cubicBezTo>
                <a:close/>
                <a:moveTo>
                  <a:pt x="841" y="1167"/>
                </a:moveTo>
                <a:cubicBezTo>
                  <a:pt x="841" y="1163"/>
                  <a:pt x="837" y="1159"/>
                  <a:pt x="833" y="1159"/>
                </a:cubicBezTo>
                <a:cubicBezTo>
                  <a:pt x="828" y="1159"/>
                  <a:pt x="824" y="1163"/>
                  <a:pt x="824" y="1167"/>
                </a:cubicBezTo>
                <a:cubicBezTo>
                  <a:pt x="824" y="1172"/>
                  <a:pt x="828" y="1176"/>
                  <a:pt x="833" y="1176"/>
                </a:cubicBezTo>
                <a:cubicBezTo>
                  <a:pt x="837" y="1176"/>
                  <a:pt x="841" y="1172"/>
                  <a:pt x="841" y="1167"/>
                </a:cubicBezTo>
                <a:close/>
                <a:moveTo>
                  <a:pt x="867" y="1167"/>
                </a:moveTo>
                <a:cubicBezTo>
                  <a:pt x="867" y="1163"/>
                  <a:pt x="863" y="1159"/>
                  <a:pt x="858" y="1159"/>
                </a:cubicBezTo>
                <a:cubicBezTo>
                  <a:pt x="854" y="1159"/>
                  <a:pt x="850" y="1163"/>
                  <a:pt x="850" y="1167"/>
                </a:cubicBezTo>
                <a:cubicBezTo>
                  <a:pt x="850" y="1172"/>
                  <a:pt x="854" y="1176"/>
                  <a:pt x="858" y="1176"/>
                </a:cubicBezTo>
                <a:cubicBezTo>
                  <a:pt x="863" y="1176"/>
                  <a:pt x="867" y="1172"/>
                  <a:pt x="867" y="1167"/>
                </a:cubicBezTo>
                <a:close/>
                <a:moveTo>
                  <a:pt x="893" y="1167"/>
                </a:moveTo>
                <a:cubicBezTo>
                  <a:pt x="893" y="1163"/>
                  <a:pt x="889" y="1159"/>
                  <a:pt x="884" y="1159"/>
                </a:cubicBezTo>
                <a:cubicBezTo>
                  <a:pt x="879" y="1159"/>
                  <a:pt x="876" y="1163"/>
                  <a:pt x="876" y="1167"/>
                </a:cubicBezTo>
                <a:cubicBezTo>
                  <a:pt x="876" y="1172"/>
                  <a:pt x="879" y="1176"/>
                  <a:pt x="884" y="1176"/>
                </a:cubicBezTo>
                <a:cubicBezTo>
                  <a:pt x="889" y="1176"/>
                  <a:pt x="893" y="1172"/>
                  <a:pt x="893" y="1167"/>
                </a:cubicBezTo>
                <a:close/>
                <a:moveTo>
                  <a:pt x="919" y="1167"/>
                </a:moveTo>
                <a:cubicBezTo>
                  <a:pt x="919" y="1163"/>
                  <a:pt x="915" y="1159"/>
                  <a:pt x="910" y="1159"/>
                </a:cubicBezTo>
                <a:cubicBezTo>
                  <a:pt x="905" y="1159"/>
                  <a:pt x="901" y="1163"/>
                  <a:pt x="901" y="1167"/>
                </a:cubicBezTo>
                <a:cubicBezTo>
                  <a:pt x="901" y="1172"/>
                  <a:pt x="905" y="1176"/>
                  <a:pt x="910" y="1176"/>
                </a:cubicBezTo>
                <a:cubicBezTo>
                  <a:pt x="915" y="1176"/>
                  <a:pt x="919" y="1172"/>
                  <a:pt x="919" y="1167"/>
                </a:cubicBezTo>
                <a:close/>
                <a:moveTo>
                  <a:pt x="944" y="1167"/>
                </a:moveTo>
                <a:cubicBezTo>
                  <a:pt x="944" y="1163"/>
                  <a:pt x="940" y="1159"/>
                  <a:pt x="936" y="1159"/>
                </a:cubicBezTo>
                <a:cubicBezTo>
                  <a:pt x="931" y="1159"/>
                  <a:pt x="927" y="1163"/>
                  <a:pt x="927" y="1167"/>
                </a:cubicBezTo>
                <a:cubicBezTo>
                  <a:pt x="927" y="1172"/>
                  <a:pt x="931" y="1176"/>
                  <a:pt x="936" y="1176"/>
                </a:cubicBezTo>
                <a:cubicBezTo>
                  <a:pt x="940" y="1176"/>
                  <a:pt x="944" y="1172"/>
                  <a:pt x="944" y="1167"/>
                </a:cubicBezTo>
                <a:close/>
                <a:moveTo>
                  <a:pt x="970" y="1167"/>
                </a:moveTo>
                <a:cubicBezTo>
                  <a:pt x="970" y="1163"/>
                  <a:pt x="966" y="1159"/>
                  <a:pt x="961" y="1159"/>
                </a:cubicBezTo>
                <a:cubicBezTo>
                  <a:pt x="957" y="1159"/>
                  <a:pt x="953" y="1163"/>
                  <a:pt x="953" y="1167"/>
                </a:cubicBezTo>
                <a:cubicBezTo>
                  <a:pt x="953" y="1172"/>
                  <a:pt x="957" y="1176"/>
                  <a:pt x="961" y="1176"/>
                </a:cubicBezTo>
                <a:cubicBezTo>
                  <a:pt x="966" y="1176"/>
                  <a:pt x="970" y="1172"/>
                  <a:pt x="970" y="1167"/>
                </a:cubicBezTo>
                <a:close/>
                <a:moveTo>
                  <a:pt x="1382" y="1167"/>
                </a:moveTo>
                <a:cubicBezTo>
                  <a:pt x="1382" y="1163"/>
                  <a:pt x="1378" y="1159"/>
                  <a:pt x="1374" y="1159"/>
                </a:cubicBezTo>
                <a:cubicBezTo>
                  <a:pt x="1369" y="1159"/>
                  <a:pt x="1365" y="1163"/>
                  <a:pt x="1365" y="1167"/>
                </a:cubicBezTo>
                <a:cubicBezTo>
                  <a:pt x="1365" y="1172"/>
                  <a:pt x="1369" y="1176"/>
                  <a:pt x="1374" y="1176"/>
                </a:cubicBezTo>
                <a:cubicBezTo>
                  <a:pt x="1378" y="1176"/>
                  <a:pt x="1382" y="1172"/>
                  <a:pt x="1382" y="1167"/>
                </a:cubicBezTo>
                <a:close/>
                <a:moveTo>
                  <a:pt x="1408" y="1167"/>
                </a:moveTo>
                <a:cubicBezTo>
                  <a:pt x="1408" y="1163"/>
                  <a:pt x="1404" y="1159"/>
                  <a:pt x="1399" y="1159"/>
                </a:cubicBezTo>
                <a:cubicBezTo>
                  <a:pt x="1395" y="1159"/>
                  <a:pt x="1391" y="1163"/>
                  <a:pt x="1391" y="1167"/>
                </a:cubicBezTo>
                <a:cubicBezTo>
                  <a:pt x="1391" y="1172"/>
                  <a:pt x="1395" y="1176"/>
                  <a:pt x="1399" y="1176"/>
                </a:cubicBezTo>
                <a:cubicBezTo>
                  <a:pt x="1404" y="1176"/>
                  <a:pt x="1408" y="1172"/>
                  <a:pt x="1408" y="1167"/>
                </a:cubicBezTo>
                <a:close/>
                <a:moveTo>
                  <a:pt x="1434" y="1167"/>
                </a:moveTo>
                <a:cubicBezTo>
                  <a:pt x="1434" y="1163"/>
                  <a:pt x="1430" y="1159"/>
                  <a:pt x="1425" y="1159"/>
                </a:cubicBezTo>
                <a:cubicBezTo>
                  <a:pt x="1420" y="1159"/>
                  <a:pt x="1417" y="1163"/>
                  <a:pt x="1417" y="1167"/>
                </a:cubicBezTo>
                <a:cubicBezTo>
                  <a:pt x="1417" y="1172"/>
                  <a:pt x="1420" y="1176"/>
                  <a:pt x="1425" y="1176"/>
                </a:cubicBezTo>
                <a:cubicBezTo>
                  <a:pt x="1430" y="1176"/>
                  <a:pt x="1434" y="1172"/>
                  <a:pt x="1434" y="1167"/>
                </a:cubicBezTo>
                <a:close/>
                <a:moveTo>
                  <a:pt x="1459" y="1167"/>
                </a:moveTo>
                <a:cubicBezTo>
                  <a:pt x="1459" y="1163"/>
                  <a:pt x="1456" y="1159"/>
                  <a:pt x="1451" y="1159"/>
                </a:cubicBezTo>
                <a:cubicBezTo>
                  <a:pt x="1446" y="1159"/>
                  <a:pt x="1442" y="1163"/>
                  <a:pt x="1442" y="1167"/>
                </a:cubicBezTo>
                <a:cubicBezTo>
                  <a:pt x="1442" y="1172"/>
                  <a:pt x="1446" y="1176"/>
                  <a:pt x="1451" y="1176"/>
                </a:cubicBezTo>
                <a:cubicBezTo>
                  <a:pt x="1456" y="1176"/>
                  <a:pt x="1459" y="1172"/>
                  <a:pt x="1459" y="1167"/>
                </a:cubicBezTo>
                <a:close/>
                <a:moveTo>
                  <a:pt x="1485" y="1167"/>
                </a:moveTo>
                <a:cubicBezTo>
                  <a:pt x="1485" y="1163"/>
                  <a:pt x="1481" y="1159"/>
                  <a:pt x="1477" y="1159"/>
                </a:cubicBezTo>
                <a:cubicBezTo>
                  <a:pt x="1472" y="1159"/>
                  <a:pt x="1468" y="1163"/>
                  <a:pt x="1468" y="1167"/>
                </a:cubicBezTo>
                <a:cubicBezTo>
                  <a:pt x="1468" y="1172"/>
                  <a:pt x="1472" y="1176"/>
                  <a:pt x="1477" y="1176"/>
                </a:cubicBezTo>
                <a:cubicBezTo>
                  <a:pt x="1481" y="1176"/>
                  <a:pt x="1485" y="1172"/>
                  <a:pt x="1485" y="1167"/>
                </a:cubicBezTo>
                <a:close/>
                <a:moveTo>
                  <a:pt x="1511" y="1167"/>
                </a:moveTo>
                <a:cubicBezTo>
                  <a:pt x="1511" y="1163"/>
                  <a:pt x="1507" y="1159"/>
                  <a:pt x="1502" y="1159"/>
                </a:cubicBezTo>
                <a:cubicBezTo>
                  <a:pt x="1498" y="1159"/>
                  <a:pt x="1494" y="1163"/>
                  <a:pt x="1494" y="1167"/>
                </a:cubicBezTo>
                <a:cubicBezTo>
                  <a:pt x="1494" y="1172"/>
                  <a:pt x="1498" y="1176"/>
                  <a:pt x="1502" y="1176"/>
                </a:cubicBezTo>
                <a:cubicBezTo>
                  <a:pt x="1507" y="1176"/>
                  <a:pt x="1511" y="1172"/>
                  <a:pt x="1511" y="1167"/>
                </a:cubicBezTo>
                <a:close/>
                <a:moveTo>
                  <a:pt x="1537" y="1167"/>
                </a:moveTo>
                <a:cubicBezTo>
                  <a:pt x="1537" y="1163"/>
                  <a:pt x="1533" y="1159"/>
                  <a:pt x="1528" y="1159"/>
                </a:cubicBezTo>
                <a:cubicBezTo>
                  <a:pt x="1523" y="1159"/>
                  <a:pt x="1520" y="1163"/>
                  <a:pt x="1520" y="1167"/>
                </a:cubicBezTo>
                <a:cubicBezTo>
                  <a:pt x="1520" y="1172"/>
                  <a:pt x="1523" y="1176"/>
                  <a:pt x="1528" y="1176"/>
                </a:cubicBezTo>
                <a:cubicBezTo>
                  <a:pt x="1533" y="1176"/>
                  <a:pt x="1537" y="1172"/>
                  <a:pt x="1537" y="1167"/>
                </a:cubicBezTo>
                <a:close/>
                <a:moveTo>
                  <a:pt x="1563" y="1167"/>
                </a:moveTo>
                <a:cubicBezTo>
                  <a:pt x="1563" y="1163"/>
                  <a:pt x="1559" y="1159"/>
                  <a:pt x="1554" y="1159"/>
                </a:cubicBezTo>
                <a:cubicBezTo>
                  <a:pt x="1549" y="1159"/>
                  <a:pt x="1545" y="1163"/>
                  <a:pt x="1545" y="1167"/>
                </a:cubicBezTo>
                <a:cubicBezTo>
                  <a:pt x="1545" y="1172"/>
                  <a:pt x="1549" y="1176"/>
                  <a:pt x="1554" y="1176"/>
                </a:cubicBezTo>
                <a:cubicBezTo>
                  <a:pt x="1559" y="1176"/>
                  <a:pt x="1563" y="1172"/>
                  <a:pt x="1563" y="1167"/>
                </a:cubicBezTo>
                <a:close/>
                <a:moveTo>
                  <a:pt x="1640" y="1167"/>
                </a:moveTo>
                <a:cubicBezTo>
                  <a:pt x="1640" y="1163"/>
                  <a:pt x="1636" y="1159"/>
                  <a:pt x="1631" y="1159"/>
                </a:cubicBezTo>
                <a:cubicBezTo>
                  <a:pt x="1626" y="1159"/>
                  <a:pt x="1623" y="1163"/>
                  <a:pt x="1623" y="1167"/>
                </a:cubicBezTo>
                <a:cubicBezTo>
                  <a:pt x="1623" y="1172"/>
                  <a:pt x="1626" y="1176"/>
                  <a:pt x="1631" y="1176"/>
                </a:cubicBezTo>
                <a:cubicBezTo>
                  <a:pt x="1636" y="1176"/>
                  <a:pt x="1640" y="1172"/>
                  <a:pt x="1640" y="1167"/>
                </a:cubicBezTo>
                <a:close/>
                <a:moveTo>
                  <a:pt x="2284" y="1167"/>
                </a:moveTo>
                <a:cubicBezTo>
                  <a:pt x="2284" y="1163"/>
                  <a:pt x="2280" y="1159"/>
                  <a:pt x="2275" y="1159"/>
                </a:cubicBezTo>
                <a:cubicBezTo>
                  <a:pt x="2270" y="1159"/>
                  <a:pt x="2267" y="1163"/>
                  <a:pt x="2267" y="1167"/>
                </a:cubicBezTo>
                <a:cubicBezTo>
                  <a:pt x="2267" y="1172"/>
                  <a:pt x="2270" y="1176"/>
                  <a:pt x="2275" y="1176"/>
                </a:cubicBezTo>
                <a:cubicBezTo>
                  <a:pt x="2280" y="1176"/>
                  <a:pt x="2284" y="1172"/>
                  <a:pt x="2284" y="1167"/>
                </a:cubicBezTo>
                <a:close/>
                <a:moveTo>
                  <a:pt x="2310" y="1167"/>
                </a:moveTo>
                <a:cubicBezTo>
                  <a:pt x="2310" y="1163"/>
                  <a:pt x="2306" y="1159"/>
                  <a:pt x="2301" y="1159"/>
                </a:cubicBezTo>
                <a:cubicBezTo>
                  <a:pt x="2296" y="1159"/>
                  <a:pt x="2292" y="1163"/>
                  <a:pt x="2292" y="1167"/>
                </a:cubicBezTo>
                <a:cubicBezTo>
                  <a:pt x="2292" y="1172"/>
                  <a:pt x="2296" y="1176"/>
                  <a:pt x="2301" y="1176"/>
                </a:cubicBezTo>
                <a:cubicBezTo>
                  <a:pt x="2306" y="1176"/>
                  <a:pt x="2310" y="1172"/>
                  <a:pt x="2310" y="1167"/>
                </a:cubicBezTo>
                <a:close/>
                <a:moveTo>
                  <a:pt x="2361" y="1167"/>
                </a:moveTo>
                <a:cubicBezTo>
                  <a:pt x="2361" y="1163"/>
                  <a:pt x="2357" y="1159"/>
                  <a:pt x="2352" y="1159"/>
                </a:cubicBezTo>
                <a:cubicBezTo>
                  <a:pt x="2348" y="1159"/>
                  <a:pt x="2344" y="1163"/>
                  <a:pt x="2344" y="1167"/>
                </a:cubicBezTo>
                <a:cubicBezTo>
                  <a:pt x="2344" y="1172"/>
                  <a:pt x="2348" y="1176"/>
                  <a:pt x="2352" y="1176"/>
                </a:cubicBezTo>
                <a:cubicBezTo>
                  <a:pt x="2357" y="1176"/>
                  <a:pt x="2361" y="1172"/>
                  <a:pt x="2361" y="1167"/>
                </a:cubicBezTo>
                <a:close/>
                <a:moveTo>
                  <a:pt x="2387" y="1167"/>
                </a:moveTo>
                <a:cubicBezTo>
                  <a:pt x="2387" y="1163"/>
                  <a:pt x="2383" y="1159"/>
                  <a:pt x="2378" y="1159"/>
                </a:cubicBezTo>
                <a:cubicBezTo>
                  <a:pt x="2373" y="1159"/>
                  <a:pt x="2370" y="1163"/>
                  <a:pt x="2370" y="1167"/>
                </a:cubicBezTo>
                <a:cubicBezTo>
                  <a:pt x="2370" y="1172"/>
                  <a:pt x="2373" y="1176"/>
                  <a:pt x="2378" y="1176"/>
                </a:cubicBezTo>
                <a:cubicBezTo>
                  <a:pt x="2383" y="1176"/>
                  <a:pt x="2387" y="1172"/>
                  <a:pt x="2387" y="1167"/>
                </a:cubicBezTo>
                <a:close/>
                <a:moveTo>
                  <a:pt x="738" y="1193"/>
                </a:moveTo>
                <a:cubicBezTo>
                  <a:pt x="738" y="1188"/>
                  <a:pt x="734" y="1185"/>
                  <a:pt x="730" y="1185"/>
                </a:cubicBezTo>
                <a:cubicBezTo>
                  <a:pt x="725" y="1185"/>
                  <a:pt x="721" y="1188"/>
                  <a:pt x="721" y="1193"/>
                </a:cubicBezTo>
                <a:cubicBezTo>
                  <a:pt x="721" y="1198"/>
                  <a:pt x="725" y="1202"/>
                  <a:pt x="730" y="1202"/>
                </a:cubicBezTo>
                <a:cubicBezTo>
                  <a:pt x="734" y="1202"/>
                  <a:pt x="738" y="1198"/>
                  <a:pt x="738" y="1193"/>
                </a:cubicBezTo>
                <a:close/>
                <a:moveTo>
                  <a:pt x="764" y="1193"/>
                </a:moveTo>
                <a:cubicBezTo>
                  <a:pt x="764" y="1188"/>
                  <a:pt x="760" y="1185"/>
                  <a:pt x="755" y="1185"/>
                </a:cubicBezTo>
                <a:cubicBezTo>
                  <a:pt x="751" y="1185"/>
                  <a:pt x="747" y="1188"/>
                  <a:pt x="747" y="1193"/>
                </a:cubicBezTo>
                <a:cubicBezTo>
                  <a:pt x="747" y="1198"/>
                  <a:pt x="751" y="1202"/>
                  <a:pt x="755" y="1202"/>
                </a:cubicBezTo>
                <a:cubicBezTo>
                  <a:pt x="760" y="1202"/>
                  <a:pt x="764" y="1198"/>
                  <a:pt x="764" y="1193"/>
                </a:cubicBezTo>
                <a:close/>
                <a:moveTo>
                  <a:pt x="790" y="1193"/>
                </a:moveTo>
                <a:cubicBezTo>
                  <a:pt x="790" y="1188"/>
                  <a:pt x="786" y="1185"/>
                  <a:pt x="781" y="1185"/>
                </a:cubicBezTo>
                <a:cubicBezTo>
                  <a:pt x="776" y="1185"/>
                  <a:pt x="773" y="1188"/>
                  <a:pt x="773" y="1193"/>
                </a:cubicBezTo>
                <a:cubicBezTo>
                  <a:pt x="773" y="1198"/>
                  <a:pt x="776" y="1202"/>
                  <a:pt x="781" y="1202"/>
                </a:cubicBezTo>
                <a:cubicBezTo>
                  <a:pt x="786" y="1202"/>
                  <a:pt x="790" y="1198"/>
                  <a:pt x="790" y="1193"/>
                </a:cubicBezTo>
                <a:close/>
                <a:moveTo>
                  <a:pt x="816" y="1193"/>
                </a:moveTo>
                <a:cubicBezTo>
                  <a:pt x="816" y="1188"/>
                  <a:pt x="812" y="1185"/>
                  <a:pt x="807" y="1185"/>
                </a:cubicBezTo>
                <a:cubicBezTo>
                  <a:pt x="802" y="1185"/>
                  <a:pt x="798" y="1188"/>
                  <a:pt x="798" y="1193"/>
                </a:cubicBezTo>
                <a:cubicBezTo>
                  <a:pt x="798" y="1198"/>
                  <a:pt x="802" y="1202"/>
                  <a:pt x="807" y="1202"/>
                </a:cubicBezTo>
                <a:cubicBezTo>
                  <a:pt x="812" y="1202"/>
                  <a:pt x="816" y="1198"/>
                  <a:pt x="816" y="1193"/>
                </a:cubicBezTo>
                <a:close/>
                <a:moveTo>
                  <a:pt x="841" y="1193"/>
                </a:moveTo>
                <a:cubicBezTo>
                  <a:pt x="841" y="1188"/>
                  <a:pt x="837" y="1185"/>
                  <a:pt x="833" y="1185"/>
                </a:cubicBezTo>
                <a:cubicBezTo>
                  <a:pt x="828" y="1185"/>
                  <a:pt x="824" y="1188"/>
                  <a:pt x="824" y="1193"/>
                </a:cubicBezTo>
                <a:cubicBezTo>
                  <a:pt x="824" y="1198"/>
                  <a:pt x="828" y="1202"/>
                  <a:pt x="833" y="1202"/>
                </a:cubicBezTo>
                <a:cubicBezTo>
                  <a:pt x="837" y="1202"/>
                  <a:pt x="841" y="1198"/>
                  <a:pt x="841" y="1193"/>
                </a:cubicBezTo>
                <a:close/>
                <a:moveTo>
                  <a:pt x="867" y="1193"/>
                </a:moveTo>
                <a:cubicBezTo>
                  <a:pt x="867" y="1188"/>
                  <a:pt x="863" y="1185"/>
                  <a:pt x="858" y="1185"/>
                </a:cubicBezTo>
                <a:cubicBezTo>
                  <a:pt x="854" y="1185"/>
                  <a:pt x="850" y="1188"/>
                  <a:pt x="850" y="1193"/>
                </a:cubicBezTo>
                <a:cubicBezTo>
                  <a:pt x="850" y="1198"/>
                  <a:pt x="854" y="1202"/>
                  <a:pt x="858" y="1202"/>
                </a:cubicBezTo>
                <a:cubicBezTo>
                  <a:pt x="863" y="1202"/>
                  <a:pt x="867" y="1198"/>
                  <a:pt x="867" y="1193"/>
                </a:cubicBezTo>
                <a:close/>
                <a:moveTo>
                  <a:pt x="893" y="1193"/>
                </a:moveTo>
                <a:cubicBezTo>
                  <a:pt x="893" y="1188"/>
                  <a:pt x="889" y="1185"/>
                  <a:pt x="884" y="1185"/>
                </a:cubicBezTo>
                <a:cubicBezTo>
                  <a:pt x="879" y="1185"/>
                  <a:pt x="876" y="1188"/>
                  <a:pt x="876" y="1193"/>
                </a:cubicBezTo>
                <a:cubicBezTo>
                  <a:pt x="876" y="1198"/>
                  <a:pt x="879" y="1202"/>
                  <a:pt x="884" y="1202"/>
                </a:cubicBezTo>
                <a:cubicBezTo>
                  <a:pt x="889" y="1202"/>
                  <a:pt x="893" y="1198"/>
                  <a:pt x="893" y="1193"/>
                </a:cubicBezTo>
                <a:close/>
                <a:moveTo>
                  <a:pt x="919" y="1193"/>
                </a:moveTo>
                <a:cubicBezTo>
                  <a:pt x="919" y="1188"/>
                  <a:pt x="915" y="1185"/>
                  <a:pt x="910" y="1185"/>
                </a:cubicBezTo>
                <a:cubicBezTo>
                  <a:pt x="905" y="1185"/>
                  <a:pt x="901" y="1188"/>
                  <a:pt x="901" y="1193"/>
                </a:cubicBezTo>
                <a:cubicBezTo>
                  <a:pt x="901" y="1198"/>
                  <a:pt x="905" y="1202"/>
                  <a:pt x="910" y="1202"/>
                </a:cubicBezTo>
                <a:cubicBezTo>
                  <a:pt x="915" y="1202"/>
                  <a:pt x="919" y="1198"/>
                  <a:pt x="919" y="1193"/>
                </a:cubicBezTo>
                <a:close/>
                <a:moveTo>
                  <a:pt x="944" y="1193"/>
                </a:moveTo>
                <a:cubicBezTo>
                  <a:pt x="944" y="1188"/>
                  <a:pt x="940" y="1185"/>
                  <a:pt x="936" y="1185"/>
                </a:cubicBezTo>
                <a:cubicBezTo>
                  <a:pt x="931" y="1185"/>
                  <a:pt x="927" y="1188"/>
                  <a:pt x="927" y="1193"/>
                </a:cubicBezTo>
                <a:cubicBezTo>
                  <a:pt x="927" y="1198"/>
                  <a:pt x="931" y="1202"/>
                  <a:pt x="936" y="1202"/>
                </a:cubicBezTo>
                <a:cubicBezTo>
                  <a:pt x="940" y="1202"/>
                  <a:pt x="944" y="1198"/>
                  <a:pt x="944" y="1193"/>
                </a:cubicBezTo>
                <a:close/>
                <a:moveTo>
                  <a:pt x="970" y="1193"/>
                </a:moveTo>
                <a:cubicBezTo>
                  <a:pt x="970" y="1188"/>
                  <a:pt x="966" y="1185"/>
                  <a:pt x="961" y="1185"/>
                </a:cubicBezTo>
                <a:cubicBezTo>
                  <a:pt x="957" y="1185"/>
                  <a:pt x="953" y="1188"/>
                  <a:pt x="953" y="1193"/>
                </a:cubicBezTo>
                <a:cubicBezTo>
                  <a:pt x="953" y="1198"/>
                  <a:pt x="957" y="1202"/>
                  <a:pt x="961" y="1202"/>
                </a:cubicBezTo>
                <a:cubicBezTo>
                  <a:pt x="966" y="1202"/>
                  <a:pt x="970" y="1198"/>
                  <a:pt x="970" y="1193"/>
                </a:cubicBezTo>
                <a:close/>
                <a:moveTo>
                  <a:pt x="1382" y="1193"/>
                </a:moveTo>
                <a:cubicBezTo>
                  <a:pt x="1382" y="1188"/>
                  <a:pt x="1378" y="1185"/>
                  <a:pt x="1374" y="1185"/>
                </a:cubicBezTo>
                <a:cubicBezTo>
                  <a:pt x="1369" y="1185"/>
                  <a:pt x="1365" y="1188"/>
                  <a:pt x="1365" y="1193"/>
                </a:cubicBezTo>
                <a:cubicBezTo>
                  <a:pt x="1365" y="1198"/>
                  <a:pt x="1369" y="1202"/>
                  <a:pt x="1374" y="1202"/>
                </a:cubicBezTo>
                <a:cubicBezTo>
                  <a:pt x="1378" y="1202"/>
                  <a:pt x="1382" y="1198"/>
                  <a:pt x="1382" y="1193"/>
                </a:cubicBezTo>
                <a:close/>
                <a:moveTo>
                  <a:pt x="1408" y="1193"/>
                </a:moveTo>
                <a:cubicBezTo>
                  <a:pt x="1408" y="1188"/>
                  <a:pt x="1404" y="1185"/>
                  <a:pt x="1399" y="1185"/>
                </a:cubicBezTo>
                <a:cubicBezTo>
                  <a:pt x="1395" y="1185"/>
                  <a:pt x="1391" y="1188"/>
                  <a:pt x="1391" y="1193"/>
                </a:cubicBezTo>
                <a:cubicBezTo>
                  <a:pt x="1391" y="1198"/>
                  <a:pt x="1395" y="1202"/>
                  <a:pt x="1399" y="1202"/>
                </a:cubicBezTo>
                <a:cubicBezTo>
                  <a:pt x="1404" y="1202"/>
                  <a:pt x="1408" y="1198"/>
                  <a:pt x="1408" y="1193"/>
                </a:cubicBezTo>
                <a:close/>
                <a:moveTo>
                  <a:pt x="1434" y="1193"/>
                </a:moveTo>
                <a:cubicBezTo>
                  <a:pt x="1434" y="1188"/>
                  <a:pt x="1430" y="1185"/>
                  <a:pt x="1425" y="1185"/>
                </a:cubicBezTo>
                <a:cubicBezTo>
                  <a:pt x="1420" y="1185"/>
                  <a:pt x="1417" y="1188"/>
                  <a:pt x="1417" y="1193"/>
                </a:cubicBezTo>
                <a:cubicBezTo>
                  <a:pt x="1417" y="1198"/>
                  <a:pt x="1420" y="1202"/>
                  <a:pt x="1425" y="1202"/>
                </a:cubicBezTo>
                <a:cubicBezTo>
                  <a:pt x="1430" y="1202"/>
                  <a:pt x="1434" y="1198"/>
                  <a:pt x="1434" y="1193"/>
                </a:cubicBezTo>
                <a:close/>
                <a:moveTo>
                  <a:pt x="1459" y="1193"/>
                </a:moveTo>
                <a:cubicBezTo>
                  <a:pt x="1459" y="1188"/>
                  <a:pt x="1456" y="1185"/>
                  <a:pt x="1451" y="1185"/>
                </a:cubicBezTo>
                <a:cubicBezTo>
                  <a:pt x="1446" y="1185"/>
                  <a:pt x="1442" y="1188"/>
                  <a:pt x="1442" y="1193"/>
                </a:cubicBezTo>
                <a:cubicBezTo>
                  <a:pt x="1442" y="1198"/>
                  <a:pt x="1446" y="1202"/>
                  <a:pt x="1451" y="1202"/>
                </a:cubicBezTo>
                <a:cubicBezTo>
                  <a:pt x="1456" y="1202"/>
                  <a:pt x="1459" y="1198"/>
                  <a:pt x="1459" y="1193"/>
                </a:cubicBezTo>
                <a:close/>
                <a:moveTo>
                  <a:pt x="1485" y="1193"/>
                </a:moveTo>
                <a:cubicBezTo>
                  <a:pt x="1485" y="1188"/>
                  <a:pt x="1481" y="1185"/>
                  <a:pt x="1477" y="1185"/>
                </a:cubicBezTo>
                <a:cubicBezTo>
                  <a:pt x="1472" y="1185"/>
                  <a:pt x="1468" y="1188"/>
                  <a:pt x="1468" y="1193"/>
                </a:cubicBezTo>
                <a:cubicBezTo>
                  <a:pt x="1468" y="1198"/>
                  <a:pt x="1472" y="1202"/>
                  <a:pt x="1477" y="1202"/>
                </a:cubicBezTo>
                <a:cubicBezTo>
                  <a:pt x="1481" y="1202"/>
                  <a:pt x="1485" y="1198"/>
                  <a:pt x="1485" y="1193"/>
                </a:cubicBezTo>
                <a:close/>
                <a:moveTo>
                  <a:pt x="1511" y="1193"/>
                </a:moveTo>
                <a:cubicBezTo>
                  <a:pt x="1511" y="1188"/>
                  <a:pt x="1507" y="1185"/>
                  <a:pt x="1502" y="1185"/>
                </a:cubicBezTo>
                <a:cubicBezTo>
                  <a:pt x="1498" y="1185"/>
                  <a:pt x="1494" y="1188"/>
                  <a:pt x="1494" y="1193"/>
                </a:cubicBezTo>
                <a:cubicBezTo>
                  <a:pt x="1494" y="1198"/>
                  <a:pt x="1498" y="1202"/>
                  <a:pt x="1502" y="1202"/>
                </a:cubicBezTo>
                <a:cubicBezTo>
                  <a:pt x="1507" y="1202"/>
                  <a:pt x="1511" y="1198"/>
                  <a:pt x="1511" y="1193"/>
                </a:cubicBezTo>
                <a:close/>
                <a:moveTo>
                  <a:pt x="1537" y="1193"/>
                </a:moveTo>
                <a:cubicBezTo>
                  <a:pt x="1537" y="1188"/>
                  <a:pt x="1533" y="1185"/>
                  <a:pt x="1528" y="1185"/>
                </a:cubicBezTo>
                <a:cubicBezTo>
                  <a:pt x="1523" y="1185"/>
                  <a:pt x="1520" y="1188"/>
                  <a:pt x="1520" y="1193"/>
                </a:cubicBezTo>
                <a:cubicBezTo>
                  <a:pt x="1520" y="1198"/>
                  <a:pt x="1523" y="1202"/>
                  <a:pt x="1528" y="1202"/>
                </a:cubicBezTo>
                <a:cubicBezTo>
                  <a:pt x="1533" y="1202"/>
                  <a:pt x="1537" y="1198"/>
                  <a:pt x="1537" y="1193"/>
                </a:cubicBezTo>
                <a:close/>
                <a:moveTo>
                  <a:pt x="1614" y="1193"/>
                </a:moveTo>
                <a:cubicBezTo>
                  <a:pt x="1614" y="1188"/>
                  <a:pt x="1610" y="1185"/>
                  <a:pt x="1605" y="1185"/>
                </a:cubicBezTo>
                <a:cubicBezTo>
                  <a:pt x="1601" y="1185"/>
                  <a:pt x="1597" y="1188"/>
                  <a:pt x="1597" y="1193"/>
                </a:cubicBezTo>
                <a:cubicBezTo>
                  <a:pt x="1597" y="1198"/>
                  <a:pt x="1601" y="1202"/>
                  <a:pt x="1605" y="1202"/>
                </a:cubicBezTo>
                <a:cubicBezTo>
                  <a:pt x="1610" y="1202"/>
                  <a:pt x="1614" y="1198"/>
                  <a:pt x="1614" y="1193"/>
                </a:cubicBezTo>
                <a:close/>
                <a:moveTo>
                  <a:pt x="1640" y="1193"/>
                </a:moveTo>
                <a:cubicBezTo>
                  <a:pt x="1640" y="1188"/>
                  <a:pt x="1636" y="1185"/>
                  <a:pt x="1631" y="1185"/>
                </a:cubicBezTo>
                <a:cubicBezTo>
                  <a:pt x="1626" y="1185"/>
                  <a:pt x="1623" y="1188"/>
                  <a:pt x="1623" y="1193"/>
                </a:cubicBezTo>
                <a:cubicBezTo>
                  <a:pt x="1623" y="1198"/>
                  <a:pt x="1626" y="1202"/>
                  <a:pt x="1631" y="1202"/>
                </a:cubicBezTo>
                <a:cubicBezTo>
                  <a:pt x="1636" y="1202"/>
                  <a:pt x="1640" y="1198"/>
                  <a:pt x="1640" y="1193"/>
                </a:cubicBezTo>
                <a:close/>
                <a:moveTo>
                  <a:pt x="1666" y="1193"/>
                </a:moveTo>
                <a:cubicBezTo>
                  <a:pt x="1666" y="1188"/>
                  <a:pt x="1662" y="1185"/>
                  <a:pt x="1657" y="1185"/>
                </a:cubicBezTo>
                <a:cubicBezTo>
                  <a:pt x="1652" y="1185"/>
                  <a:pt x="1648" y="1188"/>
                  <a:pt x="1648" y="1193"/>
                </a:cubicBezTo>
                <a:cubicBezTo>
                  <a:pt x="1648" y="1198"/>
                  <a:pt x="1652" y="1202"/>
                  <a:pt x="1657" y="1202"/>
                </a:cubicBezTo>
                <a:cubicBezTo>
                  <a:pt x="1662" y="1202"/>
                  <a:pt x="1666" y="1198"/>
                  <a:pt x="1666" y="1193"/>
                </a:cubicBezTo>
                <a:close/>
                <a:moveTo>
                  <a:pt x="2207" y="1193"/>
                </a:moveTo>
                <a:cubicBezTo>
                  <a:pt x="2207" y="1188"/>
                  <a:pt x="2203" y="1185"/>
                  <a:pt x="2198" y="1185"/>
                </a:cubicBezTo>
                <a:cubicBezTo>
                  <a:pt x="2193" y="1185"/>
                  <a:pt x="2189" y="1188"/>
                  <a:pt x="2189" y="1193"/>
                </a:cubicBezTo>
                <a:cubicBezTo>
                  <a:pt x="2189" y="1198"/>
                  <a:pt x="2193" y="1202"/>
                  <a:pt x="2198" y="1202"/>
                </a:cubicBezTo>
                <a:cubicBezTo>
                  <a:pt x="2203" y="1202"/>
                  <a:pt x="2207" y="1198"/>
                  <a:pt x="2207" y="1193"/>
                </a:cubicBezTo>
                <a:close/>
                <a:moveTo>
                  <a:pt x="2232" y="1193"/>
                </a:moveTo>
                <a:cubicBezTo>
                  <a:pt x="2232" y="1188"/>
                  <a:pt x="2228" y="1185"/>
                  <a:pt x="2224" y="1185"/>
                </a:cubicBezTo>
                <a:cubicBezTo>
                  <a:pt x="2219" y="1185"/>
                  <a:pt x="2215" y="1188"/>
                  <a:pt x="2215" y="1193"/>
                </a:cubicBezTo>
                <a:cubicBezTo>
                  <a:pt x="2215" y="1198"/>
                  <a:pt x="2219" y="1202"/>
                  <a:pt x="2224" y="1202"/>
                </a:cubicBezTo>
                <a:cubicBezTo>
                  <a:pt x="2228" y="1202"/>
                  <a:pt x="2232" y="1198"/>
                  <a:pt x="2232" y="1193"/>
                </a:cubicBezTo>
                <a:close/>
                <a:moveTo>
                  <a:pt x="2258" y="1193"/>
                </a:moveTo>
                <a:cubicBezTo>
                  <a:pt x="2258" y="1188"/>
                  <a:pt x="2254" y="1185"/>
                  <a:pt x="2249" y="1185"/>
                </a:cubicBezTo>
                <a:cubicBezTo>
                  <a:pt x="2245" y="1185"/>
                  <a:pt x="2241" y="1188"/>
                  <a:pt x="2241" y="1193"/>
                </a:cubicBezTo>
                <a:cubicBezTo>
                  <a:pt x="2241" y="1198"/>
                  <a:pt x="2245" y="1202"/>
                  <a:pt x="2249" y="1202"/>
                </a:cubicBezTo>
                <a:cubicBezTo>
                  <a:pt x="2254" y="1202"/>
                  <a:pt x="2258" y="1198"/>
                  <a:pt x="2258" y="1193"/>
                </a:cubicBezTo>
                <a:close/>
                <a:moveTo>
                  <a:pt x="2284" y="1193"/>
                </a:moveTo>
                <a:cubicBezTo>
                  <a:pt x="2284" y="1188"/>
                  <a:pt x="2280" y="1185"/>
                  <a:pt x="2275" y="1185"/>
                </a:cubicBezTo>
                <a:cubicBezTo>
                  <a:pt x="2270" y="1185"/>
                  <a:pt x="2267" y="1188"/>
                  <a:pt x="2267" y="1193"/>
                </a:cubicBezTo>
                <a:cubicBezTo>
                  <a:pt x="2267" y="1198"/>
                  <a:pt x="2270" y="1202"/>
                  <a:pt x="2275" y="1202"/>
                </a:cubicBezTo>
                <a:cubicBezTo>
                  <a:pt x="2280" y="1202"/>
                  <a:pt x="2284" y="1198"/>
                  <a:pt x="2284" y="1193"/>
                </a:cubicBezTo>
                <a:close/>
                <a:moveTo>
                  <a:pt x="2310" y="1193"/>
                </a:moveTo>
                <a:cubicBezTo>
                  <a:pt x="2310" y="1188"/>
                  <a:pt x="2306" y="1185"/>
                  <a:pt x="2301" y="1185"/>
                </a:cubicBezTo>
                <a:cubicBezTo>
                  <a:pt x="2296" y="1185"/>
                  <a:pt x="2292" y="1188"/>
                  <a:pt x="2292" y="1193"/>
                </a:cubicBezTo>
                <a:cubicBezTo>
                  <a:pt x="2292" y="1198"/>
                  <a:pt x="2296" y="1202"/>
                  <a:pt x="2301" y="1202"/>
                </a:cubicBezTo>
                <a:cubicBezTo>
                  <a:pt x="2306" y="1202"/>
                  <a:pt x="2310" y="1198"/>
                  <a:pt x="2310" y="1193"/>
                </a:cubicBezTo>
                <a:close/>
                <a:moveTo>
                  <a:pt x="2361" y="1193"/>
                </a:moveTo>
                <a:cubicBezTo>
                  <a:pt x="2361" y="1188"/>
                  <a:pt x="2357" y="1185"/>
                  <a:pt x="2352" y="1185"/>
                </a:cubicBezTo>
                <a:cubicBezTo>
                  <a:pt x="2348" y="1185"/>
                  <a:pt x="2344" y="1188"/>
                  <a:pt x="2344" y="1193"/>
                </a:cubicBezTo>
                <a:cubicBezTo>
                  <a:pt x="2344" y="1198"/>
                  <a:pt x="2348" y="1202"/>
                  <a:pt x="2352" y="1202"/>
                </a:cubicBezTo>
                <a:cubicBezTo>
                  <a:pt x="2357" y="1202"/>
                  <a:pt x="2361" y="1198"/>
                  <a:pt x="2361" y="1193"/>
                </a:cubicBezTo>
                <a:close/>
                <a:moveTo>
                  <a:pt x="2387" y="1193"/>
                </a:moveTo>
                <a:cubicBezTo>
                  <a:pt x="2387" y="1188"/>
                  <a:pt x="2383" y="1185"/>
                  <a:pt x="2378" y="1185"/>
                </a:cubicBezTo>
                <a:cubicBezTo>
                  <a:pt x="2373" y="1185"/>
                  <a:pt x="2370" y="1188"/>
                  <a:pt x="2370" y="1193"/>
                </a:cubicBezTo>
                <a:cubicBezTo>
                  <a:pt x="2370" y="1198"/>
                  <a:pt x="2373" y="1202"/>
                  <a:pt x="2378" y="1202"/>
                </a:cubicBezTo>
                <a:cubicBezTo>
                  <a:pt x="2383" y="1202"/>
                  <a:pt x="2387" y="1198"/>
                  <a:pt x="2387" y="1193"/>
                </a:cubicBezTo>
                <a:close/>
                <a:moveTo>
                  <a:pt x="738" y="1219"/>
                </a:moveTo>
                <a:cubicBezTo>
                  <a:pt x="738" y="1214"/>
                  <a:pt x="734" y="1210"/>
                  <a:pt x="730" y="1210"/>
                </a:cubicBezTo>
                <a:cubicBezTo>
                  <a:pt x="725" y="1210"/>
                  <a:pt x="721" y="1214"/>
                  <a:pt x="721" y="1219"/>
                </a:cubicBezTo>
                <a:cubicBezTo>
                  <a:pt x="721" y="1224"/>
                  <a:pt x="725" y="1228"/>
                  <a:pt x="730" y="1228"/>
                </a:cubicBezTo>
                <a:cubicBezTo>
                  <a:pt x="734" y="1228"/>
                  <a:pt x="738" y="1224"/>
                  <a:pt x="738" y="1219"/>
                </a:cubicBezTo>
                <a:close/>
                <a:moveTo>
                  <a:pt x="764" y="1219"/>
                </a:moveTo>
                <a:cubicBezTo>
                  <a:pt x="764" y="1214"/>
                  <a:pt x="760" y="1210"/>
                  <a:pt x="755" y="1210"/>
                </a:cubicBezTo>
                <a:cubicBezTo>
                  <a:pt x="751" y="1210"/>
                  <a:pt x="747" y="1214"/>
                  <a:pt x="747" y="1219"/>
                </a:cubicBezTo>
                <a:cubicBezTo>
                  <a:pt x="747" y="1224"/>
                  <a:pt x="751" y="1228"/>
                  <a:pt x="755" y="1228"/>
                </a:cubicBezTo>
                <a:cubicBezTo>
                  <a:pt x="760" y="1228"/>
                  <a:pt x="764" y="1224"/>
                  <a:pt x="764" y="1219"/>
                </a:cubicBezTo>
                <a:close/>
                <a:moveTo>
                  <a:pt x="790" y="1219"/>
                </a:moveTo>
                <a:cubicBezTo>
                  <a:pt x="790" y="1214"/>
                  <a:pt x="786" y="1210"/>
                  <a:pt x="781" y="1210"/>
                </a:cubicBezTo>
                <a:cubicBezTo>
                  <a:pt x="776" y="1210"/>
                  <a:pt x="773" y="1214"/>
                  <a:pt x="773" y="1219"/>
                </a:cubicBezTo>
                <a:cubicBezTo>
                  <a:pt x="773" y="1224"/>
                  <a:pt x="776" y="1228"/>
                  <a:pt x="781" y="1228"/>
                </a:cubicBezTo>
                <a:cubicBezTo>
                  <a:pt x="786" y="1228"/>
                  <a:pt x="790" y="1224"/>
                  <a:pt x="790" y="1219"/>
                </a:cubicBezTo>
                <a:close/>
                <a:moveTo>
                  <a:pt x="816" y="1219"/>
                </a:moveTo>
                <a:cubicBezTo>
                  <a:pt x="816" y="1214"/>
                  <a:pt x="812" y="1210"/>
                  <a:pt x="807" y="1210"/>
                </a:cubicBezTo>
                <a:cubicBezTo>
                  <a:pt x="802" y="1210"/>
                  <a:pt x="798" y="1214"/>
                  <a:pt x="798" y="1219"/>
                </a:cubicBezTo>
                <a:cubicBezTo>
                  <a:pt x="798" y="1224"/>
                  <a:pt x="802" y="1228"/>
                  <a:pt x="807" y="1228"/>
                </a:cubicBezTo>
                <a:cubicBezTo>
                  <a:pt x="812" y="1228"/>
                  <a:pt x="816" y="1224"/>
                  <a:pt x="816" y="1219"/>
                </a:cubicBezTo>
                <a:close/>
                <a:moveTo>
                  <a:pt x="841" y="1219"/>
                </a:moveTo>
                <a:cubicBezTo>
                  <a:pt x="841" y="1214"/>
                  <a:pt x="837" y="1210"/>
                  <a:pt x="833" y="1210"/>
                </a:cubicBezTo>
                <a:cubicBezTo>
                  <a:pt x="828" y="1210"/>
                  <a:pt x="824" y="1214"/>
                  <a:pt x="824" y="1219"/>
                </a:cubicBezTo>
                <a:cubicBezTo>
                  <a:pt x="824" y="1224"/>
                  <a:pt x="828" y="1228"/>
                  <a:pt x="833" y="1228"/>
                </a:cubicBezTo>
                <a:cubicBezTo>
                  <a:pt x="837" y="1228"/>
                  <a:pt x="841" y="1224"/>
                  <a:pt x="841" y="1219"/>
                </a:cubicBezTo>
                <a:close/>
                <a:moveTo>
                  <a:pt x="867" y="1219"/>
                </a:moveTo>
                <a:cubicBezTo>
                  <a:pt x="867" y="1214"/>
                  <a:pt x="863" y="1210"/>
                  <a:pt x="858" y="1210"/>
                </a:cubicBezTo>
                <a:cubicBezTo>
                  <a:pt x="854" y="1210"/>
                  <a:pt x="850" y="1214"/>
                  <a:pt x="850" y="1219"/>
                </a:cubicBezTo>
                <a:cubicBezTo>
                  <a:pt x="850" y="1224"/>
                  <a:pt x="854" y="1228"/>
                  <a:pt x="858" y="1228"/>
                </a:cubicBezTo>
                <a:cubicBezTo>
                  <a:pt x="863" y="1228"/>
                  <a:pt x="867" y="1224"/>
                  <a:pt x="867" y="1219"/>
                </a:cubicBezTo>
                <a:close/>
                <a:moveTo>
                  <a:pt x="893" y="1219"/>
                </a:moveTo>
                <a:cubicBezTo>
                  <a:pt x="893" y="1214"/>
                  <a:pt x="889" y="1210"/>
                  <a:pt x="884" y="1210"/>
                </a:cubicBezTo>
                <a:cubicBezTo>
                  <a:pt x="879" y="1210"/>
                  <a:pt x="876" y="1214"/>
                  <a:pt x="876" y="1219"/>
                </a:cubicBezTo>
                <a:cubicBezTo>
                  <a:pt x="876" y="1224"/>
                  <a:pt x="879" y="1228"/>
                  <a:pt x="884" y="1228"/>
                </a:cubicBezTo>
                <a:cubicBezTo>
                  <a:pt x="889" y="1228"/>
                  <a:pt x="893" y="1224"/>
                  <a:pt x="893" y="1219"/>
                </a:cubicBezTo>
                <a:close/>
                <a:moveTo>
                  <a:pt x="919" y="1219"/>
                </a:moveTo>
                <a:cubicBezTo>
                  <a:pt x="919" y="1214"/>
                  <a:pt x="915" y="1210"/>
                  <a:pt x="910" y="1210"/>
                </a:cubicBezTo>
                <a:cubicBezTo>
                  <a:pt x="905" y="1210"/>
                  <a:pt x="901" y="1214"/>
                  <a:pt x="901" y="1219"/>
                </a:cubicBezTo>
                <a:cubicBezTo>
                  <a:pt x="901" y="1224"/>
                  <a:pt x="905" y="1228"/>
                  <a:pt x="910" y="1228"/>
                </a:cubicBezTo>
                <a:cubicBezTo>
                  <a:pt x="915" y="1228"/>
                  <a:pt x="919" y="1224"/>
                  <a:pt x="919" y="1219"/>
                </a:cubicBezTo>
                <a:close/>
                <a:moveTo>
                  <a:pt x="944" y="1219"/>
                </a:moveTo>
                <a:cubicBezTo>
                  <a:pt x="944" y="1214"/>
                  <a:pt x="940" y="1210"/>
                  <a:pt x="936" y="1210"/>
                </a:cubicBezTo>
                <a:cubicBezTo>
                  <a:pt x="931" y="1210"/>
                  <a:pt x="927" y="1214"/>
                  <a:pt x="927" y="1219"/>
                </a:cubicBezTo>
                <a:cubicBezTo>
                  <a:pt x="927" y="1224"/>
                  <a:pt x="931" y="1228"/>
                  <a:pt x="936" y="1228"/>
                </a:cubicBezTo>
                <a:cubicBezTo>
                  <a:pt x="940" y="1228"/>
                  <a:pt x="944" y="1224"/>
                  <a:pt x="944" y="1219"/>
                </a:cubicBezTo>
                <a:close/>
                <a:moveTo>
                  <a:pt x="1382" y="1219"/>
                </a:moveTo>
                <a:cubicBezTo>
                  <a:pt x="1382" y="1214"/>
                  <a:pt x="1378" y="1210"/>
                  <a:pt x="1374" y="1210"/>
                </a:cubicBezTo>
                <a:cubicBezTo>
                  <a:pt x="1369" y="1210"/>
                  <a:pt x="1365" y="1214"/>
                  <a:pt x="1365" y="1219"/>
                </a:cubicBezTo>
                <a:cubicBezTo>
                  <a:pt x="1365" y="1224"/>
                  <a:pt x="1369" y="1228"/>
                  <a:pt x="1374" y="1228"/>
                </a:cubicBezTo>
                <a:cubicBezTo>
                  <a:pt x="1378" y="1228"/>
                  <a:pt x="1382" y="1224"/>
                  <a:pt x="1382" y="1219"/>
                </a:cubicBezTo>
                <a:close/>
                <a:moveTo>
                  <a:pt x="1408" y="1219"/>
                </a:moveTo>
                <a:cubicBezTo>
                  <a:pt x="1408" y="1214"/>
                  <a:pt x="1404" y="1210"/>
                  <a:pt x="1399" y="1210"/>
                </a:cubicBezTo>
                <a:cubicBezTo>
                  <a:pt x="1395" y="1210"/>
                  <a:pt x="1391" y="1214"/>
                  <a:pt x="1391" y="1219"/>
                </a:cubicBezTo>
                <a:cubicBezTo>
                  <a:pt x="1391" y="1224"/>
                  <a:pt x="1395" y="1228"/>
                  <a:pt x="1399" y="1228"/>
                </a:cubicBezTo>
                <a:cubicBezTo>
                  <a:pt x="1404" y="1228"/>
                  <a:pt x="1408" y="1224"/>
                  <a:pt x="1408" y="1219"/>
                </a:cubicBezTo>
                <a:close/>
                <a:moveTo>
                  <a:pt x="1434" y="1219"/>
                </a:moveTo>
                <a:cubicBezTo>
                  <a:pt x="1434" y="1214"/>
                  <a:pt x="1430" y="1210"/>
                  <a:pt x="1425" y="1210"/>
                </a:cubicBezTo>
                <a:cubicBezTo>
                  <a:pt x="1420" y="1210"/>
                  <a:pt x="1417" y="1214"/>
                  <a:pt x="1417" y="1219"/>
                </a:cubicBezTo>
                <a:cubicBezTo>
                  <a:pt x="1417" y="1224"/>
                  <a:pt x="1420" y="1228"/>
                  <a:pt x="1425" y="1228"/>
                </a:cubicBezTo>
                <a:cubicBezTo>
                  <a:pt x="1430" y="1228"/>
                  <a:pt x="1434" y="1224"/>
                  <a:pt x="1434" y="1219"/>
                </a:cubicBezTo>
                <a:close/>
                <a:moveTo>
                  <a:pt x="1459" y="1219"/>
                </a:moveTo>
                <a:cubicBezTo>
                  <a:pt x="1459" y="1214"/>
                  <a:pt x="1456" y="1210"/>
                  <a:pt x="1451" y="1210"/>
                </a:cubicBezTo>
                <a:cubicBezTo>
                  <a:pt x="1446" y="1210"/>
                  <a:pt x="1442" y="1214"/>
                  <a:pt x="1442" y="1219"/>
                </a:cubicBezTo>
                <a:cubicBezTo>
                  <a:pt x="1442" y="1224"/>
                  <a:pt x="1446" y="1228"/>
                  <a:pt x="1451" y="1228"/>
                </a:cubicBezTo>
                <a:cubicBezTo>
                  <a:pt x="1456" y="1228"/>
                  <a:pt x="1459" y="1224"/>
                  <a:pt x="1459" y="1219"/>
                </a:cubicBezTo>
                <a:close/>
                <a:moveTo>
                  <a:pt x="1485" y="1219"/>
                </a:moveTo>
                <a:cubicBezTo>
                  <a:pt x="1485" y="1214"/>
                  <a:pt x="1481" y="1210"/>
                  <a:pt x="1477" y="1210"/>
                </a:cubicBezTo>
                <a:cubicBezTo>
                  <a:pt x="1472" y="1210"/>
                  <a:pt x="1468" y="1214"/>
                  <a:pt x="1468" y="1219"/>
                </a:cubicBezTo>
                <a:cubicBezTo>
                  <a:pt x="1468" y="1224"/>
                  <a:pt x="1472" y="1228"/>
                  <a:pt x="1477" y="1228"/>
                </a:cubicBezTo>
                <a:cubicBezTo>
                  <a:pt x="1481" y="1228"/>
                  <a:pt x="1485" y="1224"/>
                  <a:pt x="1485" y="1219"/>
                </a:cubicBezTo>
                <a:close/>
                <a:moveTo>
                  <a:pt x="1511" y="1219"/>
                </a:moveTo>
                <a:cubicBezTo>
                  <a:pt x="1511" y="1214"/>
                  <a:pt x="1507" y="1210"/>
                  <a:pt x="1502" y="1210"/>
                </a:cubicBezTo>
                <a:cubicBezTo>
                  <a:pt x="1498" y="1210"/>
                  <a:pt x="1494" y="1214"/>
                  <a:pt x="1494" y="1219"/>
                </a:cubicBezTo>
                <a:cubicBezTo>
                  <a:pt x="1494" y="1224"/>
                  <a:pt x="1498" y="1228"/>
                  <a:pt x="1502" y="1228"/>
                </a:cubicBezTo>
                <a:cubicBezTo>
                  <a:pt x="1507" y="1228"/>
                  <a:pt x="1511" y="1224"/>
                  <a:pt x="1511" y="1219"/>
                </a:cubicBezTo>
                <a:close/>
                <a:moveTo>
                  <a:pt x="1537" y="1219"/>
                </a:moveTo>
                <a:cubicBezTo>
                  <a:pt x="1537" y="1214"/>
                  <a:pt x="1533" y="1210"/>
                  <a:pt x="1528" y="1210"/>
                </a:cubicBezTo>
                <a:cubicBezTo>
                  <a:pt x="1523" y="1210"/>
                  <a:pt x="1520" y="1214"/>
                  <a:pt x="1520" y="1219"/>
                </a:cubicBezTo>
                <a:cubicBezTo>
                  <a:pt x="1520" y="1224"/>
                  <a:pt x="1523" y="1228"/>
                  <a:pt x="1528" y="1228"/>
                </a:cubicBezTo>
                <a:cubicBezTo>
                  <a:pt x="1533" y="1228"/>
                  <a:pt x="1537" y="1224"/>
                  <a:pt x="1537" y="1219"/>
                </a:cubicBezTo>
                <a:close/>
                <a:moveTo>
                  <a:pt x="1614" y="1219"/>
                </a:moveTo>
                <a:cubicBezTo>
                  <a:pt x="1614" y="1214"/>
                  <a:pt x="1610" y="1210"/>
                  <a:pt x="1605" y="1210"/>
                </a:cubicBezTo>
                <a:cubicBezTo>
                  <a:pt x="1601" y="1210"/>
                  <a:pt x="1597" y="1214"/>
                  <a:pt x="1597" y="1219"/>
                </a:cubicBezTo>
                <a:cubicBezTo>
                  <a:pt x="1597" y="1224"/>
                  <a:pt x="1601" y="1228"/>
                  <a:pt x="1605" y="1228"/>
                </a:cubicBezTo>
                <a:cubicBezTo>
                  <a:pt x="1610" y="1228"/>
                  <a:pt x="1614" y="1224"/>
                  <a:pt x="1614" y="1219"/>
                </a:cubicBezTo>
                <a:close/>
                <a:moveTo>
                  <a:pt x="1640" y="1219"/>
                </a:moveTo>
                <a:cubicBezTo>
                  <a:pt x="1640" y="1214"/>
                  <a:pt x="1636" y="1210"/>
                  <a:pt x="1631" y="1210"/>
                </a:cubicBezTo>
                <a:cubicBezTo>
                  <a:pt x="1626" y="1210"/>
                  <a:pt x="1623" y="1214"/>
                  <a:pt x="1623" y="1219"/>
                </a:cubicBezTo>
                <a:cubicBezTo>
                  <a:pt x="1623" y="1224"/>
                  <a:pt x="1626" y="1228"/>
                  <a:pt x="1631" y="1228"/>
                </a:cubicBezTo>
                <a:cubicBezTo>
                  <a:pt x="1636" y="1228"/>
                  <a:pt x="1640" y="1224"/>
                  <a:pt x="1640" y="1219"/>
                </a:cubicBezTo>
                <a:close/>
                <a:moveTo>
                  <a:pt x="2207" y="1219"/>
                </a:moveTo>
                <a:cubicBezTo>
                  <a:pt x="2207" y="1214"/>
                  <a:pt x="2203" y="1210"/>
                  <a:pt x="2198" y="1210"/>
                </a:cubicBezTo>
                <a:cubicBezTo>
                  <a:pt x="2193" y="1210"/>
                  <a:pt x="2189" y="1214"/>
                  <a:pt x="2189" y="1219"/>
                </a:cubicBezTo>
                <a:cubicBezTo>
                  <a:pt x="2189" y="1224"/>
                  <a:pt x="2193" y="1228"/>
                  <a:pt x="2198" y="1228"/>
                </a:cubicBezTo>
                <a:cubicBezTo>
                  <a:pt x="2203" y="1228"/>
                  <a:pt x="2207" y="1224"/>
                  <a:pt x="2207" y="1219"/>
                </a:cubicBezTo>
                <a:close/>
                <a:moveTo>
                  <a:pt x="2232" y="1219"/>
                </a:moveTo>
                <a:cubicBezTo>
                  <a:pt x="2232" y="1214"/>
                  <a:pt x="2228" y="1210"/>
                  <a:pt x="2224" y="1210"/>
                </a:cubicBezTo>
                <a:cubicBezTo>
                  <a:pt x="2219" y="1210"/>
                  <a:pt x="2215" y="1214"/>
                  <a:pt x="2215" y="1219"/>
                </a:cubicBezTo>
                <a:cubicBezTo>
                  <a:pt x="2215" y="1224"/>
                  <a:pt x="2219" y="1228"/>
                  <a:pt x="2224" y="1228"/>
                </a:cubicBezTo>
                <a:cubicBezTo>
                  <a:pt x="2228" y="1228"/>
                  <a:pt x="2232" y="1224"/>
                  <a:pt x="2232" y="1219"/>
                </a:cubicBezTo>
                <a:close/>
                <a:moveTo>
                  <a:pt x="2258" y="1219"/>
                </a:moveTo>
                <a:cubicBezTo>
                  <a:pt x="2258" y="1214"/>
                  <a:pt x="2254" y="1210"/>
                  <a:pt x="2249" y="1210"/>
                </a:cubicBezTo>
                <a:cubicBezTo>
                  <a:pt x="2245" y="1210"/>
                  <a:pt x="2241" y="1214"/>
                  <a:pt x="2241" y="1219"/>
                </a:cubicBezTo>
                <a:cubicBezTo>
                  <a:pt x="2241" y="1224"/>
                  <a:pt x="2245" y="1228"/>
                  <a:pt x="2249" y="1228"/>
                </a:cubicBezTo>
                <a:cubicBezTo>
                  <a:pt x="2254" y="1228"/>
                  <a:pt x="2258" y="1224"/>
                  <a:pt x="2258" y="1219"/>
                </a:cubicBezTo>
                <a:close/>
                <a:moveTo>
                  <a:pt x="2284" y="1219"/>
                </a:moveTo>
                <a:cubicBezTo>
                  <a:pt x="2284" y="1214"/>
                  <a:pt x="2280" y="1210"/>
                  <a:pt x="2275" y="1210"/>
                </a:cubicBezTo>
                <a:cubicBezTo>
                  <a:pt x="2270" y="1210"/>
                  <a:pt x="2267" y="1214"/>
                  <a:pt x="2267" y="1219"/>
                </a:cubicBezTo>
                <a:cubicBezTo>
                  <a:pt x="2267" y="1224"/>
                  <a:pt x="2270" y="1228"/>
                  <a:pt x="2275" y="1228"/>
                </a:cubicBezTo>
                <a:cubicBezTo>
                  <a:pt x="2280" y="1228"/>
                  <a:pt x="2284" y="1224"/>
                  <a:pt x="2284" y="1219"/>
                </a:cubicBezTo>
                <a:close/>
                <a:moveTo>
                  <a:pt x="2310" y="1219"/>
                </a:moveTo>
                <a:cubicBezTo>
                  <a:pt x="2310" y="1214"/>
                  <a:pt x="2306" y="1210"/>
                  <a:pt x="2301" y="1210"/>
                </a:cubicBezTo>
                <a:cubicBezTo>
                  <a:pt x="2296" y="1210"/>
                  <a:pt x="2292" y="1214"/>
                  <a:pt x="2292" y="1219"/>
                </a:cubicBezTo>
                <a:cubicBezTo>
                  <a:pt x="2292" y="1224"/>
                  <a:pt x="2296" y="1228"/>
                  <a:pt x="2301" y="1228"/>
                </a:cubicBezTo>
                <a:cubicBezTo>
                  <a:pt x="2306" y="1228"/>
                  <a:pt x="2310" y="1224"/>
                  <a:pt x="2310" y="1219"/>
                </a:cubicBezTo>
                <a:close/>
                <a:moveTo>
                  <a:pt x="2335" y="1219"/>
                </a:moveTo>
                <a:cubicBezTo>
                  <a:pt x="2335" y="1214"/>
                  <a:pt x="2331" y="1210"/>
                  <a:pt x="2327" y="1210"/>
                </a:cubicBezTo>
                <a:cubicBezTo>
                  <a:pt x="2322" y="1210"/>
                  <a:pt x="2318" y="1214"/>
                  <a:pt x="2318" y="1219"/>
                </a:cubicBezTo>
                <a:cubicBezTo>
                  <a:pt x="2318" y="1224"/>
                  <a:pt x="2322" y="1228"/>
                  <a:pt x="2327" y="1228"/>
                </a:cubicBezTo>
                <a:cubicBezTo>
                  <a:pt x="2331" y="1228"/>
                  <a:pt x="2335" y="1224"/>
                  <a:pt x="2335" y="1219"/>
                </a:cubicBezTo>
                <a:close/>
                <a:moveTo>
                  <a:pt x="2361" y="1219"/>
                </a:moveTo>
                <a:cubicBezTo>
                  <a:pt x="2361" y="1214"/>
                  <a:pt x="2357" y="1210"/>
                  <a:pt x="2352" y="1210"/>
                </a:cubicBezTo>
                <a:cubicBezTo>
                  <a:pt x="2348" y="1210"/>
                  <a:pt x="2344" y="1214"/>
                  <a:pt x="2344" y="1219"/>
                </a:cubicBezTo>
                <a:cubicBezTo>
                  <a:pt x="2344" y="1224"/>
                  <a:pt x="2348" y="1228"/>
                  <a:pt x="2352" y="1228"/>
                </a:cubicBezTo>
                <a:cubicBezTo>
                  <a:pt x="2357" y="1228"/>
                  <a:pt x="2361" y="1224"/>
                  <a:pt x="2361" y="1219"/>
                </a:cubicBezTo>
                <a:close/>
                <a:moveTo>
                  <a:pt x="2387" y="1219"/>
                </a:moveTo>
                <a:cubicBezTo>
                  <a:pt x="2387" y="1214"/>
                  <a:pt x="2383" y="1210"/>
                  <a:pt x="2378" y="1210"/>
                </a:cubicBezTo>
                <a:cubicBezTo>
                  <a:pt x="2373" y="1210"/>
                  <a:pt x="2370" y="1214"/>
                  <a:pt x="2370" y="1219"/>
                </a:cubicBezTo>
                <a:cubicBezTo>
                  <a:pt x="2370" y="1224"/>
                  <a:pt x="2373" y="1228"/>
                  <a:pt x="2378" y="1228"/>
                </a:cubicBezTo>
                <a:cubicBezTo>
                  <a:pt x="2383" y="1228"/>
                  <a:pt x="2387" y="1224"/>
                  <a:pt x="2387" y="1219"/>
                </a:cubicBezTo>
                <a:close/>
                <a:moveTo>
                  <a:pt x="2413" y="1219"/>
                </a:moveTo>
                <a:cubicBezTo>
                  <a:pt x="2413" y="1214"/>
                  <a:pt x="2409" y="1210"/>
                  <a:pt x="2404" y="1210"/>
                </a:cubicBezTo>
                <a:cubicBezTo>
                  <a:pt x="2399" y="1210"/>
                  <a:pt x="2395" y="1214"/>
                  <a:pt x="2395" y="1219"/>
                </a:cubicBezTo>
                <a:cubicBezTo>
                  <a:pt x="2395" y="1224"/>
                  <a:pt x="2399" y="1228"/>
                  <a:pt x="2404" y="1228"/>
                </a:cubicBezTo>
                <a:cubicBezTo>
                  <a:pt x="2409" y="1228"/>
                  <a:pt x="2413" y="1224"/>
                  <a:pt x="2413" y="1219"/>
                </a:cubicBezTo>
                <a:close/>
                <a:moveTo>
                  <a:pt x="738" y="1245"/>
                </a:moveTo>
                <a:cubicBezTo>
                  <a:pt x="738" y="1240"/>
                  <a:pt x="734" y="1236"/>
                  <a:pt x="730" y="1236"/>
                </a:cubicBezTo>
                <a:cubicBezTo>
                  <a:pt x="725" y="1236"/>
                  <a:pt x="721" y="1240"/>
                  <a:pt x="721" y="1245"/>
                </a:cubicBezTo>
                <a:cubicBezTo>
                  <a:pt x="721" y="1249"/>
                  <a:pt x="725" y="1253"/>
                  <a:pt x="730" y="1253"/>
                </a:cubicBezTo>
                <a:cubicBezTo>
                  <a:pt x="734" y="1253"/>
                  <a:pt x="738" y="1249"/>
                  <a:pt x="738" y="1245"/>
                </a:cubicBezTo>
                <a:close/>
                <a:moveTo>
                  <a:pt x="764" y="1245"/>
                </a:moveTo>
                <a:cubicBezTo>
                  <a:pt x="764" y="1240"/>
                  <a:pt x="760" y="1236"/>
                  <a:pt x="755" y="1236"/>
                </a:cubicBezTo>
                <a:cubicBezTo>
                  <a:pt x="751" y="1236"/>
                  <a:pt x="747" y="1240"/>
                  <a:pt x="747" y="1245"/>
                </a:cubicBezTo>
                <a:cubicBezTo>
                  <a:pt x="747" y="1249"/>
                  <a:pt x="751" y="1253"/>
                  <a:pt x="755" y="1253"/>
                </a:cubicBezTo>
                <a:cubicBezTo>
                  <a:pt x="760" y="1253"/>
                  <a:pt x="764" y="1249"/>
                  <a:pt x="764" y="1245"/>
                </a:cubicBezTo>
                <a:close/>
                <a:moveTo>
                  <a:pt x="790" y="1245"/>
                </a:moveTo>
                <a:cubicBezTo>
                  <a:pt x="790" y="1240"/>
                  <a:pt x="786" y="1236"/>
                  <a:pt x="781" y="1236"/>
                </a:cubicBezTo>
                <a:cubicBezTo>
                  <a:pt x="776" y="1236"/>
                  <a:pt x="773" y="1240"/>
                  <a:pt x="773" y="1245"/>
                </a:cubicBezTo>
                <a:cubicBezTo>
                  <a:pt x="773" y="1249"/>
                  <a:pt x="776" y="1253"/>
                  <a:pt x="781" y="1253"/>
                </a:cubicBezTo>
                <a:cubicBezTo>
                  <a:pt x="786" y="1253"/>
                  <a:pt x="790" y="1249"/>
                  <a:pt x="790" y="1245"/>
                </a:cubicBezTo>
                <a:close/>
                <a:moveTo>
                  <a:pt x="816" y="1245"/>
                </a:moveTo>
                <a:cubicBezTo>
                  <a:pt x="816" y="1240"/>
                  <a:pt x="812" y="1236"/>
                  <a:pt x="807" y="1236"/>
                </a:cubicBezTo>
                <a:cubicBezTo>
                  <a:pt x="802" y="1236"/>
                  <a:pt x="798" y="1240"/>
                  <a:pt x="798" y="1245"/>
                </a:cubicBezTo>
                <a:cubicBezTo>
                  <a:pt x="798" y="1249"/>
                  <a:pt x="802" y="1253"/>
                  <a:pt x="807" y="1253"/>
                </a:cubicBezTo>
                <a:cubicBezTo>
                  <a:pt x="812" y="1253"/>
                  <a:pt x="816" y="1249"/>
                  <a:pt x="816" y="1245"/>
                </a:cubicBezTo>
                <a:close/>
                <a:moveTo>
                  <a:pt x="841" y="1245"/>
                </a:moveTo>
                <a:cubicBezTo>
                  <a:pt x="841" y="1240"/>
                  <a:pt x="837" y="1236"/>
                  <a:pt x="833" y="1236"/>
                </a:cubicBezTo>
                <a:cubicBezTo>
                  <a:pt x="828" y="1236"/>
                  <a:pt x="824" y="1240"/>
                  <a:pt x="824" y="1245"/>
                </a:cubicBezTo>
                <a:cubicBezTo>
                  <a:pt x="824" y="1249"/>
                  <a:pt x="828" y="1253"/>
                  <a:pt x="833" y="1253"/>
                </a:cubicBezTo>
                <a:cubicBezTo>
                  <a:pt x="837" y="1253"/>
                  <a:pt x="841" y="1249"/>
                  <a:pt x="841" y="1245"/>
                </a:cubicBezTo>
                <a:close/>
                <a:moveTo>
                  <a:pt x="867" y="1245"/>
                </a:moveTo>
                <a:cubicBezTo>
                  <a:pt x="867" y="1240"/>
                  <a:pt x="863" y="1236"/>
                  <a:pt x="858" y="1236"/>
                </a:cubicBezTo>
                <a:cubicBezTo>
                  <a:pt x="854" y="1236"/>
                  <a:pt x="850" y="1240"/>
                  <a:pt x="850" y="1245"/>
                </a:cubicBezTo>
                <a:cubicBezTo>
                  <a:pt x="850" y="1249"/>
                  <a:pt x="854" y="1253"/>
                  <a:pt x="858" y="1253"/>
                </a:cubicBezTo>
                <a:cubicBezTo>
                  <a:pt x="863" y="1253"/>
                  <a:pt x="867" y="1249"/>
                  <a:pt x="867" y="1245"/>
                </a:cubicBezTo>
                <a:close/>
                <a:moveTo>
                  <a:pt x="893" y="1245"/>
                </a:moveTo>
                <a:cubicBezTo>
                  <a:pt x="893" y="1240"/>
                  <a:pt x="889" y="1236"/>
                  <a:pt x="884" y="1236"/>
                </a:cubicBezTo>
                <a:cubicBezTo>
                  <a:pt x="879" y="1236"/>
                  <a:pt x="876" y="1240"/>
                  <a:pt x="876" y="1245"/>
                </a:cubicBezTo>
                <a:cubicBezTo>
                  <a:pt x="876" y="1249"/>
                  <a:pt x="879" y="1253"/>
                  <a:pt x="884" y="1253"/>
                </a:cubicBezTo>
                <a:cubicBezTo>
                  <a:pt x="889" y="1253"/>
                  <a:pt x="893" y="1249"/>
                  <a:pt x="893" y="1245"/>
                </a:cubicBezTo>
                <a:close/>
                <a:moveTo>
                  <a:pt x="919" y="1245"/>
                </a:moveTo>
                <a:cubicBezTo>
                  <a:pt x="919" y="1240"/>
                  <a:pt x="915" y="1236"/>
                  <a:pt x="910" y="1236"/>
                </a:cubicBezTo>
                <a:cubicBezTo>
                  <a:pt x="905" y="1236"/>
                  <a:pt x="901" y="1240"/>
                  <a:pt x="901" y="1245"/>
                </a:cubicBezTo>
                <a:cubicBezTo>
                  <a:pt x="901" y="1249"/>
                  <a:pt x="905" y="1253"/>
                  <a:pt x="910" y="1253"/>
                </a:cubicBezTo>
                <a:cubicBezTo>
                  <a:pt x="915" y="1253"/>
                  <a:pt x="919" y="1249"/>
                  <a:pt x="919" y="1245"/>
                </a:cubicBezTo>
                <a:close/>
                <a:moveTo>
                  <a:pt x="1408" y="1245"/>
                </a:moveTo>
                <a:cubicBezTo>
                  <a:pt x="1408" y="1240"/>
                  <a:pt x="1404" y="1236"/>
                  <a:pt x="1399" y="1236"/>
                </a:cubicBezTo>
                <a:cubicBezTo>
                  <a:pt x="1395" y="1236"/>
                  <a:pt x="1391" y="1240"/>
                  <a:pt x="1391" y="1245"/>
                </a:cubicBezTo>
                <a:cubicBezTo>
                  <a:pt x="1391" y="1249"/>
                  <a:pt x="1395" y="1253"/>
                  <a:pt x="1399" y="1253"/>
                </a:cubicBezTo>
                <a:cubicBezTo>
                  <a:pt x="1404" y="1253"/>
                  <a:pt x="1408" y="1249"/>
                  <a:pt x="1408" y="1245"/>
                </a:cubicBezTo>
                <a:close/>
                <a:moveTo>
                  <a:pt x="1434" y="1245"/>
                </a:moveTo>
                <a:cubicBezTo>
                  <a:pt x="1434" y="1240"/>
                  <a:pt x="1430" y="1236"/>
                  <a:pt x="1425" y="1236"/>
                </a:cubicBezTo>
                <a:cubicBezTo>
                  <a:pt x="1420" y="1236"/>
                  <a:pt x="1417" y="1240"/>
                  <a:pt x="1417" y="1245"/>
                </a:cubicBezTo>
                <a:cubicBezTo>
                  <a:pt x="1417" y="1249"/>
                  <a:pt x="1420" y="1253"/>
                  <a:pt x="1425" y="1253"/>
                </a:cubicBezTo>
                <a:cubicBezTo>
                  <a:pt x="1430" y="1253"/>
                  <a:pt x="1434" y="1249"/>
                  <a:pt x="1434" y="1245"/>
                </a:cubicBezTo>
                <a:close/>
                <a:moveTo>
                  <a:pt x="1459" y="1245"/>
                </a:moveTo>
                <a:cubicBezTo>
                  <a:pt x="1459" y="1240"/>
                  <a:pt x="1456" y="1236"/>
                  <a:pt x="1451" y="1236"/>
                </a:cubicBezTo>
                <a:cubicBezTo>
                  <a:pt x="1446" y="1236"/>
                  <a:pt x="1442" y="1240"/>
                  <a:pt x="1442" y="1245"/>
                </a:cubicBezTo>
                <a:cubicBezTo>
                  <a:pt x="1442" y="1249"/>
                  <a:pt x="1446" y="1253"/>
                  <a:pt x="1451" y="1253"/>
                </a:cubicBezTo>
                <a:cubicBezTo>
                  <a:pt x="1456" y="1253"/>
                  <a:pt x="1459" y="1249"/>
                  <a:pt x="1459" y="1245"/>
                </a:cubicBezTo>
                <a:close/>
                <a:moveTo>
                  <a:pt x="1485" y="1245"/>
                </a:moveTo>
                <a:cubicBezTo>
                  <a:pt x="1485" y="1240"/>
                  <a:pt x="1481" y="1236"/>
                  <a:pt x="1477" y="1236"/>
                </a:cubicBezTo>
                <a:cubicBezTo>
                  <a:pt x="1472" y="1236"/>
                  <a:pt x="1468" y="1240"/>
                  <a:pt x="1468" y="1245"/>
                </a:cubicBezTo>
                <a:cubicBezTo>
                  <a:pt x="1468" y="1249"/>
                  <a:pt x="1472" y="1253"/>
                  <a:pt x="1477" y="1253"/>
                </a:cubicBezTo>
                <a:cubicBezTo>
                  <a:pt x="1481" y="1253"/>
                  <a:pt x="1485" y="1249"/>
                  <a:pt x="1485" y="1245"/>
                </a:cubicBezTo>
                <a:close/>
                <a:moveTo>
                  <a:pt x="1511" y="1245"/>
                </a:moveTo>
                <a:cubicBezTo>
                  <a:pt x="1511" y="1240"/>
                  <a:pt x="1507" y="1236"/>
                  <a:pt x="1502" y="1236"/>
                </a:cubicBezTo>
                <a:cubicBezTo>
                  <a:pt x="1498" y="1236"/>
                  <a:pt x="1494" y="1240"/>
                  <a:pt x="1494" y="1245"/>
                </a:cubicBezTo>
                <a:cubicBezTo>
                  <a:pt x="1494" y="1249"/>
                  <a:pt x="1498" y="1253"/>
                  <a:pt x="1502" y="1253"/>
                </a:cubicBezTo>
                <a:cubicBezTo>
                  <a:pt x="1507" y="1253"/>
                  <a:pt x="1511" y="1249"/>
                  <a:pt x="1511" y="1245"/>
                </a:cubicBezTo>
                <a:close/>
                <a:moveTo>
                  <a:pt x="1537" y="1245"/>
                </a:moveTo>
                <a:cubicBezTo>
                  <a:pt x="1537" y="1240"/>
                  <a:pt x="1533" y="1236"/>
                  <a:pt x="1528" y="1236"/>
                </a:cubicBezTo>
                <a:cubicBezTo>
                  <a:pt x="1523" y="1236"/>
                  <a:pt x="1520" y="1240"/>
                  <a:pt x="1520" y="1245"/>
                </a:cubicBezTo>
                <a:cubicBezTo>
                  <a:pt x="1520" y="1249"/>
                  <a:pt x="1523" y="1253"/>
                  <a:pt x="1528" y="1253"/>
                </a:cubicBezTo>
                <a:cubicBezTo>
                  <a:pt x="1533" y="1253"/>
                  <a:pt x="1537" y="1249"/>
                  <a:pt x="1537" y="1245"/>
                </a:cubicBezTo>
                <a:close/>
                <a:moveTo>
                  <a:pt x="1614" y="1245"/>
                </a:moveTo>
                <a:cubicBezTo>
                  <a:pt x="1614" y="1240"/>
                  <a:pt x="1610" y="1236"/>
                  <a:pt x="1605" y="1236"/>
                </a:cubicBezTo>
                <a:cubicBezTo>
                  <a:pt x="1601" y="1236"/>
                  <a:pt x="1597" y="1240"/>
                  <a:pt x="1597" y="1245"/>
                </a:cubicBezTo>
                <a:cubicBezTo>
                  <a:pt x="1597" y="1249"/>
                  <a:pt x="1601" y="1253"/>
                  <a:pt x="1605" y="1253"/>
                </a:cubicBezTo>
                <a:cubicBezTo>
                  <a:pt x="1610" y="1253"/>
                  <a:pt x="1614" y="1249"/>
                  <a:pt x="1614" y="1245"/>
                </a:cubicBezTo>
                <a:close/>
                <a:moveTo>
                  <a:pt x="1640" y="1245"/>
                </a:moveTo>
                <a:cubicBezTo>
                  <a:pt x="1640" y="1240"/>
                  <a:pt x="1636" y="1236"/>
                  <a:pt x="1631" y="1236"/>
                </a:cubicBezTo>
                <a:cubicBezTo>
                  <a:pt x="1626" y="1236"/>
                  <a:pt x="1623" y="1240"/>
                  <a:pt x="1623" y="1245"/>
                </a:cubicBezTo>
                <a:cubicBezTo>
                  <a:pt x="1623" y="1249"/>
                  <a:pt x="1626" y="1253"/>
                  <a:pt x="1631" y="1253"/>
                </a:cubicBezTo>
                <a:cubicBezTo>
                  <a:pt x="1636" y="1253"/>
                  <a:pt x="1640" y="1249"/>
                  <a:pt x="1640" y="1245"/>
                </a:cubicBezTo>
                <a:close/>
                <a:moveTo>
                  <a:pt x="2155" y="1245"/>
                </a:moveTo>
                <a:cubicBezTo>
                  <a:pt x="2155" y="1240"/>
                  <a:pt x="2151" y="1236"/>
                  <a:pt x="2146" y="1236"/>
                </a:cubicBezTo>
                <a:cubicBezTo>
                  <a:pt x="2142" y="1236"/>
                  <a:pt x="2138" y="1240"/>
                  <a:pt x="2138" y="1245"/>
                </a:cubicBezTo>
                <a:cubicBezTo>
                  <a:pt x="2138" y="1249"/>
                  <a:pt x="2142" y="1253"/>
                  <a:pt x="2146" y="1253"/>
                </a:cubicBezTo>
                <a:cubicBezTo>
                  <a:pt x="2151" y="1253"/>
                  <a:pt x="2155" y="1249"/>
                  <a:pt x="2155" y="1245"/>
                </a:cubicBezTo>
                <a:close/>
                <a:moveTo>
                  <a:pt x="2181" y="1245"/>
                </a:moveTo>
                <a:cubicBezTo>
                  <a:pt x="2181" y="1240"/>
                  <a:pt x="2177" y="1236"/>
                  <a:pt x="2172" y="1236"/>
                </a:cubicBezTo>
                <a:cubicBezTo>
                  <a:pt x="2167" y="1236"/>
                  <a:pt x="2164" y="1240"/>
                  <a:pt x="2164" y="1245"/>
                </a:cubicBezTo>
                <a:cubicBezTo>
                  <a:pt x="2164" y="1249"/>
                  <a:pt x="2167" y="1253"/>
                  <a:pt x="2172" y="1253"/>
                </a:cubicBezTo>
                <a:cubicBezTo>
                  <a:pt x="2177" y="1253"/>
                  <a:pt x="2181" y="1249"/>
                  <a:pt x="2181" y="1245"/>
                </a:cubicBezTo>
                <a:close/>
                <a:moveTo>
                  <a:pt x="2207" y="1245"/>
                </a:moveTo>
                <a:cubicBezTo>
                  <a:pt x="2207" y="1240"/>
                  <a:pt x="2203" y="1236"/>
                  <a:pt x="2198" y="1236"/>
                </a:cubicBezTo>
                <a:cubicBezTo>
                  <a:pt x="2193" y="1236"/>
                  <a:pt x="2189" y="1240"/>
                  <a:pt x="2189" y="1245"/>
                </a:cubicBezTo>
                <a:cubicBezTo>
                  <a:pt x="2189" y="1249"/>
                  <a:pt x="2193" y="1253"/>
                  <a:pt x="2198" y="1253"/>
                </a:cubicBezTo>
                <a:cubicBezTo>
                  <a:pt x="2203" y="1253"/>
                  <a:pt x="2207" y="1249"/>
                  <a:pt x="2207" y="1245"/>
                </a:cubicBezTo>
                <a:close/>
                <a:moveTo>
                  <a:pt x="2232" y="1245"/>
                </a:moveTo>
                <a:cubicBezTo>
                  <a:pt x="2232" y="1240"/>
                  <a:pt x="2228" y="1236"/>
                  <a:pt x="2224" y="1236"/>
                </a:cubicBezTo>
                <a:cubicBezTo>
                  <a:pt x="2219" y="1236"/>
                  <a:pt x="2215" y="1240"/>
                  <a:pt x="2215" y="1245"/>
                </a:cubicBezTo>
                <a:cubicBezTo>
                  <a:pt x="2215" y="1249"/>
                  <a:pt x="2219" y="1253"/>
                  <a:pt x="2224" y="1253"/>
                </a:cubicBezTo>
                <a:cubicBezTo>
                  <a:pt x="2228" y="1253"/>
                  <a:pt x="2232" y="1249"/>
                  <a:pt x="2232" y="1245"/>
                </a:cubicBezTo>
                <a:close/>
                <a:moveTo>
                  <a:pt x="2258" y="1245"/>
                </a:moveTo>
                <a:cubicBezTo>
                  <a:pt x="2258" y="1240"/>
                  <a:pt x="2254" y="1236"/>
                  <a:pt x="2249" y="1236"/>
                </a:cubicBezTo>
                <a:cubicBezTo>
                  <a:pt x="2245" y="1236"/>
                  <a:pt x="2241" y="1240"/>
                  <a:pt x="2241" y="1245"/>
                </a:cubicBezTo>
                <a:cubicBezTo>
                  <a:pt x="2241" y="1249"/>
                  <a:pt x="2245" y="1253"/>
                  <a:pt x="2249" y="1253"/>
                </a:cubicBezTo>
                <a:cubicBezTo>
                  <a:pt x="2254" y="1253"/>
                  <a:pt x="2258" y="1249"/>
                  <a:pt x="2258" y="1245"/>
                </a:cubicBezTo>
                <a:close/>
                <a:moveTo>
                  <a:pt x="2284" y="1245"/>
                </a:moveTo>
                <a:cubicBezTo>
                  <a:pt x="2284" y="1240"/>
                  <a:pt x="2280" y="1236"/>
                  <a:pt x="2275" y="1236"/>
                </a:cubicBezTo>
                <a:cubicBezTo>
                  <a:pt x="2270" y="1236"/>
                  <a:pt x="2267" y="1240"/>
                  <a:pt x="2267" y="1245"/>
                </a:cubicBezTo>
                <a:cubicBezTo>
                  <a:pt x="2267" y="1249"/>
                  <a:pt x="2270" y="1253"/>
                  <a:pt x="2275" y="1253"/>
                </a:cubicBezTo>
                <a:cubicBezTo>
                  <a:pt x="2280" y="1253"/>
                  <a:pt x="2284" y="1249"/>
                  <a:pt x="2284" y="1245"/>
                </a:cubicBezTo>
                <a:close/>
                <a:moveTo>
                  <a:pt x="2310" y="1245"/>
                </a:moveTo>
                <a:cubicBezTo>
                  <a:pt x="2310" y="1240"/>
                  <a:pt x="2306" y="1236"/>
                  <a:pt x="2301" y="1236"/>
                </a:cubicBezTo>
                <a:cubicBezTo>
                  <a:pt x="2296" y="1236"/>
                  <a:pt x="2292" y="1240"/>
                  <a:pt x="2292" y="1245"/>
                </a:cubicBezTo>
                <a:cubicBezTo>
                  <a:pt x="2292" y="1249"/>
                  <a:pt x="2296" y="1253"/>
                  <a:pt x="2301" y="1253"/>
                </a:cubicBezTo>
                <a:cubicBezTo>
                  <a:pt x="2306" y="1253"/>
                  <a:pt x="2310" y="1249"/>
                  <a:pt x="2310" y="1245"/>
                </a:cubicBezTo>
                <a:close/>
                <a:moveTo>
                  <a:pt x="2335" y="1245"/>
                </a:moveTo>
                <a:cubicBezTo>
                  <a:pt x="2335" y="1240"/>
                  <a:pt x="2331" y="1236"/>
                  <a:pt x="2327" y="1236"/>
                </a:cubicBezTo>
                <a:cubicBezTo>
                  <a:pt x="2322" y="1236"/>
                  <a:pt x="2318" y="1240"/>
                  <a:pt x="2318" y="1245"/>
                </a:cubicBezTo>
                <a:cubicBezTo>
                  <a:pt x="2318" y="1249"/>
                  <a:pt x="2322" y="1253"/>
                  <a:pt x="2327" y="1253"/>
                </a:cubicBezTo>
                <a:cubicBezTo>
                  <a:pt x="2331" y="1253"/>
                  <a:pt x="2335" y="1249"/>
                  <a:pt x="2335" y="1245"/>
                </a:cubicBezTo>
                <a:close/>
                <a:moveTo>
                  <a:pt x="2361" y="1245"/>
                </a:moveTo>
                <a:cubicBezTo>
                  <a:pt x="2361" y="1240"/>
                  <a:pt x="2357" y="1236"/>
                  <a:pt x="2352" y="1236"/>
                </a:cubicBezTo>
                <a:cubicBezTo>
                  <a:pt x="2348" y="1236"/>
                  <a:pt x="2344" y="1240"/>
                  <a:pt x="2344" y="1245"/>
                </a:cubicBezTo>
                <a:cubicBezTo>
                  <a:pt x="2344" y="1249"/>
                  <a:pt x="2348" y="1253"/>
                  <a:pt x="2352" y="1253"/>
                </a:cubicBezTo>
                <a:cubicBezTo>
                  <a:pt x="2357" y="1253"/>
                  <a:pt x="2361" y="1249"/>
                  <a:pt x="2361" y="1245"/>
                </a:cubicBezTo>
                <a:close/>
                <a:moveTo>
                  <a:pt x="2387" y="1245"/>
                </a:moveTo>
                <a:cubicBezTo>
                  <a:pt x="2387" y="1240"/>
                  <a:pt x="2383" y="1236"/>
                  <a:pt x="2378" y="1236"/>
                </a:cubicBezTo>
                <a:cubicBezTo>
                  <a:pt x="2373" y="1236"/>
                  <a:pt x="2370" y="1240"/>
                  <a:pt x="2370" y="1245"/>
                </a:cubicBezTo>
                <a:cubicBezTo>
                  <a:pt x="2370" y="1249"/>
                  <a:pt x="2373" y="1253"/>
                  <a:pt x="2378" y="1253"/>
                </a:cubicBezTo>
                <a:cubicBezTo>
                  <a:pt x="2383" y="1253"/>
                  <a:pt x="2387" y="1249"/>
                  <a:pt x="2387" y="1245"/>
                </a:cubicBezTo>
                <a:close/>
                <a:moveTo>
                  <a:pt x="2413" y="1245"/>
                </a:moveTo>
                <a:cubicBezTo>
                  <a:pt x="2413" y="1240"/>
                  <a:pt x="2409" y="1236"/>
                  <a:pt x="2404" y="1236"/>
                </a:cubicBezTo>
                <a:cubicBezTo>
                  <a:pt x="2399" y="1236"/>
                  <a:pt x="2395" y="1240"/>
                  <a:pt x="2395" y="1245"/>
                </a:cubicBezTo>
                <a:cubicBezTo>
                  <a:pt x="2395" y="1249"/>
                  <a:pt x="2399" y="1253"/>
                  <a:pt x="2404" y="1253"/>
                </a:cubicBezTo>
                <a:cubicBezTo>
                  <a:pt x="2409" y="1253"/>
                  <a:pt x="2413" y="1249"/>
                  <a:pt x="2413" y="1245"/>
                </a:cubicBezTo>
                <a:close/>
                <a:moveTo>
                  <a:pt x="2438" y="1245"/>
                </a:moveTo>
                <a:cubicBezTo>
                  <a:pt x="2438" y="1240"/>
                  <a:pt x="2434" y="1236"/>
                  <a:pt x="2430" y="1236"/>
                </a:cubicBezTo>
                <a:cubicBezTo>
                  <a:pt x="2425" y="1236"/>
                  <a:pt x="2421" y="1240"/>
                  <a:pt x="2421" y="1245"/>
                </a:cubicBezTo>
                <a:cubicBezTo>
                  <a:pt x="2421" y="1249"/>
                  <a:pt x="2425" y="1253"/>
                  <a:pt x="2430" y="1253"/>
                </a:cubicBezTo>
                <a:cubicBezTo>
                  <a:pt x="2434" y="1253"/>
                  <a:pt x="2438" y="1249"/>
                  <a:pt x="2438" y="1245"/>
                </a:cubicBezTo>
                <a:close/>
                <a:moveTo>
                  <a:pt x="738" y="1270"/>
                </a:moveTo>
                <a:cubicBezTo>
                  <a:pt x="738" y="1266"/>
                  <a:pt x="734" y="1262"/>
                  <a:pt x="730" y="1262"/>
                </a:cubicBezTo>
                <a:cubicBezTo>
                  <a:pt x="725" y="1262"/>
                  <a:pt x="721" y="1266"/>
                  <a:pt x="721" y="1270"/>
                </a:cubicBezTo>
                <a:cubicBezTo>
                  <a:pt x="721" y="1275"/>
                  <a:pt x="725" y="1279"/>
                  <a:pt x="730" y="1279"/>
                </a:cubicBezTo>
                <a:cubicBezTo>
                  <a:pt x="734" y="1279"/>
                  <a:pt x="738" y="1275"/>
                  <a:pt x="738" y="1270"/>
                </a:cubicBezTo>
                <a:close/>
                <a:moveTo>
                  <a:pt x="764" y="1270"/>
                </a:moveTo>
                <a:cubicBezTo>
                  <a:pt x="764" y="1266"/>
                  <a:pt x="760" y="1262"/>
                  <a:pt x="755" y="1262"/>
                </a:cubicBezTo>
                <a:cubicBezTo>
                  <a:pt x="751" y="1262"/>
                  <a:pt x="747" y="1266"/>
                  <a:pt x="747" y="1270"/>
                </a:cubicBezTo>
                <a:cubicBezTo>
                  <a:pt x="747" y="1275"/>
                  <a:pt x="751" y="1279"/>
                  <a:pt x="755" y="1279"/>
                </a:cubicBezTo>
                <a:cubicBezTo>
                  <a:pt x="760" y="1279"/>
                  <a:pt x="764" y="1275"/>
                  <a:pt x="764" y="1270"/>
                </a:cubicBezTo>
                <a:close/>
                <a:moveTo>
                  <a:pt x="790" y="1270"/>
                </a:moveTo>
                <a:cubicBezTo>
                  <a:pt x="790" y="1266"/>
                  <a:pt x="786" y="1262"/>
                  <a:pt x="781" y="1262"/>
                </a:cubicBezTo>
                <a:cubicBezTo>
                  <a:pt x="776" y="1262"/>
                  <a:pt x="773" y="1266"/>
                  <a:pt x="773" y="1270"/>
                </a:cubicBezTo>
                <a:cubicBezTo>
                  <a:pt x="773" y="1275"/>
                  <a:pt x="776" y="1279"/>
                  <a:pt x="781" y="1279"/>
                </a:cubicBezTo>
                <a:cubicBezTo>
                  <a:pt x="786" y="1279"/>
                  <a:pt x="790" y="1275"/>
                  <a:pt x="790" y="1270"/>
                </a:cubicBezTo>
                <a:close/>
                <a:moveTo>
                  <a:pt x="816" y="1270"/>
                </a:moveTo>
                <a:cubicBezTo>
                  <a:pt x="816" y="1266"/>
                  <a:pt x="812" y="1262"/>
                  <a:pt x="807" y="1262"/>
                </a:cubicBezTo>
                <a:cubicBezTo>
                  <a:pt x="802" y="1262"/>
                  <a:pt x="798" y="1266"/>
                  <a:pt x="798" y="1270"/>
                </a:cubicBezTo>
                <a:cubicBezTo>
                  <a:pt x="798" y="1275"/>
                  <a:pt x="802" y="1279"/>
                  <a:pt x="807" y="1279"/>
                </a:cubicBezTo>
                <a:cubicBezTo>
                  <a:pt x="812" y="1279"/>
                  <a:pt x="816" y="1275"/>
                  <a:pt x="816" y="1270"/>
                </a:cubicBezTo>
                <a:close/>
                <a:moveTo>
                  <a:pt x="841" y="1270"/>
                </a:moveTo>
                <a:cubicBezTo>
                  <a:pt x="841" y="1266"/>
                  <a:pt x="837" y="1262"/>
                  <a:pt x="833" y="1262"/>
                </a:cubicBezTo>
                <a:cubicBezTo>
                  <a:pt x="828" y="1262"/>
                  <a:pt x="824" y="1266"/>
                  <a:pt x="824" y="1270"/>
                </a:cubicBezTo>
                <a:cubicBezTo>
                  <a:pt x="824" y="1275"/>
                  <a:pt x="828" y="1279"/>
                  <a:pt x="833" y="1279"/>
                </a:cubicBezTo>
                <a:cubicBezTo>
                  <a:pt x="837" y="1279"/>
                  <a:pt x="841" y="1275"/>
                  <a:pt x="841" y="1270"/>
                </a:cubicBezTo>
                <a:close/>
                <a:moveTo>
                  <a:pt x="867" y="1270"/>
                </a:moveTo>
                <a:cubicBezTo>
                  <a:pt x="867" y="1266"/>
                  <a:pt x="863" y="1262"/>
                  <a:pt x="858" y="1262"/>
                </a:cubicBezTo>
                <a:cubicBezTo>
                  <a:pt x="854" y="1262"/>
                  <a:pt x="850" y="1266"/>
                  <a:pt x="850" y="1270"/>
                </a:cubicBezTo>
                <a:cubicBezTo>
                  <a:pt x="850" y="1275"/>
                  <a:pt x="854" y="1279"/>
                  <a:pt x="858" y="1279"/>
                </a:cubicBezTo>
                <a:cubicBezTo>
                  <a:pt x="863" y="1279"/>
                  <a:pt x="867" y="1275"/>
                  <a:pt x="867" y="1270"/>
                </a:cubicBezTo>
                <a:close/>
                <a:moveTo>
                  <a:pt x="893" y="1270"/>
                </a:moveTo>
                <a:cubicBezTo>
                  <a:pt x="893" y="1266"/>
                  <a:pt x="889" y="1262"/>
                  <a:pt x="884" y="1262"/>
                </a:cubicBezTo>
                <a:cubicBezTo>
                  <a:pt x="879" y="1262"/>
                  <a:pt x="876" y="1266"/>
                  <a:pt x="876" y="1270"/>
                </a:cubicBezTo>
                <a:cubicBezTo>
                  <a:pt x="876" y="1275"/>
                  <a:pt x="879" y="1279"/>
                  <a:pt x="884" y="1279"/>
                </a:cubicBezTo>
                <a:cubicBezTo>
                  <a:pt x="889" y="1279"/>
                  <a:pt x="893" y="1275"/>
                  <a:pt x="893" y="1270"/>
                </a:cubicBezTo>
                <a:close/>
                <a:moveTo>
                  <a:pt x="1408" y="1270"/>
                </a:moveTo>
                <a:cubicBezTo>
                  <a:pt x="1408" y="1266"/>
                  <a:pt x="1404" y="1262"/>
                  <a:pt x="1399" y="1262"/>
                </a:cubicBezTo>
                <a:cubicBezTo>
                  <a:pt x="1395" y="1262"/>
                  <a:pt x="1391" y="1266"/>
                  <a:pt x="1391" y="1270"/>
                </a:cubicBezTo>
                <a:cubicBezTo>
                  <a:pt x="1391" y="1275"/>
                  <a:pt x="1395" y="1279"/>
                  <a:pt x="1399" y="1279"/>
                </a:cubicBezTo>
                <a:cubicBezTo>
                  <a:pt x="1404" y="1279"/>
                  <a:pt x="1408" y="1275"/>
                  <a:pt x="1408" y="1270"/>
                </a:cubicBezTo>
                <a:close/>
                <a:moveTo>
                  <a:pt x="1434" y="1270"/>
                </a:moveTo>
                <a:cubicBezTo>
                  <a:pt x="1434" y="1266"/>
                  <a:pt x="1430" y="1262"/>
                  <a:pt x="1425" y="1262"/>
                </a:cubicBezTo>
                <a:cubicBezTo>
                  <a:pt x="1420" y="1262"/>
                  <a:pt x="1417" y="1266"/>
                  <a:pt x="1417" y="1270"/>
                </a:cubicBezTo>
                <a:cubicBezTo>
                  <a:pt x="1417" y="1275"/>
                  <a:pt x="1420" y="1279"/>
                  <a:pt x="1425" y="1279"/>
                </a:cubicBezTo>
                <a:cubicBezTo>
                  <a:pt x="1430" y="1279"/>
                  <a:pt x="1434" y="1275"/>
                  <a:pt x="1434" y="1270"/>
                </a:cubicBezTo>
                <a:close/>
                <a:moveTo>
                  <a:pt x="1459" y="1270"/>
                </a:moveTo>
                <a:cubicBezTo>
                  <a:pt x="1459" y="1266"/>
                  <a:pt x="1456" y="1262"/>
                  <a:pt x="1451" y="1262"/>
                </a:cubicBezTo>
                <a:cubicBezTo>
                  <a:pt x="1446" y="1262"/>
                  <a:pt x="1442" y="1266"/>
                  <a:pt x="1442" y="1270"/>
                </a:cubicBezTo>
                <a:cubicBezTo>
                  <a:pt x="1442" y="1275"/>
                  <a:pt x="1446" y="1279"/>
                  <a:pt x="1451" y="1279"/>
                </a:cubicBezTo>
                <a:cubicBezTo>
                  <a:pt x="1456" y="1279"/>
                  <a:pt x="1459" y="1275"/>
                  <a:pt x="1459" y="1270"/>
                </a:cubicBezTo>
                <a:close/>
                <a:moveTo>
                  <a:pt x="1485" y="1270"/>
                </a:moveTo>
                <a:cubicBezTo>
                  <a:pt x="1485" y="1266"/>
                  <a:pt x="1481" y="1262"/>
                  <a:pt x="1477" y="1262"/>
                </a:cubicBezTo>
                <a:cubicBezTo>
                  <a:pt x="1472" y="1262"/>
                  <a:pt x="1468" y="1266"/>
                  <a:pt x="1468" y="1270"/>
                </a:cubicBezTo>
                <a:cubicBezTo>
                  <a:pt x="1468" y="1275"/>
                  <a:pt x="1472" y="1279"/>
                  <a:pt x="1477" y="1279"/>
                </a:cubicBezTo>
                <a:cubicBezTo>
                  <a:pt x="1481" y="1279"/>
                  <a:pt x="1485" y="1275"/>
                  <a:pt x="1485" y="1270"/>
                </a:cubicBezTo>
                <a:close/>
                <a:moveTo>
                  <a:pt x="1511" y="1270"/>
                </a:moveTo>
                <a:cubicBezTo>
                  <a:pt x="1511" y="1266"/>
                  <a:pt x="1507" y="1262"/>
                  <a:pt x="1502" y="1262"/>
                </a:cubicBezTo>
                <a:cubicBezTo>
                  <a:pt x="1498" y="1262"/>
                  <a:pt x="1494" y="1266"/>
                  <a:pt x="1494" y="1270"/>
                </a:cubicBezTo>
                <a:cubicBezTo>
                  <a:pt x="1494" y="1275"/>
                  <a:pt x="1498" y="1279"/>
                  <a:pt x="1502" y="1279"/>
                </a:cubicBezTo>
                <a:cubicBezTo>
                  <a:pt x="1507" y="1279"/>
                  <a:pt x="1511" y="1275"/>
                  <a:pt x="1511" y="1270"/>
                </a:cubicBezTo>
                <a:close/>
                <a:moveTo>
                  <a:pt x="1614" y="1270"/>
                </a:moveTo>
                <a:cubicBezTo>
                  <a:pt x="1614" y="1266"/>
                  <a:pt x="1610" y="1262"/>
                  <a:pt x="1605" y="1262"/>
                </a:cubicBezTo>
                <a:cubicBezTo>
                  <a:pt x="1601" y="1262"/>
                  <a:pt x="1597" y="1266"/>
                  <a:pt x="1597" y="1270"/>
                </a:cubicBezTo>
                <a:cubicBezTo>
                  <a:pt x="1597" y="1275"/>
                  <a:pt x="1601" y="1279"/>
                  <a:pt x="1605" y="1279"/>
                </a:cubicBezTo>
                <a:cubicBezTo>
                  <a:pt x="1610" y="1279"/>
                  <a:pt x="1614" y="1275"/>
                  <a:pt x="1614" y="1270"/>
                </a:cubicBezTo>
                <a:close/>
                <a:moveTo>
                  <a:pt x="2155" y="1270"/>
                </a:moveTo>
                <a:cubicBezTo>
                  <a:pt x="2155" y="1266"/>
                  <a:pt x="2151" y="1262"/>
                  <a:pt x="2146" y="1262"/>
                </a:cubicBezTo>
                <a:cubicBezTo>
                  <a:pt x="2142" y="1262"/>
                  <a:pt x="2138" y="1266"/>
                  <a:pt x="2138" y="1270"/>
                </a:cubicBezTo>
                <a:cubicBezTo>
                  <a:pt x="2138" y="1275"/>
                  <a:pt x="2142" y="1279"/>
                  <a:pt x="2146" y="1279"/>
                </a:cubicBezTo>
                <a:cubicBezTo>
                  <a:pt x="2151" y="1279"/>
                  <a:pt x="2155" y="1275"/>
                  <a:pt x="2155" y="1270"/>
                </a:cubicBezTo>
                <a:close/>
                <a:moveTo>
                  <a:pt x="2181" y="1270"/>
                </a:moveTo>
                <a:cubicBezTo>
                  <a:pt x="2181" y="1266"/>
                  <a:pt x="2177" y="1262"/>
                  <a:pt x="2172" y="1262"/>
                </a:cubicBezTo>
                <a:cubicBezTo>
                  <a:pt x="2167" y="1262"/>
                  <a:pt x="2164" y="1266"/>
                  <a:pt x="2164" y="1270"/>
                </a:cubicBezTo>
                <a:cubicBezTo>
                  <a:pt x="2164" y="1275"/>
                  <a:pt x="2167" y="1279"/>
                  <a:pt x="2172" y="1279"/>
                </a:cubicBezTo>
                <a:cubicBezTo>
                  <a:pt x="2177" y="1279"/>
                  <a:pt x="2181" y="1275"/>
                  <a:pt x="2181" y="1270"/>
                </a:cubicBezTo>
                <a:close/>
                <a:moveTo>
                  <a:pt x="2207" y="1270"/>
                </a:moveTo>
                <a:cubicBezTo>
                  <a:pt x="2207" y="1266"/>
                  <a:pt x="2203" y="1262"/>
                  <a:pt x="2198" y="1262"/>
                </a:cubicBezTo>
                <a:cubicBezTo>
                  <a:pt x="2193" y="1262"/>
                  <a:pt x="2189" y="1266"/>
                  <a:pt x="2189" y="1270"/>
                </a:cubicBezTo>
                <a:cubicBezTo>
                  <a:pt x="2189" y="1275"/>
                  <a:pt x="2193" y="1279"/>
                  <a:pt x="2198" y="1279"/>
                </a:cubicBezTo>
                <a:cubicBezTo>
                  <a:pt x="2203" y="1279"/>
                  <a:pt x="2207" y="1275"/>
                  <a:pt x="2207" y="1270"/>
                </a:cubicBezTo>
                <a:close/>
                <a:moveTo>
                  <a:pt x="2232" y="1270"/>
                </a:moveTo>
                <a:cubicBezTo>
                  <a:pt x="2232" y="1266"/>
                  <a:pt x="2228" y="1262"/>
                  <a:pt x="2224" y="1262"/>
                </a:cubicBezTo>
                <a:cubicBezTo>
                  <a:pt x="2219" y="1262"/>
                  <a:pt x="2215" y="1266"/>
                  <a:pt x="2215" y="1270"/>
                </a:cubicBezTo>
                <a:cubicBezTo>
                  <a:pt x="2215" y="1275"/>
                  <a:pt x="2219" y="1279"/>
                  <a:pt x="2224" y="1279"/>
                </a:cubicBezTo>
                <a:cubicBezTo>
                  <a:pt x="2228" y="1279"/>
                  <a:pt x="2232" y="1275"/>
                  <a:pt x="2232" y="1270"/>
                </a:cubicBezTo>
                <a:close/>
                <a:moveTo>
                  <a:pt x="2258" y="1270"/>
                </a:moveTo>
                <a:cubicBezTo>
                  <a:pt x="2258" y="1266"/>
                  <a:pt x="2254" y="1262"/>
                  <a:pt x="2249" y="1262"/>
                </a:cubicBezTo>
                <a:cubicBezTo>
                  <a:pt x="2245" y="1262"/>
                  <a:pt x="2241" y="1266"/>
                  <a:pt x="2241" y="1270"/>
                </a:cubicBezTo>
                <a:cubicBezTo>
                  <a:pt x="2241" y="1275"/>
                  <a:pt x="2245" y="1279"/>
                  <a:pt x="2249" y="1279"/>
                </a:cubicBezTo>
                <a:cubicBezTo>
                  <a:pt x="2254" y="1279"/>
                  <a:pt x="2258" y="1275"/>
                  <a:pt x="2258" y="1270"/>
                </a:cubicBezTo>
                <a:close/>
                <a:moveTo>
                  <a:pt x="2284" y="1270"/>
                </a:moveTo>
                <a:cubicBezTo>
                  <a:pt x="2284" y="1266"/>
                  <a:pt x="2280" y="1262"/>
                  <a:pt x="2275" y="1262"/>
                </a:cubicBezTo>
                <a:cubicBezTo>
                  <a:pt x="2270" y="1262"/>
                  <a:pt x="2267" y="1266"/>
                  <a:pt x="2267" y="1270"/>
                </a:cubicBezTo>
                <a:cubicBezTo>
                  <a:pt x="2267" y="1275"/>
                  <a:pt x="2270" y="1279"/>
                  <a:pt x="2275" y="1279"/>
                </a:cubicBezTo>
                <a:cubicBezTo>
                  <a:pt x="2280" y="1279"/>
                  <a:pt x="2284" y="1275"/>
                  <a:pt x="2284" y="1270"/>
                </a:cubicBezTo>
                <a:close/>
                <a:moveTo>
                  <a:pt x="2310" y="1270"/>
                </a:moveTo>
                <a:cubicBezTo>
                  <a:pt x="2310" y="1266"/>
                  <a:pt x="2306" y="1262"/>
                  <a:pt x="2301" y="1262"/>
                </a:cubicBezTo>
                <a:cubicBezTo>
                  <a:pt x="2296" y="1262"/>
                  <a:pt x="2292" y="1266"/>
                  <a:pt x="2292" y="1270"/>
                </a:cubicBezTo>
                <a:cubicBezTo>
                  <a:pt x="2292" y="1275"/>
                  <a:pt x="2296" y="1279"/>
                  <a:pt x="2301" y="1279"/>
                </a:cubicBezTo>
                <a:cubicBezTo>
                  <a:pt x="2306" y="1279"/>
                  <a:pt x="2310" y="1275"/>
                  <a:pt x="2310" y="1270"/>
                </a:cubicBezTo>
                <a:close/>
                <a:moveTo>
                  <a:pt x="2335" y="1270"/>
                </a:moveTo>
                <a:cubicBezTo>
                  <a:pt x="2335" y="1266"/>
                  <a:pt x="2331" y="1262"/>
                  <a:pt x="2327" y="1262"/>
                </a:cubicBezTo>
                <a:cubicBezTo>
                  <a:pt x="2322" y="1262"/>
                  <a:pt x="2318" y="1266"/>
                  <a:pt x="2318" y="1270"/>
                </a:cubicBezTo>
                <a:cubicBezTo>
                  <a:pt x="2318" y="1275"/>
                  <a:pt x="2322" y="1279"/>
                  <a:pt x="2327" y="1279"/>
                </a:cubicBezTo>
                <a:cubicBezTo>
                  <a:pt x="2331" y="1279"/>
                  <a:pt x="2335" y="1275"/>
                  <a:pt x="2335" y="1270"/>
                </a:cubicBezTo>
                <a:close/>
                <a:moveTo>
                  <a:pt x="2361" y="1270"/>
                </a:moveTo>
                <a:cubicBezTo>
                  <a:pt x="2361" y="1266"/>
                  <a:pt x="2357" y="1262"/>
                  <a:pt x="2352" y="1262"/>
                </a:cubicBezTo>
                <a:cubicBezTo>
                  <a:pt x="2348" y="1262"/>
                  <a:pt x="2344" y="1266"/>
                  <a:pt x="2344" y="1270"/>
                </a:cubicBezTo>
                <a:cubicBezTo>
                  <a:pt x="2344" y="1275"/>
                  <a:pt x="2348" y="1279"/>
                  <a:pt x="2352" y="1279"/>
                </a:cubicBezTo>
                <a:cubicBezTo>
                  <a:pt x="2357" y="1279"/>
                  <a:pt x="2361" y="1275"/>
                  <a:pt x="2361" y="1270"/>
                </a:cubicBezTo>
                <a:close/>
                <a:moveTo>
                  <a:pt x="2387" y="1270"/>
                </a:moveTo>
                <a:cubicBezTo>
                  <a:pt x="2387" y="1266"/>
                  <a:pt x="2383" y="1262"/>
                  <a:pt x="2378" y="1262"/>
                </a:cubicBezTo>
                <a:cubicBezTo>
                  <a:pt x="2373" y="1262"/>
                  <a:pt x="2370" y="1266"/>
                  <a:pt x="2370" y="1270"/>
                </a:cubicBezTo>
                <a:cubicBezTo>
                  <a:pt x="2370" y="1275"/>
                  <a:pt x="2373" y="1279"/>
                  <a:pt x="2378" y="1279"/>
                </a:cubicBezTo>
                <a:cubicBezTo>
                  <a:pt x="2383" y="1279"/>
                  <a:pt x="2387" y="1275"/>
                  <a:pt x="2387" y="1270"/>
                </a:cubicBezTo>
                <a:close/>
                <a:moveTo>
                  <a:pt x="2413" y="1270"/>
                </a:moveTo>
                <a:cubicBezTo>
                  <a:pt x="2413" y="1266"/>
                  <a:pt x="2409" y="1262"/>
                  <a:pt x="2404" y="1262"/>
                </a:cubicBezTo>
                <a:cubicBezTo>
                  <a:pt x="2399" y="1262"/>
                  <a:pt x="2395" y="1266"/>
                  <a:pt x="2395" y="1270"/>
                </a:cubicBezTo>
                <a:cubicBezTo>
                  <a:pt x="2395" y="1275"/>
                  <a:pt x="2399" y="1279"/>
                  <a:pt x="2404" y="1279"/>
                </a:cubicBezTo>
                <a:cubicBezTo>
                  <a:pt x="2409" y="1279"/>
                  <a:pt x="2413" y="1275"/>
                  <a:pt x="2413" y="1270"/>
                </a:cubicBezTo>
                <a:close/>
                <a:moveTo>
                  <a:pt x="2438" y="1270"/>
                </a:moveTo>
                <a:cubicBezTo>
                  <a:pt x="2438" y="1266"/>
                  <a:pt x="2434" y="1262"/>
                  <a:pt x="2430" y="1262"/>
                </a:cubicBezTo>
                <a:cubicBezTo>
                  <a:pt x="2425" y="1262"/>
                  <a:pt x="2421" y="1266"/>
                  <a:pt x="2421" y="1270"/>
                </a:cubicBezTo>
                <a:cubicBezTo>
                  <a:pt x="2421" y="1275"/>
                  <a:pt x="2425" y="1279"/>
                  <a:pt x="2430" y="1279"/>
                </a:cubicBezTo>
                <a:cubicBezTo>
                  <a:pt x="2434" y="1279"/>
                  <a:pt x="2438" y="1275"/>
                  <a:pt x="2438" y="1270"/>
                </a:cubicBezTo>
                <a:close/>
                <a:moveTo>
                  <a:pt x="738" y="1296"/>
                </a:moveTo>
                <a:cubicBezTo>
                  <a:pt x="738" y="1292"/>
                  <a:pt x="734" y="1288"/>
                  <a:pt x="730" y="1288"/>
                </a:cubicBezTo>
                <a:cubicBezTo>
                  <a:pt x="725" y="1288"/>
                  <a:pt x="721" y="1292"/>
                  <a:pt x="721" y="1296"/>
                </a:cubicBezTo>
                <a:cubicBezTo>
                  <a:pt x="721" y="1301"/>
                  <a:pt x="725" y="1305"/>
                  <a:pt x="730" y="1305"/>
                </a:cubicBezTo>
                <a:cubicBezTo>
                  <a:pt x="734" y="1305"/>
                  <a:pt x="738" y="1301"/>
                  <a:pt x="738" y="1296"/>
                </a:cubicBezTo>
                <a:close/>
                <a:moveTo>
                  <a:pt x="764" y="1296"/>
                </a:moveTo>
                <a:cubicBezTo>
                  <a:pt x="764" y="1292"/>
                  <a:pt x="760" y="1288"/>
                  <a:pt x="755" y="1288"/>
                </a:cubicBezTo>
                <a:cubicBezTo>
                  <a:pt x="751" y="1288"/>
                  <a:pt x="747" y="1292"/>
                  <a:pt x="747" y="1296"/>
                </a:cubicBezTo>
                <a:cubicBezTo>
                  <a:pt x="747" y="1301"/>
                  <a:pt x="751" y="1305"/>
                  <a:pt x="755" y="1305"/>
                </a:cubicBezTo>
                <a:cubicBezTo>
                  <a:pt x="760" y="1305"/>
                  <a:pt x="764" y="1301"/>
                  <a:pt x="764" y="1296"/>
                </a:cubicBezTo>
                <a:close/>
                <a:moveTo>
                  <a:pt x="790" y="1296"/>
                </a:moveTo>
                <a:cubicBezTo>
                  <a:pt x="790" y="1292"/>
                  <a:pt x="786" y="1288"/>
                  <a:pt x="781" y="1288"/>
                </a:cubicBezTo>
                <a:cubicBezTo>
                  <a:pt x="776" y="1288"/>
                  <a:pt x="773" y="1292"/>
                  <a:pt x="773" y="1296"/>
                </a:cubicBezTo>
                <a:cubicBezTo>
                  <a:pt x="773" y="1301"/>
                  <a:pt x="776" y="1305"/>
                  <a:pt x="781" y="1305"/>
                </a:cubicBezTo>
                <a:cubicBezTo>
                  <a:pt x="786" y="1305"/>
                  <a:pt x="790" y="1301"/>
                  <a:pt x="790" y="1296"/>
                </a:cubicBezTo>
                <a:close/>
                <a:moveTo>
                  <a:pt x="816" y="1296"/>
                </a:moveTo>
                <a:cubicBezTo>
                  <a:pt x="816" y="1292"/>
                  <a:pt x="812" y="1288"/>
                  <a:pt x="807" y="1288"/>
                </a:cubicBezTo>
                <a:cubicBezTo>
                  <a:pt x="802" y="1288"/>
                  <a:pt x="798" y="1292"/>
                  <a:pt x="798" y="1296"/>
                </a:cubicBezTo>
                <a:cubicBezTo>
                  <a:pt x="798" y="1301"/>
                  <a:pt x="802" y="1305"/>
                  <a:pt x="807" y="1305"/>
                </a:cubicBezTo>
                <a:cubicBezTo>
                  <a:pt x="812" y="1305"/>
                  <a:pt x="816" y="1301"/>
                  <a:pt x="816" y="1296"/>
                </a:cubicBezTo>
                <a:close/>
                <a:moveTo>
                  <a:pt x="841" y="1296"/>
                </a:moveTo>
                <a:cubicBezTo>
                  <a:pt x="841" y="1292"/>
                  <a:pt x="837" y="1288"/>
                  <a:pt x="833" y="1288"/>
                </a:cubicBezTo>
                <a:cubicBezTo>
                  <a:pt x="828" y="1288"/>
                  <a:pt x="824" y="1292"/>
                  <a:pt x="824" y="1296"/>
                </a:cubicBezTo>
                <a:cubicBezTo>
                  <a:pt x="824" y="1301"/>
                  <a:pt x="828" y="1305"/>
                  <a:pt x="833" y="1305"/>
                </a:cubicBezTo>
                <a:cubicBezTo>
                  <a:pt x="837" y="1305"/>
                  <a:pt x="841" y="1301"/>
                  <a:pt x="841" y="1296"/>
                </a:cubicBezTo>
                <a:close/>
                <a:moveTo>
                  <a:pt x="867" y="1296"/>
                </a:moveTo>
                <a:cubicBezTo>
                  <a:pt x="867" y="1292"/>
                  <a:pt x="863" y="1288"/>
                  <a:pt x="858" y="1288"/>
                </a:cubicBezTo>
                <a:cubicBezTo>
                  <a:pt x="854" y="1288"/>
                  <a:pt x="850" y="1292"/>
                  <a:pt x="850" y="1296"/>
                </a:cubicBezTo>
                <a:cubicBezTo>
                  <a:pt x="850" y="1301"/>
                  <a:pt x="854" y="1305"/>
                  <a:pt x="858" y="1305"/>
                </a:cubicBezTo>
                <a:cubicBezTo>
                  <a:pt x="863" y="1305"/>
                  <a:pt x="867" y="1301"/>
                  <a:pt x="867" y="1296"/>
                </a:cubicBezTo>
                <a:close/>
                <a:moveTo>
                  <a:pt x="893" y="1296"/>
                </a:moveTo>
                <a:cubicBezTo>
                  <a:pt x="893" y="1292"/>
                  <a:pt x="889" y="1288"/>
                  <a:pt x="884" y="1288"/>
                </a:cubicBezTo>
                <a:cubicBezTo>
                  <a:pt x="879" y="1288"/>
                  <a:pt x="876" y="1292"/>
                  <a:pt x="876" y="1296"/>
                </a:cubicBezTo>
                <a:cubicBezTo>
                  <a:pt x="876" y="1301"/>
                  <a:pt x="879" y="1305"/>
                  <a:pt x="884" y="1305"/>
                </a:cubicBezTo>
                <a:cubicBezTo>
                  <a:pt x="889" y="1305"/>
                  <a:pt x="893" y="1301"/>
                  <a:pt x="893" y="1296"/>
                </a:cubicBezTo>
                <a:close/>
                <a:moveTo>
                  <a:pt x="1408" y="1296"/>
                </a:moveTo>
                <a:cubicBezTo>
                  <a:pt x="1408" y="1292"/>
                  <a:pt x="1404" y="1288"/>
                  <a:pt x="1399" y="1288"/>
                </a:cubicBezTo>
                <a:cubicBezTo>
                  <a:pt x="1395" y="1288"/>
                  <a:pt x="1391" y="1292"/>
                  <a:pt x="1391" y="1296"/>
                </a:cubicBezTo>
                <a:cubicBezTo>
                  <a:pt x="1391" y="1301"/>
                  <a:pt x="1395" y="1305"/>
                  <a:pt x="1399" y="1305"/>
                </a:cubicBezTo>
                <a:cubicBezTo>
                  <a:pt x="1404" y="1305"/>
                  <a:pt x="1408" y="1301"/>
                  <a:pt x="1408" y="1296"/>
                </a:cubicBezTo>
                <a:close/>
                <a:moveTo>
                  <a:pt x="1434" y="1296"/>
                </a:moveTo>
                <a:cubicBezTo>
                  <a:pt x="1434" y="1292"/>
                  <a:pt x="1430" y="1288"/>
                  <a:pt x="1425" y="1288"/>
                </a:cubicBezTo>
                <a:cubicBezTo>
                  <a:pt x="1420" y="1288"/>
                  <a:pt x="1417" y="1292"/>
                  <a:pt x="1417" y="1296"/>
                </a:cubicBezTo>
                <a:cubicBezTo>
                  <a:pt x="1417" y="1301"/>
                  <a:pt x="1420" y="1305"/>
                  <a:pt x="1425" y="1305"/>
                </a:cubicBezTo>
                <a:cubicBezTo>
                  <a:pt x="1430" y="1305"/>
                  <a:pt x="1434" y="1301"/>
                  <a:pt x="1434" y="1296"/>
                </a:cubicBezTo>
                <a:close/>
                <a:moveTo>
                  <a:pt x="1459" y="1296"/>
                </a:moveTo>
                <a:cubicBezTo>
                  <a:pt x="1459" y="1292"/>
                  <a:pt x="1456" y="1288"/>
                  <a:pt x="1451" y="1288"/>
                </a:cubicBezTo>
                <a:cubicBezTo>
                  <a:pt x="1446" y="1288"/>
                  <a:pt x="1442" y="1292"/>
                  <a:pt x="1442" y="1296"/>
                </a:cubicBezTo>
                <a:cubicBezTo>
                  <a:pt x="1442" y="1301"/>
                  <a:pt x="1446" y="1305"/>
                  <a:pt x="1451" y="1305"/>
                </a:cubicBezTo>
                <a:cubicBezTo>
                  <a:pt x="1456" y="1305"/>
                  <a:pt x="1459" y="1301"/>
                  <a:pt x="1459" y="1296"/>
                </a:cubicBezTo>
                <a:close/>
                <a:moveTo>
                  <a:pt x="1485" y="1296"/>
                </a:moveTo>
                <a:cubicBezTo>
                  <a:pt x="1485" y="1292"/>
                  <a:pt x="1481" y="1288"/>
                  <a:pt x="1477" y="1288"/>
                </a:cubicBezTo>
                <a:cubicBezTo>
                  <a:pt x="1472" y="1288"/>
                  <a:pt x="1468" y="1292"/>
                  <a:pt x="1468" y="1296"/>
                </a:cubicBezTo>
                <a:cubicBezTo>
                  <a:pt x="1468" y="1301"/>
                  <a:pt x="1472" y="1305"/>
                  <a:pt x="1477" y="1305"/>
                </a:cubicBezTo>
                <a:cubicBezTo>
                  <a:pt x="1481" y="1305"/>
                  <a:pt x="1485" y="1301"/>
                  <a:pt x="1485" y="1296"/>
                </a:cubicBezTo>
                <a:close/>
                <a:moveTo>
                  <a:pt x="1511" y="1296"/>
                </a:moveTo>
                <a:cubicBezTo>
                  <a:pt x="1511" y="1292"/>
                  <a:pt x="1507" y="1288"/>
                  <a:pt x="1502" y="1288"/>
                </a:cubicBezTo>
                <a:cubicBezTo>
                  <a:pt x="1498" y="1288"/>
                  <a:pt x="1494" y="1292"/>
                  <a:pt x="1494" y="1296"/>
                </a:cubicBezTo>
                <a:cubicBezTo>
                  <a:pt x="1494" y="1301"/>
                  <a:pt x="1498" y="1305"/>
                  <a:pt x="1502" y="1305"/>
                </a:cubicBezTo>
                <a:cubicBezTo>
                  <a:pt x="1507" y="1305"/>
                  <a:pt x="1511" y="1301"/>
                  <a:pt x="1511" y="1296"/>
                </a:cubicBezTo>
                <a:close/>
                <a:moveTo>
                  <a:pt x="2155" y="1296"/>
                </a:moveTo>
                <a:cubicBezTo>
                  <a:pt x="2155" y="1292"/>
                  <a:pt x="2151" y="1288"/>
                  <a:pt x="2146" y="1288"/>
                </a:cubicBezTo>
                <a:cubicBezTo>
                  <a:pt x="2142" y="1288"/>
                  <a:pt x="2138" y="1292"/>
                  <a:pt x="2138" y="1296"/>
                </a:cubicBezTo>
                <a:cubicBezTo>
                  <a:pt x="2138" y="1301"/>
                  <a:pt x="2142" y="1305"/>
                  <a:pt x="2146" y="1305"/>
                </a:cubicBezTo>
                <a:cubicBezTo>
                  <a:pt x="2151" y="1305"/>
                  <a:pt x="2155" y="1301"/>
                  <a:pt x="2155" y="1296"/>
                </a:cubicBezTo>
                <a:close/>
                <a:moveTo>
                  <a:pt x="2181" y="1296"/>
                </a:moveTo>
                <a:cubicBezTo>
                  <a:pt x="2181" y="1292"/>
                  <a:pt x="2177" y="1288"/>
                  <a:pt x="2172" y="1288"/>
                </a:cubicBezTo>
                <a:cubicBezTo>
                  <a:pt x="2167" y="1288"/>
                  <a:pt x="2164" y="1292"/>
                  <a:pt x="2164" y="1296"/>
                </a:cubicBezTo>
                <a:cubicBezTo>
                  <a:pt x="2164" y="1301"/>
                  <a:pt x="2167" y="1305"/>
                  <a:pt x="2172" y="1305"/>
                </a:cubicBezTo>
                <a:cubicBezTo>
                  <a:pt x="2177" y="1305"/>
                  <a:pt x="2181" y="1301"/>
                  <a:pt x="2181" y="1296"/>
                </a:cubicBezTo>
                <a:close/>
                <a:moveTo>
                  <a:pt x="2207" y="1296"/>
                </a:moveTo>
                <a:cubicBezTo>
                  <a:pt x="2207" y="1292"/>
                  <a:pt x="2203" y="1288"/>
                  <a:pt x="2198" y="1288"/>
                </a:cubicBezTo>
                <a:cubicBezTo>
                  <a:pt x="2193" y="1288"/>
                  <a:pt x="2189" y="1292"/>
                  <a:pt x="2189" y="1296"/>
                </a:cubicBezTo>
                <a:cubicBezTo>
                  <a:pt x="2189" y="1301"/>
                  <a:pt x="2193" y="1305"/>
                  <a:pt x="2198" y="1305"/>
                </a:cubicBezTo>
                <a:cubicBezTo>
                  <a:pt x="2203" y="1305"/>
                  <a:pt x="2207" y="1301"/>
                  <a:pt x="2207" y="1296"/>
                </a:cubicBezTo>
                <a:close/>
                <a:moveTo>
                  <a:pt x="2232" y="1296"/>
                </a:moveTo>
                <a:cubicBezTo>
                  <a:pt x="2232" y="1292"/>
                  <a:pt x="2228" y="1288"/>
                  <a:pt x="2224" y="1288"/>
                </a:cubicBezTo>
                <a:cubicBezTo>
                  <a:pt x="2219" y="1288"/>
                  <a:pt x="2215" y="1292"/>
                  <a:pt x="2215" y="1296"/>
                </a:cubicBezTo>
                <a:cubicBezTo>
                  <a:pt x="2215" y="1301"/>
                  <a:pt x="2219" y="1305"/>
                  <a:pt x="2224" y="1305"/>
                </a:cubicBezTo>
                <a:cubicBezTo>
                  <a:pt x="2228" y="1305"/>
                  <a:pt x="2232" y="1301"/>
                  <a:pt x="2232" y="1296"/>
                </a:cubicBezTo>
                <a:close/>
                <a:moveTo>
                  <a:pt x="2258" y="1296"/>
                </a:moveTo>
                <a:cubicBezTo>
                  <a:pt x="2258" y="1292"/>
                  <a:pt x="2254" y="1288"/>
                  <a:pt x="2249" y="1288"/>
                </a:cubicBezTo>
                <a:cubicBezTo>
                  <a:pt x="2245" y="1288"/>
                  <a:pt x="2241" y="1292"/>
                  <a:pt x="2241" y="1296"/>
                </a:cubicBezTo>
                <a:cubicBezTo>
                  <a:pt x="2241" y="1301"/>
                  <a:pt x="2245" y="1305"/>
                  <a:pt x="2249" y="1305"/>
                </a:cubicBezTo>
                <a:cubicBezTo>
                  <a:pt x="2254" y="1305"/>
                  <a:pt x="2258" y="1301"/>
                  <a:pt x="2258" y="1296"/>
                </a:cubicBezTo>
                <a:close/>
                <a:moveTo>
                  <a:pt x="2284" y="1296"/>
                </a:moveTo>
                <a:cubicBezTo>
                  <a:pt x="2284" y="1292"/>
                  <a:pt x="2280" y="1288"/>
                  <a:pt x="2275" y="1288"/>
                </a:cubicBezTo>
                <a:cubicBezTo>
                  <a:pt x="2270" y="1288"/>
                  <a:pt x="2267" y="1292"/>
                  <a:pt x="2267" y="1296"/>
                </a:cubicBezTo>
                <a:cubicBezTo>
                  <a:pt x="2267" y="1301"/>
                  <a:pt x="2270" y="1305"/>
                  <a:pt x="2275" y="1305"/>
                </a:cubicBezTo>
                <a:cubicBezTo>
                  <a:pt x="2280" y="1305"/>
                  <a:pt x="2284" y="1301"/>
                  <a:pt x="2284" y="1296"/>
                </a:cubicBezTo>
                <a:close/>
                <a:moveTo>
                  <a:pt x="2310" y="1296"/>
                </a:moveTo>
                <a:cubicBezTo>
                  <a:pt x="2310" y="1292"/>
                  <a:pt x="2306" y="1288"/>
                  <a:pt x="2301" y="1288"/>
                </a:cubicBezTo>
                <a:cubicBezTo>
                  <a:pt x="2296" y="1288"/>
                  <a:pt x="2292" y="1292"/>
                  <a:pt x="2292" y="1296"/>
                </a:cubicBezTo>
                <a:cubicBezTo>
                  <a:pt x="2292" y="1301"/>
                  <a:pt x="2296" y="1305"/>
                  <a:pt x="2301" y="1305"/>
                </a:cubicBezTo>
                <a:cubicBezTo>
                  <a:pt x="2306" y="1305"/>
                  <a:pt x="2310" y="1301"/>
                  <a:pt x="2310" y="1296"/>
                </a:cubicBezTo>
                <a:close/>
                <a:moveTo>
                  <a:pt x="2335" y="1296"/>
                </a:moveTo>
                <a:cubicBezTo>
                  <a:pt x="2335" y="1292"/>
                  <a:pt x="2331" y="1288"/>
                  <a:pt x="2327" y="1288"/>
                </a:cubicBezTo>
                <a:cubicBezTo>
                  <a:pt x="2322" y="1288"/>
                  <a:pt x="2318" y="1292"/>
                  <a:pt x="2318" y="1296"/>
                </a:cubicBezTo>
                <a:cubicBezTo>
                  <a:pt x="2318" y="1301"/>
                  <a:pt x="2322" y="1305"/>
                  <a:pt x="2327" y="1305"/>
                </a:cubicBezTo>
                <a:cubicBezTo>
                  <a:pt x="2331" y="1305"/>
                  <a:pt x="2335" y="1301"/>
                  <a:pt x="2335" y="1296"/>
                </a:cubicBezTo>
                <a:close/>
                <a:moveTo>
                  <a:pt x="2361" y="1296"/>
                </a:moveTo>
                <a:cubicBezTo>
                  <a:pt x="2361" y="1292"/>
                  <a:pt x="2357" y="1288"/>
                  <a:pt x="2352" y="1288"/>
                </a:cubicBezTo>
                <a:cubicBezTo>
                  <a:pt x="2348" y="1288"/>
                  <a:pt x="2344" y="1292"/>
                  <a:pt x="2344" y="1296"/>
                </a:cubicBezTo>
                <a:cubicBezTo>
                  <a:pt x="2344" y="1301"/>
                  <a:pt x="2348" y="1305"/>
                  <a:pt x="2352" y="1305"/>
                </a:cubicBezTo>
                <a:cubicBezTo>
                  <a:pt x="2357" y="1305"/>
                  <a:pt x="2361" y="1301"/>
                  <a:pt x="2361" y="1296"/>
                </a:cubicBezTo>
                <a:close/>
                <a:moveTo>
                  <a:pt x="2387" y="1296"/>
                </a:moveTo>
                <a:cubicBezTo>
                  <a:pt x="2387" y="1292"/>
                  <a:pt x="2383" y="1288"/>
                  <a:pt x="2378" y="1288"/>
                </a:cubicBezTo>
                <a:cubicBezTo>
                  <a:pt x="2373" y="1288"/>
                  <a:pt x="2370" y="1292"/>
                  <a:pt x="2370" y="1296"/>
                </a:cubicBezTo>
                <a:cubicBezTo>
                  <a:pt x="2370" y="1301"/>
                  <a:pt x="2373" y="1305"/>
                  <a:pt x="2378" y="1305"/>
                </a:cubicBezTo>
                <a:cubicBezTo>
                  <a:pt x="2383" y="1305"/>
                  <a:pt x="2387" y="1301"/>
                  <a:pt x="2387" y="1296"/>
                </a:cubicBezTo>
                <a:close/>
                <a:moveTo>
                  <a:pt x="2413" y="1296"/>
                </a:moveTo>
                <a:cubicBezTo>
                  <a:pt x="2413" y="1292"/>
                  <a:pt x="2409" y="1288"/>
                  <a:pt x="2404" y="1288"/>
                </a:cubicBezTo>
                <a:cubicBezTo>
                  <a:pt x="2399" y="1288"/>
                  <a:pt x="2395" y="1292"/>
                  <a:pt x="2395" y="1296"/>
                </a:cubicBezTo>
                <a:cubicBezTo>
                  <a:pt x="2395" y="1301"/>
                  <a:pt x="2399" y="1305"/>
                  <a:pt x="2404" y="1305"/>
                </a:cubicBezTo>
                <a:cubicBezTo>
                  <a:pt x="2409" y="1305"/>
                  <a:pt x="2413" y="1301"/>
                  <a:pt x="2413" y="1296"/>
                </a:cubicBezTo>
                <a:close/>
                <a:moveTo>
                  <a:pt x="2438" y="1296"/>
                </a:moveTo>
                <a:cubicBezTo>
                  <a:pt x="2438" y="1292"/>
                  <a:pt x="2434" y="1288"/>
                  <a:pt x="2430" y="1288"/>
                </a:cubicBezTo>
                <a:cubicBezTo>
                  <a:pt x="2425" y="1288"/>
                  <a:pt x="2421" y="1292"/>
                  <a:pt x="2421" y="1296"/>
                </a:cubicBezTo>
                <a:cubicBezTo>
                  <a:pt x="2421" y="1301"/>
                  <a:pt x="2425" y="1305"/>
                  <a:pt x="2430" y="1305"/>
                </a:cubicBezTo>
                <a:cubicBezTo>
                  <a:pt x="2434" y="1305"/>
                  <a:pt x="2438" y="1301"/>
                  <a:pt x="2438" y="1296"/>
                </a:cubicBezTo>
                <a:close/>
                <a:moveTo>
                  <a:pt x="2464" y="1296"/>
                </a:moveTo>
                <a:cubicBezTo>
                  <a:pt x="2464" y="1292"/>
                  <a:pt x="2460" y="1288"/>
                  <a:pt x="2456" y="1288"/>
                </a:cubicBezTo>
                <a:cubicBezTo>
                  <a:pt x="2451" y="1288"/>
                  <a:pt x="2447" y="1292"/>
                  <a:pt x="2447" y="1296"/>
                </a:cubicBezTo>
                <a:cubicBezTo>
                  <a:pt x="2447" y="1301"/>
                  <a:pt x="2451" y="1305"/>
                  <a:pt x="2456" y="1305"/>
                </a:cubicBezTo>
                <a:cubicBezTo>
                  <a:pt x="2460" y="1305"/>
                  <a:pt x="2464" y="1301"/>
                  <a:pt x="2464" y="1296"/>
                </a:cubicBezTo>
                <a:close/>
                <a:moveTo>
                  <a:pt x="738" y="1322"/>
                </a:moveTo>
                <a:cubicBezTo>
                  <a:pt x="738" y="1317"/>
                  <a:pt x="734" y="1313"/>
                  <a:pt x="730" y="1313"/>
                </a:cubicBezTo>
                <a:cubicBezTo>
                  <a:pt x="725" y="1313"/>
                  <a:pt x="721" y="1317"/>
                  <a:pt x="721" y="1322"/>
                </a:cubicBezTo>
                <a:cubicBezTo>
                  <a:pt x="721" y="1327"/>
                  <a:pt x="725" y="1331"/>
                  <a:pt x="730" y="1331"/>
                </a:cubicBezTo>
                <a:cubicBezTo>
                  <a:pt x="734" y="1331"/>
                  <a:pt x="738" y="1327"/>
                  <a:pt x="738" y="1322"/>
                </a:cubicBezTo>
                <a:close/>
                <a:moveTo>
                  <a:pt x="764" y="1322"/>
                </a:moveTo>
                <a:cubicBezTo>
                  <a:pt x="764" y="1317"/>
                  <a:pt x="760" y="1313"/>
                  <a:pt x="755" y="1313"/>
                </a:cubicBezTo>
                <a:cubicBezTo>
                  <a:pt x="751" y="1313"/>
                  <a:pt x="747" y="1317"/>
                  <a:pt x="747" y="1322"/>
                </a:cubicBezTo>
                <a:cubicBezTo>
                  <a:pt x="747" y="1327"/>
                  <a:pt x="751" y="1331"/>
                  <a:pt x="755" y="1331"/>
                </a:cubicBezTo>
                <a:cubicBezTo>
                  <a:pt x="760" y="1331"/>
                  <a:pt x="764" y="1327"/>
                  <a:pt x="764" y="1322"/>
                </a:cubicBezTo>
                <a:close/>
                <a:moveTo>
                  <a:pt x="790" y="1322"/>
                </a:moveTo>
                <a:cubicBezTo>
                  <a:pt x="790" y="1317"/>
                  <a:pt x="786" y="1313"/>
                  <a:pt x="781" y="1313"/>
                </a:cubicBezTo>
                <a:cubicBezTo>
                  <a:pt x="776" y="1313"/>
                  <a:pt x="773" y="1317"/>
                  <a:pt x="773" y="1322"/>
                </a:cubicBezTo>
                <a:cubicBezTo>
                  <a:pt x="773" y="1327"/>
                  <a:pt x="776" y="1331"/>
                  <a:pt x="781" y="1331"/>
                </a:cubicBezTo>
                <a:cubicBezTo>
                  <a:pt x="786" y="1331"/>
                  <a:pt x="790" y="1327"/>
                  <a:pt x="790" y="1322"/>
                </a:cubicBezTo>
                <a:close/>
                <a:moveTo>
                  <a:pt x="816" y="1322"/>
                </a:moveTo>
                <a:cubicBezTo>
                  <a:pt x="816" y="1317"/>
                  <a:pt x="812" y="1313"/>
                  <a:pt x="807" y="1313"/>
                </a:cubicBezTo>
                <a:cubicBezTo>
                  <a:pt x="802" y="1313"/>
                  <a:pt x="798" y="1317"/>
                  <a:pt x="798" y="1322"/>
                </a:cubicBezTo>
                <a:cubicBezTo>
                  <a:pt x="798" y="1327"/>
                  <a:pt x="802" y="1331"/>
                  <a:pt x="807" y="1331"/>
                </a:cubicBezTo>
                <a:cubicBezTo>
                  <a:pt x="812" y="1331"/>
                  <a:pt x="816" y="1327"/>
                  <a:pt x="816" y="1322"/>
                </a:cubicBezTo>
                <a:close/>
                <a:moveTo>
                  <a:pt x="841" y="1322"/>
                </a:moveTo>
                <a:cubicBezTo>
                  <a:pt x="841" y="1317"/>
                  <a:pt x="837" y="1313"/>
                  <a:pt x="833" y="1313"/>
                </a:cubicBezTo>
                <a:cubicBezTo>
                  <a:pt x="828" y="1313"/>
                  <a:pt x="824" y="1317"/>
                  <a:pt x="824" y="1322"/>
                </a:cubicBezTo>
                <a:cubicBezTo>
                  <a:pt x="824" y="1327"/>
                  <a:pt x="828" y="1331"/>
                  <a:pt x="833" y="1331"/>
                </a:cubicBezTo>
                <a:cubicBezTo>
                  <a:pt x="837" y="1331"/>
                  <a:pt x="841" y="1327"/>
                  <a:pt x="841" y="1322"/>
                </a:cubicBezTo>
                <a:close/>
                <a:moveTo>
                  <a:pt x="867" y="1322"/>
                </a:moveTo>
                <a:cubicBezTo>
                  <a:pt x="867" y="1317"/>
                  <a:pt x="863" y="1313"/>
                  <a:pt x="858" y="1313"/>
                </a:cubicBezTo>
                <a:cubicBezTo>
                  <a:pt x="854" y="1313"/>
                  <a:pt x="850" y="1317"/>
                  <a:pt x="850" y="1322"/>
                </a:cubicBezTo>
                <a:cubicBezTo>
                  <a:pt x="850" y="1327"/>
                  <a:pt x="854" y="1331"/>
                  <a:pt x="858" y="1331"/>
                </a:cubicBezTo>
                <a:cubicBezTo>
                  <a:pt x="863" y="1331"/>
                  <a:pt x="867" y="1327"/>
                  <a:pt x="867" y="1322"/>
                </a:cubicBezTo>
                <a:close/>
                <a:moveTo>
                  <a:pt x="1408" y="1322"/>
                </a:moveTo>
                <a:cubicBezTo>
                  <a:pt x="1408" y="1317"/>
                  <a:pt x="1404" y="1313"/>
                  <a:pt x="1399" y="1313"/>
                </a:cubicBezTo>
                <a:cubicBezTo>
                  <a:pt x="1395" y="1313"/>
                  <a:pt x="1391" y="1317"/>
                  <a:pt x="1391" y="1322"/>
                </a:cubicBezTo>
                <a:cubicBezTo>
                  <a:pt x="1391" y="1327"/>
                  <a:pt x="1395" y="1331"/>
                  <a:pt x="1399" y="1331"/>
                </a:cubicBezTo>
                <a:cubicBezTo>
                  <a:pt x="1404" y="1331"/>
                  <a:pt x="1408" y="1327"/>
                  <a:pt x="1408" y="1322"/>
                </a:cubicBezTo>
                <a:close/>
                <a:moveTo>
                  <a:pt x="1434" y="1322"/>
                </a:moveTo>
                <a:cubicBezTo>
                  <a:pt x="1434" y="1317"/>
                  <a:pt x="1430" y="1313"/>
                  <a:pt x="1425" y="1313"/>
                </a:cubicBezTo>
                <a:cubicBezTo>
                  <a:pt x="1420" y="1313"/>
                  <a:pt x="1417" y="1317"/>
                  <a:pt x="1417" y="1322"/>
                </a:cubicBezTo>
                <a:cubicBezTo>
                  <a:pt x="1417" y="1327"/>
                  <a:pt x="1420" y="1331"/>
                  <a:pt x="1425" y="1331"/>
                </a:cubicBezTo>
                <a:cubicBezTo>
                  <a:pt x="1430" y="1331"/>
                  <a:pt x="1434" y="1327"/>
                  <a:pt x="1434" y="1322"/>
                </a:cubicBezTo>
                <a:close/>
                <a:moveTo>
                  <a:pt x="1459" y="1322"/>
                </a:moveTo>
                <a:cubicBezTo>
                  <a:pt x="1459" y="1317"/>
                  <a:pt x="1456" y="1313"/>
                  <a:pt x="1451" y="1313"/>
                </a:cubicBezTo>
                <a:cubicBezTo>
                  <a:pt x="1446" y="1313"/>
                  <a:pt x="1442" y="1317"/>
                  <a:pt x="1442" y="1322"/>
                </a:cubicBezTo>
                <a:cubicBezTo>
                  <a:pt x="1442" y="1327"/>
                  <a:pt x="1446" y="1331"/>
                  <a:pt x="1451" y="1331"/>
                </a:cubicBezTo>
                <a:cubicBezTo>
                  <a:pt x="1456" y="1331"/>
                  <a:pt x="1459" y="1327"/>
                  <a:pt x="1459" y="1322"/>
                </a:cubicBezTo>
                <a:close/>
                <a:moveTo>
                  <a:pt x="1485" y="1322"/>
                </a:moveTo>
                <a:cubicBezTo>
                  <a:pt x="1485" y="1317"/>
                  <a:pt x="1481" y="1313"/>
                  <a:pt x="1477" y="1313"/>
                </a:cubicBezTo>
                <a:cubicBezTo>
                  <a:pt x="1472" y="1313"/>
                  <a:pt x="1468" y="1317"/>
                  <a:pt x="1468" y="1322"/>
                </a:cubicBezTo>
                <a:cubicBezTo>
                  <a:pt x="1468" y="1327"/>
                  <a:pt x="1472" y="1331"/>
                  <a:pt x="1477" y="1331"/>
                </a:cubicBezTo>
                <a:cubicBezTo>
                  <a:pt x="1481" y="1331"/>
                  <a:pt x="1485" y="1327"/>
                  <a:pt x="1485" y="1322"/>
                </a:cubicBezTo>
                <a:close/>
                <a:moveTo>
                  <a:pt x="2181" y="1322"/>
                </a:moveTo>
                <a:cubicBezTo>
                  <a:pt x="2181" y="1317"/>
                  <a:pt x="2177" y="1313"/>
                  <a:pt x="2172" y="1313"/>
                </a:cubicBezTo>
                <a:cubicBezTo>
                  <a:pt x="2167" y="1313"/>
                  <a:pt x="2164" y="1317"/>
                  <a:pt x="2164" y="1322"/>
                </a:cubicBezTo>
                <a:cubicBezTo>
                  <a:pt x="2164" y="1327"/>
                  <a:pt x="2167" y="1331"/>
                  <a:pt x="2172" y="1331"/>
                </a:cubicBezTo>
                <a:cubicBezTo>
                  <a:pt x="2177" y="1331"/>
                  <a:pt x="2181" y="1327"/>
                  <a:pt x="2181" y="1322"/>
                </a:cubicBezTo>
                <a:close/>
                <a:moveTo>
                  <a:pt x="2207" y="1322"/>
                </a:moveTo>
                <a:cubicBezTo>
                  <a:pt x="2207" y="1317"/>
                  <a:pt x="2203" y="1313"/>
                  <a:pt x="2198" y="1313"/>
                </a:cubicBezTo>
                <a:cubicBezTo>
                  <a:pt x="2193" y="1313"/>
                  <a:pt x="2189" y="1317"/>
                  <a:pt x="2189" y="1322"/>
                </a:cubicBezTo>
                <a:cubicBezTo>
                  <a:pt x="2189" y="1327"/>
                  <a:pt x="2193" y="1331"/>
                  <a:pt x="2198" y="1331"/>
                </a:cubicBezTo>
                <a:cubicBezTo>
                  <a:pt x="2203" y="1331"/>
                  <a:pt x="2207" y="1327"/>
                  <a:pt x="2207" y="1322"/>
                </a:cubicBezTo>
                <a:close/>
                <a:moveTo>
                  <a:pt x="2310" y="1322"/>
                </a:moveTo>
                <a:cubicBezTo>
                  <a:pt x="2310" y="1317"/>
                  <a:pt x="2306" y="1313"/>
                  <a:pt x="2301" y="1313"/>
                </a:cubicBezTo>
                <a:cubicBezTo>
                  <a:pt x="2296" y="1313"/>
                  <a:pt x="2292" y="1317"/>
                  <a:pt x="2292" y="1322"/>
                </a:cubicBezTo>
                <a:cubicBezTo>
                  <a:pt x="2292" y="1327"/>
                  <a:pt x="2296" y="1331"/>
                  <a:pt x="2301" y="1331"/>
                </a:cubicBezTo>
                <a:cubicBezTo>
                  <a:pt x="2306" y="1331"/>
                  <a:pt x="2310" y="1327"/>
                  <a:pt x="2310" y="1322"/>
                </a:cubicBezTo>
                <a:close/>
                <a:moveTo>
                  <a:pt x="2335" y="1322"/>
                </a:moveTo>
                <a:cubicBezTo>
                  <a:pt x="2335" y="1317"/>
                  <a:pt x="2331" y="1313"/>
                  <a:pt x="2327" y="1313"/>
                </a:cubicBezTo>
                <a:cubicBezTo>
                  <a:pt x="2322" y="1313"/>
                  <a:pt x="2318" y="1317"/>
                  <a:pt x="2318" y="1322"/>
                </a:cubicBezTo>
                <a:cubicBezTo>
                  <a:pt x="2318" y="1327"/>
                  <a:pt x="2322" y="1331"/>
                  <a:pt x="2327" y="1331"/>
                </a:cubicBezTo>
                <a:cubicBezTo>
                  <a:pt x="2331" y="1331"/>
                  <a:pt x="2335" y="1327"/>
                  <a:pt x="2335" y="1322"/>
                </a:cubicBezTo>
                <a:close/>
                <a:moveTo>
                  <a:pt x="2361" y="1322"/>
                </a:moveTo>
                <a:cubicBezTo>
                  <a:pt x="2361" y="1317"/>
                  <a:pt x="2357" y="1313"/>
                  <a:pt x="2352" y="1313"/>
                </a:cubicBezTo>
                <a:cubicBezTo>
                  <a:pt x="2348" y="1313"/>
                  <a:pt x="2344" y="1317"/>
                  <a:pt x="2344" y="1322"/>
                </a:cubicBezTo>
                <a:cubicBezTo>
                  <a:pt x="2344" y="1327"/>
                  <a:pt x="2348" y="1331"/>
                  <a:pt x="2352" y="1331"/>
                </a:cubicBezTo>
                <a:cubicBezTo>
                  <a:pt x="2357" y="1331"/>
                  <a:pt x="2361" y="1327"/>
                  <a:pt x="2361" y="1322"/>
                </a:cubicBezTo>
                <a:close/>
                <a:moveTo>
                  <a:pt x="2387" y="1322"/>
                </a:moveTo>
                <a:cubicBezTo>
                  <a:pt x="2387" y="1317"/>
                  <a:pt x="2383" y="1313"/>
                  <a:pt x="2378" y="1313"/>
                </a:cubicBezTo>
                <a:cubicBezTo>
                  <a:pt x="2373" y="1313"/>
                  <a:pt x="2370" y="1317"/>
                  <a:pt x="2370" y="1322"/>
                </a:cubicBezTo>
                <a:cubicBezTo>
                  <a:pt x="2370" y="1327"/>
                  <a:pt x="2373" y="1331"/>
                  <a:pt x="2378" y="1331"/>
                </a:cubicBezTo>
                <a:cubicBezTo>
                  <a:pt x="2383" y="1331"/>
                  <a:pt x="2387" y="1327"/>
                  <a:pt x="2387" y="1322"/>
                </a:cubicBezTo>
                <a:close/>
                <a:moveTo>
                  <a:pt x="2413" y="1322"/>
                </a:moveTo>
                <a:cubicBezTo>
                  <a:pt x="2413" y="1317"/>
                  <a:pt x="2409" y="1313"/>
                  <a:pt x="2404" y="1313"/>
                </a:cubicBezTo>
                <a:cubicBezTo>
                  <a:pt x="2399" y="1313"/>
                  <a:pt x="2395" y="1317"/>
                  <a:pt x="2395" y="1322"/>
                </a:cubicBezTo>
                <a:cubicBezTo>
                  <a:pt x="2395" y="1327"/>
                  <a:pt x="2399" y="1331"/>
                  <a:pt x="2404" y="1331"/>
                </a:cubicBezTo>
                <a:cubicBezTo>
                  <a:pt x="2409" y="1331"/>
                  <a:pt x="2413" y="1327"/>
                  <a:pt x="2413" y="1322"/>
                </a:cubicBezTo>
                <a:close/>
                <a:moveTo>
                  <a:pt x="2438" y="1322"/>
                </a:moveTo>
                <a:cubicBezTo>
                  <a:pt x="2438" y="1317"/>
                  <a:pt x="2434" y="1313"/>
                  <a:pt x="2430" y="1313"/>
                </a:cubicBezTo>
                <a:cubicBezTo>
                  <a:pt x="2425" y="1313"/>
                  <a:pt x="2421" y="1317"/>
                  <a:pt x="2421" y="1322"/>
                </a:cubicBezTo>
                <a:cubicBezTo>
                  <a:pt x="2421" y="1327"/>
                  <a:pt x="2425" y="1331"/>
                  <a:pt x="2430" y="1331"/>
                </a:cubicBezTo>
                <a:cubicBezTo>
                  <a:pt x="2434" y="1331"/>
                  <a:pt x="2438" y="1327"/>
                  <a:pt x="2438" y="1322"/>
                </a:cubicBezTo>
                <a:close/>
                <a:moveTo>
                  <a:pt x="738" y="1348"/>
                </a:moveTo>
                <a:cubicBezTo>
                  <a:pt x="738" y="1343"/>
                  <a:pt x="734" y="1339"/>
                  <a:pt x="730" y="1339"/>
                </a:cubicBezTo>
                <a:cubicBezTo>
                  <a:pt x="725" y="1339"/>
                  <a:pt x="721" y="1343"/>
                  <a:pt x="721" y="1348"/>
                </a:cubicBezTo>
                <a:cubicBezTo>
                  <a:pt x="721" y="1353"/>
                  <a:pt x="725" y="1356"/>
                  <a:pt x="730" y="1356"/>
                </a:cubicBezTo>
                <a:cubicBezTo>
                  <a:pt x="734" y="1356"/>
                  <a:pt x="738" y="1353"/>
                  <a:pt x="738" y="1348"/>
                </a:cubicBezTo>
                <a:close/>
                <a:moveTo>
                  <a:pt x="764" y="1348"/>
                </a:moveTo>
                <a:cubicBezTo>
                  <a:pt x="764" y="1343"/>
                  <a:pt x="760" y="1339"/>
                  <a:pt x="755" y="1339"/>
                </a:cubicBezTo>
                <a:cubicBezTo>
                  <a:pt x="751" y="1339"/>
                  <a:pt x="747" y="1343"/>
                  <a:pt x="747" y="1348"/>
                </a:cubicBezTo>
                <a:cubicBezTo>
                  <a:pt x="747" y="1353"/>
                  <a:pt x="751" y="1356"/>
                  <a:pt x="755" y="1356"/>
                </a:cubicBezTo>
                <a:cubicBezTo>
                  <a:pt x="760" y="1356"/>
                  <a:pt x="764" y="1353"/>
                  <a:pt x="764" y="1348"/>
                </a:cubicBezTo>
                <a:close/>
                <a:moveTo>
                  <a:pt x="790" y="1348"/>
                </a:moveTo>
                <a:cubicBezTo>
                  <a:pt x="790" y="1343"/>
                  <a:pt x="786" y="1339"/>
                  <a:pt x="781" y="1339"/>
                </a:cubicBezTo>
                <a:cubicBezTo>
                  <a:pt x="776" y="1339"/>
                  <a:pt x="773" y="1343"/>
                  <a:pt x="773" y="1348"/>
                </a:cubicBezTo>
                <a:cubicBezTo>
                  <a:pt x="773" y="1353"/>
                  <a:pt x="776" y="1356"/>
                  <a:pt x="781" y="1356"/>
                </a:cubicBezTo>
                <a:cubicBezTo>
                  <a:pt x="786" y="1356"/>
                  <a:pt x="790" y="1353"/>
                  <a:pt x="790" y="1348"/>
                </a:cubicBezTo>
                <a:close/>
                <a:moveTo>
                  <a:pt x="816" y="1348"/>
                </a:moveTo>
                <a:cubicBezTo>
                  <a:pt x="816" y="1343"/>
                  <a:pt x="812" y="1339"/>
                  <a:pt x="807" y="1339"/>
                </a:cubicBezTo>
                <a:cubicBezTo>
                  <a:pt x="802" y="1339"/>
                  <a:pt x="798" y="1343"/>
                  <a:pt x="798" y="1348"/>
                </a:cubicBezTo>
                <a:cubicBezTo>
                  <a:pt x="798" y="1353"/>
                  <a:pt x="802" y="1356"/>
                  <a:pt x="807" y="1356"/>
                </a:cubicBezTo>
                <a:cubicBezTo>
                  <a:pt x="812" y="1356"/>
                  <a:pt x="816" y="1353"/>
                  <a:pt x="816" y="1348"/>
                </a:cubicBezTo>
                <a:close/>
                <a:moveTo>
                  <a:pt x="2310" y="1348"/>
                </a:moveTo>
                <a:cubicBezTo>
                  <a:pt x="2310" y="1343"/>
                  <a:pt x="2306" y="1339"/>
                  <a:pt x="2301" y="1339"/>
                </a:cubicBezTo>
                <a:cubicBezTo>
                  <a:pt x="2296" y="1339"/>
                  <a:pt x="2292" y="1343"/>
                  <a:pt x="2292" y="1348"/>
                </a:cubicBezTo>
                <a:cubicBezTo>
                  <a:pt x="2292" y="1353"/>
                  <a:pt x="2296" y="1356"/>
                  <a:pt x="2301" y="1356"/>
                </a:cubicBezTo>
                <a:cubicBezTo>
                  <a:pt x="2306" y="1356"/>
                  <a:pt x="2310" y="1353"/>
                  <a:pt x="2310" y="1348"/>
                </a:cubicBezTo>
                <a:close/>
                <a:moveTo>
                  <a:pt x="2335" y="1348"/>
                </a:moveTo>
                <a:cubicBezTo>
                  <a:pt x="2335" y="1343"/>
                  <a:pt x="2331" y="1339"/>
                  <a:pt x="2327" y="1339"/>
                </a:cubicBezTo>
                <a:cubicBezTo>
                  <a:pt x="2322" y="1339"/>
                  <a:pt x="2318" y="1343"/>
                  <a:pt x="2318" y="1348"/>
                </a:cubicBezTo>
                <a:cubicBezTo>
                  <a:pt x="2318" y="1353"/>
                  <a:pt x="2322" y="1356"/>
                  <a:pt x="2327" y="1356"/>
                </a:cubicBezTo>
                <a:cubicBezTo>
                  <a:pt x="2331" y="1356"/>
                  <a:pt x="2335" y="1353"/>
                  <a:pt x="2335" y="1348"/>
                </a:cubicBezTo>
                <a:close/>
                <a:moveTo>
                  <a:pt x="2361" y="1348"/>
                </a:moveTo>
                <a:cubicBezTo>
                  <a:pt x="2361" y="1343"/>
                  <a:pt x="2357" y="1339"/>
                  <a:pt x="2352" y="1339"/>
                </a:cubicBezTo>
                <a:cubicBezTo>
                  <a:pt x="2348" y="1339"/>
                  <a:pt x="2344" y="1343"/>
                  <a:pt x="2344" y="1348"/>
                </a:cubicBezTo>
                <a:cubicBezTo>
                  <a:pt x="2344" y="1353"/>
                  <a:pt x="2348" y="1356"/>
                  <a:pt x="2352" y="1356"/>
                </a:cubicBezTo>
                <a:cubicBezTo>
                  <a:pt x="2357" y="1356"/>
                  <a:pt x="2361" y="1353"/>
                  <a:pt x="2361" y="1348"/>
                </a:cubicBezTo>
                <a:close/>
                <a:moveTo>
                  <a:pt x="2387" y="1348"/>
                </a:moveTo>
                <a:cubicBezTo>
                  <a:pt x="2387" y="1343"/>
                  <a:pt x="2383" y="1339"/>
                  <a:pt x="2378" y="1339"/>
                </a:cubicBezTo>
                <a:cubicBezTo>
                  <a:pt x="2373" y="1339"/>
                  <a:pt x="2370" y="1343"/>
                  <a:pt x="2370" y="1348"/>
                </a:cubicBezTo>
                <a:cubicBezTo>
                  <a:pt x="2370" y="1353"/>
                  <a:pt x="2373" y="1356"/>
                  <a:pt x="2378" y="1356"/>
                </a:cubicBezTo>
                <a:cubicBezTo>
                  <a:pt x="2383" y="1356"/>
                  <a:pt x="2387" y="1353"/>
                  <a:pt x="2387" y="1348"/>
                </a:cubicBezTo>
                <a:close/>
                <a:moveTo>
                  <a:pt x="2413" y="1348"/>
                </a:moveTo>
                <a:cubicBezTo>
                  <a:pt x="2413" y="1343"/>
                  <a:pt x="2409" y="1339"/>
                  <a:pt x="2404" y="1339"/>
                </a:cubicBezTo>
                <a:cubicBezTo>
                  <a:pt x="2399" y="1339"/>
                  <a:pt x="2395" y="1343"/>
                  <a:pt x="2395" y="1348"/>
                </a:cubicBezTo>
                <a:cubicBezTo>
                  <a:pt x="2395" y="1353"/>
                  <a:pt x="2399" y="1356"/>
                  <a:pt x="2404" y="1356"/>
                </a:cubicBezTo>
                <a:cubicBezTo>
                  <a:pt x="2409" y="1356"/>
                  <a:pt x="2413" y="1353"/>
                  <a:pt x="2413" y="1348"/>
                </a:cubicBezTo>
                <a:close/>
                <a:moveTo>
                  <a:pt x="738" y="1374"/>
                </a:moveTo>
                <a:cubicBezTo>
                  <a:pt x="738" y="1369"/>
                  <a:pt x="734" y="1365"/>
                  <a:pt x="730" y="1365"/>
                </a:cubicBezTo>
                <a:cubicBezTo>
                  <a:pt x="725" y="1365"/>
                  <a:pt x="721" y="1369"/>
                  <a:pt x="721" y="1374"/>
                </a:cubicBezTo>
                <a:cubicBezTo>
                  <a:pt x="721" y="1378"/>
                  <a:pt x="725" y="1382"/>
                  <a:pt x="730" y="1382"/>
                </a:cubicBezTo>
                <a:cubicBezTo>
                  <a:pt x="734" y="1382"/>
                  <a:pt x="738" y="1378"/>
                  <a:pt x="738" y="1374"/>
                </a:cubicBezTo>
                <a:close/>
                <a:moveTo>
                  <a:pt x="764" y="1374"/>
                </a:moveTo>
                <a:cubicBezTo>
                  <a:pt x="764" y="1369"/>
                  <a:pt x="760" y="1365"/>
                  <a:pt x="755" y="1365"/>
                </a:cubicBezTo>
                <a:cubicBezTo>
                  <a:pt x="751" y="1365"/>
                  <a:pt x="747" y="1369"/>
                  <a:pt x="747" y="1374"/>
                </a:cubicBezTo>
                <a:cubicBezTo>
                  <a:pt x="747" y="1378"/>
                  <a:pt x="751" y="1382"/>
                  <a:pt x="755" y="1382"/>
                </a:cubicBezTo>
                <a:cubicBezTo>
                  <a:pt x="760" y="1382"/>
                  <a:pt x="764" y="1378"/>
                  <a:pt x="764" y="1374"/>
                </a:cubicBezTo>
                <a:close/>
                <a:moveTo>
                  <a:pt x="790" y="1374"/>
                </a:moveTo>
                <a:cubicBezTo>
                  <a:pt x="790" y="1369"/>
                  <a:pt x="786" y="1365"/>
                  <a:pt x="781" y="1365"/>
                </a:cubicBezTo>
                <a:cubicBezTo>
                  <a:pt x="776" y="1365"/>
                  <a:pt x="773" y="1369"/>
                  <a:pt x="773" y="1374"/>
                </a:cubicBezTo>
                <a:cubicBezTo>
                  <a:pt x="773" y="1378"/>
                  <a:pt x="776" y="1382"/>
                  <a:pt x="781" y="1382"/>
                </a:cubicBezTo>
                <a:cubicBezTo>
                  <a:pt x="786" y="1382"/>
                  <a:pt x="790" y="1378"/>
                  <a:pt x="790" y="1374"/>
                </a:cubicBezTo>
                <a:close/>
                <a:moveTo>
                  <a:pt x="816" y="1374"/>
                </a:moveTo>
                <a:cubicBezTo>
                  <a:pt x="816" y="1369"/>
                  <a:pt x="812" y="1365"/>
                  <a:pt x="807" y="1365"/>
                </a:cubicBezTo>
                <a:cubicBezTo>
                  <a:pt x="802" y="1365"/>
                  <a:pt x="798" y="1369"/>
                  <a:pt x="798" y="1374"/>
                </a:cubicBezTo>
                <a:cubicBezTo>
                  <a:pt x="798" y="1378"/>
                  <a:pt x="802" y="1382"/>
                  <a:pt x="807" y="1382"/>
                </a:cubicBezTo>
                <a:cubicBezTo>
                  <a:pt x="812" y="1382"/>
                  <a:pt x="816" y="1378"/>
                  <a:pt x="816" y="1374"/>
                </a:cubicBezTo>
                <a:close/>
                <a:moveTo>
                  <a:pt x="2361" y="1374"/>
                </a:moveTo>
                <a:cubicBezTo>
                  <a:pt x="2361" y="1369"/>
                  <a:pt x="2357" y="1365"/>
                  <a:pt x="2352" y="1365"/>
                </a:cubicBezTo>
                <a:cubicBezTo>
                  <a:pt x="2348" y="1365"/>
                  <a:pt x="2344" y="1369"/>
                  <a:pt x="2344" y="1374"/>
                </a:cubicBezTo>
                <a:cubicBezTo>
                  <a:pt x="2344" y="1378"/>
                  <a:pt x="2348" y="1382"/>
                  <a:pt x="2352" y="1382"/>
                </a:cubicBezTo>
                <a:cubicBezTo>
                  <a:pt x="2357" y="1382"/>
                  <a:pt x="2361" y="1378"/>
                  <a:pt x="2361" y="1374"/>
                </a:cubicBezTo>
                <a:close/>
                <a:moveTo>
                  <a:pt x="2387" y="1374"/>
                </a:moveTo>
                <a:cubicBezTo>
                  <a:pt x="2387" y="1369"/>
                  <a:pt x="2383" y="1365"/>
                  <a:pt x="2378" y="1365"/>
                </a:cubicBezTo>
                <a:cubicBezTo>
                  <a:pt x="2373" y="1365"/>
                  <a:pt x="2370" y="1369"/>
                  <a:pt x="2370" y="1374"/>
                </a:cubicBezTo>
                <a:cubicBezTo>
                  <a:pt x="2370" y="1378"/>
                  <a:pt x="2373" y="1382"/>
                  <a:pt x="2378" y="1382"/>
                </a:cubicBezTo>
                <a:cubicBezTo>
                  <a:pt x="2383" y="1382"/>
                  <a:pt x="2387" y="1378"/>
                  <a:pt x="2387" y="1374"/>
                </a:cubicBezTo>
                <a:close/>
                <a:moveTo>
                  <a:pt x="2413" y="1374"/>
                </a:moveTo>
                <a:cubicBezTo>
                  <a:pt x="2413" y="1369"/>
                  <a:pt x="2409" y="1365"/>
                  <a:pt x="2404" y="1365"/>
                </a:cubicBezTo>
                <a:cubicBezTo>
                  <a:pt x="2399" y="1365"/>
                  <a:pt x="2395" y="1369"/>
                  <a:pt x="2395" y="1374"/>
                </a:cubicBezTo>
                <a:cubicBezTo>
                  <a:pt x="2395" y="1378"/>
                  <a:pt x="2399" y="1382"/>
                  <a:pt x="2404" y="1382"/>
                </a:cubicBezTo>
                <a:cubicBezTo>
                  <a:pt x="2409" y="1382"/>
                  <a:pt x="2413" y="1378"/>
                  <a:pt x="2413" y="1374"/>
                </a:cubicBezTo>
                <a:close/>
                <a:moveTo>
                  <a:pt x="2619" y="1374"/>
                </a:moveTo>
                <a:cubicBezTo>
                  <a:pt x="2619" y="1369"/>
                  <a:pt x="2615" y="1365"/>
                  <a:pt x="2610" y="1365"/>
                </a:cubicBezTo>
                <a:cubicBezTo>
                  <a:pt x="2605" y="1365"/>
                  <a:pt x="2601" y="1369"/>
                  <a:pt x="2601" y="1374"/>
                </a:cubicBezTo>
                <a:cubicBezTo>
                  <a:pt x="2601" y="1378"/>
                  <a:pt x="2605" y="1382"/>
                  <a:pt x="2610" y="1382"/>
                </a:cubicBezTo>
                <a:cubicBezTo>
                  <a:pt x="2615" y="1382"/>
                  <a:pt x="2619" y="1378"/>
                  <a:pt x="2619" y="1374"/>
                </a:cubicBezTo>
                <a:close/>
                <a:moveTo>
                  <a:pt x="2644" y="1374"/>
                </a:moveTo>
                <a:cubicBezTo>
                  <a:pt x="2644" y="1369"/>
                  <a:pt x="2641" y="1365"/>
                  <a:pt x="2636" y="1365"/>
                </a:cubicBezTo>
                <a:cubicBezTo>
                  <a:pt x="2631" y="1365"/>
                  <a:pt x="2627" y="1369"/>
                  <a:pt x="2627" y="1374"/>
                </a:cubicBezTo>
                <a:cubicBezTo>
                  <a:pt x="2627" y="1378"/>
                  <a:pt x="2631" y="1382"/>
                  <a:pt x="2636" y="1382"/>
                </a:cubicBezTo>
                <a:cubicBezTo>
                  <a:pt x="2641" y="1382"/>
                  <a:pt x="2644" y="1378"/>
                  <a:pt x="2644" y="1374"/>
                </a:cubicBezTo>
                <a:close/>
                <a:moveTo>
                  <a:pt x="738" y="1399"/>
                </a:moveTo>
                <a:cubicBezTo>
                  <a:pt x="738" y="1395"/>
                  <a:pt x="734" y="1391"/>
                  <a:pt x="730" y="1391"/>
                </a:cubicBezTo>
                <a:cubicBezTo>
                  <a:pt x="725" y="1391"/>
                  <a:pt x="721" y="1395"/>
                  <a:pt x="721" y="1399"/>
                </a:cubicBezTo>
                <a:cubicBezTo>
                  <a:pt x="721" y="1404"/>
                  <a:pt x="725" y="1408"/>
                  <a:pt x="730" y="1408"/>
                </a:cubicBezTo>
                <a:cubicBezTo>
                  <a:pt x="734" y="1408"/>
                  <a:pt x="738" y="1404"/>
                  <a:pt x="738" y="1399"/>
                </a:cubicBezTo>
                <a:close/>
                <a:moveTo>
                  <a:pt x="764" y="1399"/>
                </a:moveTo>
                <a:cubicBezTo>
                  <a:pt x="764" y="1395"/>
                  <a:pt x="760" y="1391"/>
                  <a:pt x="755" y="1391"/>
                </a:cubicBezTo>
                <a:cubicBezTo>
                  <a:pt x="751" y="1391"/>
                  <a:pt x="747" y="1395"/>
                  <a:pt x="747" y="1399"/>
                </a:cubicBezTo>
                <a:cubicBezTo>
                  <a:pt x="747" y="1404"/>
                  <a:pt x="751" y="1408"/>
                  <a:pt x="755" y="1408"/>
                </a:cubicBezTo>
                <a:cubicBezTo>
                  <a:pt x="760" y="1408"/>
                  <a:pt x="764" y="1404"/>
                  <a:pt x="764" y="1399"/>
                </a:cubicBezTo>
                <a:close/>
                <a:moveTo>
                  <a:pt x="790" y="1399"/>
                </a:moveTo>
                <a:cubicBezTo>
                  <a:pt x="790" y="1395"/>
                  <a:pt x="786" y="1391"/>
                  <a:pt x="781" y="1391"/>
                </a:cubicBezTo>
                <a:cubicBezTo>
                  <a:pt x="776" y="1391"/>
                  <a:pt x="773" y="1395"/>
                  <a:pt x="773" y="1399"/>
                </a:cubicBezTo>
                <a:cubicBezTo>
                  <a:pt x="773" y="1404"/>
                  <a:pt x="776" y="1408"/>
                  <a:pt x="781" y="1408"/>
                </a:cubicBezTo>
                <a:cubicBezTo>
                  <a:pt x="786" y="1408"/>
                  <a:pt x="790" y="1404"/>
                  <a:pt x="790" y="1399"/>
                </a:cubicBezTo>
                <a:close/>
                <a:moveTo>
                  <a:pt x="2593" y="1399"/>
                </a:moveTo>
                <a:cubicBezTo>
                  <a:pt x="2593" y="1395"/>
                  <a:pt x="2589" y="1391"/>
                  <a:pt x="2584" y="1391"/>
                </a:cubicBezTo>
                <a:cubicBezTo>
                  <a:pt x="2580" y="1391"/>
                  <a:pt x="2576" y="1395"/>
                  <a:pt x="2576" y="1399"/>
                </a:cubicBezTo>
                <a:cubicBezTo>
                  <a:pt x="2576" y="1404"/>
                  <a:pt x="2580" y="1408"/>
                  <a:pt x="2584" y="1408"/>
                </a:cubicBezTo>
                <a:cubicBezTo>
                  <a:pt x="2589" y="1408"/>
                  <a:pt x="2593" y="1404"/>
                  <a:pt x="2593" y="1399"/>
                </a:cubicBezTo>
                <a:close/>
                <a:moveTo>
                  <a:pt x="738" y="1425"/>
                </a:moveTo>
                <a:cubicBezTo>
                  <a:pt x="738" y="1420"/>
                  <a:pt x="734" y="1416"/>
                  <a:pt x="730" y="1416"/>
                </a:cubicBezTo>
                <a:cubicBezTo>
                  <a:pt x="725" y="1416"/>
                  <a:pt x="721" y="1420"/>
                  <a:pt x="721" y="1425"/>
                </a:cubicBezTo>
                <a:cubicBezTo>
                  <a:pt x="721" y="1430"/>
                  <a:pt x="725" y="1434"/>
                  <a:pt x="730" y="1434"/>
                </a:cubicBezTo>
                <a:cubicBezTo>
                  <a:pt x="734" y="1434"/>
                  <a:pt x="738" y="1430"/>
                  <a:pt x="738" y="1425"/>
                </a:cubicBezTo>
                <a:close/>
                <a:moveTo>
                  <a:pt x="764" y="1425"/>
                </a:moveTo>
                <a:cubicBezTo>
                  <a:pt x="764" y="1420"/>
                  <a:pt x="760" y="1416"/>
                  <a:pt x="755" y="1416"/>
                </a:cubicBezTo>
                <a:cubicBezTo>
                  <a:pt x="751" y="1416"/>
                  <a:pt x="747" y="1420"/>
                  <a:pt x="747" y="1425"/>
                </a:cubicBezTo>
                <a:cubicBezTo>
                  <a:pt x="747" y="1430"/>
                  <a:pt x="751" y="1434"/>
                  <a:pt x="755" y="1434"/>
                </a:cubicBezTo>
                <a:cubicBezTo>
                  <a:pt x="760" y="1434"/>
                  <a:pt x="764" y="1430"/>
                  <a:pt x="764" y="1425"/>
                </a:cubicBezTo>
                <a:close/>
                <a:moveTo>
                  <a:pt x="790" y="1425"/>
                </a:moveTo>
                <a:cubicBezTo>
                  <a:pt x="790" y="1420"/>
                  <a:pt x="786" y="1416"/>
                  <a:pt x="781" y="1416"/>
                </a:cubicBezTo>
                <a:cubicBezTo>
                  <a:pt x="776" y="1416"/>
                  <a:pt x="773" y="1420"/>
                  <a:pt x="773" y="1425"/>
                </a:cubicBezTo>
                <a:cubicBezTo>
                  <a:pt x="773" y="1430"/>
                  <a:pt x="776" y="1434"/>
                  <a:pt x="781" y="1434"/>
                </a:cubicBezTo>
                <a:cubicBezTo>
                  <a:pt x="786" y="1434"/>
                  <a:pt x="790" y="1430"/>
                  <a:pt x="790" y="1425"/>
                </a:cubicBezTo>
                <a:close/>
                <a:moveTo>
                  <a:pt x="2567" y="1425"/>
                </a:moveTo>
                <a:cubicBezTo>
                  <a:pt x="2567" y="1420"/>
                  <a:pt x="2563" y="1416"/>
                  <a:pt x="2559" y="1416"/>
                </a:cubicBezTo>
                <a:cubicBezTo>
                  <a:pt x="2554" y="1416"/>
                  <a:pt x="2550" y="1420"/>
                  <a:pt x="2550" y="1425"/>
                </a:cubicBezTo>
                <a:cubicBezTo>
                  <a:pt x="2550" y="1430"/>
                  <a:pt x="2554" y="1434"/>
                  <a:pt x="2559" y="1434"/>
                </a:cubicBezTo>
                <a:cubicBezTo>
                  <a:pt x="2563" y="1434"/>
                  <a:pt x="2567" y="1430"/>
                  <a:pt x="2567" y="1425"/>
                </a:cubicBezTo>
                <a:close/>
                <a:moveTo>
                  <a:pt x="2593" y="1425"/>
                </a:moveTo>
                <a:cubicBezTo>
                  <a:pt x="2593" y="1420"/>
                  <a:pt x="2589" y="1416"/>
                  <a:pt x="2584" y="1416"/>
                </a:cubicBezTo>
                <a:cubicBezTo>
                  <a:pt x="2580" y="1416"/>
                  <a:pt x="2576" y="1420"/>
                  <a:pt x="2576" y="1425"/>
                </a:cubicBezTo>
                <a:cubicBezTo>
                  <a:pt x="2576" y="1430"/>
                  <a:pt x="2580" y="1434"/>
                  <a:pt x="2584" y="1434"/>
                </a:cubicBezTo>
                <a:cubicBezTo>
                  <a:pt x="2589" y="1434"/>
                  <a:pt x="2593" y="1430"/>
                  <a:pt x="2593" y="1425"/>
                </a:cubicBezTo>
                <a:close/>
                <a:moveTo>
                  <a:pt x="2619" y="1425"/>
                </a:moveTo>
                <a:cubicBezTo>
                  <a:pt x="2619" y="1420"/>
                  <a:pt x="2615" y="1416"/>
                  <a:pt x="2610" y="1416"/>
                </a:cubicBezTo>
                <a:cubicBezTo>
                  <a:pt x="2605" y="1416"/>
                  <a:pt x="2601" y="1420"/>
                  <a:pt x="2601" y="1425"/>
                </a:cubicBezTo>
                <a:cubicBezTo>
                  <a:pt x="2601" y="1430"/>
                  <a:pt x="2605" y="1434"/>
                  <a:pt x="2610" y="1434"/>
                </a:cubicBezTo>
                <a:cubicBezTo>
                  <a:pt x="2615" y="1434"/>
                  <a:pt x="2619" y="1430"/>
                  <a:pt x="2619" y="1425"/>
                </a:cubicBezTo>
                <a:close/>
                <a:moveTo>
                  <a:pt x="738" y="1451"/>
                </a:moveTo>
                <a:cubicBezTo>
                  <a:pt x="738" y="1446"/>
                  <a:pt x="734" y="1442"/>
                  <a:pt x="730" y="1442"/>
                </a:cubicBezTo>
                <a:cubicBezTo>
                  <a:pt x="725" y="1442"/>
                  <a:pt x="721" y="1446"/>
                  <a:pt x="721" y="1451"/>
                </a:cubicBezTo>
                <a:cubicBezTo>
                  <a:pt x="721" y="1456"/>
                  <a:pt x="725" y="1459"/>
                  <a:pt x="730" y="1459"/>
                </a:cubicBezTo>
                <a:cubicBezTo>
                  <a:pt x="734" y="1459"/>
                  <a:pt x="738" y="1456"/>
                  <a:pt x="738" y="1451"/>
                </a:cubicBezTo>
                <a:close/>
                <a:moveTo>
                  <a:pt x="764" y="1451"/>
                </a:moveTo>
                <a:cubicBezTo>
                  <a:pt x="764" y="1446"/>
                  <a:pt x="760" y="1442"/>
                  <a:pt x="755" y="1442"/>
                </a:cubicBezTo>
                <a:cubicBezTo>
                  <a:pt x="751" y="1442"/>
                  <a:pt x="747" y="1446"/>
                  <a:pt x="747" y="1451"/>
                </a:cubicBezTo>
                <a:cubicBezTo>
                  <a:pt x="747" y="1456"/>
                  <a:pt x="751" y="1459"/>
                  <a:pt x="755" y="1459"/>
                </a:cubicBezTo>
                <a:cubicBezTo>
                  <a:pt x="760" y="1459"/>
                  <a:pt x="764" y="1456"/>
                  <a:pt x="764" y="1451"/>
                </a:cubicBezTo>
                <a:close/>
                <a:moveTo>
                  <a:pt x="790" y="1451"/>
                </a:moveTo>
                <a:cubicBezTo>
                  <a:pt x="790" y="1446"/>
                  <a:pt x="786" y="1442"/>
                  <a:pt x="781" y="1442"/>
                </a:cubicBezTo>
                <a:cubicBezTo>
                  <a:pt x="776" y="1442"/>
                  <a:pt x="773" y="1446"/>
                  <a:pt x="773" y="1451"/>
                </a:cubicBezTo>
                <a:cubicBezTo>
                  <a:pt x="773" y="1456"/>
                  <a:pt x="776" y="1459"/>
                  <a:pt x="781" y="1459"/>
                </a:cubicBezTo>
                <a:cubicBezTo>
                  <a:pt x="786" y="1459"/>
                  <a:pt x="790" y="1456"/>
                  <a:pt x="790" y="1451"/>
                </a:cubicBezTo>
                <a:close/>
                <a:moveTo>
                  <a:pt x="2541" y="1451"/>
                </a:moveTo>
                <a:cubicBezTo>
                  <a:pt x="2541" y="1446"/>
                  <a:pt x="2538" y="1442"/>
                  <a:pt x="2533" y="1442"/>
                </a:cubicBezTo>
                <a:cubicBezTo>
                  <a:pt x="2528" y="1442"/>
                  <a:pt x="2524" y="1446"/>
                  <a:pt x="2524" y="1451"/>
                </a:cubicBezTo>
                <a:cubicBezTo>
                  <a:pt x="2524" y="1456"/>
                  <a:pt x="2528" y="1459"/>
                  <a:pt x="2533" y="1459"/>
                </a:cubicBezTo>
                <a:cubicBezTo>
                  <a:pt x="2538" y="1459"/>
                  <a:pt x="2541" y="1456"/>
                  <a:pt x="2541" y="1451"/>
                </a:cubicBezTo>
                <a:close/>
                <a:moveTo>
                  <a:pt x="2567" y="1451"/>
                </a:moveTo>
                <a:cubicBezTo>
                  <a:pt x="2567" y="1446"/>
                  <a:pt x="2563" y="1442"/>
                  <a:pt x="2559" y="1442"/>
                </a:cubicBezTo>
                <a:cubicBezTo>
                  <a:pt x="2554" y="1442"/>
                  <a:pt x="2550" y="1446"/>
                  <a:pt x="2550" y="1451"/>
                </a:cubicBezTo>
                <a:cubicBezTo>
                  <a:pt x="2550" y="1456"/>
                  <a:pt x="2554" y="1459"/>
                  <a:pt x="2559" y="1459"/>
                </a:cubicBezTo>
                <a:cubicBezTo>
                  <a:pt x="2563" y="1459"/>
                  <a:pt x="2567" y="1456"/>
                  <a:pt x="2567" y="1451"/>
                </a:cubicBezTo>
                <a:close/>
                <a:moveTo>
                  <a:pt x="2593" y="1451"/>
                </a:moveTo>
                <a:cubicBezTo>
                  <a:pt x="2593" y="1446"/>
                  <a:pt x="2589" y="1442"/>
                  <a:pt x="2584" y="1442"/>
                </a:cubicBezTo>
                <a:cubicBezTo>
                  <a:pt x="2580" y="1442"/>
                  <a:pt x="2576" y="1446"/>
                  <a:pt x="2576" y="1451"/>
                </a:cubicBezTo>
                <a:cubicBezTo>
                  <a:pt x="2576" y="1456"/>
                  <a:pt x="2580" y="1459"/>
                  <a:pt x="2584" y="1459"/>
                </a:cubicBezTo>
                <a:cubicBezTo>
                  <a:pt x="2589" y="1459"/>
                  <a:pt x="2593" y="1456"/>
                  <a:pt x="2593" y="1451"/>
                </a:cubicBezTo>
                <a:close/>
                <a:moveTo>
                  <a:pt x="764" y="1477"/>
                </a:moveTo>
                <a:cubicBezTo>
                  <a:pt x="764" y="1472"/>
                  <a:pt x="760" y="1468"/>
                  <a:pt x="755" y="1468"/>
                </a:cubicBezTo>
                <a:cubicBezTo>
                  <a:pt x="751" y="1468"/>
                  <a:pt x="747" y="1472"/>
                  <a:pt x="747" y="1477"/>
                </a:cubicBezTo>
                <a:cubicBezTo>
                  <a:pt x="747" y="1481"/>
                  <a:pt x="751" y="1485"/>
                  <a:pt x="755" y="1485"/>
                </a:cubicBezTo>
                <a:cubicBezTo>
                  <a:pt x="760" y="1485"/>
                  <a:pt x="764" y="1481"/>
                  <a:pt x="764" y="1477"/>
                </a:cubicBezTo>
                <a:close/>
                <a:moveTo>
                  <a:pt x="2567" y="1477"/>
                </a:moveTo>
                <a:cubicBezTo>
                  <a:pt x="2567" y="1472"/>
                  <a:pt x="2563" y="1468"/>
                  <a:pt x="2559" y="1468"/>
                </a:cubicBezTo>
                <a:cubicBezTo>
                  <a:pt x="2554" y="1468"/>
                  <a:pt x="2550" y="1472"/>
                  <a:pt x="2550" y="1477"/>
                </a:cubicBezTo>
                <a:cubicBezTo>
                  <a:pt x="2550" y="1481"/>
                  <a:pt x="2554" y="1485"/>
                  <a:pt x="2559" y="1485"/>
                </a:cubicBezTo>
                <a:cubicBezTo>
                  <a:pt x="2563" y="1485"/>
                  <a:pt x="2567" y="1481"/>
                  <a:pt x="2567" y="1477"/>
                </a:cubicBezTo>
                <a:close/>
                <a:moveTo>
                  <a:pt x="790" y="1502"/>
                </a:moveTo>
                <a:cubicBezTo>
                  <a:pt x="790" y="1498"/>
                  <a:pt x="786" y="1494"/>
                  <a:pt x="781" y="1494"/>
                </a:cubicBezTo>
                <a:cubicBezTo>
                  <a:pt x="776" y="1494"/>
                  <a:pt x="773" y="1498"/>
                  <a:pt x="773" y="1502"/>
                </a:cubicBezTo>
                <a:cubicBezTo>
                  <a:pt x="773" y="1507"/>
                  <a:pt x="776" y="1511"/>
                  <a:pt x="781" y="1511"/>
                </a:cubicBezTo>
                <a:cubicBezTo>
                  <a:pt x="786" y="1511"/>
                  <a:pt x="790" y="1507"/>
                  <a:pt x="790" y="1502"/>
                </a:cubicBezTo>
                <a:close/>
              </a:path>
            </a:pathLst>
          </a:custGeom>
          <a:solidFill>
            <a:schemeClr val="tx1">
              <a:alpha val="20000"/>
            </a:schemeClr>
          </a:solidFill>
          <a:ln>
            <a:noFill/>
          </a:ln>
        </p:spPr>
        <p:txBody>
          <a:bodyPr vert="horz" wrap="square" lIns="68580" tIns="34290" rIns="68580" bIns="34290" numCol="1" anchor="t" anchorCtr="0" compatLnSpc="1">
            <a:prstTxWarp prst="textNoShape">
              <a:avLst/>
            </a:prstTxWarp>
          </a:bodyPr>
          <a:lstStyle/>
          <a:p>
            <a:endParaRPr lang="en-US">
              <a:latin typeface="Segoe UI" pitchFamily="34" charset="0"/>
              <a:cs typeface="Segoe UI" pitchFamily="34" charset="0"/>
            </a:endParaRPr>
          </a:p>
        </p:txBody>
      </p:sp>
    </p:spTree>
    <p:extLst>
      <p:ext uri="{BB962C8B-B14F-4D97-AF65-F5344CB8AC3E}">
        <p14:creationId xmlns:p14="http://schemas.microsoft.com/office/powerpoint/2010/main" val="598080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E4E2B14-6378-4C91-AF5B-F26E776B605F}"/>
              </a:ext>
            </a:extLst>
          </p:cNvPr>
          <p:cNvSpPr/>
          <p:nvPr userDrawn="1"/>
        </p:nvSpPr>
        <p:spPr>
          <a:xfrm>
            <a:off x="467544" y="4578670"/>
            <a:ext cx="7848872" cy="441352"/>
          </a:xfrm>
          <a:prstGeom prst="rect">
            <a:avLst/>
          </a:prstGeom>
        </p:spPr>
        <p:txBody>
          <a:bodyPr wrap="square" lIns="71323" tIns="35662" rIns="71323" bIns="35662">
            <a:spAutoFit/>
          </a:bodyPr>
          <a:lstStyle/>
          <a:p>
            <a:pPr defTabSz="450620" fontAlgn="base">
              <a:defRPr/>
            </a:pPr>
            <a:r>
              <a:rPr lang="en-US" sz="600" dirty="0">
                <a:solidFill>
                  <a:srgbClr val="828282"/>
                </a:solidFill>
                <a:latin typeface="Segoe UI" pitchFamily="34" charset="0"/>
                <a:cs typeface="Segoe UI" pitchFamily="34" charset="0"/>
              </a:rPr>
              <a:t>© Copyright 2022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Global Services Limited and its subsidiaries (hereinafter jointly referred as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All rights reserved.</a:t>
            </a:r>
          </a:p>
          <a:p>
            <a:pPr defTabSz="450620" fontAlgn="base">
              <a:defRPr/>
            </a:pPr>
            <a:r>
              <a:rPr lang="en-US" sz="600" dirty="0">
                <a:solidFill>
                  <a:srgbClr val="828282"/>
                </a:solidFill>
                <a:latin typeface="Segoe UI" pitchFamily="34" charset="0"/>
                <a:cs typeface="Segoe UI" pitchFamily="34" charset="0"/>
              </a:rPr>
              <a:t> </a:t>
            </a:r>
          </a:p>
          <a:p>
            <a:pPr defTabSz="450620" fontAlgn="base">
              <a:defRPr/>
            </a:pPr>
            <a:r>
              <a:rPr lang="en-US" sz="600" dirty="0">
                <a:solidFill>
                  <a:srgbClr val="828282"/>
                </a:solidFill>
                <a:latin typeface="Segoe UI" pitchFamily="34" charset="0"/>
                <a:cs typeface="Segoe UI" pitchFamily="34" charset="0"/>
              </a:rPr>
              <a:t>Contents in this document are confidential and proprietary to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No part of this document should be reproduced, published, transmitted or distributed in any form or by any means, electronic, mechanical, photocopying, recording or otherwise, nor should be disclosed to third parties without prior written approval from the marketing team at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a:t>
            </a:r>
          </a:p>
        </p:txBody>
      </p:sp>
      <p:grpSp>
        <p:nvGrpSpPr>
          <p:cNvPr id="19" name="Group 11"/>
          <p:cNvGrpSpPr/>
          <p:nvPr userDrawn="1"/>
        </p:nvGrpSpPr>
        <p:grpSpPr>
          <a:xfrm>
            <a:off x="526852" y="727132"/>
            <a:ext cx="1623429" cy="188434"/>
            <a:chOff x="9685338" y="627063"/>
            <a:chExt cx="4535487" cy="528637"/>
          </a:xfrm>
        </p:grpSpPr>
        <p:sp>
          <p:nvSpPr>
            <p:cNvPr id="20"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44" name="Picture 43" descr="Line-01.png"/>
          <p:cNvPicPr>
            <a:picLocks noChangeAspect="1"/>
          </p:cNvPicPr>
          <p:nvPr userDrawn="1"/>
        </p:nvPicPr>
        <p:blipFill>
          <a:blip r:embed="rId2" cstate="print"/>
          <a:stretch>
            <a:fillRect/>
          </a:stretch>
        </p:blipFill>
        <p:spPr>
          <a:xfrm>
            <a:off x="611560" y="3291583"/>
            <a:ext cx="7560840" cy="432295"/>
          </a:xfrm>
          <a:prstGeom prst="rect">
            <a:avLst/>
          </a:prstGeom>
        </p:spPr>
      </p:pic>
      <p:pic>
        <p:nvPicPr>
          <p:cNvPr id="45" name="Picture 44" descr="Line-02.png"/>
          <p:cNvPicPr>
            <a:picLocks noChangeAspect="1"/>
          </p:cNvPicPr>
          <p:nvPr userDrawn="1"/>
        </p:nvPicPr>
        <p:blipFill rotWithShape="1">
          <a:blip r:embed="rId3" cstate="print"/>
          <a:srcRect r="8403"/>
          <a:stretch/>
        </p:blipFill>
        <p:spPr>
          <a:xfrm>
            <a:off x="5831632" y="2859782"/>
            <a:ext cx="3312368" cy="432048"/>
          </a:xfrm>
          <a:prstGeom prst="rect">
            <a:avLst/>
          </a:prstGeom>
        </p:spPr>
      </p:pic>
      <p:sp>
        <p:nvSpPr>
          <p:cNvPr id="47" name="Rectangle 46"/>
          <p:cNvSpPr/>
          <p:nvPr userDrawn="1"/>
        </p:nvSpPr>
        <p:spPr>
          <a:xfrm>
            <a:off x="8460432" y="0"/>
            <a:ext cx="683568" cy="555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D7D0ACB2-79BD-4D4B-8E69-8B145CB87034}"/>
              </a:ext>
            </a:extLst>
          </p:cNvPr>
          <p:cNvSpPr>
            <a:spLocks noGrp="1"/>
          </p:cNvSpPr>
          <p:nvPr userDrawn="1">
            <p:ph type="title" hasCustomPrompt="1"/>
          </p:nvPr>
        </p:nvSpPr>
        <p:spPr>
          <a:xfrm>
            <a:off x="842408" y="1636291"/>
            <a:ext cx="3945616" cy="1151483"/>
          </a:xfrm>
        </p:spPr>
        <p:txBody>
          <a:bodyPr>
            <a:normAutofit/>
          </a:bodyPr>
          <a:lstStyle>
            <a:lvl1pPr>
              <a:defRPr sz="4800" b="1">
                <a:solidFill>
                  <a:srgbClr val="474747"/>
                </a:solidFill>
              </a:defRPr>
            </a:lvl1pPr>
          </a:lstStyle>
          <a:p>
            <a:r>
              <a:rPr lang="en-US" dirty="0"/>
              <a:t>Thank You</a:t>
            </a:r>
          </a:p>
        </p:txBody>
      </p:sp>
      <p:sp>
        <p:nvSpPr>
          <p:cNvPr id="18" name="Text Placeholder 2"/>
          <p:cNvSpPr>
            <a:spLocks noGrp="1"/>
          </p:cNvSpPr>
          <p:nvPr>
            <p:ph type="body" sz="quarter" idx="10"/>
          </p:nvPr>
        </p:nvSpPr>
        <p:spPr>
          <a:xfrm>
            <a:off x="893763" y="3940175"/>
            <a:ext cx="3822700" cy="360363"/>
          </a:xfrm>
        </p:spPr>
        <p:txBody>
          <a:bodyPr/>
          <a:lstStyle>
            <a:lvl1pPr>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0400" y="399600"/>
            <a:ext cx="7560000" cy="7200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70400" y="1152000"/>
            <a:ext cx="7560000" cy="339447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DAA74D3-E2FB-432A-B0D7-30229C880941}"/>
              </a:ext>
            </a:extLst>
          </p:cNvPr>
          <p:cNvCxnSpPr>
            <a:cxnSpLocks/>
          </p:cNvCxnSpPr>
          <p:nvPr/>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84119B5-58B1-4925-9E4F-6F6870001A19}"/>
              </a:ext>
            </a:extLst>
          </p:cNvPr>
          <p:cNvSpPr/>
          <p:nvPr/>
        </p:nvSpPr>
        <p:spPr>
          <a:xfrm>
            <a:off x="597426" y="-263525"/>
            <a:ext cx="1543049" cy="169151"/>
          </a:xfrm>
          <a:prstGeom prst="rect">
            <a:avLst/>
          </a:prstGeom>
          <a:solidFill>
            <a:srgbClr val="C00D0D"/>
          </a:solidFill>
          <a:ln>
            <a:noFill/>
          </a:ln>
          <a:effectLst>
            <a:outerShdw blurRad="381000" dist="127000" dir="5400000" algn="t" rotWithShape="0">
              <a:srgbClr val="C00D0D">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pic>
        <p:nvPicPr>
          <p:cNvPr id="10" name="Picture 2" descr="C:\Users\manish.madhavi\Desktop\Datamatics-Responsive-Logo.png">
            <a:extLst>
              <a:ext uri="{FF2B5EF4-FFF2-40B4-BE49-F238E27FC236}">
                <a16:creationId xmlns:a16="http://schemas.microsoft.com/office/drawing/2014/main" id="{EBB50A23-94CE-3647-BB94-B5F6FD1D307F}"/>
              </a:ext>
            </a:extLst>
          </p:cNvPr>
          <p:cNvPicPr>
            <a:picLocks noChangeAspect="1" noChangeArrowheads="1"/>
          </p:cNvPicPr>
          <p:nvPr/>
        </p:nvPicPr>
        <p:blipFill>
          <a:blip r:embed="rId23" cstate="print"/>
          <a:stretch>
            <a:fillRect/>
          </a:stretch>
        </p:blipFill>
        <p:spPr bwMode="auto">
          <a:xfrm>
            <a:off x="8688496" y="162521"/>
            <a:ext cx="315899" cy="315899"/>
          </a:xfrm>
          <a:prstGeom prst="rect">
            <a:avLst/>
          </a:prstGeom>
          <a:noFill/>
        </p:spPr>
      </p:pic>
      <p:sp>
        <p:nvSpPr>
          <p:cNvPr id="9" name="Slide Number Placeholder 5"/>
          <p:cNvSpPr txBox="1">
            <a:spLocks/>
          </p:cNvSpPr>
          <p:nvPr/>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777" r:id="rId4"/>
    <p:sldLayoutId id="2147483778" r:id="rId5"/>
    <p:sldLayoutId id="2147483785" r:id="rId6"/>
    <p:sldLayoutId id="2147483666" r:id="rId7"/>
    <p:sldLayoutId id="2147483789" r:id="rId8"/>
    <p:sldLayoutId id="2147483790" r:id="rId9"/>
    <p:sldLayoutId id="2147483792" r:id="rId10"/>
    <p:sldLayoutId id="2147483791" r:id="rId11"/>
    <p:sldLayoutId id="2147483781" r:id="rId12"/>
    <p:sldLayoutId id="2147483782" r:id="rId13"/>
    <p:sldLayoutId id="2147483783" r:id="rId14"/>
    <p:sldLayoutId id="2147483685" r:id="rId15"/>
    <p:sldLayoutId id="2147483787" r:id="rId16"/>
    <p:sldLayoutId id="2147483696" r:id="rId17"/>
    <p:sldLayoutId id="2147483788" r:id="rId18"/>
    <p:sldLayoutId id="2147483754" r:id="rId19"/>
    <p:sldLayoutId id="2147483756" r:id="rId20"/>
    <p:sldLayoutId id="2147483779" r:id="rId21"/>
  </p:sldLayoutIdLst>
  <p:txStyles>
    <p:title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p:titleStyle>
    <p:body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9" Type="http://schemas.openxmlformats.org/officeDocument/2006/relationships/image" Target="../media/image30.emf"/></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image" Target="../media/image37.png"/><Relationship Id="rId5" Type="http://schemas.openxmlformats.org/officeDocument/2006/relationships/diagramQuickStyle" Target="../diagrams/quickStyle1.xml"/><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diagramLayout" Target="../diagrams/layout1.xml"/><Relationship Id="rId9" Type="http://schemas.openxmlformats.org/officeDocument/2006/relationships/image" Target="../media/image35.png"/><Relationship Id="rId1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image" Target="../media/image43.emf"/><Relationship Id="rId7" Type="http://schemas.openxmlformats.org/officeDocument/2006/relationships/image" Target="../media/image47.emf"/><Relationship Id="rId2" Type="http://schemas.openxmlformats.org/officeDocument/2006/relationships/image" Target="../media/image42.emf"/><Relationship Id="rId1" Type="http://schemas.openxmlformats.org/officeDocument/2006/relationships/slideLayout" Target="../slideLayouts/slideLayout6.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 Id="rId9" Type="http://schemas.openxmlformats.org/officeDocument/2006/relationships/image" Target="../media/image49.emf"/></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twitter.com/Datamatics" TargetMode="External"/><Relationship Id="rId2" Type="http://schemas.openxmlformats.org/officeDocument/2006/relationships/hyperlink" Target="https://www.datamatics.com/" TargetMode="External"/><Relationship Id="rId1" Type="http://schemas.openxmlformats.org/officeDocument/2006/relationships/slideLayout" Target="../slideLayouts/slideLayout21.xml"/><Relationship Id="rId5" Type="http://schemas.openxmlformats.org/officeDocument/2006/relationships/hyperlink" Target="https://www.linkedin.com/company/datamatics/" TargetMode="External"/><Relationship Id="rId4" Type="http://schemas.openxmlformats.org/officeDocument/2006/relationships/hyperlink" Target="https://www.facebook.com/Datama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408" y="1491630"/>
            <a:ext cx="5673808" cy="1944216"/>
          </a:xfrm>
        </p:spPr>
        <p:txBody>
          <a:bodyPr>
            <a:normAutofit/>
          </a:bodyPr>
          <a:lstStyle/>
          <a:p>
            <a:r>
              <a:rPr lang="en-US" sz="3200" dirty="0"/>
              <a:t>Operational Efficiency for Document Centric Businesses</a:t>
            </a:r>
            <a:endParaRPr lang="en-IN" sz="3200" b="0" dirty="0"/>
          </a:p>
        </p:txBody>
      </p:sp>
      <p:pic>
        <p:nvPicPr>
          <p:cNvPr id="5" name="Graphic 4">
            <a:extLst>
              <a:ext uri="{FF2B5EF4-FFF2-40B4-BE49-F238E27FC236}">
                <a16:creationId xmlns:a16="http://schemas.microsoft.com/office/drawing/2014/main" id="{CF4FA232-01B4-7D4F-B9EB-3CD9F5464DF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576" y="4360887"/>
            <a:ext cx="1206570" cy="443111"/>
          </a:xfrm>
          <a:prstGeom prst="rect">
            <a:avLst/>
          </a:prstGeom>
        </p:spPr>
      </p:pic>
      <p:pic>
        <p:nvPicPr>
          <p:cNvPr id="7" name="Graphic 6">
            <a:extLst>
              <a:ext uri="{FF2B5EF4-FFF2-40B4-BE49-F238E27FC236}">
                <a16:creationId xmlns:a16="http://schemas.microsoft.com/office/drawing/2014/main" id="{11F858BA-7B86-D943-B8F5-55BCA0BDC7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3769" y="4360888"/>
            <a:ext cx="1944216" cy="340238"/>
          </a:xfrm>
          <a:prstGeom prst="rect">
            <a:avLst/>
          </a:prstGeom>
        </p:spPr>
      </p:pic>
    </p:spTree>
    <p:extLst>
      <p:ext uri="{BB962C8B-B14F-4D97-AF65-F5344CB8AC3E}">
        <p14:creationId xmlns:p14="http://schemas.microsoft.com/office/powerpoint/2010/main" val="2411519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72ACA32-7884-B349-8919-BF0D0A153403}"/>
              </a:ext>
            </a:extLst>
          </p:cNvPr>
          <p:cNvSpPr/>
          <p:nvPr/>
        </p:nvSpPr>
        <p:spPr>
          <a:xfrm>
            <a:off x="0" y="54864"/>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2541E69-6C8C-484E-989D-F17322CC0C83}"/>
              </a:ext>
            </a:extLst>
          </p:cNvPr>
          <p:cNvPicPr>
            <a:picLocks noChangeAspect="1"/>
          </p:cNvPicPr>
          <p:nvPr/>
        </p:nvPicPr>
        <p:blipFill>
          <a:blip r:embed="rId2">
            <a:alphaModFix amt="46000"/>
            <a:extLst>
              <a:ext uri="{28A0092B-C50C-407E-A947-70E740481C1C}">
                <a14:useLocalDpi xmlns:a14="http://schemas.microsoft.com/office/drawing/2010/main" val="0"/>
              </a:ext>
            </a:extLst>
          </a:blip>
          <a:stretch>
            <a:fillRect/>
          </a:stretch>
        </p:blipFill>
        <p:spPr>
          <a:xfrm>
            <a:off x="0" y="51470"/>
            <a:ext cx="9144000" cy="5143500"/>
          </a:xfrm>
          <a:prstGeom prst="rect">
            <a:avLst/>
          </a:prstGeom>
          <a:noFill/>
        </p:spPr>
      </p:pic>
      <p:sp>
        <p:nvSpPr>
          <p:cNvPr id="2" name="Rectangle 1">
            <a:extLst>
              <a:ext uri="{FF2B5EF4-FFF2-40B4-BE49-F238E27FC236}">
                <a16:creationId xmlns:a16="http://schemas.microsoft.com/office/drawing/2014/main" id="{41B2544E-6A74-4173-AB22-FA683F2C30F8}"/>
              </a:ext>
            </a:extLst>
          </p:cNvPr>
          <p:cNvSpPr/>
          <p:nvPr/>
        </p:nvSpPr>
        <p:spPr>
          <a:xfrm>
            <a:off x="-180528" y="804580"/>
            <a:ext cx="9432032" cy="450347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74A172F1-7886-C94F-9635-97D5C8B60C0E}"/>
              </a:ext>
            </a:extLst>
          </p:cNvPr>
          <p:cNvSpPr/>
          <p:nvPr/>
        </p:nvSpPr>
        <p:spPr>
          <a:xfrm>
            <a:off x="2821895" y="1363659"/>
            <a:ext cx="1570456" cy="1570456"/>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D656088-6905-CD46-8397-D43FA512B7A4}"/>
              </a:ext>
            </a:extLst>
          </p:cNvPr>
          <p:cNvSpPr txBox="1"/>
          <p:nvPr/>
        </p:nvSpPr>
        <p:spPr>
          <a:xfrm>
            <a:off x="2821895" y="1887277"/>
            <a:ext cx="1570456" cy="523220"/>
          </a:xfrm>
          <a:prstGeom prst="rect">
            <a:avLst/>
          </a:prstGeom>
          <a:noFill/>
        </p:spPr>
        <p:txBody>
          <a:bodyPr wrap="square" rtlCol="0">
            <a:spAutoFit/>
          </a:bodyPr>
          <a:lstStyle/>
          <a:p>
            <a:pPr algn="ctr"/>
            <a:r>
              <a:rPr lang="en-IN" sz="1400" dirty="0"/>
              <a:t>Insurance Claims &amp; Processing </a:t>
            </a:r>
          </a:p>
        </p:txBody>
      </p:sp>
      <p:sp>
        <p:nvSpPr>
          <p:cNvPr id="10" name="Oval 9">
            <a:extLst>
              <a:ext uri="{FF2B5EF4-FFF2-40B4-BE49-F238E27FC236}">
                <a16:creationId xmlns:a16="http://schemas.microsoft.com/office/drawing/2014/main" id="{26845BBB-450D-D94C-B205-D2955C9B4549}"/>
              </a:ext>
            </a:extLst>
          </p:cNvPr>
          <p:cNvSpPr/>
          <p:nvPr/>
        </p:nvSpPr>
        <p:spPr>
          <a:xfrm>
            <a:off x="1170076" y="1209780"/>
            <a:ext cx="1328136" cy="1328136"/>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BE9A0696-5762-D243-9C61-D74B9EB5308B}"/>
              </a:ext>
            </a:extLst>
          </p:cNvPr>
          <p:cNvSpPr txBox="1"/>
          <p:nvPr/>
        </p:nvSpPr>
        <p:spPr>
          <a:xfrm>
            <a:off x="1042056" y="1576234"/>
            <a:ext cx="1656184" cy="523220"/>
          </a:xfrm>
          <a:prstGeom prst="rect">
            <a:avLst/>
          </a:prstGeom>
          <a:noFill/>
        </p:spPr>
        <p:txBody>
          <a:bodyPr wrap="square" rtlCol="0">
            <a:spAutoFit/>
          </a:bodyPr>
          <a:lstStyle>
            <a:defPPr>
              <a:defRPr lang="en-US"/>
            </a:defPPr>
            <a:lvl1pPr algn="ctr">
              <a:defRPr sz="1400"/>
            </a:lvl1pPr>
          </a:lstStyle>
          <a:p>
            <a:r>
              <a:rPr lang="en-IN" dirty="0"/>
              <a:t>Finance &amp; Accounting</a:t>
            </a:r>
          </a:p>
        </p:txBody>
      </p:sp>
      <p:sp>
        <p:nvSpPr>
          <p:cNvPr id="12" name="Oval 11">
            <a:extLst>
              <a:ext uri="{FF2B5EF4-FFF2-40B4-BE49-F238E27FC236}">
                <a16:creationId xmlns:a16="http://schemas.microsoft.com/office/drawing/2014/main" id="{1730C528-9289-CB4A-B60B-4DDCC304177E}"/>
              </a:ext>
            </a:extLst>
          </p:cNvPr>
          <p:cNvSpPr/>
          <p:nvPr/>
        </p:nvSpPr>
        <p:spPr>
          <a:xfrm>
            <a:off x="4482461" y="2196874"/>
            <a:ext cx="1152128" cy="1152128"/>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033D8CE-BE49-4A42-9014-C97287C0EB27}"/>
              </a:ext>
            </a:extLst>
          </p:cNvPr>
          <p:cNvSpPr txBox="1"/>
          <p:nvPr/>
        </p:nvSpPr>
        <p:spPr>
          <a:xfrm>
            <a:off x="4482461" y="2403606"/>
            <a:ext cx="1152128" cy="738664"/>
          </a:xfrm>
          <a:prstGeom prst="rect">
            <a:avLst/>
          </a:prstGeom>
          <a:noFill/>
        </p:spPr>
        <p:txBody>
          <a:bodyPr wrap="square" rtlCol="0">
            <a:spAutoFit/>
          </a:bodyPr>
          <a:lstStyle/>
          <a:p>
            <a:pPr algn="ctr"/>
            <a:r>
              <a:rPr lang="en-IN" sz="1400" dirty="0"/>
              <a:t>Know your customer KYC</a:t>
            </a:r>
          </a:p>
        </p:txBody>
      </p:sp>
      <p:sp>
        <p:nvSpPr>
          <p:cNvPr id="14" name="Oval 13">
            <a:extLst>
              <a:ext uri="{FF2B5EF4-FFF2-40B4-BE49-F238E27FC236}">
                <a16:creationId xmlns:a16="http://schemas.microsoft.com/office/drawing/2014/main" id="{13BDC629-A9DB-074A-85FB-1357BD96343D}"/>
              </a:ext>
            </a:extLst>
          </p:cNvPr>
          <p:cNvSpPr/>
          <p:nvPr/>
        </p:nvSpPr>
        <p:spPr>
          <a:xfrm>
            <a:off x="6522228" y="3767934"/>
            <a:ext cx="889232" cy="889232"/>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4102EB13-B816-6C41-8147-4740A557D105}"/>
              </a:ext>
            </a:extLst>
          </p:cNvPr>
          <p:cNvSpPr txBox="1"/>
          <p:nvPr/>
        </p:nvSpPr>
        <p:spPr>
          <a:xfrm>
            <a:off x="6498792" y="4058662"/>
            <a:ext cx="936104" cy="307777"/>
          </a:xfrm>
          <a:prstGeom prst="rect">
            <a:avLst/>
          </a:prstGeom>
          <a:noFill/>
        </p:spPr>
        <p:txBody>
          <a:bodyPr wrap="square" rtlCol="0">
            <a:spAutoFit/>
          </a:bodyPr>
          <a:lstStyle/>
          <a:p>
            <a:pPr algn="ctr"/>
            <a:r>
              <a:rPr lang="en-IN" sz="1400" dirty="0"/>
              <a:t>Logistics</a:t>
            </a:r>
          </a:p>
        </p:txBody>
      </p:sp>
      <p:sp>
        <p:nvSpPr>
          <p:cNvPr id="16" name="Oval 15">
            <a:extLst>
              <a:ext uri="{FF2B5EF4-FFF2-40B4-BE49-F238E27FC236}">
                <a16:creationId xmlns:a16="http://schemas.microsoft.com/office/drawing/2014/main" id="{6E7C6C0D-2926-6248-9CAB-9DEB4E2977D3}"/>
              </a:ext>
            </a:extLst>
          </p:cNvPr>
          <p:cNvSpPr/>
          <p:nvPr/>
        </p:nvSpPr>
        <p:spPr>
          <a:xfrm>
            <a:off x="5884308" y="2440692"/>
            <a:ext cx="1315586" cy="1315586"/>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CFA75EC1-F477-DC42-9E1D-1FA32CAF141C}"/>
              </a:ext>
            </a:extLst>
          </p:cNvPr>
          <p:cNvSpPr txBox="1"/>
          <p:nvPr/>
        </p:nvSpPr>
        <p:spPr>
          <a:xfrm>
            <a:off x="5814185" y="2836875"/>
            <a:ext cx="1455832" cy="523220"/>
          </a:xfrm>
          <a:prstGeom prst="rect">
            <a:avLst/>
          </a:prstGeom>
          <a:noFill/>
        </p:spPr>
        <p:txBody>
          <a:bodyPr wrap="square" rtlCol="0">
            <a:spAutoFit/>
          </a:bodyPr>
          <a:lstStyle/>
          <a:p>
            <a:pPr algn="ctr"/>
            <a:r>
              <a:rPr lang="en-IN" sz="1400" dirty="0"/>
              <a:t>Contract Administration</a:t>
            </a:r>
          </a:p>
        </p:txBody>
      </p:sp>
      <p:sp>
        <p:nvSpPr>
          <p:cNvPr id="18" name="Oval 17">
            <a:extLst>
              <a:ext uri="{FF2B5EF4-FFF2-40B4-BE49-F238E27FC236}">
                <a16:creationId xmlns:a16="http://schemas.microsoft.com/office/drawing/2014/main" id="{C1D68170-E4C6-D544-BF74-F48F35D6803F}"/>
              </a:ext>
            </a:extLst>
          </p:cNvPr>
          <p:cNvSpPr/>
          <p:nvPr/>
        </p:nvSpPr>
        <p:spPr>
          <a:xfrm>
            <a:off x="922294" y="3524661"/>
            <a:ext cx="1105296" cy="1105296"/>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2B120AAA-874C-794C-8997-D45C906E03FE}"/>
              </a:ext>
            </a:extLst>
          </p:cNvPr>
          <p:cNvSpPr txBox="1"/>
          <p:nvPr/>
        </p:nvSpPr>
        <p:spPr>
          <a:xfrm>
            <a:off x="709706" y="3815699"/>
            <a:ext cx="1530472" cy="523220"/>
          </a:xfrm>
          <a:prstGeom prst="rect">
            <a:avLst/>
          </a:prstGeom>
          <a:noFill/>
        </p:spPr>
        <p:txBody>
          <a:bodyPr wrap="square" rtlCol="0">
            <a:spAutoFit/>
          </a:bodyPr>
          <a:lstStyle/>
          <a:p>
            <a:pPr algn="ctr"/>
            <a:r>
              <a:rPr lang="en-IN" sz="1400" dirty="0"/>
              <a:t>Grading for Education</a:t>
            </a:r>
          </a:p>
        </p:txBody>
      </p:sp>
      <p:sp>
        <p:nvSpPr>
          <p:cNvPr id="20" name="Oval 19">
            <a:extLst>
              <a:ext uri="{FF2B5EF4-FFF2-40B4-BE49-F238E27FC236}">
                <a16:creationId xmlns:a16="http://schemas.microsoft.com/office/drawing/2014/main" id="{E9BC8312-2B87-A449-AABE-6AB6A8ADA3E3}"/>
              </a:ext>
            </a:extLst>
          </p:cNvPr>
          <p:cNvSpPr/>
          <p:nvPr/>
        </p:nvSpPr>
        <p:spPr>
          <a:xfrm>
            <a:off x="7247319" y="1826418"/>
            <a:ext cx="1195512" cy="1184118"/>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DBBE4CF0-7278-374B-B70C-18CBADFF2C9A}"/>
              </a:ext>
            </a:extLst>
          </p:cNvPr>
          <p:cNvSpPr txBox="1"/>
          <p:nvPr/>
        </p:nvSpPr>
        <p:spPr>
          <a:xfrm>
            <a:off x="7236296" y="2270711"/>
            <a:ext cx="1229423" cy="307777"/>
          </a:xfrm>
          <a:prstGeom prst="rect">
            <a:avLst/>
          </a:prstGeom>
          <a:noFill/>
        </p:spPr>
        <p:txBody>
          <a:bodyPr wrap="square" rtlCol="0">
            <a:spAutoFit/>
          </a:bodyPr>
          <a:lstStyle/>
          <a:p>
            <a:pPr algn="ctr"/>
            <a:r>
              <a:rPr lang="en-IN" sz="1400" dirty="0"/>
              <a:t>Government</a:t>
            </a:r>
          </a:p>
        </p:txBody>
      </p:sp>
      <p:sp>
        <p:nvSpPr>
          <p:cNvPr id="22" name="Oval 21">
            <a:extLst>
              <a:ext uri="{FF2B5EF4-FFF2-40B4-BE49-F238E27FC236}">
                <a16:creationId xmlns:a16="http://schemas.microsoft.com/office/drawing/2014/main" id="{EDEB5556-9588-FD4E-949B-8C34738CAD3B}"/>
              </a:ext>
            </a:extLst>
          </p:cNvPr>
          <p:cNvSpPr/>
          <p:nvPr/>
        </p:nvSpPr>
        <p:spPr>
          <a:xfrm>
            <a:off x="4792038" y="3705028"/>
            <a:ext cx="792088" cy="792088"/>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0621381A-1A05-5345-87A2-FFC97DC62320}"/>
              </a:ext>
            </a:extLst>
          </p:cNvPr>
          <p:cNvSpPr txBox="1"/>
          <p:nvPr/>
        </p:nvSpPr>
        <p:spPr>
          <a:xfrm>
            <a:off x="4781562" y="3839462"/>
            <a:ext cx="813040" cy="523220"/>
          </a:xfrm>
          <a:prstGeom prst="rect">
            <a:avLst/>
          </a:prstGeom>
          <a:noFill/>
        </p:spPr>
        <p:txBody>
          <a:bodyPr wrap="square" rtlCol="0">
            <a:spAutoFit/>
          </a:bodyPr>
          <a:lstStyle/>
          <a:p>
            <a:pPr algn="ctr"/>
            <a:r>
              <a:rPr lang="en-IN" sz="1400" dirty="0"/>
              <a:t>Real</a:t>
            </a:r>
          </a:p>
          <a:p>
            <a:pPr algn="ctr"/>
            <a:r>
              <a:rPr lang="en-IN" sz="1400" dirty="0"/>
              <a:t>Estate</a:t>
            </a:r>
          </a:p>
        </p:txBody>
      </p:sp>
      <p:sp>
        <p:nvSpPr>
          <p:cNvPr id="24" name="Oval 23">
            <a:extLst>
              <a:ext uri="{FF2B5EF4-FFF2-40B4-BE49-F238E27FC236}">
                <a16:creationId xmlns:a16="http://schemas.microsoft.com/office/drawing/2014/main" id="{6113C840-F6ED-B747-A165-A8DDC7374063}"/>
              </a:ext>
            </a:extLst>
          </p:cNvPr>
          <p:cNvSpPr/>
          <p:nvPr/>
        </p:nvSpPr>
        <p:spPr>
          <a:xfrm>
            <a:off x="1932275" y="2735478"/>
            <a:ext cx="858368" cy="858368"/>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3732C805-7264-B444-9A63-17F55527CD0E}"/>
              </a:ext>
            </a:extLst>
          </p:cNvPr>
          <p:cNvSpPr txBox="1"/>
          <p:nvPr/>
        </p:nvSpPr>
        <p:spPr>
          <a:xfrm>
            <a:off x="1842165" y="2903052"/>
            <a:ext cx="1038589" cy="523220"/>
          </a:xfrm>
          <a:prstGeom prst="rect">
            <a:avLst/>
          </a:prstGeom>
          <a:noFill/>
        </p:spPr>
        <p:txBody>
          <a:bodyPr wrap="square" rtlCol="0">
            <a:spAutoFit/>
          </a:bodyPr>
          <a:lstStyle/>
          <a:p>
            <a:pPr algn="ctr"/>
            <a:r>
              <a:rPr lang="en-IN" sz="1400" dirty="0"/>
              <a:t>Trade Finance</a:t>
            </a:r>
          </a:p>
        </p:txBody>
      </p:sp>
      <p:sp>
        <p:nvSpPr>
          <p:cNvPr id="26" name="Oval 25">
            <a:extLst>
              <a:ext uri="{FF2B5EF4-FFF2-40B4-BE49-F238E27FC236}">
                <a16:creationId xmlns:a16="http://schemas.microsoft.com/office/drawing/2014/main" id="{4DB26576-656F-1A4D-ADB6-F9E6E0F7286C}"/>
              </a:ext>
            </a:extLst>
          </p:cNvPr>
          <p:cNvSpPr/>
          <p:nvPr/>
        </p:nvSpPr>
        <p:spPr>
          <a:xfrm>
            <a:off x="3304137" y="3196150"/>
            <a:ext cx="1030952" cy="1030952"/>
          </a:xfrm>
          <a:prstGeom prst="ellipse">
            <a:avLst/>
          </a:prstGeom>
          <a:solidFill>
            <a:schemeClr val="tx2">
              <a:lumMod val="95000"/>
            </a:schemeClr>
          </a:solidFill>
          <a:ln w="19050">
            <a:solidFill>
              <a:schemeClr val="tx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429476C-4019-8243-B4C8-1FD1FC0F0A80}"/>
              </a:ext>
            </a:extLst>
          </p:cNvPr>
          <p:cNvSpPr txBox="1"/>
          <p:nvPr/>
        </p:nvSpPr>
        <p:spPr>
          <a:xfrm>
            <a:off x="3264131" y="3412174"/>
            <a:ext cx="1110964" cy="523220"/>
          </a:xfrm>
          <a:prstGeom prst="rect">
            <a:avLst/>
          </a:prstGeom>
          <a:noFill/>
        </p:spPr>
        <p:txBody>
          <a:bodyPr wrap="square" rtlCol="0">
            <a:spAutoFit/>
          </a:bodyPr>
          <a:lstStyle/>
          <a:p>
            <a:pPr algn="ctr"/>
            <a:r>
              <a:rPr lang="en-IN" sz="1400" dirty="0"/>
              <a:t>Loan</a:t>
            </a:r>
          </a:p>
          <a:p>
            <a:pPr algn="ctr"/>
            <a:r>
              <a:rPr lang="en-IN" sz="1400" dirty="0"/>
              <a:t>Processing</a:t>
            </a:r>
          </a:p>
        </p:txBody>
      </p:sp>
      <p:grpSp>
        <p:nvGrpSpPr>
          <p:cNvPr id="28" name="Group 27">
            <a:extLst>
              <a:ext uri="{FF2B5EF4-FFF2-40B4-BE49-F238E27FC236}">
                <a16:creationId xmlns:a16="http://schemas.microsoft.com/office/drawing/2014/main" id="{91BFEEE1-2238-0049-A7AA-4CB717592FE9}"/>
              </a:ext>
            </a:extLst>
          </p:cNvPr>
          <p:cNvGrpSpPr/>
          <p:nvPr/>
        </p:nvGrpSpPr>
        <p:grpSpPr>
          <a:xfrm>
            <a:off x="5326297" y="1034014"/>
            <a:ext cx="1333888" cy="1315586"/>
            <a:chOff x="2938361" y="3524374"/>
            <a:chExt cx="1333888" cy="1315586"/>
          </a:xfrm>
        </p:grpSpPr>
        <p:sp>
          <p:nvSpPr>
            <p:cNvPr id="29" name="Oval 28">
              <a:extLst>
                <a:ext uri="{FF2B5EF4-FFF2-40B4-BE49-F238E27FC236}">
                  <a16:creationId xmlns:a16="http://schemas.microsoft.com/office/drawing/2014/main" id="{05D9E6F3-89F0-4544-B0F4-26BCE0D2754F}"/>
                </a:ext>
              </a:extLst>
            </p:cNvPr>
            <p:cNvSpPr/>
            <p:nvPr/>
          </p:nvSpPr>
          <p:spPr>
            <a:xfrm>
              <a:off x="2947512" y="3524374"/>
              <a:ext cx="1315586" cy="1315586"/>
            </a:xfrm>
            <a:prstGeom prst="ellips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90DE5ACF-6B51-8240-82E8-A230C64272C8}"/>
                </a:ext>
              </a:extLst>
            </p:cNvPr>
            <p:cNvSpPr txBox="1"/>
            <p:nvPr/>
          </p:nvSpPr>
          <p:spPr>
            <a:xfrm>
              <a:off x="2938361" y="3920557"/>
              <a:ext cx="1333888" cy="523220"/>
            </a:xfrm>
            <a:prstGeom prst="rect">
              <a:avLst/>
            </a:prstGeom>
            <a:noFill/>
          </p:spPr>
          <p:txBody>
            <a:bodyPr wrap="square" rtlCol="0">
              <a:spAutoFit/>
            </a:bodyPr>
            <a:lstStyle/>
            <a:p>
              <a:pPr algn="ctr"/>
              <a:r>
                <a:rPr lang="en-IN" sz="1400" dirty="0">
                  <a:solidFill>
                    <a:schemeClr val="bg1"/>
                  </a:solidFill>
                </a:rPr>
                <a:t>Background Verification</a:t>
              </a:r>
            </a:p>
          </p:txBody>
        </p:sp>
      </p:grpSp>
      <p:sp>
        <p:nvSpPr>
          <p:cNvPr id="31" name="Title 1">
            <a:extLst>
              <a:ext uri="{FF2B5EF4-FFF2-40B4-BE49-F238E27FC236}">
                <a16:creationId xmlns:a16="http://schemas.microsoft.com/office/drawing/2014/main" id="{3ED9CEF6-B368-2448-8962-51227DC59F93}"/>
              </a:ext>
            </a:extLst>
          </p:cNvPr>
          <p:cNvSpPr txBox="1">
            <a:spLocks/>
          </p:cNvSpPr>
          <p:nvPr/>
        </p:nvSpPr>
        <p:spPr>
          <a:xfrm>
            <a:off x="770400" y="399600"/>
            <a:ext cx="6641060" cy="720000"/>
          </a:xfrm>
          <a:prstGeom prst="rect">
            <a:avLst/>
          </a:prstGeom>
        </p:spPr>
        <p:txBody>
          <a:bodyPr/>
          <a:lst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a:lstStyle>
          <a:p>
            <a:r>
              <a:rPr lang="en-IN"/>
              <a:t>Documents still drive fundamental business processes</a:t>
            </a:r>
          </a:p>
        </p:txBody>
      </p:sp>
    </p:spTree>
    <p:extLst>
      <p:ext uri="{BB962C8B-B14F-4D97-AF65-F5344CB8AC3E}">
        <p14:creationId xmlns:p14="http://schemas.microsoft.com/office/powerpoint/2010/main" val="119545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34354F4A-028C-AE44-BB6F-FA9B90D80D74}"/>
              </a:ext>
            </a:extLst>
          </p:cNvPr>
          <p:cNvPicPr>
            <a:picLocks noChangeAspect="1"/>
          </p:cNvPicPr>
          <p:nvPr/>
        </p:nvPicPr>
        <p:blipFill>
          <a:blip r:embed="rId2">
            <a:alphaModFix/>
          </a:blip>
          <a:stretch>
            <a:fillRect/>
          </a:stretch>
        </p:blipFill>
        <p:spPr>
          <a:xfrm>
            <a:off x="0" y="1707654"/>
            <a:ext cx="9144000" cy="3705627"/>
          </a:xfrm>
          <a:prstGeom prst="rect">
            <a:avLst/>
          </a:prstGeom>
        </p:spPr>
      </p:pic>
      <p:sp>
        <p:nvSpPr>
          <p:cNvPr id="41" name="Rounded Rectangle 40">
            <a:extLst>
              <a:ext uri="{FF2B5EF4-FFF2-40B4-BE49-F238E27FC236}">
                <a16:creationId xmlns:a16="http://schemas.microsoft.com/office/drawing/2014/main" id="{7A45B626-35E6-B04E-A5E1-CDF497B2085A}"/>
              </a:ext>
            </a:extLst>
          </p:cNvPr>
          <p:cNvSpPr/>
          <p:nvPr/>
        </p:nvSpPr>
        <p:spPr>
          <a:xfrm>
            <a:off x="6730464" y="3084164"/>
            <a:ext cx="1263780" cy="290950"/>
          </a:xfrm>
          <a:prstGeom prst="roundRect">
            <a:avLst>
              <a:gd name="adj" fmla="val 50000"/>
            </a:avLst>
          </a:prstGeom>
          <a:solidFill>
            <a:schemeClr val="bg1"/>
          </a:solidFill>
          <a:ln w="11088">
            <a:solidFill>
              <a:srgbClr val="C00000"/>
            </a:solidFill>
          </a:ln>
        </p:spPr>
        <p:txBody>
          <a:bodyPr wrap="square" lIns="0" tIns="0" rIns="0" bIns="0" rtlCol="0"/>
          <a:lstStyle/>
          <a:p>
            <a:pPr algn="ctr"/>
            <a:r>
              <a:rPr lang="en-US" sz="1400" dirty="0">
                <a:solidFill>
                  <a:srgbClr val="C00000"/>
                </a:solidFill>
              </a:rPr>
              <a:t>Unstructured</a:t>
            </a:r>
          </a:p>
        </p:txBody>
      </p:sp>
      <p:sp>
        <p:nvSpPr>
          <p:cNvPr id="38" name="Rounded Rectangle 37">
            <a:extLst>
              <a:ext uri="{FF2B5EF4-FFF2-40B4-BE49-F238E27FC236}">
                <a16:creationId xmlns:a16="http://schemas.microsoft.com/office/drawing/2014/main" id="{EE7ED5F7-22C8-F043-AE3D-2E6039CB3A65}"/>
              </a:ext>
            </a:extLst>
          </p:cNvPr>
          <p:cNvSpPr/>
          <p:nvPr/>
        </p:nvSpPr>
        <p:spPr>
          <a:xfrm>
            <a:off x="6427963" y="2291355"/>
            <a:ext cx="1364068"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40" name="Rounded Rectangle 39">
            <a:extLst>
              <a:ext uri="{FF2B5EF4-FFF2-40B4-BE49-F238E27FC236}">
                <a16:creationId xmlns:a16="http://schemas.microsoft.com/office/drawing/2014/main" id="{726D60EA-4E9A-614B-95AB-F8BBAE47CB72}"/>
              </a:ext>
            </a:extLst>
          </p:cNvPr>
          <p:cNvSpPr/>
          <p:nvPr/>
        </p:nvSpPr>
        <p:spPr>
          <a:xfrm>
            <a:off x="6427963" y="1923678"/>
            <a:ext cx="1858697"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22" name="Rounded Rectangle 21">
            <a:extLst>
              <a:ext uri="{FF2B5EF4-FFF2-40B4-BE49-F238E27FC236}">
                <a16:creationId xmlns:a16="http://schemas.microsoft.com/office/drawing/2014/main" id="{6621CA6B-547F-D646-B965-6F7417EEC0A5}"/>
              </a:ext>
            </a:extLst>
          </p:cNvPr>
          <p:cNvSpPr/>
          <p:nvPr/>
        </p:nvSpPr>
        <p:spPr>
          <a:xfrm>
            <a:off x="2306560" y="1914765"/>
            <a:ext cx="504056"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24" name="Rounded Rectangle 23">
            <a:extLst>
              <a:ext uri="{FF2B5EF4-FFF2-40B4-BE49-F238E27FC236}">
                <a16:creationId xmlns:a16="http://schemas.microsoft.com/office/drawing/2014/main" id="{9357A262-0A95-344A-8CF1-16ABACC4D8C5}"/>
              </a:ext>
            </a:extLst>
          </p:cNvPr>
          <p:cNvSpPr/>
          <p:nvPr/>
        </p:nvSpPr>
        <p:spPr>
          <a:xfrm>
            <a:off x="915356" y="2307779"/>
            <a:ext cx="504056"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26" name="Rounded Rectangle 25">
            <a:extLst>
              <a:ext uri="{FF2B5EF4-FFF2-40B4-BE49-F238E27FC236}">
                <a16:creationId xmlns:a16="http://schemas.microsoft.com/office/drawing/2014/main" id="{017225AD-583C-1144-89C2-6143710B24EF}"/>
              </a:ext>
            </a:extLst>
          </p:cNvPr>
          <p:cNvSpPr/>
          <p:nvPr/>
        </p:nvSpPr>
        <p:spPr>
          <a:xfrm>
            <a:off x="1491421" y="2307779"/>
            <a:ext cx="504056"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28" name="Rounded Rectangle 27">
            <a:extLst>
              <a:ext uri="{FF2B5EF4-FFF2-40B4-BE49-F238E27FC236}">
                <a16:creationId xmlns:a16="http://schemas.microsoft.com/office/drawing/2014/main" id="{CE83FCFF-A471-1949-8980-CB9003231233}"/>
              </a:ext>
            </a:extLst>
          </p:cNvPr>
          <p:cNvSpPr/>
          <p:nvPr/>
        </p:nvSpPr>
        <p:spPr>
          <a:xfrm>
            <a:off x="1487892" y="1918076"/>
            <a:ext cx="762635"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32" name="Rounded Rectangle 31">
            <a:extLst>
              <a:ext uri="{FF2B5EF4-FFF2-40B4-BE49-F238E27FC236}">
                <a16:creationId xmlns:a16="http://schemas.microsoft.com/office/drawing/2014/main" id="{615E1DD4-B3B9-A942-B11F-A1FA49D52247}"/>
              </a:ext>
            </a:extLst>
          </p:cNvPr>
          <p:cNvSpPr/>
          <p:nvPr/>
        </p:nvSpPr>
        <p:spPr>
          <a:xfrm>
            <a:off x="3461736" y="1923678"/>
            <a:ext cx="1232968"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34" name="Rounded Rectangle 33">
            <a:extLst>
              <a:ext uri="{FF2B5EF4-FFF2-40B4-BE49-F238E27FC236}">
                <a16:creationId xmlns:a16="http://schemas.microsoft.com/office/drawing/2014/main" id="{CA40002B-CDEC-CD42-9AEC-200DD1E5C0C0}"/>
              </a:ext>
            </a:extLst>
          </p:cNvPr>
          <p:cNvSpPr/>
          <p:nvPr/>
        </p:nvSpPr>
        <p:spPr>
          <a:xfrm>
            <a:off x="4766712" y="1923678"/>
            <a:ext cx="792088"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36" name="Rounded Rectangle 35">
            <a:extLst>
              <a:ext uri="{FF2B5EF4-FFF2-40B4-BE49-F238E27FC236}">
                <a16:creationId xmlns:a16="http://schemas.microsoft.com/office/drawing/2014/main" id="{D34B2F3A-4475-8143-8852-C2BD41403525}"/>
              </a:ext>
            </a:extLst>
          </p:cNvPr>
          <p:cNvSpPr/>
          <p:nvPr/>
        </p:nvSpPr>
        <p:spPr>
          <a:xfrm>
            <a:off x="3461736" y="2283718"/>
            <a:ext cx="1737024"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2" name="Title 1">
            <a:extLst>
              <a:ext uri="{FF2B5EF4-FFF2-40B4-BE49-F238E27FC236}">
                <a16:creationId xmlns:a16="http://schemas.microsoft.com/office/drawing/2014/main" id="{617D7CE9-C245-B3C5-D8DD-F6A0528388D5}"/>
              </a:ext>
            </a:extLst>
          </p:cNvPr>
          <p:cNvSpPr>
            <a:spLocks noGrp="1"/>
          </p:cNvSpPr>
          <p:nvPr>
            <p:ph type="title"/>
          </p:nvPr>
        </p:nvSpPr>
        <p:spPr>
          <a:xfrm>
            <a:off x="770400" y="399600"/>
            <a:ext cx="6753928" cy="720000"/>
          </a:xfrm>
        </p:spPr>
        <p:txBody>
          <a:bodyPr/>
          <a:lstStyle/>
          <a:p>
            <a:r>
              <a:rPr lang="en-IN" dirty="0"/>
              <a:t>Background Verification companies manage complex and variable documents</a:t>
            </a:r>
          </a:p>
        </p:txBody>
      </p:sp>
      <p:sp>
        <p:nvSpPr>
          <p:cNvPr id="21" name="object 20">
            <a:extLst>
              <a:ext uri="{FF2B5EF4-FFF2-40B4-BE49-F238E27FC236}">
                <a16:creationId xmlns:a16="http://schemas.microsoft.com/office/drawing/2014/main" id="{07ED6E7F-665F-CC46-B98D-870D5A607A95}"/>
              </a:ext>
            </a:extLst>
          </p:cNvPr>
          <p:cNvSpPr txBox="1"/>
          <p:nvPr/>
        </p:nvSpPr>
        <p:spPr>
          <a:xfrm>
            <a:off x="2450577" y="1943132"/>
            <a:ext cx="360040" cy="187657"/>
          </a:xfrm>
          <a:prstGeom prst="rect">
            <a:avLst/>
          </a:prstGeom>
        </p:spPr>
        <p:txBody>
          <a:bodyPr vert="horz" wrap="square" lIns="0" tIns="14605" rIns="0" bIns="0" rtlCol="0">
            <a:spAutoFit/>
          </a:bodyPr>
          <a:lstStyle/>
          <a:p>
            <a:r>
              <a:rPr lang="en-IN" sz="1100" dirty="0">
                <a:solidFill>
                  <a:schemeClr val="bg1"/>
                </a:solidFill>
              </a:rPr>
              <a:t>W2</a:t>
            </a:r>
          </a:p>
        </p:txBody>
      </p:sp>
      <p:sp>
        <p:nvSpPr>
          <p:cNvPr id="23" name="object 20">
            <a:extLst>
              <a:ext uri="{FF2B5EF4-FFF2-40B4-BE49-F238E27FC236}">
                <a16:creationId xmlns:a16="http://schemas.microsoft.com/office/drawing/2014/main" id="{9643BE1D-D591-2F47-970B-DC5951ED430D}"/>
              </a:ext>
            </a:extLst>
          </p:cNvPr>
          <p:cNvSpPr txBox="1"/>
          <p:nvPr/>
        </p:nvSpPr>
        <p:spPr>
          <a:xfrm>
            <a:off x="1059373" y="2336146"/>
            <a:ext cx="360040" cy="184025"/>
          </a:xfrm>
          <a:prstGeom prst="rect">
            <a:avLst/>
          </a:prstGeom>
        </p:spPr>
        <p:txBody>
          <a:bodyPr vert="horz" wrap="square" lIns="0" tIns="14605" rIns="0" bIns="0" rtlCol="0">
            <a:spAutoFit/>
          </a:bodyPr>
          <a:lstStyle/>
          <a:p>
            <a:r>
              <a:rPr lang="en-IN" sz="1100" dirty="0">
                <a:solidFill>
                  <a:schemeClr val="bg1"/>
                </a:solidFill>
              </a:rPr>
              <a:t>W4</a:t>
            </a:r>
          </a:p>
        </p:txBody>
      </p:sp>
      <p:sp>
        <p:nvSpPr>
          <p:cNvPr id="25" name="object 20">
            <a:extLst>
              <a:ext uri="{FF2B5EF4-FFF2-40B4-BE49-F238E27FC236}">
                <a16:creationId xmlns:a16="http://schemas.microsoft.com/office/drawing/2014/main" id="{7264FFF3-1511-1E4E-8376-C4584961CD9C}"/>
              </a:ext>
            </a:extLst>
          </p:cNvPr>
          <p:cNvSpPr txBox="1"/>
          <p:nvPr/>
        </p:nvSpPr>
        <p:spPr>
          <a:xfrm>
            <a:off x="1635438" y="2336146"/>
            <a:ext cx="360040" cy="184025"/>
          </a:xfrm>
          <a:prstGeom prst="rect">
            <a:avLst/>
          </a:prstGeom>
        </p:spPr>
        <p:txBody>
          <a:bodyPr vert="horz" wrap="square" lIns="0" tIns="14605" rIns="0" bIns="0" rtlCol="0">
            <a:spAutoFit/>
          </a:bodyPr>
          <a:lstStyle/>
          <a:p>
            <a:r>
              <a:rPr lang="en-IN" sz="1100" dirty="0">
                <a:solidFill>
                  <a:schemeClr val="bg1"/>
                </a:solidFill>
              </a:rPr>
              <a:t>Tax</a:t>
            </a:r>
          </a:p>
        </p:txBody>
      </p:sp>
      <p:sp>
        <p:nvSpPr>
          <p:cNvPr id="27" name="object 20">
            <a:extLst>
              <a:ext uri="{FF2B5EF4-FFF2-40B4-BE49-F238E27FC236}">
                <a16:creationId xmlns:a16="http://schemas.microsoft.com/office/drawing/2014/main" id="{39CF54FD-B713-0246-951F-6FC89D1FDB24}"/>
              </a:ext>
            </a:extLst>
          </p:cNvPr>
          <p:cNvSpPr txBox="1"/>
          <p:nvPr/>
        </p:nvSpPr>
        <p:spPr>
          <a:xfrm>
            <a:off x="1631910" y="1946443"/>
            <a:ext cx="546610" cy="184025"/>
          </a:xfrm>
          <a:prstGeom prst="rect">
            <a:avLst/>
          </a:prstGeom>
        </p:spPr>
        <p:txBody>
          <a:bodyPr vert="horz" wrap="square" lIns="0" tIns="14605" rIns="0" bIns="0" rtlCol="0">
            <a:spAutoFit/>
          </a:bodyPr>
          <a:lstStyle/>
          <a:p>
            <a:r>
              <a:rPr lang="en-IN" sz="1100" dirty="0">
                <a:solidFill>
                  <a:schemeClr val="bg1"/>
                </a:solidFill>
              </a:rPr>
              <a:t>Payslips</a:t>
            </a:r>
          </a:p>
        </p:txBody>
      </p:sp>
      <p:sp>
        <p:nvSpPr>
          <p:cNvPr id="31" name="object 20">
            <a:extLst>
              <a:ext uri="{FF2B5EF4-FFF2-40B4-BE49-F238E27FC236}">
                <a16:creationId xmlns:a16="http://schemas.microsoft.com/office/drawing/2014/main" id="{B592C328-92F5-0642-8274-A175C2EB5539}"/>
              </a:ext>
            </a:extLst>
          </p:cNvPr>
          <p:cNvSpPr txBox="1"/>
          <p:nvPr/>
        </p:nvSpPr>
        <p:spPr>
          <a:xfrm>
            <a:off x="3605752" y="1952045"/>
            <a:ext cx="1016943" cy="184025"/>
          </a:xfrm>
          <a:prstGeom prst="rect">
            <a:avLst/>
          </a:prstGeom>
        </p:spPr>
        <p:txBody>
          <a:bodyPr vert="horz" wrap="square" lIns="0" tIns="14605" rIns="0" bIns="0" rtlCol="0">
            <a:spAutoFit/>
          </a:bodyPr>
          <a:lstStyle/>
          <a:p>
            <a:r>
              <a:rPr lang="en-IN" sz="1100" dirty="0">
                <a:solidFill>
                  <a:schemeClr val="bg1"/>
                </a:solidFill>
              </a:rPr>
              <a:t>Driver’s license</a:t>
            </a:r>
          </a:p>
        </p:txBody>
      </p:sp>
      <p:sp>
        <p:nvSpPr>
          <p:cNvPr id="33" name="object 20">
            <a:extLst>
              <a:ext uri="{FF2B5EF4-FFF2-40B4-BE49-F238E27FC236}">
                <a16:creationId xmlns:a16="http://schemas.microsoft.com/office/drawing/2014/main" id="{69E57CBD-8EE3-D64F-A51E-B65BCEA9CAC4}"/>
              </a:ext>
            </a:extLst>
          </p:cNvPr>
          <p:cNvSpPr txBox="1"/>
          <p:nvPr/>
        </p:nvSpPr>
        <p:spPr>
          <a:xfrm>
            <a:off x="4910729" y="1952045"/>
            <a:ext cx="576064" cy="187657"/>
          </a:xfrm>
          <a:prstGeom prst="rect">
            <a:avLst/>
          </a:prstGeom>
        </p:spPr>
        <p:txBody>
          <a:bodyPr vert="horz" wrap="square" lIns="0" tIns="14605" rIns="0" bIns="0" rtlCol="0">
            <a:spAutoFit/>
          </a:bodyPr>
          <a:lstStyle/>
          <a:p>
            <a:r>
              <a:rPr lang="en-IN" sz="1100" dirty="0">
                <a:solidFill>
                  <a:schemeClr val="bg1"/>
                </a:solidFill>
              </a:rPr>
              <a:t>Passport</a:t>
            </a:r>
          </a:p>
        </p:txBody>
      </p:sp>
      <p:sp>
        <p:nvSpPr>
          <p:cNvPr id="35" name="object 20">
            <a:extLst>
              <a:ext uri="{FF2B5EF4-FFF2-40B4-BE49-F238E27FC236}">
                <a16:creationId xmlns:a16="http://schemas.microsoft.com/office/drawing/2014/main" id="{F1E4D291-262D-4F4A-A009-A16E713882DF}"/>
              </a:ext>
            </a:extLst>
          </p:cNvPr>
          <p:cNvSpPr txBox="1"/>
          <p:nvPr/>
        </p:nvSpPr>
        <p:spPr>
          <a:xfrm>
            <a:off x="3605752" y="2312085"/>
            <a:ext cx="1521000" cy="184025"/>
          </a:xfrm>
          <a:prstGeom prst="rect">
            <a:avLst/>
          </a:prstGeom>
        </p:spPr>
        <p:txBody>
          <a:bodyPr vert="horz" wrap="square" lIns="0" tIns="14605" rIns="0" bIns="0" rtlCol="0">
            <a:spAutoFit/>
          </a:bodyPr>
          <a:lstStyle/>
          <a:p>
            <a:r>
              <a:rPr lang="en-IN" sz="1100" dirty="0">
                <a:solidFill>
                  <a:schemeClr val="bg1"/>
                </a:solidFill>
              </a:rPr>
              <a:t>Educational certificates</a:t>
            </a:r>
          </a:p>
        </p:txBody>
      </p:sp>
      <p:sp>
        <p:nvSpPr>
          <p:cNvPr id="37" name="object 20">
            <a:extLst>
              <a:ext uri="{FF2B5EF4-FFF2-40B4-BE49-F238E27FC236}">
                <a16:creationId xmlns:a16="http://schemas.microsoft.com/office/drawing/2014/main" id="{98030A67-282F-7743-89AD-BD6DFDEFCCCA}"/>
              </a:ext>
            </a:extLst>
          </p:cNvPr>
          <p:cNvSpPr txBox="1"/>
          <p:nvPr/>
        </p:nvSpPr>
        <p:spPr>
          <a:xfrm>
            <a:off x="6571979" y="2319722"/>
            <a:ext cx="1148044" cy="184025"/>
          </a:xfrm>
          <a:prstGeom prst="rect">
            <a:avLst/>
          </a:prstGeom>
        </p:spPr>
        <p:txBody>
          <a:bodyPr vert="horz" wrap="square" lIns="0" tIns="14605" rIns="0" bIns="0" rtlCol="0">
            <a:spAutoFit/>
          </a:bodyPr>
          <a:lstStyle/>
          <a:p>
            <a:r>
              <a:rPr lang="en-IN" sz="1100" dirty="0">
                <a:solidFill>
                  <a:schemeClr val="bg1"/>
                </a:solidFill>
              </a:rPr>
              <a:t>Health reports</a:t>
            </a:r>
          </a:p>
        </p:txBody>
      </p:sp>
      <p:sp>
        <p:nvSpPr>
          <p:cNvPr id="39" name="object 20">
            <a:extLst>
              <a:ext uri="{FF2B5EF4-FFF2-40B4-BE49-F238E27FC236}">
                <a16:creationId xmlns:a16="http://schemas.microsoft.com/office/drawing/2014/main" id="{4FA46613-E739-DC4D-B50C-54F8D4DC5FC3}"/>
              </a:ext>
            </a:extLst>
          </p:cNvPr>
          <p:cNvSpPr txBox="1"/>
          <p:nvPr/>
        </p:nvSpPr>
        <p:spPr>
          <a:xfrm>
            <a:off x="6571979" y="1952045"/>
            <a:ext cx="1642673" cy="184025"/>
          </a:xfrm>
          <a:prstGeom prst="rect">
            <a:avLst/>
          </a:prstGeom>
        </p:spPr>
        <p:txBody>
          <a:bodyPr vert="horz" wrap="square" lIns="0" tIns="14605" rIns="0" bIns="0" rtlCol="0">
            <a:spAutoFit/>
          </a:bodyPr>
          <a:lstStyle/>
          <a:p>
            <a:r>
              <a:rPr lang="en-IN" sz="1100" dirty="0">
                <a:solidFill>
                  <a:schemeClr val="bg1"/>
                </a:solidFill>
              </a:rPr>
              <a:t>Previous employer letters</a:t>
            </a:r>
          </a:p>
        </p:txBody>
      </p:sp>
      <p:sp>
        <p:nvSpPr>
          <p:cNvPr id="45" name="Rounded Rectangle 44">
            <a:extLst>
              <a:ext uri="{FF2B5EF4-FFF2-40B4-BE49-F238E27FC236}">
                <a16:creationId xmlns:a16="http://schemas.microsoft.com/office/drawing/2014/main" id="{F43BB7E7-D30A-624D-BC4F-304F4B6E1DCF}"/>
              </a:ext>
            </a:extLst>
          </p:cNvPr>
          <p:cNvSpPr/>
          <p:nvPr/>
        </p:nvSpPr>
        <p:spPr>
          <a:xfrm>
            <a:off x="632162" y="1707654"/>
            <a:ext cx="2355663" cy="1008112"/>
          </a:xfrm>
          <a:prstGeom prst="roundRect">
            <a:avLst>
              <a:gd name="adj" fmla="val 50000"/>
            </a:avLst>
          </a:prstGeom>
          <a:ln w="11088">
            <a:solidFill>
              <a:schemeClr val="bg1">
                <a:lumMod val="85000"/>
              </a:schemeClr>
            </a:solidFill>
          </a:ln>
        </p:spPr>
        <p:txBody>
          <a:bodyPr wrap="square" lIns="0" tIns="0" rIns="0" bIns="0" rtlCol="0"/>
          <a:lstStyle/>
          <a:p>
            <a:endParaRPr lang="en-US">
              <a:solidFill>
                <a:schemeClr val="tx1"/>
              </a:solidFill>
            </a:endParaRPr>
          </a:p>
        </p:txBody>
      </p:sp>
      <p:sp>
        <p:nvSpPr>
          <p:cNvPr id="46" name="Rounded Rectangle 45">
            <a:extLst>
              <a:ext uri="{FF2B5EF4-FFF2-40B4-BE49-F238E27FC236}">
                <a16:creationId xmlns:a16="http://schemas.microsoft.com/office/drawing/2014/main" id="{57A433C2-5859-C04F-A066-3BCCD92A372F}"/>
              </a:ext>
            </a:extLst>
          </p:cNvPr>
          <p:cNvSpPr/>
          <p:nvPr/>
        </p:nvSpPr>
        <p:spPr>
          <a:xfrm>
            <a:off x="3255256" y="1707654"/>
            <a:ext cx="2629389" cy="1008112"/>
          </a:xfrm>
          <a:prstGeom prst="roundRect">
            <a:avLst>
              <a:gd name="adj" fmla="val 50000"/>
            </a:avLst>
          </a:prstGeom>
          <a:ln w="11088">
            <a:solidFill>
              <a:schemeClr val="bg1">
                <a:lumMod val="85000"/>
              </a:schemeClr>
            </a:solidFill>
          </a:ln>
        </p:spPr>
        <p:txBody>
          <a:bodyPr wrap="square" lIns="0" tIns="0" rIns="0" bIns="0" rtlCol="0"/>
          <a:lstStyle/>
          <a:p>
            <a:endParaRPr lang="en-US">
              <a:solidFill>
                <a:schemeClr val="tx1"/>
              </a:solidFill>
            </a:endParaRPr>
          </a:p>
        </p:txBody>
      </p:sp>
      <p:sp>
        <p:nvSpPr>
          <p:cNvPr id="47" name="Rounded Rectangle 46">
            <a:extLst>
              <a:ext uri="{FF2B5EF4-FFF2-40B4-BE49-F238E27FC236}">
                <a16:creationId xmlns:a16="http://schemas.microsoft.com/office/drawing/2014/main" id="{9B7B6389-1678-7843-B705-ABF15E0DD056}"/>
              </a:ext>
            </a:extLst>
          </p:cNvPr>
          <p:cNvSpPr/>
          <p:nvPr/>
        </p:nvSpPr>
        <p:spPr>
          <a:xfrm>
            <a:off x="6152076" y="1707654"/>
            <a:ext cx="2380364" cy="1008112"/>
          </a:xfrm>
          <a:prstGeom prst="roundRect">
            <a:avLst>
              <a:gd name="adj" fmla="val 50000"/>
            </a:avLst>
          </a:prstGeom>
          <a:ln w="11088">
            <a:solidFill>
              <a:schemeClr val="bg1">
                <a:lumMod val="85000"/>
              </a:schemeClr>
            </a:solidFill>
          </a:ln>
        </p:spPr>
        <p:txBody>
          <a:bodyPr wrap="square" lIns="0" tIns="0" rIns="0" bIns="0" rtlCol="0"/>
          <a:lstStyle/>
          <a:p>
            <a:endParaRPr lang="en-US">
              <a:solidFill>
                <a:schemeClr val="tx1"/>
              </a:solidFill>
            </a:endParaRPr>
          </a:p>
        </p:txBody>
      </p:sp>
      <p:cxnSp>
        <p:nvCxnSpPr>
          <p:cNvPr id="52" name="Straight Connector 51">
            <a:extLst>
              <a:ext uri="{FF2B5EF4-FFF2-40B4-BE49-F238E27FC236}">
                <a16:creationId xmlns:a16="http://schemas.microsoft.com/office/drawing/2014/main" id="{1A3C4507-53F8-3349-AB33-AB0D18C25EFA}"/>
              </a:ext>
            </a:extLst>
          </p:cNvPr>
          <p:cNvCxnSpPr>
            <a:cxnSpLocks/>
          </p:cNvCxnSpPr>
          <p:nvPr/>
        </p:nvCxnSpPr>
        <p:spPr>
          <a:xfrm>
            <a:off x="3131840" y="2787774"/>
            <a:ext cx="0" cy="13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1179A60-8160-A642-9FF5-1B69496EBD3A}"/>
              </a:ext>
            </a:extLst>
          </p:cNvPr>
          <p:cNvCxnSpPr>
            <a:cxnSpLocks/>
          </p:cNvCxnSpPr>
          <p:nvPr/>
        </p:nvCxnSpPr>
        <p:spPr>
          <a:xfrm>
            <a:off x="6035295" y="2787774"/>
            <a:ext cx="0" cy="1296144"/>
          </a:xfrm>
          <a:prstGeom prst="line">
            <a:avLst/>
          </a:prstGeom>
        </p:spPr>
        <p:style>
          <a:lnRef idx="1">
            <a:schemeClr val="accent1"/>
          </a:lnRef>
          <a:fillRef idx="0">
            <a:schemeClr val="accent1"/>
          </a:fillRef>
          <a:effectRef idx="0">
            <a:schemeClr val="accent1"/>
          </a:effectRef>
          <a:fontRef idx="minor">
            <a:schemeClr val="tx1"/>
          </a:fontRef>
        </p:style>
      </p:cxnSp>
      <p:sp>
        <p:nvSpPr>
          <p:cNvPr id="3" name="Rounded Rectangle 25">
            <a:extLst>
              <a:ext uri="{FF2B5EF4-FFF2-40B4-BE49-F238E27FC236}">
                <a16:creationId xmlns:a16="http://schemas.microsoft.com/office/drawing/2014/main" id="{CBD7E4AD-8E7B-95A1-22C0-9A7304BE2B7B}"/>
              </a:ext>
            </a:extLst>
          </p:cNvPr>
          <p:cNvSpPr/>
          <p:nvPr/>
        </p:nvSpPr>
        <p:spPr>
          <a:xfrm>
            <a:off x="911829" y="1914765"/>
            <a:ext cx="504056" cy="254153"/>
          </a:xfrm>
          <a:prstGeom prst="roundRect">
            <a:avLst>
              <a:gd name="adj" fmla="val 50000"/>
            </a:avLst>
          </a:prstGeom>
          <a:solidFill>
            <a:schemeClr val="tx1"/>
          </a:solidFill>
          <a:ln w="11088">
            <a:noFill/>
          </a:ln>
        </p:spPr>
        <p:txBody>
          <a:bodyPr wrap="square" lIns="0" tIns="0" rIns="0" bIns="0" rtlCol="0"/>
          <a:lstStyle/>
          <a:p>
            <a:endParaRPr lang="en-US">
              <a:solidFill>
                <a:schemeClr val="tx1"/>
              </a:solidFill>
            </a:endParaRPr>
          </a:p>
        </p:txBody>
      </p:sp>
      <p:sp>
        <p:nvSpPr>
          <p:cNvPr id="4" name="object 20">
            <a:extLst>
              <a:ext uri="{FF2B5EF4-FFF2-40B4-BE49-F238E27FC236}">
                <a16:creationId xmlns:a16="http://schemas.microsoft.com/office/drawing/2014/main" id="{31DF72A1-B9B5-41FD-A589-AF39EA1A698F}"/>
              </a:ext>
            </a:extLst>
          </p:cNvPr>
          <p:cNvSpPr txBox="1"/>
          <p:nvPr/>
        </p:nvSpPr>
        <p:spPr>
          <a:xfrm>
            <a:off x="967933" y="1943132"/>
            <a:ext cx="501746" cy="184025"/>
          </a:xfrm>
          <a:prstGeom prst="rect">
            <a:avLst/>
          </a:prstGeom>
        </p:spPr>
        <p:txBody>
          <a:bodyPr vert="horz" wrap="square" lIns="0" tIns="14605" rIns="0" bIns="0" rtlCol="0">
            <a:spAutoFit/>
          </a:bodyPr>
          <a:lstStyle/>
          <a:p>
            <a:r>
              <a:rPr lang="en-IN" sz="1100" dirty="0">
                <a:solidFill>
                  <a:schemeClr val="bg1"/>
                </a:solidFill>
              </a:rPr>
              <a:t>Forms</a:t>
            </a:r>
          </a:p>
        </p:txBody>
      </p:sp>
      <p:sp>
        <p:nvSpPr>
          <p:cNvPr id="42" name="Rounded Rectangle 40">
            <a:extLst>
              <a:ext uri="{FF2B5EF4-FFF2-40B4-BE49-F238E27FC236}">
                <a16:creationId xmlns:a16="http://schemas.microsoft.com/office/drawing/2014/main" id="{2BDD4F2D-4C9D-435A-A07A-4A2A04E4881E}"/>
              </a:ext>
            </a:extLst>
          </p:cNvPr>
          <p:cNvSpPr/>
          <p:nvPr/>
        </p:nvSpPr>
        <p:spPr>
          <a:xfrm>
            <a:off x="3872016" y="3084164"/>
            <a:ext cx="1457816" cy="290950"/>
          </a:xfrm>
          <a:prstGeom prst="roundRect">
            <a:avLst>
              <a:gd name="adj" fmla="val 50000"/>
            </a:avLst>
          </a:prstGeom>
          <a:solidFill>
            <a:schemeClr val="bg1"/>
          </a:solidFill>
          <a:ln w="11088">
            <a:solidFill>
              <a:srgbClr val="C00000"/>
            </a:solidFill>
          </a:ln>
        </p:spPr>
        <p:txBody>
          <a:bodyPr wrap="square" lIns="0" tIns="0" rIns="0" bIns="0" rtlCol="0"/>
          <a:lstStyle/>
          <a:p>
            <a:pPr algn="ctr"/>
            <a:r>
              <a:rPr lang="en-US" sz="1400" dirty="0">
                <a:solidFill>
                  <a:srgbClr val="C00000"/>
                </a:solidFill>
              </a:rPr>
              <a:t>Semi-structured</a:t>
            </a:r>
          </a:p>
        </p:txBody>
      </p:sp>
      <p:sp>
        <p:nvSpPr>
          <p:cNvPr id="43" name="Rounded Rectangle 40">
            <a:extLst>
              <a:ext uri="{FF2B5EF4-FFF2-40B4-BE49-F238E27FC236}">
                <a16:creationId xmlns:a16="http://schemas.microsoft.com/office/drawing/2014/main" id="{66DEF399-CA9F-428B-B6C8-0FB7F883DCB7}"/>
              </a:ext>
            </a:extLst>
          </p:cNvPr>
          <p:cNvSpPr/>
          <p:nvPr/>
        </p:nvSpPr>
        <p:spPr>
          <a:xfrm>
            <a:off x="1219440" y="3083158"/>
            <a:ext cx="1296144" cy="290950"/>
          </a:xfrm>
          <a:prstGeom prst="roundRect">
            <a:avLst>
              <a:gd name="adj" fmla="val 50000"/>
            </a:avLst>
          </a:prstGeom>
          <a:solidFill>
            <a:schemeClr val="bg1"/>
          </a:solidFill>
          <a:ln w="11088">
            <a:solidFill>
              <a:srgbClr val="C00000"/>
            </a:solidFill>
          </a:ln>
        </p:spPr>
        <p:txBody>
          <a:bodyPr wrap="square" lIns="0" tIns="0" rIns="0" bIns="0" rtlCol="0"/>
          <a:lstStyle/>
          <a:p>
            <a:pPr algn="ctr"/>
            <a:r>
              <a:rPr lang="en-US" sz="1400" dirty="0">
                <a:solidFill>
                  <a:srgbClr val="C00000"/>
                </a:solidFill>
              </a:rPr>
              <a:t>Structured</a:t>
            </a:r>
          </a:p>
        </p:txBody>
      </p:sp>
      <p:sp>
        <p:nvSpPr>
          <p:cNvPr id="5" name="Rounded Rectangle 25">
            <a:extLst>
              <a:ext uri="{FF2B5EF4-FFF2-40B4-BE49-F238E27FC236}">
                <a16:creationId xmlns:a16="http://schemas.microsoft.com/office/drawing/2014/main" id="{25B3BED5-98D2-D008-0B1C-696A24D9D696}"/>
              </a:ext>
            </a:extLst>
          </p:cNvPr>
          <p:cNvSpPr/>
          <p:nvPr/>
        </p:nvSpPr>
        <p:spPr>
          <a:xfrm>
            <a:off x="2072323" y="2307549"/>
            <a:ext cx="504056" cy="254153"/>
          </a:xfrm>
          <a:prstGeom prst="roundRect">
            <a:avLst>
              <a:gd name="adj" fmla="val 50000"/>
            </a:avLst>
          </a:prstGeom>
          <a:noFill/>
          <a:ln w="12700">
            <a:solidFill>
              <a:schemeClr val="tx1"/>
            </a:solidFill>
          </a:ln>
        </p:spPr>
        <p:txBody>
          <a:bodyPr wrap="square" lIns="0" tIns="0" rIns="0" bIns="0" rtlCol="0"/>
          <a:lstStyle/>
          <a:p>
            <a:endParaRPr lang="en-US" dirty="0"/>
          </a:p>
        </p:txBody>
      </p:sp>
      <p:sp>
        <p:nvSpPr>
          <p:cNvPr id="6" name="object 20">
            <a:extLst>
              <a:ext uri="{FF2B5EF4-FFF2-40B4-BE49-F238E27FC236}">
                <a16:creationId xmlns:a16="http://schemas.microsoft.com/office/drawing/2014/main" id="{DD27E97B-4817-3941-2709-8DFCEC46A6DD}"/>
              </a:ext>
            </a:extLst>
          </p:cNvPr>
          <p:cNvSpPr txBox="1"/>
          <p:nvPr/>
        </p:nvSpPr>
        <p:spPr>
          <a:xfrm>
            <a:off x="2170287" y="2335813"/>
            <a:ext cx="360040" cy="184025"/>
          </a:xfrm>
          <a:prstGeom prst="rect">
            <a:avLst/>
          </a:prstGeom>
        </p:spPr>
        <p:txBody>
          <a:bodyPr vert="horz" wrap="square" lIns="0" tIns="14605" rIns="0" bIns="0" rtlCol="0">
            <a:spAutoFit/>
          </a:bodyPr>
          <a:lstStyle/>
          <a:p>
            <a:r>
              <a:rPr lang="en-IN" sz="1100" b="1" dirty="0"/>
              <a:t>….</a:t>
            </a:r>
          </a:p>
        </p:txBody>
      </p:sp>
      <p:sp>
        <p:nvSpPr>
          <p:cNvPr id="7" name="Rounded Rectangle 25">
            <a:extLst>
              <a:ext uri="{FF2B5EF4-FFF2-40B4-BE49-F238E27FC236}">
                <a16:creationId xmlns:a16="http://schemas.microsoft.com/office/drawing/2014/main" id="{B16E3C91-E22A-D691-BD1D-6BD5BD9161D8}"/>
              </a:ext>
            </a:extLst>
          </p:cNvPr>
          <p:cNvSpPr/>
          <p:nvPr/>
        </p:nvSpPr>
        <p:spPr>
          <a:xfrm>
            <a:off x="5251888" y="2283718"/>
            <a:ext cx="504056" cy="254153"/>
          </a:xfrm>
          <a:prstGeom prst="roundRect">
            <a:avLst>
              <a:gd name="adj" fmla="val 50000"/>
            </a:avLst>
          </a:prstGeom>
          <a:noFill/>
          <a:ln w="12700">
            <a:solidFill>
              <a:schemeClr val="tx1"/>
            </a:solidFill>
          </a:ln>
        </p:spPr>
        <p:txBody>
          <a:bodyPr wrap="square" lIns="0" tIns="0" rIns="0" bIns="0" rtlCol="0"/>
          <a:lstStyle/>
          <a:p>
            <a:endParaRPr lang="en-US" dirty="0"/>
          </a:p>
        </p:txBody>
      </p:sp>
      <p:sp>
        <p:nvSpPr>
          <p:cNvPr id="8" name="object 20">
            <a:extLst>
              <a:ext uri="{FF2B5EF4-FFF2-40B4-BE49-F238E27FC236}">
                <a16:creationId xmlns:a16="http://schemas.microsoft.com/office/drawing/2014/main" id="{8383A597-C64A-BFEE-A34E-AE08BFBBEF35}"/>
              </a:ext>
            </a:extLst>
          </p:cNvPr>
          <p:cNvSpPr txBox="1"/>
          <p:nvPr/>
        </p:nvSpPr>
        <p:spPr>
          <a:xfrm>
            <a:off x="5339804" y="2305366"/>
            <a:ext cx="360040" cy="184025"/>
          </a:xfrm>
          <a:prstGeom prst="rect">
            <a:avLst/>
          </a:prstGeom>
        </p:spPr>
        <p:txBody>
          <a:bodyPr vert="horz" wrap="square" lIns="0" tIns="14605" rIns="0" bIns="0" rtlCol="0">
            <a:spAutoFit/>
          </a:bodyPr>
          <a:lstStyle/>
          <a:p>
            <a:r>
              <a:rPr lang="en-IN" sz="1100" b="1" dirty="0"/>
              <a:t>….</a:t>
            </a:r>
          </a:p>
        </p:txBody>
      </p:sp>
      <p:sp>
        <p:nvSpPr>
          <p:cNvPr id="9" name="Rounded Rectangle 25">
            <a:extLst>
              <a:ext uri="{FF2B5EF4-FFF2-40B4-BE49-F238E27FC236}">
                <a16:creationId xmlns:a16="http://schemas.microsoft.com/office/drawing/2014/main" id="{F79123B2-8C84-D3C2-61DE-C763A1834DD4}"/>
              </a:ext>
            </a:extLst>
          </p:cNvPr>
          <p:cNvSpPr/>
          <p:nvPr/>
        </p:nvSpPr>
        <p:spPr>
          <a:xfrm>
            <a:off x="7823293" y="2283718"/>
            <a:ext cx="504056" cy="254153"/>
          </a:xfrm>
          <a:prstGeom prst="roundRect">
            <a:avLst>
              <a:gd name="adj" fmla="val 50000"/>
            </a:avLst>
          </a:prstGeom>
          <a:noFill/>
          <a:ln w="12700">
            <a:solidFill>
              <a:schemeClr val="tx1"/>
            </a:solidFill>
          </a:ln>
        </p:spPr>
        <p:txBody>
          <a:bodyPr wrap="square" lIns="0" tIns="0" rIns="0" bIns="0" rtlCol="0"/>
          <a:lstStyle/>
          <a:p>
            <a:endParaRPr lang="en-US" dirty="0"/>
          </a:p>
        </p:txBody>
      </p:sp>
      <p:sp>
        <p:nvSpPr>
          <p:cNvPr id="10" name="object 20">
            <a:extLst>
              <a:ext uri="{FF2B5EF4-FFF2-40B4-BE49-F238E27FC236}">
                <a16:creationId xmlns:a16="http://schemas.microsoft.com/office/drawing/2014/main" id="{12AC02C4-2C3B-A0C8-3F8B-E52F644F35E8}"/>
              </a:ext>
            </a:extLst>
          </p:cNvPr>
          <p:cNvSpPr txBox="1"/>
          <p:nvPr/>
        </p:nvSpPr>
        <p:spPr>
          <a:xfrm>
            <a:off x="7911209" y="2305366"/>
            <a:ext cx="360040" cy="184025"/>
          </a:xfrm>
          <a:prstGeom prst="rect">
            <a:avLst/>
          </a:prstGeom>
        </p:spPr>
        <p:txBody>
          <a:bodyPr vert="horz" wrap="square" lIns="0" tIns="14605" rIns="0" bIns="0" rtlCol="0">
            <a:spAutoFit/>
          </a:bodyPr>
          <a:lstStyle>
            <a:defPPr>
              <a:defRPr lang="en-US"/>
            </a:defPPr>
            <a:lvl1pPr>
              <a:defRPr sz="1100" b="1"/>
            </a:lvl1pPr>
          </a:lstStyle>
          <a:p>
            <a:r>
              <a:rPr lang="en-IN" dirty="0"/>
              <a:t>….</a:t>
            </a:r>
          </a:p>
        </p:txBody>
      </p:sp>
    </p:spTree>
    <p:extLst>
      <p:ext uri="{BB962C8B-B14F-4D97-AF65-F5344CB8AC3E}">
        <p14:creationId xmlns:p14="http://schemas.microsoft.com/office/powerpoint/2010/main" val="135246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AAA8517-A3D8-8448-99B8-AF5B41F0EB79}"/>
              </a:ext>
            </a:extLst>
          </p:cNvPr>
          <p:cNvSpPr/>
          <p:nvPr/>
        </p:nvSpPr>
        <p:spPr>
          <a:xfrm>
            <a:off x="6156176" y="0"/>
            <a:ext cx="2987824"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004FC0-E940-29CD-FCD5-DABB1ED20E70}"/>
              </a:ext>
            </a:extLst>
          </p:cNvPr>
          <p:cNvSpPr>
            <a:spLocks noGrp="1"/>
          </p:cNvSpPr>
          <p:nvPr>
            <p:ph type="title"/>
          </p:nvPr>
        </p:nvSpPr>
        <p:spPr>
          <a:xfrm>
            <a:off x="770400" y="399600"/>
            <a:ext cx="5313768" cy="720000"/>
          </a:xfrm>
        </p:spPr>
        <p:txBody>
          <a:bodyPr/>
          <a:lstStyle/>
          <a:p>
            <a:r>
              <a:rPr lang="en-IN" dirty="0"/>
              <a:t>30%-40% of manpower is dedicated to data capture and document management</a:t>
            </a:r>
          </a:p>
        </p:txBody>
      </p:sp>
      <p:sp>
        <p:nvSpPr>
          <p:cNvPr id="10" name="Rounded Rectangle 9">
            <a:extLst>
              <a:ext uri="{FF2B5EF4-FFF2-40B4-BE49-F238E27FC236}">
                <a16:creationId xmlns:a16="http://schemas.microsoft.com/office/drawing/2014/main" id="{091B5FD2-D1B1-D34D-AE21-0D38D7DFC61E}"/>
              </a:ext>
            </a:extLst>
          </p:cNvPr>
          <p:cNvSpPr/>
          <p:nvPr/>
        </p:nvSpPr>
        <p:spPr>
          <a:xfrm>
            <a:off x="6444208" y="2717295"/>
            <a:ext cx="1248417" cy="326048"/>
          </a:xfrm>
          <a:prstGeom prst="roundRect">
            <a:avLst>
              <a:gd name="adj" fmla="val 50000"/>
            </a:avLst>
          </a:prstGeom>
          <a:noFill/>
          <a:ln w="11088">
            <a:solidFill>
              <a:srgbClr val="C00000"/>
            </a:solidFill>
          </a:ln>
        </p:spPr>
        <p:txBody>
          <a:bodyPr wrap="square" lIns="108000" tIns="0" rIns="0" bIns="0" rtlCol="0" anchor="ctr"/>
          <a:lstStyle/>
          <a:p>
            <a:r>
              <a:rPr lang="en-US" sz="1200"/>
              <a:t>Error Prone</a:t>
            </a:r>
            <a:endParaRPr lang="en-US" sz="1200" dirty="0"/>
          </a:p>
        </p:txBody>
      </p:sp>
      <p:sp>
        <p:nvSpPr>
          <p:cNvPr id="12" name="Rounded Rectangle 11">
            <a:extLst>
              <a:ext uri="{FF2B5EF4-FFF2-40B4-BE49-F238E27FC236}">
                <a16:creationId xmlns:a16="http://schemas.microsoft.com/office/drawing/2014/main" id="{EE9BBE3A-54CD-304A-ADED-FA4CFE31F48E}"/>
              </a:ext>
            </a:extLst>
          </p:cNvPr>
          <p:cNvSpPr/>
          <p:nvPr/>
        </p:nvSpPr>
        <p:spPr>
          <a:xfrm>
            <a:off x="6444208" y="3169116"/>
            <a:ext cx="1588896" cy="326048"/>
          </a:xfrm>
          <a:prstGeom prst="roundRect">
            <a:avLst>
              <a:gd name="adj" fmla="val 50000"/>
            </a:avLst>
          </a:prstGeom>
          <a:noFill/>
          <a:ln w="11088">
            <a:solidFill>
              <a:srgbClr val="C00000"/>
            </a:solidFill>
          </a:ln>
        </p:spPr>
        <p:txBody>
          <a:bodyPr wrap="square" lIns="108000" tIns="0" rIns="0" bIns="0" rtlCol="0" anchor="ctr"/>
          <a:lstStyle/>
          <a:p>
            <a:r>
              <a:rPr lang="en-US" sz="1200"/>
              <a:t>Time Consuming</a:t>
            </a:r>
            <a:endParaRPr lang="en-US" sz="1200" dirty="0"/>
          </a:p>
        </p:txBody>
      </p:sp>
      <p:sp>
        <p:nvSpPr>
          <p:cNvPr id="14" name="Rounded Rectangle 13">
            <a:extLst>
              <a:ext uri="{FF2B5EF4-FFF2-40B4-BE49-F238E27FC236}">
                <a16:creationId xmlns:a16="http://schemas.microsoft.com/office/drawing/2014/main" id="{271A4614-3C6D-5F4B-B826-F12C9E054C63}"/>
              </a:ext>
            </a:extLst>
          </p:cNvPr>
          <p:cNvSpPr/>
          <p:nvPr/>
        </p:nvSpPr>
        <p:spPr>
          <a:xfrm>
            <a:off x="6444208" y="1813654"/>
            <a:ext cx="2440089" cy="326048"/>
          </a:xfrm>
          <a:prstGeom prst="roundRect">
            <a:avLst>
              <a:gd name="adj" fmla="val 50000"/>
            </a:avLst>
          </a:prstGeom>
          <a:noFill/>
          <a:ln w="11088">
            <a:solidFill>
              <a:srgbClr val="C00000"/>
            </a:solidFill>
          </a:ln>
        </p:spPr>
        <p:txBody>
          <a:bodyPr wrap="square" lIns="108000" tIns="0" rIns="0" bIns="0" rtlCol="0" anchor="ctr"/>
          <a:lstStyle/>
          <a:p>
            <a:r>
              <a:rPr lang="en-US" sz="1200" dirty="0"/>
              <a:t>Difficult and Expensive to Scale</a:t>
            </a:r>
          </a:p>
        </p:txBody>
      </p:sp>
      <p:sp>
        <p:nvSpPr>
          <p:cNvPr id="16" name="Rounded Rectangle 15">
            <a:extLst>
              <a:ext uri="{FF2B5EF4-FFF2-40B4-BE49-F238E27FC236}">
                <a16:creationId xmlns:a16="http://schemas.microsoft.com/office/drawing/2014/main" id="{9646CB48-DBA5-CA4D-A4D7-32FF69056074}"/>
              </a:ext>
            </a:extLst>
          </p:cNvPr>
          <p:cNvSpPr/>
          <p:nvPr/>
        </p:nvSpPr>
        <p:spPr>
          <a:xfrm>
            <a:off x="6444208" y="2265474"/>
            <a:ext cx="1728192" cy="326048"/>
          </a:xfrm>
          <a:prstGeom prst="roundRect">
            <a:avLst>
              <a:gd name="adj" fmla="val 50000"/>
            </a:avLst>
          </a:prstGeom>
          <a:noFill/>
          <a:ln w="11088">
            <a:solidFill>
              <a:srgbClr val="C00000"/>
            </a:solidFill>
          </a:ln>
        </p:spPr>
        <p:txBody>
          <a:bodyPr wrap="square" lIns="108000" tIns="0" rIns="0" bIns="0" rtlCol="0" anchor="ctr"/>
          <a:lstStyle/>
          <a:p>
            <a:r>
              <a:rPr lang="en-US" sz="1200" dirty="0"/>
              <a:t>Limited Data Capture</a:t>
            </a:r>
          </a:p>
        </p:txBody>
      </p:sp>
      <p:sp>
        <p:nvSpPr>
          <p:cNvPr id="19" name="Title 1">
            <a:extLst>
              <a:ext uri="{FF2B5EF4-FFF2-40B4-BE49-F238E27FC236}">
                <a16:creationId xmlns:a16="http://schemas.microsoft.com/office/drawing/2014/main" id="{C2CEED3E-2462-AF45-99E9-BB109A22F770}"/>
              </a:ext>
            </a:extLst>
          </p:cNvPr>
          <p:cNvSpPr txBox="1">
            <a:spLocks/>
          </p:cNvSpPr>
          <p:nvPr/>
        </p:nvSpPr>
        <p:spPr>
          <a:xfrm>
            <a:off x="6444208" y="1428777"/>
            <a:ext cx="1872208" cy="360040"/>
          </a:xfrm>
          <a:prstGeom prst="rect">
            <a:avLst/>
          </a:prstGeom>
        </p:spPr>
        <p:txBody>
          <a:bodyPr vert="horz" lIns="0" tIns="0" rIns="0" bIns="0" rtlCol="0" anchor="t">
            <a:normAutofit/>
          </a:bodyPr>
          <a:lst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a:lstStyle>
          <a:p>
            <a:r>
              <a:rPr lang="en-IN" sz="1600" b="1" dirty="0"/>
              <a:t>Major Challenges</a:t>
            </a:r>
          </a:p>
        </p:txBody>
      </p:sp>
      <p:grpSp>
        <p:nvGrpSpPr>
          <p:cNvPr id="5" name="Group 4">
            <a:extLst>
              <a:ext uri="{FF2B5EF4-FFF2-40B4-BE49-F238E27FC236}">
                <a16:creationId xmlns:a16="http://schemas.microsoft.com/office/drawing/2014/main" id="{7A30BB9C-B8E7-4628-9477-408DC354C3FC}"/>
              </a:ext>
            </a:extLst>
          </p:cNvPr>
          <p:cNvGrpSpPr/>
          <p:nvPr/>
        </p:nvGrpSpPr>
        <p:grpSpPr>
          <a:xfrm>
            <a:off x="107504" y="1083627"/>
            <a:ext cx="5831441" cy="3864387"/>
            <a:chOff x="107504" y="1083627"/>
            <a:chExt cx="5831441" cy="3864387"/>
          </a:xfrm>
        </p:grpSpPr>
        <p:pic>
          <p:nvPicPr>
            <p:cNvPr id="6" name="Picture 5">
              <a:extLst>
                <a:ext uri="{FF2B5EF4-FFF2-40B4-BE49-F238E27FC236}">
                  <a16:creationId xmlns:a16="http://schemas.microsoft.com/office/drawing/2014/main" id="{F54789AA-FC07-354C-B610-5511F00A84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04" y="1083627"/>
              <a:ext cx="5831441" cy="3864387"/>
            </a:xfrm>
            <a:prstGeom prst="rect">
              <a:avLst/>
            </a:prstGeom>
          </p:spPr>
        </p:pic>
        <p:pic>
          <p:nvPicPr>
            <p:cNvPr id="4" name="Graphic 3" descr="User">
              <a:extLst>
                <a:ext uri="{FF2B5EF4-FFF2-40B4-BE49-F238E27FC236}">
                  <a16:creationId xmlns:a16="http://schemas.microsoft.com/office/drawing/2014/main" id="{2C7A7AD2-91DD-4A51-992E-B640759E0F9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7864" y="1868678"/>
              <a:ext cx="216000" cy="216000"/>
            </a:xfrm>
            <a:prstGeom prst="rect">
              <a:avLst/>
            </a:prstGeom>
          </p:spPr>
        </p:pic>
        <p:pic>
          <p:nvPicPr>
            <p:cNvPr id="18" name="Graphic 17" descr="User">
              <a:extLst>
                <a:ext uri="{FF2B5EF4-FFF2-40B4-BE49-F238E27FC236}">
                  <a16:creationId xmlns:a16="http://schemas.microsoft.com/office/drawing/2014/main" id="{12449D37-1820-4007-AD61-ABA9CA658DA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7864" y="2549373"/>
              <a:ext cx="216000" cy="216000"/>
            </a:xfrm>
            <a:prstGeom prst="rect">
              <a:avLst/>
            </a:prstGeom>
          </p:spPr>
        </p:pic>
        <p:pic>
          <p:nvPicPr>
            <p:cNvPr id="21" name="Graphic 20" descr="User">
              <a:extLst>
                <a:ext uri="{FF2B5EF4-FFF2-40B4-BE49-F238E27FC236}">
                  <a16:creationId xmlns:a16="http://schemas.microsoft.com/office/drawing/2014/main" id="{6AD5452E-A766-4C13-91DD-C40E405AC5B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7864" y="3269931"/>
              <a:ext cx="216000" cy="216000"/>
            </a:xfrm>
            <a:prstGeom prst="rect">
              <a:avLst/>
            </a:prstGeom>
          </p:spPr>
        </p:pic>
        <p:pic>
          <p:nvPicPr>
            <p:cNvPr id="22" name="Graphic 21" descr="User">
              <a:extLst>
                <a:ext uri="{FF2B5EF4-FFF2-40B4-BE49-F238E27FC236}">
                  <a16:creationId xmlns:a16="http://schemas.microsoft.com/office/drawing/2014/main" id="{97F14FE8-F9B5-49F5-9DDA-E9BD5C03EB8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7864" y="3975149"/>
              <a:ext cx="216000" cy="216000"/>
            </a:xfrm>
            <a:prstGeom prst="rect">
              <a:avLst/>
            </a:prstGeom>
          </p:spPr>
        </p:pic>
      </p:grpSp>
    </p:spTree>
    <p:extLst>
      <p:ext uri="{BB962C8B-B14F-4D97-AF65-F5344CB8AC3E}">
        <p14:creationId xmlns:p14="http://schemas.microsoft.com/office/powerpoint/2010/main" val="1110610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A6FAE3-1F20-1C40-A29D-355DA3F38D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026" name="Picture 2" descr="Home">
            <a:extLst>
              <a:ext uri="{FF2B5EF4-FFF2-40B4-BE49-F238E27FC236}">
                <a16:creationId xmlns:a16="http://schemas.microsoft.com/office/drawing/2014/main" id="{0E235902-B46C-433C-BD27-D5A96ECEB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915566"/>
            <a:ext cx="4464496" cy="1735456"/>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1">
            <a:extLst>
              <a:ext uri="{FF2B5EF4-FFF2-40B4-BE49-F238E27FC236}">
                <a16:creationId xmlns:a16="http://schemas.microsoft.com/office/drawing/2014/main" id="{8BA1F53D-C183-40B3-A9B5-4C3F30C3D253}"/>
              </a:ext>
            </a:extLst>
          </p:cNvPr>
          <p:cNvSpPr txBox="1">
            <a:spLocks/>
          </p:cNvSpPr>
          <p:nvPr/>
        </p:nvSpPr>
        <p:spPr>
          <a:xfrm>
            <a:off x="3243852" y="2715766"/>
            <a:ext cx="3704412" cy="576064"/>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IN" sz="1500" i="1" dirty="0">
                <a:solidFill>
                  <a:schemeClr val="tx1">
                    <a:lumMod val="95000"/>
                    <a:lumOff val="5000"/>
                  </a:schemeClr>
                </a:solidFill>
                <a:latin typeface="+mj-lt"/>
              </a:rPr>
              <a:t>Automated Data Capture and Processing</a:t>
            </a:r>
          </a:p>
        </p:txBody>
      </p:sp>
    </p:spTree>
    <p:extLst>
      <p:ext uri="{BB962C8B-B14F-4D97-AF65-F5344CB8AC3E}">
        <p14:creationId xmlns:p14="http://schemas.microsoft.com/office/powerpoint/2010/main" val="162941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85075E57-14FD-D342-AA0A-CE2049118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dirty="0" err="1"/>
              <a:t>TruCap</a:t>
            </a:r>
            <a:r>
              <a:rPr lang="en-US" dirty="0"/>
              <a:t>+ Feature Highlights</a:t>
            </a:r>
            <a:endParaRPr lang="en-IN" dirty="0"/>
          </a:p>
        </p:txBody>
      </p:sp>
      <p:sp>
        <p:nvSpPr>
          <p:cNvPr id="3" name="circle">
            <a:extLst>
              <a:ext uri="{FF2B5EF4-FFF2-40B4-BE49-F238E27FC236}">
                <a16:creationId xmlns:a16="http://schemas.microsoft.com/office/drawing/2014/main" id="{3842C165-EAD2-444F-A537-D0839C6FD0A9}"/>
              </a:ext>
            </a:extLst>
          </p:cNvPr>
          <p:cNvSpPr/>
          <p:nvPr/>
        </p:nvSpPr>
        <p:spPr>
          <a:xfrm>
            <a:off x="3352835" y="1645014"/>
            <a:ext cx="2431997" cy="2431997"/>
          </a:xfrm>
          <a:prstGeom prst="ellipse">
            <a:avLst/>
          </a:prstGeom>
          <a:noFill/>
          <a:ln w="25400" cap="rnd">
            <a:solidFill>
              <a:schemeClr val="bg2"/>
            </a:solidFill>
            <a:prstDash val="sysDot"/>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sp>
        <p:nvSpPr>
          <p:cNvPr id="4" name="circle">
            <a:extLst>
              <a:ext uri="{FF2B5EF4-FFF2-40B4-BE49-F238E27FC236}">
                <a16:creationId xmlns:a16="http://schemas.microsoft.com/office/drawing/2014/main" id="{F32443DB-9555-492B-8AD0-A0EF943DD540}"/>
              </a:ext>
            </a:extLst>
          </p:cNvPr>
          <p:cNvSpPr/>
          <p:nvPr/>
        </p:nvSpPr>
        <p:spPr>
          <a:xfrm>
            <a:off x="3597118" y="1886130"/>
            <a:ext cx="1949766" cy="1949766"/>
          </a:xfrm>
          <a:prstGeom prst="ellipse">
            <a:avLst/>
          </a:prstGeom>
          <a:noFill/>
          <a:ln w="50800" cap="rnd">
            <a:solidFill>
              <a:srgbClr val="F5F5F5"/>
            </a:soli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grpSp>
        <p:nvGrpSpPr>
          <p:cNvPr id="5" name="arc">
            <a:extLst>
              <a:ext uri="{FF2B5EF4-FFF2-40B4-BE49-F238E27FC236}">
                <a16:creationId xmlns:a16="http://schemas.microsoft.com/office/drawing/2014/main" id="{D17F25E0-C8EB-429F-AF4A-BB6D4CEBD02C}"/>
              </a:ext>
            </a:extLst>
          </p:cNvPr>
          <p:cNvGrpSpPr/>
          <p:nvPr/>
        </p:nvGrpSpPr>
        <p:grpSpPr>
          <a:xfrm flipV="1">
            <a:off x="5161117" y="3185764"/>
            <a:ext cx="1332245" cy="724279"/>
            <a:chOff x="6825032" y="1839400"/>
            <a:chExt cx="1972644" cy="1072432"/>
          </a:xfrm>
        </p:grpSpPr>
        <p:sp>
          <p:nvSpPr>
            <p:cNvPr id="6" name="Arc 5">
              <a:extLst>
                <a:ext uri="{FF2B5EF4-FFF2-40B4-BE49-F238E27FC236}">
                  <a16:creationId xmlns:a16="http://schemas.microsoft.com/office/drawing/2014/main" id="{BA8F7223-328D-49DB-9880-9F321E650C5F}"/>
                </a:ext>
              </a:extLst>
            </p:cNvPr>
            <p:cNvSpPr/>
            <p:nvPr/>
          </p:nvSpPr>
          <p:spPr>
            <a:xfrm rot="5400000">
              <a:off x="6825032" y="1925510"/>
              <a:ext cx="986322" cy="986322"/>
            </a:xfrm>
            <a:prstGeom prst="arc">
              <a:avLst>
                <a:gd name="adj1" fmla="val 16200000"/>
                <a:gd name="adj2" fmla="val 20735428"/>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sp>
          <p:nvSpPr>
            <p:cNvPr id="7" name="Arc 6">
              <a:extLst>
                <a:ext uri="{FF2B5EF4-FFF2-40B4-BE49-F238E27FC236}">
                  <a16:creationId xmlns:a16="http://schemas.microsoft.com/office/drawing/2014/main" id="{8DB991C5-7B49-4FF9-9F7C-0BE4E7C28084}"/>
                </a:ext>
              </a:extLst>
            </p:cNvPr>
            <p:cNvSpPr/>
            <p:nvPr/>
          </p:nvSpPr>
          <p:spPr>
            <a:xfrm rot="16200000">
              <a:off x="7811354" y="1839400"/>
              <a:ext cx="986322" cy="986322"/>
            </a:xfrm>
            <a:prstGeom prst="arc">
              <a:avLst/>
            </a:prstGeom>
            <a:ln w="50800" cap="rnd">
              <a:gradFill>
                <a:gsLst>
                  <a:gs pos="0">
                    <a:schemeClr val="accent6"/>
                  </a:gs>
                  <a:gs pos="60000">
                    <a:srgbClr val="F5F5F5"/>
                  </a:gs>
                </a:gsLst>
                <a:lin ang="2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9E5A9C13-E4E9-4A62-A311-8D2364CF9C40}"/>
                </a:ext>
              </a:extLst>
            </p:cNvPr>
            <p:cNvCxnSpPr>
              <a:cxnSpLocks/>
              <a:stCxn id="7" idx="2"/>
            </p:cNvCxnSpPr>
            <p:nvPr/>
          </p:nvCxnSpPr>
          <p:spPr>
            <a:xfrm flipV="1">
              <a:off x="8304515" y="1839400"/>
              <a:ext cx="336495" cy="0"/>
            </a:xfrm>
            <a:prstGeom prst="line">
              <a:avLst/>
            </a:prstGeom>
            <a:ln w="50800" cap="rnd">
              <a:solidFill>
                <a:srgbClr val="F5F5F5"/>
              </a:solidFill>
            </a:ln>
          </p:spPr>
          <p:style>
            <a:lnRef idx="1">
              <a:schemeClr val="accent1"/>
            </a:lnRef>
            <a:fillRef idx="0">
              <a:schemeClr val="accent1"/>
            </a:fillRef>
            <a:effectRef idx="0">
              <a:schemeClr val="accent1"/>
            </a:effectRef>
            <a:fontRef idx="minor">
              <a:schemeClr val="tx1"/>
            </a:fontRef>
          </p:style>
        </p:cxnSp>
      </p:grpSp>
      <p:cxnSp>
        <p:nvCxnSpPr>
          <p:cNvPr id="9" name="arc">
            <a:extLst>
              <a:ext uri="{FF2B5EF4-FFF2-40B4-BE49-F238E27FC236}">
                <a16:creationId xmlns:a16="http://schemas.microsoft.com/office/drawing/2014/main" id="{34B20EAC-5E24-46FD-AF69-2AD777D9B44F}"/>
              </a:ext>
            </a:extLst>
          </p:cNvPr>
          <p:cNvCxnSpPr>
            <a:cxnSpLocks/>
          </p:cNvCxnSpPr>
          <p:nvPr/>
        </p:nvCxnSpPr>
        <p:spPr>
          <a:xfrm>
            <a:off x="5628293" y="2861013"/>
            <a:ext cx="759263" cy="0"/>
          </a:xfrm>
          <a:prstGeom prst="line">
            <a:avLst/>
          </a:prstGeom>
          <a:ln w="50800" cap="rnd">
            <a:gradFill>
              <a:gsLst>
                <a:gs pos="0">
                  <a:schemeClr val="accent5"/>
                </a:gs>
                <a:gs pos="70000">
                  <a:srgbClr val="F5F5F5"/>
                </a:gs>
              </a:gsLst>
              <a:lin ang="0" scaled="0"/>
            </a:gradFill>
          </a:ln>
        </p:spPr>
        <p:style>
          <a:lnRef idx="1">
            <a:schemeClr val="accent1"/>
          </a:lnRef>
          <a:fillRef idx="0">
            <a:schemeClr val="accent1"/>
          </a:fillRef>
          <a:effectRef idx="0">
            <a:schemeClr val="accent1"/>
          </a:effectRef>
          <a:fontRef idx="minor">
            <a:schemeClr val="tx1"/>
          </a:fontRef>
        </p:style>
      </p:cxnSp>
      <p:grpSp>
        <p:nvGrpSpPr>
          <p:cNvPr id="10" name="arc">
            <a:extLst>
              <a:ext uri="{FF2B5EF4-FFF2-40B4-BE49-F238E27FC236}">
                <a16:creationId xmlns:a16="http://schemas.microsoft.com/office/drawing/2014/main" id="{8F6A5A7C-A5B1-4A56-AA32-1475E9BF00A4}"/>
              </a:ext>
            </a:extLst>
          </p:cNvPr>
          <p:cNvGrpSpPr/>
          <p:nvPr/>
        </p:nvGrpSpPr>
        <p:grpSpPr>
          <a:xfrm>
            <a:off x="5161117" y="1800514"/>
            <a:ext cx="1332245" cy="724279"/>
            <a:chOff x="6825032" y="1839400"/>
            <a:chExt cx="1972644" cy="1072432"/>
          </a:xfrm>
        </p:grpSpPr>
        <p:sp>
          <p:nvSpPr>
            <p:cNvPr id="11" name="Arc 10">
              <a:extLst>
                <a:ext uri="{FF2B5EF4-FFF2-40B4-BE49-F238E27FC236}">
                  <a16:creationId xmlns:a16="http://schemas.microsoft.com/office/drawing/2014/main" id="{04E3527B-499C-4866-ABBB-635C70DABBA4}"/>
                </a:ext>
              </a:extLst>
            </p:cNvPr>
            <p:cNvSpPr/>
            <p:nvPr/>
          </p:nvSpPr>
          <p:spPr>
            <a:xfrm rot="5400000">
              <a:off x="6825032" y="1925510"/>
              <a:ext cx="986322" cy="986322"/>
            </a:xfrm>
            <a:prstGeom prst="arc">
              <a:avLst>
                <a:gd name="adj1" fmla="val 16200000"/>
                <a:gd name="adj2" fmla="val 20730909"/>
              </a:avLst>
            </a:prstGeom>
            <a:ln w="50800"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sp>
          <p:nvSpPr>
            <p:cNvPr id="12" name="Arc 11">
              <a:extLst>
                <a:ext uri="{FF2B5EF4-FFF2-40B4-BE49-F238E27FC236}">
                  <a16:creationId xmlns:a16="http://schemas.microsoft.com/office/drawing/2014/main" id="{3838F0AE-1378-4065-B87C-59AF0E3DD4B0}"/>
                </a:ext>
              </a:extLst>
            </p:cNvPr>
            <p:cNvSpPr/>
            <p:nvPr/>
          </p:nvSpPr>
          <p:spPr>
            <a:xfrm rot="16200000">
              <a:off x="7811354" y="1839400"/>
              <a:ext cx="986322" cy="986322"/>
            </a:xfrm>
            <a:prstGeom prst="arc">
              <a:avLst/>
            </a:prstGeom>
            <a:ln w="50800" cap="rnd">
              <a:gradFill>
                <a:gsLst>
                  <a:gs pos="0">
                    <a:schemeClr val="accent4"/>
                  </a:gs>
                  <a:gs pos="61000">
                    <a:srgbClr val="F5F5F5"/>
                  </a:gs>
                </a:gsLst>
                <a:lin ang="2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49DD45AA-EB37-43CE-9FA9-C540B477221A}"/>
                </a:ext>
              </a:extLst>
            </p:cNvPr>
            <p:cNvCxnSpPr>
              <a:cxnSpLocks/>
              <a:stCxn id="12" idx="2"/>
            </p:cNvCxnSpPr>
            <p:nvPr/>
          </p:nvCxnSpPr>
          <p:spPr>
            <a:xfrm flipV="1">
              <a:off x="8304515" y="1839400"/>
              <a:ext cx="336495" cy="0"/>
            </a:xfrm>
            <a:prstGeom prst="line">
              <a:avLst/>
            </a:prstGeom>
            <a:ln w="50800" cap="rnd">
              <a:solidFill>
                <a:srgbClr val="F5F5F5"/>
              </a:solidFill>
            </a:ln>
          </p:spPr>
          <p:style>
            <a:lnRef idx="1">
              <a:schemeClr val="accent1"/>
            </a:lnRef>
            <a:fillRef idx="0">
              <a:schemeClr val="accent1"/>
            </a:fillRef>
            <a:effectRef idx="0">
              <a:schemeClr val="accent1"/>
            </a:effectRef>
            <a:fontRef idx="minor">
              <a:schemeClr val="tx1"/>
            </a:fontRef>
          </p:style>
        </p:cxnSp>
      </p:grpSp>
      <p:grpSp>
        <p:nvGrpSpPr>
          <p:cNvPr id="14" name="arc">
            <a:extLst>
              <a:ext uri="{FF2B5EF4-FFF2-40B4-BE49-F238E27FC236}">
                <a16:creationId xmlns:a16="http://schemas.microsoft.com/office/drawing/2014/main" id="{F99219D5-FDEA-4694-9D76-4BC8E685E99D}"/>
              </a:ext>
            </a:extLst>
          </p:cNvPr>
          <p:cNvGrpSpPr/>
          <p:nvPr/>
        </p:nvGrpSpPr>
        <p:grpSpPr>
          <a:xfrm flipH="1" flipV="1">
            <a:off x="2650637" y="3185764"/>
            <a:ext cx="1332245" cy="724279"/>
            <a:chOff x="6825032" y="1839400"/>
            <a:chExt cx="1972644" cy="1072432"/>
          </a:xfrm>
        </p:grpSpPr>
        <p:sp>
          <p:nvSpPr>
            <p:cNvPr id="15" name="Arc 14">
              <a:extLst>
                <a:ext uri="{FF2B5EF4-FFF2-40B4-BE49-F238E27FC236}">
                  <a16:creationId xmlns:a16="http://schemas.microsoft.com/office/drawing/2014/main" id="{B0911EF8-4443-47CA-B3B0-B4305DFAA2B0}"/>
                </a:ext>
              </a:extLst>
            </p:cNvPr>
            <p:cNvSpPr/>
            <p:nvPr/>
          </p:nvSpPr>
          <p:spPr>
            <a:xfrm rot="5400000">
              <a:off x="6825032" y="1925510"/>
              <a:ext cx="986322" cy="986322"/>
            </a:xfrm>
            <a:prstGeom prst="arc">
              <a:avLst>
                <a:gd name="adj1" fmla="val 16200000"/>
                <a:gd name="adj2" fmla="val 20646357"/>
              </a:avLst>
            </a:prstGeom>
            <a:ln w="50800" cap="rnd">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sp>
          <p:nvSpPr>
            <p:cNvPr id="16" name="Arc 15">
              <a:extLst>
                <a:ext uri="{FF2B5EF4-FFF2-40B4-BE49-F238E27FC236}">
                  <a16:creationId xmlns:a16="http://schemas.microsoft.com/office/drawing/2014/main" id="{B9C3646D-325F-4208-8CE8-FA13AB9F26CD}"/>
                </a:ext>
              </a:extLst>
            </p:cNvPr>
            <p:cNvSpPr/>
            <p:nvPr/>
          </p:nvSpPr>
          <p:spPr>
            <a:xfrm rot="16200000">
              <a:off x="7811354" y="1839400"/>
              <a:ext cx="986322" cy="986322"/>
            </a:xfrm>
            <a:prstGeom prst="arc">
              <a:avLst/>
            </a:prstGeom>
            <a:ln w="50800" cap="rnd">
              <a:gradFill>
                <a:gsLst>
                  <a:gs pos="0">
                    <a:schemeClr val="accent3"/>
                  </a:gs>
                  <a:gs pos="60000">
                    <a:srgbClr val="F5F5F5"/>
                  </a:gs>
                </a:gsLst>
                <a:lin ang="2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cxnSp>
          <p:nvCxnSpPr>
            <p:cNvPr id="17" name="Straight Connector 16">
              <a:extLst>
                <a:ext uri="{FF2B5EF4-FFF2-40B4-BE49-F238E27FC236}">
                  <a16:creationId xmlns:a16="http://schemas.microsoft.com/office/drawing/2014/main" id="{FC70EB12-A9DC-49B8-91B7-358E013EF68E}"/>
                </a:ext>
              </a:extLst>
            </p:cNvPr>
            <p:cNvCxnSpPr>
              <a:cxnSpLocks/>
              <a:stCxn id="16" idx="2"/>
            </p:cNvCxnSpPr>
            <p:nvPr/>
          </p:nvCxnSpPr>
          <p:spPr>
            <a:xfrm flipV="1">
              <a:off x="8304515" y="1839400"/>
              <a:ext cx="336495" cy="0"/>
            </a:xfrm>
            <a:prstGeom prst="line">
              <a:avLst/>
            </a:prstGeom>
            <a:ln w="50800" cap="rnd">
              <a:solidFill>
                <a:srgbClr val="F5F5F5"/>
              </a:solidFill>
            </a:ln>
          </p:spPr>
          <p:style>
            <a:lnRef idx="1">
              <a:schemeClr val="accent1"/>
            </a:lnRef>
            <a:fillRef idx="0">
              <a:schemeClr val="accent1"/>
            </a:fillRef>
            <a:effectRef idx="0">
              <a:schemeClr val="accent1"/>
            </a:effectRef>
            <a:fontRef idx="minor">
              <a:schemeClr val="tx1"/>
            </a:fontRef>
          </p:style>
        </p:cxnSp>
      </p:grpSp>
      <p:cxnSp>
        <p:nvCxnSpPr>
          <p:cNvPr id="18" name="arc">
            <a:extLst>
              <a:ext uri="{FF2B5EF4-FFF2-40B4-BE49-F238E27FC236}">
                <a16:creationId xmlns:a16="http://schemas.microsoft.com/office/drawing/2014/main" id="{3E639F31-3933-45FD-86E3-788D30A42BD6}"/>
              </a:ext>
            </a:extLst>
          </p:cNvPr>
          <p:cNvCxnSpPr>
            <a:cxnSpLocks/>
          </p:cNvCxnSpPr>
          <p:nvPr/>
        </p:nvCxnSpPr>
        <p:spPr>
          <a:xfrm flipH="1">
            <a:off x="2756445" y="2861013"/>
            <a:ext cx="755588" cy="0"/>
          </a:xfrm>
          <a:prstGeom prst="line">
            <a:avLst/>
          </a:prstGeom>
          <a:ln w="50800" cap="rnd">
            <a:gradFill>
              <a:gsLst>
                <a:gs pos="0">
                  <a:schemeClr val="accent2"/>
                </a:gs>
                <a:gs pos="75000">
                  <a:srgbClr val="F5F5F5"/>
                </a:gs>
              </a:gsLst>
              <a:lin ang="0" scaled="0"/>
            </a:gradFill>
          </a:ln>
        </p:spPr>
        <p:style>
          <a:lnRef idx="1">
            <a:schemeClr val="accent1"/>
          </a:lnRef>
          <a:fillRef idx="0">
            <a:schemeClr val="accent1"/>
          </a:fillRef>
          <a:effectRef idx="0">
            <a:schemeClr val="accent1"/>
          </a:effectRef>
          <a:fontRef idx="minor">
            <a:schemeClr val="tx1"/>
          </a:fontRef>
        </p:style>
      </p:cxnSp>
      <p:grpSp>
        <p:nvGrpSpPr>
          <p:cNvPr id="19" name="arc">
            <a:extLst>
              <a:ext uri="{FF2B5EF4-FFF2-40B4-BE49-F238E27FC236}">
                <a16:creationId xmlns:a16="http://schemas.microsoft.com/office/drawing/2014/main" id="{C64B8FCE-D2D8-4C65-9F4C-E8C687477D88}"/>
              </a:ext>
            </a:extLst>
          </p:cNvPr>
          <p:cNvGrpSpPr/>
          <p:nvPr/>
        </p:nvGrpSpPr>
        <p:grpSpPr>
          <a:xfrm flipH="1">
            <a:off x="2650637" y="1800514"/>
            <a:ext cx="1332245" cy="724279"/>
            <a:chOff x="6825032" y="1839400"/>
            <a:chExt cx="1972644" cy="1072432"/>
          </a:xfrm>
        </p:grpSpPr>
        <p:sp>
          <p:nvSpPr>
            <p:cNvPr id="20" name="Arc 19">
              <a:extLst>
                <a:ext uri="{FF2B5EF4-FFF2-40B4-BE49-F238E27FC236}">
                  <a16:creationId xmlns:a16="http://schemas.microsoft.com/office/drawing/2014/main" id="{1D0ACFEB-6FE9-4964-A264-EC9824B1A423}"/>
                </a:ext>
              </a:extLst>
            </p:cNvPr>
            <p:cNvSpPr/>
            <p:nvPr/>
          </p:nvSpPr>
          <p:spPr>
            <a:xfrm rot="5400000">
              <a:off x="6825032" y="1925510"/>
              <a:ext cx="986322" cy="986322"/>
            </a:xfrm>
            <a:prstGeom prst="arc">
              <a:avLst>
                <a:gd name="adj1" fmla="val 16200000"/>
                <a:gd name="adj2" fmla="val 20703178"/>
              </a:avLst>
            </a:prstGeom>
            <a:ln w="508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sp>
          <p:nvSpPr>
            <p:cNvPr id="21" name="Arc 20">
              <a:extLst>
                <a:ext uri="{FF2B5EF4-FFF2-40B4-BE49-F238E27FC236}">
                  <a16:creationId xmlns:a16="http://schemas.microsoft.com/office/drawing/2014/main" id="{0AC73EF7-875A-43A0-9A25-48EFA8D1FA16}"/>
                </a:ext>
              </a:extLst>
            </p:cNvPr>
            <p:cNvSpPr/>
            <p:nvPr/>
          </p:nvSpPr>
          <p:spPr>
            <a:xfrm rot="16200000">
              <a:off x="7811354" y="1839400"/>
              <a:ext cx="986322" cy="986322"/>
            </a:xfrm>
            <a:prstGeom prst="arc">
              <a:avLst/>
            </a:prstGeom>
            <a:ln w="50800" cap="rnd">
              <a:gradFill>
                <a:gsLst>
                  <a:gs pos="0">
                    <a:schemeClr val="accent1"/>
                  </a:gs>
                  <a:gs pos="66000">
                    <a:srgbClr val="F5F5F5"/>
                  </a:gs>
                </a:gsLst>
                <a:lin ang="2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Segoe UI" pitchFamily="34" charset="0"/>
                <a:cs typeface="Segoe UI" pitchFamily="34" charset="0"/>
              </a:endParaRPr>
            </a:p>
          </p:txBody>
        </p:sp>
        <p:cxnSp>
          <p:nvCxnSpPr>
            <p:cNvPr id="22" name="Straight Connector 21">
              <a:extLst>
                <a:ext uri="{FF2B5EF4-FFF2-40B4-BE49-F238E27FC236}">
                  <a16:creationId xmlns:a16="http://schemas.microsoft.com/office/drawing/2014/main" id="{88F7CAA5-3780-4061-8D3B-7B87B74D86B0}"/>
                </a:ext>
              </a:extLst>
            </p:cNvPr>
            <p:cNvCxnSpPr>
              <a:cxnSpLocks/>
              <a:stCxn id="21" idx="2"/>
            </p:cNvCxnSpPr>
            <p:nvPr/>
          </p:nvCxnSpPr>
          <p:spPr>
            <a:xfrm flipV="1">
              <a:off x="8304515" y="1839400"/>
              <a:ext cx="336495" cy="0"/>
            </a:xfrm>
            <a:prstGeom prst="line">
              <a:avLst/>
            </a:prstGeom>
            <a:ln w="50800" cap="rnd">
              <a:solidFill>
                <a:srgbClr val="F5F5F5"/>
              </a:solidFill>
            </a:ln>
          </p:spPr>
          <p:style>
            <a:lnRef idx="1">
              <a:schemeClr val="accent1"/>
            </a:lnRef>
            <a:fillRef idx="0">
              <a:schemeClr val="accent1"/>
            </a:fillRef>
            <a:effectRef idx="0">
              <a:schemeClr val="accent1"/>
            </a:effectRef>
            <a:fontRef idx="minor">
              <a:schemeClr val="tx1"/>
            </a:fontRef>
          </p:style>
        </p:cxnSp>
      </p:grpSp>
      <p:grpSp>
        <p:nvGrpSpPr>
          <p:cNvPr id="23" name="dot">
            <a:extLst>
              <a:ext uri="{FF2B5EF4-FFF2-40B4-BE49-F238E27FC236}">
                <a16:creationId xmlns:a16="http://schemas.microsoft.com/office/drawing/2014/main" id="{BC6E1E86-3769-4A9B-B14E-679EEE243E2C}"/>
              </a:ext>
            </a:extLst>
          </p:cNvPr>
          <p:cNvGrpSpPr/>
          <p:nvPr/>
        </p:nvGrpSpPr>
        <p:grpSpPr>
          <a:xfrm>
            <a:off x="5451165" y="2481778"/>
            <a:ext cx="86028" cy="86028"/>
            <a:chOff x="2119793" y="4285238"/>
            <a:chExt cx="128016" cy="128016"/>
          </a:xfrm>
        </p:grpSpPr>
        <p:sp>
          <p:nvSpPr>
            <p:cNvPr id="24" name="Oval 23">
              <a:extLst>
                <a:ext uri="{FF2B5EF4-FFF2-40B4-BE49-F238E27FC236}">
                  <a16:creationId xmlns:a16="http://schemas.microsoft.com/office/drawing/2014/main" id="{C3F38753-0A15-43CD-89B2-FEA4223CA09E}"/>
                </a:ext>
              </a:extLst>
            </p:cNvPr>
            <p:cNvSpPr/>
            <p:nvPr/>
          </p:nvSpPr>
          <p:spPr>
            <a:xfrm>
              <a:off x="2119793" y="4285238"/>
              <a:ext cx="128016" cy="128016"/>
            </a:xfrm>
            <a:prstGeom prst="ellipse">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25" name="Oval 24">
              <a:extLst>
                <a:ext uri="{FF2B5EF4-FFF2-40B4-BE49-F238E27FC236}">
                  <a16:creationId xmlns:a16="http://schemas.microsoft.com/office/drawing/2014/main" id="{4EB98B32-B2A0-422C-B257-C3E36A7796C9}"/>
                </a:ext>
              </a:extLst>
            </p:cNvPr>
            <p:cNvSpPr/>
            <p:nvPr/>
          </p:nvSpPr>
          <p:spPr>
            <a:xfrm>
              <a:off x="2151797" y="4317242"/>
              <a:ext cx="64008" cy="64008"/>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grpSp>
        <p:nvGrpSpPr>
          <p:cNvPr id="26" name="dot">
            <a:extLst>
              <a:ext uri="{FF2B5EF4-FFF2-40B4-BE49-F238E27FC236}">
                <a16:creationId xmlns:a16="http://schemas.microsoft.com/office/drawing/2014/main" id="{7C1E3EC8-AFD2-4DDA-8B83-E5FE5A9647CE}"/>
              </a:ext>
            </a:extLst>
          </p:cNvPr>
          <p:cNvGrpSpPr/>
          <p:nvPr/>
        </p:nvGrpSpPr>
        <p:grpSpPr>
          <a:xfrm>
            <a:off x="5451165" y="3142749"/>
            <a:ext cx="86028" cy="86028"/>
            <a:chOff x="2119793" y="4285238"/>
            <a:chExt cx="128016" cy="128016"/>
          </a:xfrm>
        </p:grpSpPr>
        <p:sp>
          <p:nvSpPr>
            <p:cNvPr id="27" name="Oval 26">
              <a:extLst>
                <a:ext uri="{FF2B5EF4-FFF2-40B4-BE49-F238E27FC236}">
                  <a16:creationId xmlns:a16="http://schemas.microsoft.com/office/drawing/2014/main" id="{C84A0D46-B9D2-4F37-8C66-A573ED8AF4A1}"/>
                </a:ext>
              </a:extLst>
            </p:cNvPr>
            <p:cNvSpPr/>
            <p:nvPr/>
          </p:nvSpPr>
          <p:spPr>
            <a:xfrm>
              <a:off x="2119793" y="4285238"/>
              <a:ext cx="128016" cy="128016"/>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28" name="Oval 27">
              <a:extLst>
                <a:ext uri="{FF2B5EF4-FFF2-40B4-BE49-F238E27FC236}">
                  <a16:creationId xmlns:a16="http://schemas.microsoft.com/office/drawing/2014/main" id="{E6F6E453-11C2-4873-A70B-C24B79B1FDEA}"/>
                </a:ext>
              </a:extLst>
            </p:cNvPr>
            <p:cNvSpPr/>
            <p:nvPr/>
          </p:nvSpPr>
          <p:spPr>
            <a:xfrm>
              <a:off x="2151797" y="4317242"/>
              <a:ext cx="64008" cy="64008"/>
            </a:xfrm>
            <a:prstGeom prst="ellipse">
              <a:avLst/>
            </a:prstGeom>
            <a:solidFill>
              <a:schemeClr val="accent6"/>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grpSp>
        <p:nvGrpSpPr>
          <p:cNvPr id="29" name="dot">
            <a:extLst>
              <a:ext uri="{FF2B5EF4-FFF2-40B4-BE49-F238E27FC236}">
                <a16:creationId xmlns:a16="http://schemas.microsoft.com/office/drawing/2014/main" id="{76615DC0-DC3D-4DDB-BAAE-99EF0B883A80}"/>
              </a:ext>
            </a:extLst>
          </p:cNvPr>
          <p:cNvGrpSpPr/>
          <p:nvPr/>
        </p:nvGrpSpPr>
        <p:grpSpPr>
          <a:xfrm>
            <a:off x="5503868" y="2822146"/>
            <a:ext cx="86028" cy="86028"/>
            <a:chOff x="2119793" y="4285238"/>
            <a:chExt cx="128016" cy="128016"/>
          </a:xfrm>
        </p:grpSpPr>
        <p:sp>
          <p:nvSpPr>
            <p:cNvPr id="30" name="Oval 29">
              <a:extLst>
                <a:ext uri="{FF2B5EF4-FFF2-40B4-BE49-F238E27FC236}">
                  <a16:creationId xmlns:a16="http://schemas.microsoft.com/office/drawing/2014/main" id="{0BBE9199-5558-4EF1-A9AD-D2BF81F4FF10}"/>
                </a:ext>
              </a:extLst>
            </p:cNvPr>
            <p:cNvSpPr/>
            <p:nvPr/>
          </p:nvSpPr>
          <p:spPr>
            <a:xfrm>
              <a:off x="2119793" y="4285238"/>
              <a:ext cx="128016" cy="128016"/>
            </a:xfrm>
            <a:prstGeom prst="ellipse">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31" name="Oval 30">
              <a:extLst>
                <a:ext uri="{FF2B5EF4-FFF2-40B4-BE49-F238E27FC236}">
                  <a16:creationId xmlns:a16="http://schemas.microsoft.com/office/drawing/2014/main" id="{7E5E8E39-40B4-4D2C-95ED-5C01A326E055}"/>
                </a:ext>
              </a:extLst>
            </p:cNvPr>
            <p:cNvSpPr/>
            <p:nvPr/>
          </p:nvSpPr>
          <p:spPr>
            <a:xfrm>
              <a:off x="2151797" y="4317242"/>
              <a:ext cx="64008" cy="64008"/>
            </a:xfrm>
            <a:prstGeom prst="ellipse">
              <a:avLst/>
            </a:prstGeom>
            <a:solidFill>
              <a:schemeClr val="accent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grpSp>
        <p:nvGrpSpPr>
          <p:cNvPr id="32" name="dot">
            <a:extLst>
              <a:ext uri="{FF2B5EF4-FFF2-40B4-BE49-F238E27FC236}">
                <a16:creationId xmlns:a16="http://schemas.microsoft.com/office/drawing/2014/main" id="{32B5D572-D5BB-4EF8-95CD-588EFEB09327}"/>
              </a:ext>
            </a:extLst>
          </p:cNvPr>
          <p:cNvGrpSpPr/>
          <p:nvPr/>
        </p:nvGrpSpPr>
        <p:grpSpPr>
          <a:xfrm>
            <a:off x="3597118" y="2481778"/>
            <a:ext cx="86028" cy="86028"/>
            <a:chOff x="2119793" y="4285238"/>
            <a:chExt cx="128016" cy="128016"/>
          </a:xfrm>
        </p:grpSpPr>
        <p:sp>
          <p:nvSpPr>
            <p:cNvPr id="33" name="Oval 32">
              <a:extLst>
                <a:ext uri="{FF2B5EF4-FFF2-40B4-BE49-F238E27FC236}">
                  <a16:creationId xmlns:a16="http://schemas.microsoft.com/office/drawing/2014/main" id="{6796D09B-0747-4898-AFF5-D31743DAA886}"/>
                </a:ext>
              </a:extLst>
            </p:cNvPr>
            <p:cNvSpPr/>
            <p:nvPr/>
          </p:nvSpPr>
          <p:spPr>
            <a:xfrm>
              <a:off x="2119793" y="4285238"/>
              <a:ext cx="128016" cy="128016"/>
            </a:xfrm>
            <a:prstGeom prst="ellipse">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34" name="Oval 33">
              <a:extLst>
                <a:ext uri="{FF2B5EF4-FFF2-40B4-BE49-F238E27FC236}">
                  <a16:creationId xmlns:a16="http://schemas.microsoft.com/office/drawing/2014/main" id="{AA635F30-74A5-4FB2-B8F8-45E7A258353A}"/>
                </a:ext>
              </a:extLst>
            </p:cNvPr>
            <p:cNvSpPr/>
            <p:nvPr/>
          </p:nvSpPr>
          <p:spPr>
            <a:xfrm>
              <a:off x="2151797" y="4317242"/>
              <a:ext cx="64008" cy="64008"/>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grpSp>
        <p:nvGrpSpPr>
          <p:cNvPr id="35" name="dot">
            <a:extLst>
              <a:ext uri="{FF2B5EF4-FFF2-40B4-BE49-F238E27FC236}">
                <a16:creationId xmlns:a16="http://schemas.microsoft.com/office/drawing/2014/main" id="{D6F7C25D-B8B6-482B-9BF0-9CE0F2469B87}"/>
              </a:ext>
            </a:extLst>
          </p:cNvPr>
          <p:cNvGrpSpPr/>
          <p:nvPr/>
        </p:nvGrpSpPr>
        <p:grpSpPr>
          <a:xfrm>
            <a:off x="3597118" y="3142749"/>
            <a:ext cx="86028" cy="86028"/>
            <a:chOff x="2119793" y="4285238"/>
            <a:chExt cx="128016" cy="128016"/>
          </a:xfrm>
        </p:grpSpPr>
        <p:sp>
          <p:nvSpPr>
            <p:cNvPr id="36" name="Oval 35">
              <a:extLst>
                <a:ext uri="{FF2B5EF4-FFF2-40B4-BE49-F238E27FC236}">
                  <a16:creationId xmlns:a16="http://schemas.microsoft.com/office/drawing/2014/main" id="{602183E2-34E6-4DA4-B46D-AF5E6043DF17}"/>
                </a:ext>
              </a:extLst>
            </p:cNvPr>
            <p:cNvSpPr/>
            <p:nvPr/>
          </p:nvSpPr>
          <p:spPr>
            <a:xfrm>
              <a:off x="2119793" y="4285238"/>
              <a:ext cx="128016" cy="128016"/>
            </a:xfrm>
            <a:prstGeom prst="ellipse">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37" name="Oval 36">
              <a:extLst>
                <a:ext uri="{FF2B5EF4-FFF2-40B4-BE49-F238E27FC236}">
                  <a16:creationId xmlns:a16="http://schemas.microsoft.com/office/drawing/2014/main" id="{3AB107D2-47E6-482D-8C56-F5F8D3616D64}"/>
                </a:ext>
              </a:extLst>
            </p:cNvPr>
            <p:cNvSpPr/>
            <p:nvPr/>
          </p:nvSpPr>
          <p:spPr>
            <a:xfrm>
              <a:off x="2151797" y="4317242"/>
              <a:ext cx="64008" cy="64008"/>
            </a:xfrm>
            <a:prstGeom prst="ellipse">
              <a:avLst/>
            </a:prstGeom>
            <a:solidFill>
              <a:schemeClr val="accent3"/>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grpSp>
        <p:nvGrpSpPr>
          <p:cNvPr id="38" name="dot">
            <a:extLst>
              <a:ext uri="{FF2B5EF4-FFF2-40B4-BE49-F238E27FC236}">
                <a16:creationId xmlns:a16="http://schemas.microsoft.com/office/drawing/2014/main" id="{A685711D-3F54-4C3D-A6D4-96D1B2097D35}"/>
              </a:ext>
            </a:extLst>
          </p:cNvPr>
          <p:cNvGrpSpPr/>
          <p:nvPr/>
        </p:nvGrpSpPr>
        <p:grpSpPr>
          <a:xfrm>
            <a:off x="3550937" y="2822146"/>
            <a:ext cx="86028" cy="86028"/>
            <a:chOff x="2119793" y="4285238"/>
            <a:chExt cx="128016" cy="128016"/>
          </a:xfrm>
        </p:grpSpPr>
        <p:sp>
          <p:nvSpPr>
            <p:cNvPr id="39" name="Oval 38">
              <a:extLst>
                <a:ext uri="{FF2B5EF4-FFF2-40B4-BE49-F238E27FC236}">
                  <a16:creationId xmlns:a16="http://schemas.microsoft.com/office/drawing/2014/main" id="{46E3A4C5-1947-49C9-9A38-73196CD117D2}"/>
                </a:ext>
              </a:extLst>
            </p:cNvPr>
            <p:cNvSpPr/>
            <p:nvPr/>
          </p:nvSpPr>
          <p:spPr>
            <a:xfrm>
              <a:off x="2119793" y="4285238"/>
              <a:ext cx="128016" cy="128016"/>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40" name="Oval 39">
              <a:extLst>
                <a:ext uri="{FF2B5EF4-FFF2-40B4-BE49-F238E27FC236}">
                  <a16:creationId xmlns:a16="http://schemas.microsoft.com/office/drawing/2014/main" id="{A86377A4-A576-4A6B-BBB8-271D51EE2E86}"/>
                </a:ext>
              </a:extLst>
            </p:cNvPr>
            <p:cNvSpPr/>
            <p:nvPr/>
          </p:nvSpPr>
          <p:spPr>
            <a:xfrm>
              <a:off x="2151797" y="4317242"/>
              <a:ext cx="64008" cy="64008"/>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grpSp>
      <p:sp>
        <p:nvSpPr>
          <p:cNvPr id="41" name="Blue background">
            <a:extLst>
              <a:ext uri="{FF2B5EF4-FFF2-40B4-BE49-F238E27FC236}">
                <a16:creationId xmlns:a16="http://schemas.microsoft.com/office/drawing/2014/main" id="{A6C9DC73-7C4F-49E5-BB18-3FF7FCAC44D0}"/>
              </a:ext>
            </a:extLst>
          </p:cNvPr>
          <p:cNvSpPr/>
          <p:nvPr/>
        </p:nvSpPr>
        <p:spPr>
          <a:xfrm>
            <a:off x="4042498" y="2333094"/>
            <a:ext cx="1055837" cy="1055837"/>
          </a:xfrm>
          <a:prstGeom prst="roundRect">
            <a:avLst>
              <a:gd name="adj" fmla="val 31546"/>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atin typeface="Segoe UI" pitchFamily="34" charset="0"/>
              <a:cs typeface="Segoe UI" pitchFamily="34" charset="0"/>
            </a:endParaRPr>
          </a:p>
        </p:txBody>
      </p:sp>
      <p:sp>
        <p:nvSpPr>
          <p:cNvPr id="42" name="wave">
            <a:extLst>
              <a:ext uri="{FF2B5EF4-FFF2-40B4-BE49-F238E27FC236}">
                <a16:creationId xmlns:a16="http://schemas.microsoft.com/office/drawing/2014/main" id="{CE00B0C5-F9ED-4932-AB90-9A5941965A2C}"/>
              </a:ext>
            </a:extLst>
          </p:cNvPr>
          <p:cNvSpPr/>
          <p:nvPr/>
        </p:nvSpPr>
        <p:spPr>
          <a:xfrm>
            <a:off x="3688388" y="2063858"/>
            <a:ext cx="319644" cy="374755"/>
          </a:xfrm>
          <a:custGeom>
            <a:avLst/>
            <a:gdLst>
              <a:gd name="connsiteX0" fmla="*/ 475652 w 475652"/>
              <a:gd name="connsiteY0" fmla="*/ 0 h 557661"/>
              <a:gd name="connsiteX1" fmla="*/ 0 w 475652"/>
              <a:gd name="connsiteY1" fmla="*/ 557661 h 557661"/>
            </a:gdLst>
            <a:ahLst/>
            <a:cxnLst>
              <a:cxn ang="0">
                <a:pos x="connsiteX0" y="connsiteY0"/>
              </a:cxn>
              <a:cxn ang="0">
                <a:pos x="connsiteX1" y="connsiteY1"/>
              </a:cxn>
            </a:cxnLst>
            <a:rect l="l" t="t" r="r" b="b"/>
            <a:pathLst>
              <a:path w="475652" h="557661">
                <a:moveTo>
                  <a:pt x="475652" y="0"/>
                </a:moveTo>
                <a:cubicBezTo>
                  <a:pt x="322227" y="121988"/>
                  <a:pt x="168802" y="243977"/>
                  <a:pt x="0" y="557661"/>
                </a:cubicBezTo>
              </a:path>
            </a:pathLst>
          </a:custGeom>
          <a:noFill/>
          <a:ln w="50800" cap="rnd">
            <a:gradFill>
              <a:gsLst>
                <a:gs pos="0">
                  <a:schemeClr val="accent1">
                    <a:alpha val="0"/>
                  </a:schemeClr>
                </a:gs>
                <a:gs pos="100000">
                  <a:schemeClr val="accent1">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sp>
        <p:nvSpPr>
          <p:cNvPr id="43" name="wave">
            <a:extLst>
              <a:ext uri="{FF2B5EF4-FFF2-40B4-BE49-F238E27FC236}">
                <a16:creationId xmlns:a16="http://schemas.microsoft.com/office/drawing/2014/main" id="{235C7DE9-F020-4E19-8060-1C3E41279ECC}"/>
              </a:ext>
            </a:extLst>
          </p:cNvPr>
          <p:cNvSpPr/>
          <p:nvPr/>
        </p:nvSpPr>
        <p:spPr>
          <a:xfrm>
            <a:off x="5195672" y="3273542"/>
            <a:ext cx="259022" cy="336177"/>
          </a:xfrm>
          <a:custGeom>
            <a:avLst/>
            <a:gdLst>
              <a:gd name="connsiteX0" fmla="*/ 0 w 385442"/>
              <a:gd name="connsiteY0" fmla="*/ 500254 h 500254"/>
              <a:gd name="connsiteX1" fmla="*/ 385442 w 385442"/>
              <a:gd name="connsiteY1" fmla="*/ 0 h 500254"/>
            </a:gdLst>
            <a:ahLst/>
            <a:cxnLst>
              <a:cxn ang="0">
                <a:pos x="connsiteX0" y="connsiteY0"/>
              </a:cxn>
              <a:cxn ang="0">
                <a:pos x="connsiteX1" y="connsiteY1"/>
              </a:cxn>
            </a:cxnLst>
            <a:rect l="l" t="t" r="r" b="b"/>
            <a:pathLst>
              <a:path w="385442" h="500254">
                <a:moveTo>
                  <a:pt x="0" y="500254"/>
                </a:moveTo>
                <a:cubicBezTo>
                  <a:pt x="131556" y="376899"/>
                  <a:pt x="263112" y="253544"/>
                  <a:pt x="385442" y="0"/>
                </a:cubicBezTo>
              </a:path>
            </a:pathLst>
          </a:custGeom>
          <a:noFill/>
          <a:ln w="50800" cap="rnd">
            <a:gradFill>
              <a:gsLst>
                <a:gs pos="0">
                  <a:schemeClr val="accent6">
                    <a:alpha val="50000"/>
                  </a:schemeClr>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sp>
        <p:nvSpPr>
          <p:cNvPr id="44" name="wave">
            <a:extLst>
              <a:ext uri="{FF2B5EF4-FFF2-40B4-BE49-F238E27FC236}">
                <a16:creationId xmlns:a16="http://schemas.microsoft.com/office/drawing/2014/main" id="{28EE855D-2825-462A-9D3E-CD611EF7A405}"/>
              </a:ext>
            </a:extLst>
          </p:cNvPr>
          <p:cNvSpPr/>
          <p:nvPr/>
        </p:nvSpPr>
        <p:spPr>
          <a:xfrm flipH="1">
            <a:off x="5135969" y="2063858"/>
            <a:ext cx="319644" cy="374755"/>
          </a:xfrm>
          <a:custGeom>
            <a:avLst/>
            <a:gdLst>
              <a:gd name="connsiteX0" fmla="*/ 475652 w 475652"/>
              <a:gd name="connsiteY0" fmla="*/ 0 h 557661"/>
              <a:gd name="connsiteX1" fmla="*/ 0 w 475652"/>
              <a:gd name="connsiteY1" fmla="*/ 557661 h 557661"/>
            </a:gdLst>
            <a:ahLst/>
            <a:cxnLst>
              <a:cxn ang="0">
                <a:pos x="connsiteX0" y="connsiteY0"/>
              </a:cxn>
              <a:cxn ang="0">
                <a:pos x="connsiteX1" y="connsiteY1"/>
              </a:cxn>
            </a:cxnLst>
            <a:rect l="l" t="t" r="r" b="b"/>
            <a:pathLst>
              <a:path w="475652" h="557661">
                <a:moveTo>
                  <a:pt x="475652" y="0"/>
                </a:moveTo>
                <a:cubicBezTo>
                  <a:pt x="322227" y="121988"/>
                  <a:pt x="168802" y="243977"/>
                  <a:pt x="0" y="557661"/>
                </a:cubicBezTo>
              </a:path>
            </a:pathLst>
          </a:custGeom>
          <a:noFill/>
          <a:ln w="50800" cap="rnd">
            <a:gradFill>
              <a:gsLst>
                <a:gs pos="0">
                  <a:schemeClr val="accent4">
                    <a:alpha val="0"/>
                  </a:schemeClr>
                </a:gs>
                <a:gs pos="100000">
                  <a:schemeClr val="accent4">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sp>
        <p:nvSpPr>
          <p:cNvPr id="45" name="wave">
            <a:extLst>
              <a:ext uri="{FF2B5EF4-FFF2-40B4-BE49-F238E27FC236}">
                <a16:creationId xmlns:a16="http://schemas.microsoft.com/office/drawing/2014/main" id="{0AF9CD55-7930-461E-9B2E-582E004A3770}"/>
              </a:ext>
            </a:extLst>
          </p:cNvPr>
          <p:cNvSpPr/>
          <p:nvPr/>
        </p:nvSpPr>
        <p:spPr>
          <a:xfrm flipH="1">
            <a:off x="3684195" y="3273542"/>
            <a:ext cx="259022" cy="336177"/>
          </a:xfrm>
          <a:custGeom>
            <a:avLst/>
            <a:gdLst>
              <a:gd name="connsiteX0" fmla="*/ 0 w 385442"/>
              <a:gd name="connsiteY0" fmla="*/ 500254 h 500254"/>
              <a:gd name="connsiteX1" fmla="*/ 385442 w 385442"/>
              <a:gd name="connsiteY1" fmla="*/ 0 h 500254"/>
            </a:gdLst>
            <a:ahLst/>
            <a:cxnLst>
              <a:cxn ang="0">
                <a:pos x="connsiteX0" y="connsiteY0"/>
              </a:cxn>
              <a:cxn ang="0">
                <a:pos x="connsiteX1" y="connsiteY1"/>
              </a:cxn>
            </a:cxnLst>
            <a:rect l="l" t="t" r="r" b="b"/>
            <a:pathLst>
              <a:path w="385442" h="500254">
                <a:moveTo>
                  <a:pt x="0" y="500254"/>
                </a:moveTo>
                <a:cubicBezTo>
                  <a:pt x="131556" y="376899"/>
                  <a:pt x="263112" y="253544"/>
                  <a:pt x="385442" y="0"/>
                </a:cubicBezTo>
              </a:path>
            </a:pathLst>
          </a:custGeom>
          <a:noFill/>
          <a:ln w="50800" cap="rnd">
            <a:gradFill>
              <a:gsLst>
                <a:gs pos="0">
                  <a:schemeClr val="accent3">
                    <a:alpha val="50000"/>
                  </a:schemeClr>
                </a:gs>
                <a:gs pos="100000">
                  <a:schemeClr val="accent3">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algn="ctr"/>
            <a:endParaRPr lang="en-US">
              <a:latin typeface="Segoe UI" pitchFamily="34" charset="0"/>
              <a:cs typeface="Segoe UI" pitchFamily="34" charset="0"/>
            </a:endParaRPr>
          </a:p>
        </p:txBody>
      </p:sp>
      <p:sp>
        <p:nvSpPr>
          <p:cNvPr id="46" name="box background">
            <a:extLst>
              <a:ext uri="{FF2B5EF4-FFF2-40B4-BE49-F238E27FC236}">
                <a16:creationId xmlns:a16="http://schemas.microsoft.com/office/drawing/2014/main" id="{BF59C633-9121-4BBE-A00D-C80110B32EF2}"/>
              </a:ext>
            </a:extLst>
          </p:cNvPr>
          <p:cNvSpPr/>
          <p:nvPr/>
        </p:nvSpPr>
        <p:spPr>
          <a:xfrm>
            <a:off x="6300192" y="1491630"/>
            <a:ext cx="2376264" cy="740148"/>
          </a:xfrm>
          <a:prstGeom prst="roundRect">
            <a:avLst>
              <a:gd name="adj" fmla="val 2392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nSpc>
                <a:spcPct val="110000"/>
              </a:lnSpc>
            </a:pPr>
            <a:endParaRPr lang="en-US" sz="600" dirty="0">
              <a:solidFill>
                <a:schemeClr val="tx1">
                  <a:alpha val="70000"/>
                </a:schemeClr>
              </a:solidFill>
              <a:latin typeface="Segoe UI" pitchFamily="34" charset="0"/>
              <a:cs typeface="Segoe UI" pitchFamily="34" charset="0"/>
            </a:endParaRPr>
          </a:p>
        </p:txBody>
      </p:sp>
      <p:sp>
        <p:nvSpPr>
          <p:cNvPr id="47" name="box background">
            <a:extLst>
              <a:ext uri="{FF2B5EF4-FFF2-40B4-BE49-F238E27FC236}">
                <a16:creationId xmlns:a16="http://schemas.microsoft.com/office/drawing/2014/main" id="{08ACAB78-E449-4417-BAF6-749BC26A3B8D}"/>
              </a:ext>
            </a:extLst>
          </p:cNvPr>
          <p:cNvSpPr/>
          <p:nvPr/>
        </p:nvSpPr>
        <p:spPr>
          <a:xfrm>
            <a:off x="6300192" y="2552130"/>
            <a:ext cx="2376264" cy="617766"/>
          </a:xfrm>
          <a:prstGeom prst="roundRect">
            <a:avLst>
              <a:gd name="adj" fmla="val 2392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nSpc>
                <a:spcPct val="110000"/>
              </a:lnSpc>
            </a:pPr>
            <a:endParaRPr lang="en-US" sz="600" dirty="0">
              <a:solidFill>
                <a:schemeClr val="tx1">
                  <a:alpha val="70000"/>
                </a:schemeClr>
              </a:solidFill>
              <a:latin typeface="Segoe UI" pitchFamily="34" charset="0"/>
              <a:cs typeface="Segoe UI" pitchFamily="34" charset="0"/>
            </a:endParaRPr>
          </a:p>
        </p:txBody>
      </p:sp>
      <p:sp>
        <p:nvSpPr>
          <p:cNvPr id="48" name="box background">
            <a:extLst>
              <a:ext uri="{FF2B5EF4-FFF2-40B4-BE49-F238E27FC236}">
                <a16:creationId xmlns:a16="http://schemas.microsoft.com/office/drawing/2014/main" id="{B8D317BE-8097-4430-B665-187C02D67047}"/>
              </a:ext>
            </a:extLst>
          </p:cNvPr>
          <p:cNvSpPr/>
          <p:nvPr/>
        </p:nvSpPr>
        <p:spPr>
          <a:xfrm>
            <a:off x="6300192" y="3612629"/>
            <a:ext cx="2376264" cy="617766"/>
          </a:xfrm>
          <a:prstGeom prst="roundRect">
            <a:avLst>
              <a:gd name="adj" fmla="val 2392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nSpc>
                <a:spcPct val="110000"/>
              </a:lnSpc>
            </a:pPr>
            <a:endParaRPr lang="en-US" sz="600" dirty="0">
              <a:solidFill>
                <a:schemeClr val="tx1">
                  <a:alpha val="70000"/>
                </a:schemeClr>
              </a:solidFill>
              <a:latin typeface="Segoe UI" pitchFamily="34" charset="0"/>
              <a:cs typeface="Segoe UI" pitchFamily="34" charset="0"/>
            </a:endParaRPr>
          </a:p>
        </p:txBody>
      </p:sp>
      <p:sp>
        <p:nvSpPr>
          <p:cNvPr id="49" name="box background">
            <a:extLst>
              <a:ext uri="{FF2B5EF4-FFF2-40B4-BE49-F238E27FC236}">
                <a16:creationId xmlns:a16="http://schemas.microsoft.com/office/drawing/2014/main" id="{57EBD3D7-11BC-41E9-8A3E-910704FC4E8D}"/>
              </a:ext>
            </a:extLst>
          </p:cNvPr>
          <p:cNvSpPr/>
          <p:nvPr/>
        </p:nvSpPr>
        <p:spPr>
          <a:xfrm>
            <a:off x="467544" y="2552130"/>
            <a:ext cx="2448272" cy="721412"/>
          </a:xfrm>
          <a:prstGeom prst="roundRect">
            <a:avLst>
              <a:gd name="adj" fmla="val 2392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gn="r">
              <a:lnSpc>
                <a:spcPct val="110000"/>
              </a:lnSpc>
            </a:pPr>
            <a:endParaRPr lang="en-US" sz="600" dirty="0">
              <a:solidFill>
                <a:schemeClr val="tx1">
                  <a:alpha val="70000"/>
                </a:schemeClr>
              </a:solidFill>
              <a:latin typeface="Segoe UI" pitchFamily="34" charset="0"/>
              <a:cs typeface="Segoe UI" pitchFamily="34" charset="0"/>
            </a:endParaRPr>
          </a:p>
        </p:txBody>
      </p:sp>
      <p:sp>
        <p:nvSpPr>
          <p:cNvPr id="50" name="box background">
            <a:extLst>
              <a:ext uri="{FF2B5EF4-FFF2-40B4-BE49-F238E27FC236}">
                <a16:creationId xmlns:a16="http://schemas.microsoft.com/office/drawing/2014/main" id="{E73D291D-5258-4783-88D8-FB595C502AD5}"/>
              </a:ext>
            </a:extLst>
          </p:cNvPr>
          <p:cNvSpPr/>
          <p:nvPr/>
        </p:nvSpPr>
        <p:spPr>
          <a:xfrm>
            <a:off x="467544" y="3612629"/>
            <a:ext cx="2448272" cy="617766"/>
          </a:xfrm>
          <a:prstGeom prst="roundRect">
            <a:avLst>
              <a:gd name="adj" fmla="val 2392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gn="r">
              <a:lnSpc>
                <a:spcPct val="110000"/>
              </a:lnSpc>
            </a:pPr>
            <a:endParaRPr lang="en-US" sz="600" dirty="0">
              <a:solidFill>
                <a:schemeClr val="tx1">
                  <a:alpha val="70000"/>
                </a:schemeClr>
              </a:solidFill>
              <a:latin typeface="Segoe UI" pitchFamily="34" charset="0"/>
              <a:cs typeface="Segoe UI" pitchFamily="34" charset="0"/>
            </a:endParaRPr>
          </a:p>
        </p:txBody>
      </p:sp>
      <p:sp>
        <p:nvSpPr>
          <p:cNvPr id="51" name="box background">
            <a:extLst>
              <a:ext uri="{FF2B5EF4-FFF2-40B4-BE49-F238E27FC236}">
                <a16:creationId xmlns:a16="http://schemas.microsoft.com/office/drawing/2014/main" id="{A610CD97-FAD7-4B6E-835C-35871A1CF132}"/>
              </a:ext>
            </a:extLst>
          </p:cNvPr>
          <p:cNvSpPr/>
          <p:nvPr/>
        </p:nvSpPr>
        <p:spPr>
          <a:xfrm>
            <a:off x="467544" y="1491630"/>
            <a:ext cx="2448272" cy="740149"/>
          </a:xfrm>
          <a:prstGeom prst="roundRect">
            <a:avLst>
              <a:gd name="adj" fmla="val 23922"/>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7160" tIns="34290" rIns="137160" bIns="0" numCol="1" rtlCol="0" anchor="t"/>
          <a:lstStyle/>
          <a:p>
            <a:pPr algn="r">
              <a:lnSpc>
                <a:spcPct val="110000"/>
              </a:lnSpc>
            </a:pPr>
            <a:endParaRPr lang="en-US" sz="600" dirty="0">
              <a:solidFill>
                <a:srgbClr val="FFFFFF">
                  <a:alpha val="70000"/>
                </a:srgbClr>
              </a:solidFill>
              <a:latin typeface="Segoe UI" pitchFamily="34" charset="0"/>
              <a:cs typeface="Segoe UI" pitchFamily="34" charset="0"/>
            </a:endParaRPr>
          </a:p>
        </p:txBody>
      </p:sp>
      <p:sp>
        <p:nvSpPr>
          <p:cNvPr id="58" name="Text Placeholder 2"/>
          <p:cNvSpPr txBox="1">
            <a:spLocks/>
          </p:cNvSpPr>
          <p:nvPr/>
        </p:nvSpPr>
        <p:spPr>
          <a:xfrm>
            <a:off x="611560" y="1564535"/>
            <a:ext cx="2194654" cy="453330"/>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AI-enabled</a:t>
            </a:r>
            <a:r>
              <a:rPr lang="en-US" sz="1100" b="1" dirty="0"/>
              <a:t> </a:t>
            </a:r>
            <a:r>
              <a:rPr lang="en-US" sz="1100" dirty="0"/>
              <a:t>document processing for a greater degree of automation &amp; accuracy</a:t>
            </a:r>
          </a:p>
          <a:p>
            <a:endParaRPr lang="en-US" sz="1100" dirty="0">
              <a:solidFill>
                <a:schemeClr val="tx1"/>
              </a:solidFill>
            </a:endParaRPr>
          </a:p>
        </p:txBody>
      </p:sp>
      <p:sp>
        <p:nvSpPr>
          <p:cNvPr id="59" name="Text Placeholder 3"/>
          <p:cNvSpPr txBox="1">
            <a:spLocks/>
          </p:cNvSpPr>
          <p:nvPr/>
        </p:nvSpPr>
        <p:spPr>
          <a:xfrm>
            <a:off x="611560" y="2608532"/>
            <a:ext cx="2183092" cy="516162"/>
          </a:xfrm>
          <a:prstGeom prst="rect">
            <a:avLst/>
          </a:prstGeom>
        </p:spPr>
        <p:txBody>
          <a:bodyPr>
            <a:no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Template-Free approach </a:t>
            </a:r>
            <a:r>
              <a:rPr lang="en-US" sz="1100" dirty="0">
                <a:solidFill>
                  <a:schemeClr val="tx1"/>
                </a:solidFill>
              </a:rPr>
              <a:t>for rapid setup, deployment &amp; future flexibility</a:t>
            </a:r>
          </a:p>
        </p:txBody>
      </p:sp>
      <p:sp>
        <p:nvSpPr>
          <p:cNvPr id="60" name="Text Placeholder 4"/>
          <p:cNvSpPr txBox="1">
            <a:spLocks/>
          </p:cNvSpPr>
          <p:nvPr/>
        </p:nvSpPr>
        <p:spPr>
          <a:xfrm>
            <a:off x="611559" y="3691272"/>
            <a:ext cx="2084779" cy="453330"/>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Intuitive Human-in-the-loop (HITL) </a:t>
            </a:r>
            <a:r>
              <a:rPr lang="en-US" sz="1100" dirty="0"/>
              <a:t>for quality control</a:t>
            </a:r>
            <a:endParaRPr lang="en-US" sz="1100" dirty="0">
              <a:solidFill>
                <a:srgbClr val="C00000"/>
              </a:solidFill>
            </a:endParaRPr>
          </a:p>
          <a:p>
            <a:endParaRPr lang="en-US" sz="1100" dirty="0"/>
          </a:p>
        </p:txBody>
      </p:sp>
      <p:sp>
        <p:nvSpPr>
          <p:cNvPr id="61" name="Text Placeholder 5"/>
          <p:cNvSpPr txBox="1">
            <a:spLocks/>
          </p:cNvSpPr>
          <p:nvPr/>
        </p:nvSpPr>
        <p:spPr>
          <a:xfrm>
            <a:off x="6444208" y="1564535"/>
            <a:ext cx="2177044" cy="453330"/>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Seamless integration with downstream systems and RPA </a:t>
            </a:r>
            <a:r>
              <a:rPr lang="en-US" sz="1100" dirty="0"/>
              <a:t>for end-to-end automation</a:t>
            </a:r>
          </a:p>
        </p:txBody>
      </p:sp>
      <p:sp>
        <p:nvSpPr>
          <p:cNvPr id="62" name="Text Placeholder 6"/>
          <p:cNvSpPr txBox="1">
            <a:spLocks/>
          </p:cNvSpPr>
          <p:nvPr/>
        </p:nvSpPr>
        <p:spPr>
          <a:xfrm>
            <a:off x="6444208" y="3691272"/>
            <a:ext cx="1940770" cy="453330"/>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Flexible, tiered pricing </a:t>
            </a:r>
            <a:r>
              <a:rPr lang="en-US" sz="1100" dirty="0"/>
              <a:t>based on page volume</a:t>
            </a:r>
          </a:p>
        </p:txBody>
      </p:sp>
      <p:pic>
        <p:nvPicPr>
          <p:cNvPr id="64" name="Picture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84830" y="2632550"/>
            <a:ext cx="961105" cy="440603"/>
          </a:xfrm>
          <a:prstGeom prst="rect">
            <a:avLst/>
          </a:prstGeom>
        </p:spPr>
      </p:pic>
      <p:sp>
        <p:nvSpPr>
          <p:cNvPr id="65" name="Text Placeholder 7">
            <a:extLst>
              <a:ext uri="{FF2B5EF4-FFF2-40B4-BE49-F238E27FC236}">
                <a16:creationId xmlns:a16="http://schemas.microsoft.com/office/drawing/2014/main" id="{B510BA20-B2FF-481C-83ED-94503A182690}"/>
              </a:ext>
            </a:extLst>
          </p:cNvPr>
          <p:cNvSpPr txBox="1">
            <a:spLocks/>
          </p:cNvSpPr>
          <p:nvPr/>
        </p:nvSpPr>
        <p:spPr>
          <a:xfrm>
            <a:off x="6444208" y="2660002"/>
            <a:ext cx="1940770" cy="453330"/>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dirty="0">
                <a:solidFill>
                  <a:srgbClr val="C00000"/>
                </a:solidFill>
              </a:rPr>
              <a:t>Cloud-based platform </a:t>
            </a:r>
            <a:r>
              <a:rPr lang="en-US" sz="1100" dirty="0"/>
              <a:t>with </a:t>
            </a:r>
            <a:r>
              <a:rPr lang="en-US" sz="1100" b="1" dirty="0">
                <a:solidFill>
                  <a:srgbClr val="C00000"/>
                </a:solidFill>
              </a:rPr>
              <a:t>enterprise-grade security</a:t>
            </a:r>
            <a:endParaRPr lang="en-US" sz="1100" b="1" dirty="0"/>
          </a:p>
        </p:txBody>
      </p:sp>
    </p:spTree>
    <p:extLst>
      <p:ext uri="{BB962C8B-B14F-4D97-AF65-F5344CB8AC3E}">
        <p14:creationId xmlns:p14="http://schemas.microsoft.com/office/powerpoint/2010/main" val="1914869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2A136D-ACDF-B14A-A6CE-A8BC00B12BA4}"/>
              </a:ext>
            </a:extLst>
          </p:cNvPr>
          <p:cNvSpPr/>
          <p:nvPr/>
        </p:nvSpPr>
        <p:spPr>
          <a:xfrm>
            <a:off x="764629" y="1091539"/>
            <a:ext cx="1410741" cy="370605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7" name="Rectangle 36">
            <a:extLst>
              <a:ext uri="{FF2B5EF4-FFF2-40B4-BE49-F238E27FC236}">
                <a16:creationId xmlns:a16="http://schemas.microsoft.com/office/drawing/2014/main" id="{E402A108-5665-AB44-8E7C-5C56F95D1CA9}"/>
              </a:ext>
            </a:extLst>
          </p:cNvPr>
          <p:cNvSpPr/>
          <p:nvPr/>
        </p:nvSpPr>
        <p:spPr>
          <a:xfrm>
            <a:off x="2237955" y="1675477"/>
            <a:ext cx="1705677"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100</a:t>
            </a:r>
            <a:endParaRPr lang="en-IN" sz="1200" dirty="0">
              <a:solidFill>
                <a:schemeClr val="tx1"/>
              </a:solidFill>
            </a:endParaRPr>
          </a:p>
        </p:txBody>
      </p:sp>
      <p:sp>
        <p:nvSpPr>
          <p:cNvPr id="38" name="Rectangle 37">
            <a:extLst>
              <a:ext uri="{FF2B5EF4-FFF2-40B4-BE49-F238E27FC236}">
                <a16:creationId xmlns:a16="http://schemas.microsoft.com/office/drawing/2014/main" id="{421DB9CB-2A6E-7C42-A193-844AAFE73D6C}"/>
              </a:ext>
            </a:extLst>
          </p:cNvPr>
          <p:cNvSpPr/>
          <p:nvPr/>
        </p:nvSpPr>
        <p:spPr>
          <a:xfrm>
            <a:off x="4010042" y="1675477"/>
            <a:ext cx="1705677"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15-30</a:t>
            </a:r>
            <a:endParaRPr lang="en-IN" sz="1200" dirty="0">
              <a:solidFill>
                <a:schemeClr val="tx1"/>
              </a:solidFill>
            </a:endParaRPr>
          </a:p>
        </p:txBody>
      </p:sp>
      <p:sp>
        <p:nvSpPr>
          <p:cNvPr id="39" name="Rectangle 38">
            <a:extLst>
              <a:ext uri="{FF2B5EF4-FFF2-40B4-BE49-F238E27FC236}">
                <a16:creationId xmlns:a16="http://schemas.microsoft.com/office/drawing/2014/main" id="{31251D9A-1018-0B49-AC9B-434916109DB2}"/>
              </a:ext>
            </a:extLst>
          </p:cNvPr>
          <p:cNvSpPr/>
          <p:nvPr/>
        </p:nvSpPr>
        <p:spPr>
          <a:xfrm>
            <a:off x="5782128" y="1675477"/>
            <a:ext cx="2590348"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a:t>
            </a:r>
          </a:p>
        </p:txBody>
      </p:sp>
      <p:sp>
        <p:nvSpPr>
          <p:cNvPr id="40" name="Rectangle 39">
            <a:extLst>
              <a:ext uri="{FF2B5EF4-FFF2-40B4-BE49-F238E27FC236}">
                <a16:creationId xmlns:a16="http://schemas.microsoft.com/office/drawing/2014/main" id="{A745D36B-0057-0148-A305-44E23DBB5B23}"/>
              </a:ext>
            </a:extLst>
          </p:cNvPr>
          <p:cNvSpPr/>
          <p:nvPr/>
        </p:nvSpPr>
        <p:spPr>
          <a:xfrm>
            <a:off x="760804" y="1675477"/>
            <a:ext cx="1410741" cy="767982"/>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Headcount</a:t>
            </a:r>
            <a:endParaRPr lang="en-IN" sz="1200" b="1" dirty="0">
              <a:solidFill>
                <a:schemeClr val="tx1"/>
              </a:solidFill>
            </a:endParaRPr>
          </a:p>
        </p:txBody>
      </p:sp>
      <p:sp>
        <p:nvSpPr>
          <p:cNvPr id="42" name="Rectangle 41">
            <a:extLst>
              <a:ext uri="{FF2B5EF4-FFF2-40B4-BE49-F238E27FC236}">
                <a16:creationId xmlns:a16="http://schemas.microsoft.com/office/drawing/2014/main" id="{1FEFCCCF-2D06-D445-B56D-04E6B9431144}"/>
              </a:ext>
            </a:extLst>
          </p:cNvPr>
          <p:cNvSpPr/>
          <p:nvPr/>
        </p:nvSpPr>
        <p:spPr>
          <a:xfrm>
            <a:off x="2237955" y="2462324"/>
            <a:ext cx="1705677"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2-10 mins/document</a:t>
            </a:r>
          </a:p>
        </p:txBody>
      </p:sp>
      <p:sp>
        <p:nvSpPr>
          <p:cNvPr id="43" name="Rectangle 42">
            <a:extLst>
              <a:ext uri="{FF2B5EF4-FFF2-40B4-BE49-F238E27FC236}">
                <a16:creationId xmlns:a16="http://schemas.microsoft.com/office/drawing/2014/main" id="{C3ABFA21-E140-F249-AF62-38417C9EF6D7}"/>
              </a:ext>
            </a:extLst>
          </p:cNvPr>
          <p:cNvSpPr/>
          <p:nvPr/>
        </p:nvSpPr>
        <p:spPr>
          <a:xfrm>
            <a:off x="4010042" y="2462324"/>
            <a:ext cx="1705677"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10-60 secs/document</a:t>
            </a:r>
          </a:p>
        </p:txBody>
      </p:sp>
      <p:sp>
        <p:nvSpPr>
          <p:cNvPr id="44" name="Rectangle 43">
            <a:extLst>
              <a:ext uri="{FF2B5EF4-FFF2-40B4-BE49-F238E27FC236}">
                <a16:creationId xmlns:a16="http://schemas.microsoft.com/office/drawing/2014/main" id="{F52DED82-2EB9-7343-B9B4-8CBB4F67BDD3}"/>
              </a:ext>
            </a:extLst>
          </p:cNvPr>
          <p:cNvSpPr/>
          <p:nvPr/>
        </p:nvSpPr>
        <p:spPr>
          <a:xfrm>
            <a:off x="5782128" y="2462324"/>
            <a:ext cx="2590348"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a:t>
            </a:r>
          </a:p>
        </p:txBody>
      </p:sp>
      <p:sp>
        <p:nvSpPr>
          <p:cNvPr id="45" name="Rectangle 44">
            <a:extLst>
              <a:ext uri="{FF2B5EF4-FFF2-40B4-BE49-F238E27FC236}">
                <a16:creationId xmlns:a16="http://schemas.microsoft.com/office/drawing/2014/main" id="{FC06CC3C-232B-914C-852E-ECE601CE59D4}"/>
              </a:ext>
            </a:extLst>
          </p:cNvPr>
          <p:cNvSpPr/>
          <p:nvPr/>
        </p:nvSpPr>
        <p:spPr>
          <a:xfrm>
            <a:off x="760804" y="2462324"/>
            <a:ext cx="1410741" cy="767982"/>
          </a:xfrm>
          <a:prstGeom prst="rect">
            <a:avLst/>
          </a:prstGeom>
          <a:solidFill>
            <a:srgbClr val="D9D9D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Speed</a:t>
            </a:r>
            <a:endParaRPr lang="en-IN" sz="1200" b="1" dirty="0">
              <a:solidFill>
                <a:schemeClr val="tx1"/>
              </a:solidFill>
            </a:endParaRPr>
          </a:p>
        </p:txBody>
      </p:sp>
      <p:sp>
        <p:nvSpPr>
          <p:cNvPr id="46" name="Rectangle 45">
            <a:extLst>
              <a:ext uri="{FF2B5EF4-FFF2-40B4-BE49-F238E27FC236}">
                <a16:creationId xmlns:a16="http://schemas.microsoft.com/office/drawing/2014/main" id="{C1070B78-8B36-E84E-966A-38D20125AF46}"/>
              </a:ext>
            </a:extLst>
          </p:cNvPr>
          <p:cNvSpPr/>
          <p:nvPr/>
        </p:nvSpPr>
        <p:spPr>
          <a:xfrm>
            <a:off x="2237955" y="3249170"/>
            <a:ext cx="1705677"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8-10%</a:t>
            </a:r>
            <a:endParaRPr lang="en-IN" sz="1200" dirty="0">
              <a:solidFill>
                <a:schemeClr val="tx1"/>
              </a:solidFill>
            </a:endParaRPr>
          </a:p>
        </p:txBody>
      </p:sp>
      <p:sp>
        <p:nvSpPr>
          <p:cNvPr id="47" name="Rectangle 46">
            <a:extLst>
              <a:ext uri="{FF2B5EF4-FFF2-40B4-BE49-F238E27FC236}">
                <a16:creationId xmlns:a16="http://schemas.microsoft.com/office/drawing/2014/main" id="{DEF803A4-7251-7840-A2F7-53075B089A78}"/>
              </a:ext>
            </a:extLst>
          </p:cNvPr>
          <p:cNvSpPr/>
          <p:nvPr/>
        </p:nvSpPr>
        <p:spPr>
          <a:xfrm>
            <a:off x="4010042" y="3249170"/>
            <a:ext cx="1705677"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1-3%</a:t>
            </a:r>
            <a:endParaRPr lang="en-IN" sz="1200" dirty="0">
              <a:solidFill>
                <a:schemeClr val="tx1"/>
              </a:solidFill>
            </a:endParaRPr>
          </a:p>
        </p:txBody>
      </p:sp>
      <p:sp>
        <p:nvSpPr>
          <p:cNvPr id="48" name="Rectangle 47">
            <a:extLst>
              <a:ext uri="{FF2B5EF4-FFF2-40B4-BE49-F238E27FC236}">
                <a16:creationId xmlns:a16="http://schemas.microsoft.com/office/drawing/2014/main" id="{E60324F3-E7C5-3A4B-AAFE-0030E8AA2B69}"/>
              </a:ext>
            </a:extLst>
          </p:cNvPr>
          <p:cNvSpPr/>
          <p:nvPr/>
        </p:nvSpPr>
        <p:spPr>
          <a:xfrm>
            <a:off x="5782128" y="3249170"/>
            <a:ext cx="2590348" cy="767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a:t>
            </a:r>
          </a:p>
        </p:txBody>
      </p:sp>
      <p:sp>
        <p:nvSpPr>
          <p:cNvPr id="49" name="Rectangle 48">
            <a:extLst>
              <a:ext uri="{FF2B5EF4-FFF2-40B4-BE49-F238E27FC236}">
                <a16:creationId xmlns:a16="http://schemas.microsoft.com/office/drawing/2014/main" id="{E6E013E7-E2D8-334A-9069-8CC4AB6EED97}"/>
              </a:ext>
            </a:extLst>
          </p:cNvPr>
          <p:cNvSpPr/>
          <p:nvPr/>
        </p:nvSpPr>
        <p:spPr>
          <a:xfrm>
            <a:off x="760804" y="3249170"/>
            <a:ext cx="1410741" cy="767982"/>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Error</a:t>
            </a:r>
            <a:endParaRPr lang="en-IN" sz="1200" b="1" dirty="0">
              <a:solidFill>
                <a:schemeClr val="tx1"/>
              </a:solidFill>
            </a:endParaRPr>
          </a:p>
        </p:txBody>
      </p:sp>
      <p:sp>
        <p:nvSpPr>
          <p:cNvPr id="50" name="Rectangle 49">
            <a:extLst>
              <a:ext uri="{FF2B5EF4-FFF2-40B4-BE49-F238E27FC236}">
                <a16:creationId xmlns:a16="http://schemas.microsoft.com/office/drawing/2014/main" id="{56630E1E-FB5B-924E-A067-30DBC2618912}"/>
              </a:ext>
            </a:extLst>
          </p:cNvPr>
          <p:cNvSpPr/>
          <p:nvPr/>
        </p:nvSpPr>
        <p:spPr>
          <a:xfrm>
            <a:off x="2237955" y="4036016"/>
            <a:ext cx="1705677"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20-30%</a:t>
            </a:r>
            <a:endParaRPr lang="en-IN" sz="1200" dirty="0">
              <a:solidFill>
                <a:schemeClr val="tx1"/>
              </a:solidFill>
            </a:endParaRPr>
          </a:p>
        </p:txBody>
      </p:sp>
      <p:sp>
        <p:nvSpPr>
          <p:cNvPr id="51" name="Rectangle 50">
            <a:extLst>
              <a:ext uri="{FF2B5EF4-FFF2-40B4-BE49-F238E27FC236}">
                <a16:creationId xmlns:a16="http://schemas.microsoft.com/office/drawing/2014/main" id="{D89700D0-AAD7-844B-8148-90E5ED62916E}"/>
              </a:ext>
            </a:extLst>
          </p:cNvPr>
          <p:cNvSpPr/>
          <p:nvPr/>
        </p:nvSpPr>
        <p:spPr>
          <a:xfrm>
            <a:off x="4010042" y="4036016"/>
            <a:ext cx="1705677"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rPr>
              <a:t>100%</a:t>
            </a:r>
            <a:endParaRPr lang="en-IN" sz="1200" dirty="0">
              <a:solidFill>
                <a:schemeClr val="tx1"/>
              </a:solidFill>
            </a:endParaRPr>
          </a:p>
        </p:txBody>
      </p:sp>
      <p:sp>
        <p:nvSpPr>
          <p:cNvPr id="52" name="Rectangle 51">
            <a:extLst>
              <a:ext uri="{FF2B5EF4-FFF2-40B4-BE49-F238E27FC236}">
                <a16:creationId xmlns:a16="http://schemas.microsoft.com/office/drawing/2014/main" id="{AA857033-F10C-FA43-9354-1417EC59B751}"/>
              </a:ext>
            </a:extLst>
          </p:cNvPr>
          <p:cNvSpPr/>
          <p:nvPr/>
        </p:nvSpPr>
        <p:spPr>
          <a:xfrm>
            <a:off x="5782128" y="4036016"/>
            <a:ext cx="2590348" cy="7679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           </a:t>
            </a:r>
          </a:p>
        </p:txBody>
      </p:sp>
      <p:sp>
        <p:nvSpPr>
          <p:cNvPr id="53" name="Rectangle 52">
            <a:extLst>
              <a:ext uri="{FF2B5EF4-FFF2-40B4-BE49-F238E27FC236}">
                <a16:creationId xmlns:a16="http://schemas.microsoft.com/office/drawing/2014/main" id="{2FB0ED8F-1A58-9F46-A476-14C40AE3CC17}"/>
              </a:ext>
            </a:extLst>
          </p:cNvPr>
          <p:cNvSpPr/>
          <p:nvPr/>
        </p:nvSpPr>
        <p:spPr>
          <a:xfrm>
            <a:off x="760804" y="4036016"/>
            <a:ext cx="1410741" cy="767982"/>
          </a:xfrm>
          <a:prstGeom prst="rect">
            <a:avLst/>
          </a:prstGeom>
          <a:solidFill>
            <a:srgbClr val="D9D9D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tx1"/>
                </a:solidFill>
              </a:rPr>
              <a:t>Volume of data collected</a:t>
            </a:r>
            <a:endParaRPr lang="en-IN" sz="1200" b="1" dirty="0">
              <a:solidFill>
                <a:schemeClr val="tx1"/>
              </a:solidFill>
            </a:endParaRPr>
          </a:p>
        </p:txBody>
      </p:sp>
      <p:sp>
        <p:nvSpPr>
          <p:cNvPr id="34" name="Rectangle 33">
            <a:extLst>
              <a:ext uri="{FF2B5EF4-FFF2-40B4-BE49-F238E27FC236}">
                <a16:creationId xmlns:a16="http://schemas.microsoft.com/office/drawing/2014/main" id="{58ACBCC1-E54D-5B4D-AF4E-4377072343D5}"/>
              </a:ext>
            </a:extLst>
          </p:cNvPr>
          <p:cNvSpPr/>
          <p:nvPr/>
        </p:nvSpPr>
        <p:spPr>
          <a:xfrm>
            <a:off x="2244914" y="1110402"/>
            <a:ext cx="1705677" cy="576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bg1"/>
                </a:solidFill>
              </a:rPr>
              <a:t>Manual data capture</a:t>
            </a:r>
            <a:endParaRPr lang="en-IN" sz="1200" b="1" dirty="0">
              <a:solidFill>
                <a:schemeClr val="bg1"/>
              </a:solidFill>
            </a:endParaRPr>
          </a:p>
        </p:txBody>
      </p:sp>
      <p:sp>
        <p:nvSpPr>
          <p:cNvPr id="35" name="Rectangle 34">
            <a:extLst>
              <a:ext uri="{FF2B5EF4-FFF2-40B4-BE49-F238E27FC236}">
                <a16:creationId xmlns:a16="http://schemas.microsoft.com/office/drawing/2014/main" id="{74E162D9-4DC8-AD4F-942D-EEA4EC8BABDF}"/>
              </a:ext>
            </a:extLst>
          </p:cNvPr>
          <p:cNvSpPr/>
          <p:nvPr/>
        </p:nvSpPr>
        <p:spPr>
          <a:xfrm>
            <a:off x="4017001" y="1110402"/>
            <a:ext cx="1705677" cy="576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bg1"/>
                </a:solidFill>
              </a:rPr>
              <a:t>Data capture with </a:t>
            </a:r>
            <a:r>
              <a:rPr lang="en-IN" sz="1200" b="1" dirty="0" err="1">
                <a:solidFill>
                  <a:schemeClr val="bg1"/>
                </a:solidFill>
              </a:rPr>
              <a:t>TruCap</a:t>
            </a:r>
            <a:r>
              <a:rPr lang="en-IN" sz="1200" b="1" dirty="0">
                <a:solidFill>
                  <a:schemeClr val="bg1"/>
                </a:solidFill>
              </a:rPr>
              <a:t>+</a:t>
            </a:r>
          </a:p>
        </p:txBody>
      </p:sp>
      <p:sp>
        <p:nvSpPr>
          <p:cNvPr id="36" name="Rectangle 35">
            <a:extLst>
              <a:ext uri="{FF2B5EF4-FFF2-40B4-BE49-F238E27FC236}">
                <a16:creationId xmlns:a16="http://schemas.microsoft.com/office/drawing/2014/main" id="{1349C402-A43C-DC4F-B31B-F1FD410C9BD3}"/>
              </a:ext>
            </a:extLst>
          </p:cNvPr>
          <p:cNvSpPr/>
          <p:nvPr/>
        </p:nvSpPr>
        <p:spPr>
          <a:xfrm>
            <a:off x="5789088" y="1110402"/>
            <a:ext cx="2590348" cy="5762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bg1"/>
                </a:solidFill>
              </a:rPr>
              <a:t>Typical efficiency gains</a:t>
            </a:r>
            <a:endParaRPr lang="en-IN" sz="1200" b="1" dirty="0">
              <a:solidFill>
                <a:schemeClr val="bg1"/>
              </a:solidFill>
            </a:endParaRPr>
          </a:p>
        </p:txBody>
      </p:sp>
      <p:sp>
        <p:nvSpPr>
          <p:cNvPr id="2" name="Title 4">
            <a:extLst>
              <a:ext uri="{FF2B5EF4-FFF2-40B4-BE49-F238E27FC236}">
                <a16:creationId xmlns:a16="http://schemas.microsoft.com/office/drawing/2014/main" id="{DD0CA750-D7B5-9CBD-140A-EED4AC010DAA}"/>
              </a:ext>
            </a:extLst>
          </p:cNvPr>
          <p:cNvSpPr>
            <a:spLocks noGrp="1"/>
          </p:cNvSpPr>
          <p:nvPr>
            <p:ph type="title"/>
          </p:nvPr>
        </p:nvSpPr>
        <p:spPr>
          <a:xfrm>
            <a:off x="771525" y="400051"/>
            <a:ext cx="7760915" cy="771518"/>
          </a:xfrm>
        </p:spPr>
        <p:txBody>
          <a:bodyPr/>
          <a:lstStyle/>
          <a:p>
            <a:r>
              <a:rPr lang="en-IN" dirty="0" err="1"/>
              <a:t>TruCap</a:t>
            </a:r>
            <a:r>
              <a:rPr lang="en-IN" dirty="0"/>
              <a:t>+ improves core business efficiency, enabling non-linear growth</a:t>
            </a:r>
          </a:p>
        </p:txBody>
      </p:sp>
      <p:pic>
        <p:nvPicPr>
          <p:cNvPr id="56" name="Picture 55">
            <a:extLst>
              <a:ext uri="{FF2B5EF4-FFF2-40B4-BE49-F238E27FC236}">
                <a16:creationId xmlns:a16="http://schemas.microsoft.com/office/drawing/2014/main" id="{71E0ECA0-79A2-FE42-B64E-CD714B1EA063}"/>
              </a:ext>
            </a:extLst>
          </p:cNvPr>
          <p:cNvPicPr>
            <a:picLocks noChangeAspect="1"/>
          </p:cNvPicPr>
          <p:nvPr/>
        </p:nvPicPr>
        <p:blipFill rotWithShape="1">
          <a:blip r:embed="rId2" cstate="print">
            <a:alphaModFix amt="21000"/>
            <a:extLst>
              <a:ext uri="{28A0092B-C50C-407E-A947-70E740481C1C}">
                <a14:useLocalDpi xmlns:a14="http://schemas.microsoft.com/office/drawing/2010/main" val="0"/>
              </a:ext>
            </a:extLst>
          </a:blip>
          <a:srcRect l="11373" t="41271" r="41145" b="39667"/>
          <a:stretch/>
        </p:blipFill>
        <p:spPr>
          <a:xfrm>
            <a:off x="771524" y="1104876"/>
            <a:ext cx="1403128" cy="587908"/>
          </a:xfrm>
          <a:prstGeom prst="rect">
            <a:avLst/>
          </a:prstGeom>
        </p:spPr>
      </p:pic>
      <p:cxnSp>
        <p:nvCxnSpPr>
          <p:cNvPr id="7" name="Straight Arrow Connector 6">
            <a:extLst>
              <a:ext uri="{FF2B5EF4-FFF2-40B4-BE49-F238E27FC236}">
                <a16:creationId xmlns:a16="http://schemas.microsoft.com/office/drawing/2014/main" id="{055646E0-2369-C99A-4E15-F137484BDD9C}"/>
              </a:ext>
            </a:extLst>
          </p:cNvPr>
          <p:cNvCxnSpPr>
            <a:cxnSpLocks/>
          </p:cNvCxnSpPr>
          <p:nvPr/>
        </p:nvCxnSpPr>
        <p:spPr>
          <a:xfrm>
            <a:off x="6084168" y="1957018"/>
            <a:ext cx="0" cy="216024"/>
          </a:xfrm>
          <a:prstGeom prst="straightConnector1">
            <a:avLst/>
          </a:prstGeom>
          <a:ln w="38100">
            <a:solidFill>
              <a:srgbClr val="30BD7E"/>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1F34750-8ECE-2C9C-BF09-82495BDF988F}"/>
              </a:ext>
            </a:extLst>
          </p:cNvPr>
          <p:cNvCxnSpPr>
            <a:cxnSpLocks/>
          </p:cNvCxnSpPr>
          <p:nvPr/>
        </p:nvCxnSpPr>
        <p:spPr>
          <a:xfrm flipV="1">
            <a:off x="6084168" y="2715765"/>
            <a:ext cx="0" cy="21600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2416F88C-092C-4FA4-B452-D11C552C4622}"/>
              </a:ext>
            </a:extLst>
          </p:cNvPr>
          <p:cNvCxnSpPr>
            <a:cxnSpLocks/>
          </p:cNvCxnSpPr>
          <p:nvPr/>
        </p:nvCxnSpPr>
        <p:spPr>
          <a:xfrm>
            <a:off x="6084168" y="3525148"/>
            <a:ext cx="0" cy="216024"/>
          </a:xfrm>
          <a:prstGeom prst="straightConnector1">
            <a:avLst/>
          </a:prstGeom>
          <a:ln w="38100">
            <a:solidFill>
              <a:srgbClr val="30BD7E"/>
            </a:solidFill>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FEE3B24F-E963-0BFA-9167-FA24D1EFC7E7}"/>
              </a:ext>
            </a:extLst>
          </p:cNvPr>
          <p:cNvCxnSpPr>
            <a:cxnSpLocks/>
          </p:cNvCxnSpPr>
          <p:nvPr/>
        </p:nvCxnSpPr>
        <p:spPr>
          <a:xfrm flipV="1">
            <a:off x="6084168" y="4312006"/>
            <a:ext cx="0" cy="21600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1E27C8E6-BB9A-0442-6496-E046DC4AF89C}"/>
              </a:ext>
            </a:extLst>
          </p:cNvPr>
          <p:cNvSpPr txBox="1"/>
          <p:nvPr/>
        </p:nvSpPr>
        <p:spPr>
          <a:xfrm>
            <a:off x="6228184" y="4189174"/>
            <a:ext cx="2122930" cy="461665"/>
          </a:xfrm>
          <a:prstGeom prst="rect">
            <a:avLst/>
          </a:prstGeom>
          <a:noFill/>
        </p:spPr>
        <p:txBody>
          <a:bodyPr wrap="square" rtlCol="0">
            <a:spAutoFit/>
          </a:bodyPr>
          <a:lstStyle/>
          <a:p>
            <a:r>
              <a:rPr lang="en-IN" sz="1200" b="1" dirty="0">
                <a:solidFill>
                  <a:schemeClr val="tx1"/>
                </a:solidFill>
              </a:rPr>
              <a:t>Complete data capture for better decision making</a:t>
            </a:r>
            <a:endParaRPr lang="en-IN" sz="1200" dirty="0"/>
          </a:p>
        </p:txBody>
      </p:sp>
      <p:sp>
        <p:nvSpPr>
          <p:cNvPr id="59" name="TextBox 58">
            <a:extLst>
              <a:ext uri="{FF2B5EF4-FFF2-40B4-BE49-F238E27FC236}">
                <a16:creationId xmlns:a16="http://schemas.microsoft.com/office/drawing/2014/main" id="{52799515-C59A-AFB8-C583-651C9A1442B5}"/>
              </a:ext>
            </a:extLst>
          </p:cNvPr>
          <p:cNvSpPr txBox="1"/>
          <p:nvPr/>
        </p:nvSpPr>
        <p:spPr>
          <a:xfrm>
            <a:off x="6228184" y="1834198"/>
            <a:ext cx="2002419" cy="461665"/>
          </a:xfrm>
          <a:prstGeom prst="rect">
            <a:avLst/>
          </a:prstGeom>
          <a:noFill/>
        </p:spPr>
        <p:txBody>
          <a:bodyPr wrap="square" rtlCol="0">
            <a:spAutoFit/>
          </a:bodyPr>
          <a:lstStyle/>
          <a:p>
            <a:r>
              <a:rPr lang="en-IN" sz="1200" b="1" dirty="0">
                <a:solidFill>
                  <a:schemeClr val="tx1"/>
                </a:solidFill>
              </a:rPr>
              <a:t>70-85% headcount reduction</a:t>
            </a:r>
            <a:endParaRPr lang="en-IN" sz="1200" dirty="0"/>
          </a:p>
        </p:txBody>
      </p:sp>
      <p:sp>
        <p:nvSpPr>
          <p:cNvPr id="60" name="TextBox 59">
            <a:extLst>
              <a:ext uri="{FF2B5EF4-FFF2-40B4-BE49-F238E27FC236}">
                <a16:creationId xmlns:a16="http://schemas.microsoft.com/office/drawing/2014/main" id="{C0668ADB-6359-C6B0-C702-DC642026D822}"/>
              </a:ext>
            </a:extLst>
          </p:cNvPr>
          <p:cNvSpPr txBox="1"/>
          <p:nvPr/>
        </p:nvSpPr>
        <p:spPr>
          <a:xfrm>
            <a:off x="6228184" y="2685266"/>
            <a:ext cx="2002419" cy="276999"/>
          </a:xfrm>
          <a:prstGeom prst="rect">
            <a:avLst/>
          </a:prstGeom>
          <a:noFill/>
        </p:spPr>
        <p:txBody>
          <a:bodyPr wrap="square" rtlCol="0">
            <a:spAutoFit/>
          </a:bodyPr>
          <a:lstStyle/>
          <a:p>
            <a:r>
              <a:rPr lang="en-IN" sz="1200" b="1" dirty="0">
                <a:solidFill>
                  <a:schemeClr val="tx1"/>
                </a:solidFill>
              </a:rPr>
              <a:t>10X+ increase in speed</a:t>
            </a:r>
            <a:endParaRPr lang="en-IN" sz="1200" dirty="0"/>
          </a:p>
        </p:txBody>
      </p:sp>
      <p:sp>
        <p:nvSpPr>
          <p:cNvPr id="61" name="TextBox 60">
            <a:extLst>
              <a:ext uri="{FF2B5EF4-FFF2-40B4-BE49-F238E27FC236}">
                <a16:creationId xmlns:a16="http://schemas.microsoft.com/office/drawing/2014/main" id="{2A9BC874-5E49-77F7-5788-D7C8B63CE9A3}"/>
              </a:ext>
            </a:extLst>
          </p:cNvPr>
          <p:cNvSpPr txBox="1"/>
          <p:nvPr/>
        </p:nvSpPr>
        <p:spPr>
          <a:xfrm>
            <a:off x="6228184" y="3494661"/>
            <a:ext cx="2002419" cy="276999"/>
          </a:xfrm>
          <a:prstGeom prst="rect">
            <a:avLst/>
          </a:prstGeom>
          <a:noFill/>
        </p:spPr>
        <p:txBody>
          <a:bodyPr wrap="square" rtlCol="0">
            <a:spAutoFit/>
          </a:bodyPr>
          <a:lstStyle/>
          <a:p>
            <a:r>
              <a:rPr lang="en-IN" sz="1200" b="1" dirty="0"/>
              <a:t>7</a:t>
            </a:r>
            <a:r>
              <a:rPr lang="en-IN" sz="1200" b="1" dirty="0">
                <a:solidFill>
                  <a:schemeClr val="tx1"/>
                </a:solidFill>
              </a:rPr>
              <a:t>0%+ error reduction</a:t>
            </a:r>
            <a:endParaRPr lang="en-IN" sz="1200" dirty="0"/>
          </a:p>
        </p:txBody>
      </p:sp>
    </p:spTree>
    <p:extLst>
      <p:ext uri="{BB962C8B-B14F-4D97-AF65-F5344CB8AC3E}">
        <p14:creationId xmlns:p14="http://schemas.microsoft.com/office/powerpoint/2010/main" val="1186590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C4F158AD-A867-1D4A-9692-565B54213E05}"/>
              </a:ext>
            </a:extLst>
          </p:cNvPr>
          <p:cNvPicPr>
            <a:picLocks noChangeAspect="1"/>
          </p:cNvPicPr>
          <p:nvPr/>
        </p:nvPicPr>
        <p:blipFill>
          <a:blip r:embed="rId3">
            <a:alphaModFix amt="28000"/>
          </a:blip>
          <a:stretch>
            <a:fillRect/>
          </a:stretch>
        </p:blipFill>
        <p:spPr>
          <a:xfrm>
            <a:off x="463550" y="2139702"/>
            <a:ext cx="8216900" cy="1803400"/>
          </a:xfrm>
          <a:prstGeom prst="rect">
            <a:avLst/>
          </a:prstGeom>
        </p:spPr>
      </p:pic>
      <p:grpSp>
        <p:nvGrpSpPr>
          <p:cNvPr id="34" name="Group 33">
            <a:extLst>
              <a:ext uri="{FF2B5EF4-FFF2-40B4-BE49-F238E27FC236}">
                <a16:creationId xmlns:a16="http://schemas.microsoft.com/office/drawing/2014/main" id="{83361A52-BABB-E545-B7F2-54D56AC9D843}"/>
              </a:ext>
            </a:extLst>
          </p:cNvPr>
          <p:cNvGrpSpPr/>
          <p:nvPr/>
        </p:nvGrpSpPr>
        <p:grpSpPr>
          <a:xfrm>
            <a:off x="467544" y="1419622"/>
            <a:ext cx="8211312" cy="144016"/>
            <a:chOff x="467544" y="1347614"/>
            <a:chExt cx="8211312" cy="144016"/>
          </a:xfrm>
        </p:grpSpPr>
        <p:cxnSp>
          <p:nvCxnSpPr>
            <p:cNvPr id="24" name="Straight Connector 23">
              <a:extLst>
                <a:ext uri="{FF2B5EF4-FFF2-40B4-BE49-F238E27FC236}">
                  <a16:creationId xmlns:a16="http://schemas.microsoft.com/office/drawing/2014/main" id="{0B67789B-92CB-3945-86F5-189C82F5025D}"/>
                </a:ext>
              </a:extLst>
            </p:cNvPr>
            <p:cNvCxnSpPr/>
            <p:nvPr/>
          </p:nvCxnSpPr>
          <p:spPr>
            <a:xfrm>
              <a:off x="467544" y="1347614"/>
              <a:ext cx="8208912" cy="0"/>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FB621E-5FAD-8041-B481-617FD0B92EC9}"/>
                </a:ext>
              </a:extLst>
            </p:cNvPr>
            <p:cNvCxnSpPr>
              <a:cxnSpLocks/>
            </p:cNvCxnSpPr>
            <p:nvPr/>
          </p:nvCxnSpPr>
          <p:spPr>
            <a:xfrm>
              <a:off x="467544" y="1347614"/>
              <a:ext cx="0" cy="144016"/>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02B7721-80DE-8748-8BD4-78FFF6B57703}"/>
                </a:ext>
              </a:extLst>
            </p:cNvPr>
            <p:cNvCxnSpPr>
              <a:cxnSpLocks/>
            </p:cNvCxnSpPr>
            <p:nvPr/>
          </p:nvCxnSpPr>
          <p:spPr>
            <a:xfrm>
              <a:off x="8678856" y="1347614"/>
              <a:ext cx="0" cy="144016"/>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Title 1">
            <a:extLst>
              <a:ext uri="{FF2B5EF4-FFF2-40B4-BE49-F238E27FC236}">
                <a16:creationId xmlns:a16="http://schemas.microsoft.com/office/drawing/2014/main" id="{7BA00668-FB38-E08F-0E19-C8CE9235BF8B}"/>
              </a:ext>
            </a:extLst>
          </p:cNvPr>
          <p:cNvSpPr txBox="1">
            <a:spLocks/>
          </p:cNvSpPr>
          <p:nvPr/>
        </p:nvSpPr>
        <p:spPr>
          <a:xfrm>
            <a:off x="770400" y="399600"/>
            <a:ext cx="7560000" cy="720000"/>
          </a:xfrm>
          <a:prstGeom prst="rect">
            <a:avLst/>
          </a:prstGeom>
        </p:spPr>
        <p:txBody>
          <a:bodyPr vert="horz" lIns="0" tIns="0" rIns="0" bIns="0" rtlCol="0" anchor="t">
            <a:normAutofit/>
          </a:bodyPr>
          <a:lst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a:lstStyle>
          <a:p>
            <a:r>
              <a:rPr lang="en-IN" dirty="0"/>
              <a:t>Improved operational performance, digital readiness and</a:t>
            </a:r>
            <a:br>
              <a:rPr lang="en-IN" dirty="0"/>
            </a:br>
            <a:r>
              <a:rPr lang="en-IN" dirty="0"/>
              <a:t>end-customer-value</a:t>
            </a:r>
          </a:p>
        </p:txBody>
      </p:sp>
      <p:sp>
        <p:nvSpPr>
          <p:cNvPr id="17" name="Content Placeholder 2">
            <a:extLst>
              <a:ext uri="{FF2B5EF4-FFF2-40B4-BE49-F238E27FC236}">
                <a16:creationId xmlns:a16="http://schemas.microsoft.com/office/drawing/2014/main" id="{BC5741C0-D77D-B947-A841-DF394FB4A3B7}"/>
              </a:ext>
            </a:extLst>
          </p:cNvPr>
          <p:cNvSpPr>
            <a:spLocks noGrp="1"/>
          </p:cNvSpPr>
          <p:nvPr>
            <p:ph idx="1"/>
          </p:nvPr>
        </p:nvSpPr>
        <p:spPr>
          <a:xfrm>
            <a:off x="323528" y="3795886"/>
            <a:ext cx="1512168" cy="540705"/>
          </a:xfrm>
        </p:spPr>
        <p:txBody>
          <a:bodyPr>
            <a:normAutofit/>
          </a:bodyPr>
          <a:lstStyle/>
          <a:p>
            <a:pPr algn="ctr">
              <a:lnSpc>
                <a:spcPct val="90000"/>
              </a:lnSpc>
            </a:pPr>
            <a:r>
              <a:rPr lang="en-IN" sz="1300" dirty="0">
                <a:solidFill>
                  <a:schemeClr val="tx1"/>
                </a:solidFill>
              </a:rPr>
              <a:t>Reduced </a:t>
            </a:r>
            <a:r>
              <a:rPr lang="en-IN" sz="1300" dirty="0">
                <a:solidFill>
                  <a:srgbClr val="C00000"/>
                </a:solidFill>
              </a:rPr>
              <a:t>human dependency</a:t>
            </a:r>
            <a:endParaRPr lang="en-IN" sz="1300" dirty="0"/>
          </a:p>
        </p:txBody>
      </p:sp>
      <p:sp>
        <p:nvSpPr>
          <p:cNvPr id="18" name="Content Placeholder 2">
            <a:extLst>
              <a:ext uri="{FF2B5EF4-FFF2-40B4-BE49-F238E27FC236}">
                <a16:creationId xmlns:a16="http://schemas.microsoft.com/office/drawing/2014/main" id="{35710B37-90FD-8648-AC1C-150B2D3A9D0D}"/>
              </a:ext>
            </a:extLst>
          </p:cNvPr>
          <p:cNvSpPr txBox="1">
            <a:spLocks/>
          </p:cNvSpPr>
          <p:nvPr/>
        </p:nvSpPr>
        <p:spPr>
          <a:xfrm>
            <a:off x="7307132" y="1851676"/>
            <a:ext cx="1512168" cy="432041"/>
          </a:xfrm>
          <a:prstGeom prst="rect">
            <a:avLst/>
          </a:prstGeom>
        </p:spPr>
        <p:txBody>
          <a:bodyPr vert="horz" lIns="0" tIns="0" rIns="0" bIns="0" rtlCol="0">
            <a:norm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90000"/>
              </a:lnSpc>
            </a:pPr>
            <a:r>
              <a:rPr lang="en-IN" sz="1300" dirty="0">
                <a:solidFill>
                  <a:srgbClr val="C00000"/>
                </a:solidFill>
              </a:rPr>
              <a:t>Faster onboarding </a:t>
            </a:r>
            <a:r>
              <a:rPr lang="en-IN" sz="1300" dirty="0">
                <a:solidFill>
                  <a:schemeClr val="tx1"/>
                </a:solidFill>
              </a:rPr>
              <a:t>of employees</a:t>
            </a:r>
            <a:endParaRPr lang="en-IN" sz="1300" dirty="0">
              <a:solidFill>
                <a:srgbClr val="C00000"/>
              </a:solidFill>
            </a:endParaRPr>
          </a:p>
        </p:txBody>
      </p:sp>
      <p:sp>
        <p:nvSpPr>
          <p:cNvPr id="19" name="Content Placeholder 2">
            <a:extLst>
              <a:ext uri="{FF2B5EF4-FFF2-40B4-BE49-F238E27FC236}">
                <a16:creationId xmlns:a16="http://schemas.microsoft.com/office/drawing/2014/main" id="{3A3A5BF3-6FE3-4E40-AD4F-5D6C86AB287B}"/>
              </a:ext>
            </a:extLst>
          </p:cNvPr>
          <p:cNvSpPr txBox="1">
            <a:spLocks/>
          </p:cNvSpPr>
          <p:nvPr/>
        </p:nvSpPr>
        <p:spPr>
          <a:xfrm>
            <a:off x="3059832" y="3723878"/>
            <a:ext cx="1584176" cy="1152128"/>
          </a:xfrm>
          <a:prstGeom prst="rect">
            <a:avLst/>
          </a:prstGeom>
        </p:spPr>
        <p:txBody>
          <a:bodyPr vert="horz" lIns="0" tIns="0" rIns="0" bIns="0" rtlCol="0">
            <a:norm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90000"/>
              </a:lnSpc>
            </a:pPr>
            <a:r>
              <a:rPr lang="en-IN" sz="1300" dirty="0">
                <a:solidFill>
                  <a:schemeClr val="tx1"/>
                </a:solidFill>
              </a:rPr>
              <a:t>Increased</a:t>
            </a:r>
            <a:r>
              <a:rPr lang="en-IN" sz="1300" dirty="0">
                <a:solidFill>
                  <a:srgbClr val="C00000"/>
                </a:solidFill>
              </a:rPr>
              <a:t> volume with no additional investment</a:t>
            </a:r>
          </a:p>
        </p:txBody>
      </p:sp>
      <p:sp>
        <p:nvSpPr>
          <p:cNvPr id="20" name="Content Placeholder 2">
            <a:extLst>
              <a:ext uri="{FF2B5EF4-FFF2-40B4-BE49-F238E27FC236}">
                <a16:creationId xmlns:a16="http://schemas.microsoft.com/office/drawing/2014/main" id="{5FAEADD8-D53C-554E-887C-39D02A12B2A0}"/>
              </a:ext>
            </a:extLst>
          </p:cNvPr>
          <p:cNvSpPr txBox="1">
            <a:spLocks/>
          </p:cNvSpPr>
          <p:nvPr/>
        </p:nvSpPr>
        <p:spPr>
          <a:xfrm>
            <a:off x="1676690" y="1851670"/>
            <a:ext cx="1584176" cy="720080"/>
          </a:xfrm>
          <a:prstGeom prst="rect">
            <a:avLst/>
          </a:prstGeom>
        </p:spPr>
        <p:txBody>
          <a:bodyPr vert="horz" lIns="0" tIns="0" rIns="0" bIns="0" rtlCol="0">
            <a:norm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90000"/>
              </a:lnSpc>
            </a:pPr>
            <a:r>
              <a:rPr lang="en-IN" sz="1300" dirty="0">
                <a:solidFill>
                  <a:schemeClr val="tx1"/>
                </a:solidFill>
              </a:rPr>
              <a:t>Faster</a:t>
            </a:r>
            <a:r>
              <a:rPr lang="en-IN" sz="1300" dirty="0">
                <a:solidFill>
                  <a:srgbClr val="C00000"/>
                </a:solidFill>
              </a:rPr>
              <a:t> case processing</a:t>
            </a:r>
            <a:endParaRPr lang="en-IN" sz="1300" dirty="0"/>
          </a:p>
        </p:txBody>
      </p:sp>
      <p:sp>
        <p:nvSpPr>
          <p:cNvPr id="21" name="Content Placeholder 2">
            <a:extLst>
              <a:ext uri="{FF2B5EF4-FFF2-40B4-BE49-F238E27FC236}">
                <a16:creationId xmlns:a16="http://schemas.microsoft.com/office/drawing/2014/main" id="{94265C98-D2E3-E349-A171-68FC27A5A992}"/>
              </a:ext>
            </a:extLst>
          </p:cNvPr>
          <p:cNvSpPr txBox="1">
            <a:spLocks/>
          </p:cNvSpPr>
          <p:nvPr/>
        </p:nvSpPr>
        <p:spPr>
          <a:xfrm>
            <a:off x="5724128" y="3795886"/>
            <a:ext cx="1872208" cy="936104"/>
          </a:xfrm>
          <a:prstGeom prst="rect">
            <a:avLst/>
          </a:prstGeom>
        </p:spPr>
        <p:txBody>
          <a:bodyPr vert="horz" lIns="0" tIns="0" rIns="0" bIns="0" rtlCol="0">
            <a:norm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90000"/>
              </a:lnSpc>
            </a:pPr>
            <a:r>
              <a:rPr lang="en-IN" sz="1300" dirty="0">
                <a:solidFill>
                  <a:srgbClr val="C00000"/>
                </a:solidFill>
              </a:rPr>
              <a:t>Lower total cost </a:t>
            </a:r>
            <a:r>
              <a:rPr lang="en-IN" sz="1300" dirty="0">
                <a:solidFill>
                  <a:schemeClr val="tx1"/>
                </a:solidFill>
              </a:rPr>
              <a:t>of data processing</a:t>
            </a:r>
          </a:p>
        </p:txBody>
      </p:sp>
      <p:sp>
        <p:nvSpPr>
          <p:cNvPr id="22" name="Content Placeholder 2">
            <a:extLst>
              <a:ext uri="{FF2B5EF4-FFF2-40B4-BE49-F238E27FC236}">
                <a16:creationId xmlns:a16="http://schemas.microsoft.com/office/drawing/2014/main" id="{854EE8AD-0E0E-9542-A259-AAB27A593621}"/>
              </a:ext>
            </a:extLst>
          </p:cNvPr>
          <p:cNvSpPr txBox="1">
            <a:spLocks/>
          </p:cNvSpPr>
          <p:nvPr/>
        </p:nvSpPr>
        <p:spPr>
          <a:xfrm>
            <a:off x="4527915" y="1849396"/>
            <a:ext cx="1512168" cy="576064"/>
          </a:xfrm>
          <a:prstGeom prst="rect">
            <a:avLst/>
          </a:prstGeom>
        </p:spPr>
        <p:txBody>
          <a:bodyPr vert="horz" lIns="0" tIns="0" rIns="0" bIns="0" rtlCol="0">
            <a:normAutofit/>
          </a:bodyPr>
          <a:lstStyle>
            <a:lvl1pPr marL="0" indent="0" algn="l" defTabSz="685800" rtl="0" eaLnBrk="1" latinLnBrk="0" hangingPunct="1">
              <a:lnSpc>
                <a:spcPct val="110000"/>
              </a:lnSpc>
              <a:spcBef>
                <a:spcPts val="600"/>
              </a:spcBef>
              <a:buFont typeface="Arial" panose="020B0604020202020204" pitchFamily="34" charset="0"/>
              <a:buNone/>
              <a:defRPr lang="en-US" sz="1400" kern="120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90000"/>
              </a:lnSpc>
            </a:pPr>
            <a:r>
              <a:rPr lang="en-IN" sz="1300" dirty="0">
                <a:solidFill>
                  <a:srgbClr val="C00000"/>
                </a:solidFill>
              </a:rPr>
              <a:t>Analytics-ready</a:t>
            </a:r>
            <a:r>
              <a:rPr lang="en-IN" sz="1300" dirty="0">
                <a:solidFill>
                  <a:schemeClr val="tx1"/>
                </a:solidFill>
              </a:rPr>
              <a:t> digital data</a:t>
            </a:r>
            <a:endParaRPr lang="en-IN" sz="1300" dirty="0">
              <a:solidFill>
                <a:srgbClr val="C00000"/>
              </a:solidFill>
            </a:endParaRPr>
          </a:p>
        </p:txBody>
      </p:sp>
      <p:sp>
        <p:nvSpPr>
          <p:cNvPr id="25" name="Rectangle 24">
            <a:extLst>
              <a:ext uri="{FF2B5EF4-FFF2-40B4-BE49-F238E27FC236}">
                <a16:creationId xmlns:a16="http://schemas.microsoft.com/office/drawing/2014/main" id="{F6AD267B-FDD8-C14B-9A28-F721FEE341C7}"/>
              </a:ext>
            </a:extLst>
          </p:cNvPr>
          <p:cNvSpPr/>
          <p:nvPr/>
        </p:nvSpPr>
        <p:spPr>
          <a:xfrm>
            <a:off x="3707904" y="1347614"/>
            <a:ext cx="172819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26" name="Title 1">
            <a:extLst>
              <a:ext uri="{FF2B5EF4-FFF2-40B4-BE49-F238E27FC236}">
                <a16:creationId xmlns:a16="http://schemas.microsoft.com/office/drawing/2014/main" id="{2A21C7A5-7A1E-0D49-8E77-472AE6DACD35}"/>
              </a:ext>
            </a:extLst>
          </p:cNvPr>
          <p:cNvSpPr>
            <a:spLocks noGrp="1"/>
          </p:cNvSpPr>
          <p:nvPr>
            <p:ph type="title"/>
          </p:nvPr>
        </p:nvSpPr>
        <p:spPr>
          <a:xfrm>
            <a:off x="3747742" y="1203598"/>
            <a:ext cx="1648515" cy="402778"/>
          </a:xfrm>
        </p:spPr>
        <p:txBody>
          <a:bodyPr/>
          <a:lstStyle/>
          <a:p>
            <a:pPr algn="ctr"/>
            <a:r>
              <a:rPr lang="en-IN" dirty="0">
                <a:solidFill>
                  <a:srgbClr val="C00000"/>
                </a:solidFill>
              </a:rPr>
              <a:t>Key benefits</a:t>
            </a:r>
          </a:p>
        </p:txBody>
      </p:sp>
      <p:pic>
        <p:nvPicPr>
          <p:cNvPr id="35" name="Picture 34">
            <a:extLst>
              <a:ext uri="{FF2B5EF4-FFF2-40B4-BE49-F238E27FC236}">
                <a16:creationId xmlns:a16="http://schemas.microsoft.com/office/drawing/2014/main" id="{52813D50-4B4E-8C4B-A7FB-5C2AA7E12EA1}"/>
              </a:ext>
            </a:extLst>
          </p:cNvPr>
          <p:cNvPicPr>
            <a:picLocks noChangeAspect="1"/>
          </p:cNvPicPr>
          <p:nvPr/>
        </p:nvPicPr>
        <p:blipFill>
          <a:blip r:embed="rId4"/>
          <a:stretch>
            <a:fillRect/>
          </a:stretch>
        </p:blipFill>
        <p:spPr>
          <a:xfrm>
            <a:off x="783248" y="2427734"/>
            <a:ext cx="553450" cy="589156"/>
          </a:xfrm>
          <a:prstGeom prst="rect">
            <a:avLst/>
          </a:prstGeom>
        </p:spPr>
      </p:pic>
      <p:pic>
        <p:nvPicPr>
          <p:cNvPr id="37" name="Picture 36">
            <a:extLst>
              <a:ext uri="{FF2B5EF4-FFF2-40B4-BE49-F238E27FC236}">
                <a16:creationId xmlns:a16="http://schemas.microsoft.com/office/drawing/2014/main" id="{3DF6A630-BC87-2E4B-82F4-D4DDD5FDBC94}"/>
              </a:ext>
            </a:extLst>
          </p:cNvPr>
          <p:cNvPicPr>
            <a:picLocks noChangeAspect="1"/>
          </p:cNvPicPr>
          <p:nvPr/>
        </p:nvPicPr>
        <p:blipFill>
          <a:blip r:embed="rId5"/>
          <a:stretch>
            <a:fillRect/>
          </a:stretch>
        </p:blipFill>
        <p:spPr>
          <a:xfrm>
            <a:off x="7821466" y="3075806"/>
            <a:ext cx="610668" cy="553418"/>
          </a:xfrm>
          <a:prstGeom prst="rect">
            <a:avLst/>
          </a:prstGeom>
        </p:spPr>
      </p:pic>
      <p:pic>
        <p:nvPicPr>
          <p:cNvPr id="38" name="Picture 37">
            <a:extLst>
              <a:ext uri="{FF2B5EF4-FFF2-40B4-BE49-F238E27FC236}">
                <a16:creationId xmlns:a16="http://schemas.microsoft.com/office/drawing/2014/main" id="{DFFDAD44-576A-1847-8BF0-A999C52BF291}"/>
              </a:ext>
            </a:extLst>
          </p:cNvPr>
          <p:cNvPicPr>
            <a:picLocks noChangeAspect="1"/>
          </p:cNvPicPr>
          <p:nvPr/>
        </p:nvPicPr>
        <p:blipFill>
          <a:blip r:embed="rId6"/>
          <a:stretch>
            <a:fillRect/>
          </a:stretch>
        </p:blipFill>
        <p:spPr>
          <a:xfrm>
            <a:off x="3619496" y="2499742"/>
            <a:ext cx="520456" cy="459736"/>
          </a:xfrm>
          <a:prstGeom prst="rect">
            <a:avLst/>
          </a:prstGeom>
        </p:spPr>
      </p:pic>
      <p:pic>
        <p:nvPicPr>
          <p:cNvPr id="39" name="Picture 38">
            <a:extLst>
              <a:ext uri="{FF2B5EF4-FFF2-40B4-BE49-F238E27FC236}">
                <a16:creationId xmlns:a16="http://schemas.microsoft.com/office/drawing/2014/main" id="{051FA576-9E25-2744-8EC2-6B7B977F0966}"/>
              </a:ext>
            </a:extLst>
          </p:cNvPr>
          <p:cNvPicPr>
            <a:picLocks noChangeAspect="1"/>
          </p:cNvPicPr>
          <p:nvPr/>
        </p:nvPicPr>
        <p:blipFill>
          <a:blip r:embed="rId7"/>
          <a:stretch>
            <a:fillRect/>
          </a:stretch>
        </p:blipFill>
        <p:spPr>
          <a:xfrm>
            <a:off x="2195736" y="3075806"/>
            <a:ext cx="572502" cy="537805"/>
          </a:xfrm>
          <a:prstGeom prst="rect">
            <a:avLst/>
          </a:prstGeom>
        </p:spPr>
      </p:pic>
      <p:pic>
        <p:nvPicPr>
          <p:cNvPr id="43" name="Picture 42">
            <a:extLst>
              <a:ext uri="{FF2B5EF4-FFF2-40B4-BE49-F238E27FC236}">
                <a16:creationId xmlns:a16="http://schemas.microsoft.com/office/drawing/2014/main" id="{18CADB88-FC0E-634D-8B40-5D13716D5CC8}"/>
              </a:ext>
            </a:extLst>
          </p:cNvPr>
          <p:cNvPicPr>
            <a:picLocks noChangeAspect="1"/>
          </p:cNvPicPr>
          <p:nvPr/>
        </p:nvPicPr>
        <p:blipFill>
          <a:blip r:embed="rId8"/>
          <a:stretch>
            <a:fillRect/>
          </a:stretch>
        </p:blipFill>
        <p:spPr>
          <a:xfrm>
            <a:off x="6372200" y="2427734"/>
            <a:ext cx="610668" cy="553418"/>
          </a:xfrm>
          <a:prstGeom prst="rect">
            <a:avLst/>
          </a:prstGeom>
        </p:spPr>
      </p:pic>
      <p:pic>
        <p:nvPicPr>
          <p:cNvPr id="44" name="Picture 43">
            <a:extLst>
              <a:ext uri="{FF2B5EF4-FFF2-40B4-BE49-F238E27FC236}">
                <a16:creationId xmlns:a16="http://schemas.microsoft.com/office/drawing/2014/main" id="{2FFAEC06-6DC8-8E4B-9CB9-C94E5F59E8D9}"/>
              </a:ext>
            </a:extLst>
          </p:cNvPr>
          <p:cNvPicPr>
            <a:picLocks noChangeAspect="1"/>
          </p:cNvPicPr>
          <p:nvPr/>
        </p:nvPicPr>
        <p:blipFill>
          <a:blip r:embed="rId9"/>
          <a:stretch>
            <a:fillRect/>
          </a:stretch>
        </p:blipFill>
        <p:spPr>
          <a:xfrm>
            <a:off x="5007719" y="3123514"/>
            <a:ext cx="615873" cy="442387"/>
          </a:xfrm>
          <a:prstGeom prst="rect">
            <a:avLst/>
          </a:prstGeom>
        </p:spPr>
      </p:pic>
    </p:spTree>
    <p:extLst>
      <p:ext uri="{BB962C8B-B14F-4D97-AF65-F5344CB8AC3E}">
        <p14:creationId xmlns:p14="http://schemas.microsoft.com/office/powerpoint/2010/main" val="287770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EB54D6C-A12E-E11A-DB3D-7F233F4883A8}"/>
              </a:ext>
            </a:extLst>
          </p:cNvPr>
          <p:cNvSpPr txBox="1">
            <a:spLocks/>
          </p:cNvSpPr>
          <p:nvPr/>
        </p:nvSpPr>
        <p:spPr>
          <a:xfrm>
            <a:off x="770400" y="399600"/>
            <a:ext cx="7906056" cy="443958"/>
          </a:xfrm>
          <a:prstGeom prst="rect">
            <a:avLst/>
          </a:prstGeom>
        </p:spPr>
        <p:txBody>
          <a:bodyPr vert="horz" lIns="0" tIns="0" rIns="0" bIns="0" rtlCol="0" anchor="t">
            <a:normAutofit/>
          </a:bodyPr>
          <a:lst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a:lstStyle>
          <a:p>
            <a:pPr>
              <a:spcAft>
                <a:spcPts val="600"/>
              </a:spcAft>
            </a:pPr>
            <a:r>
              <a:rPr lang="en-IN" dirty="0"/>
              <a:t>Automating data capture for Background Verification</a:t>
            </a:r>
            <a:endParaRPr lang="en-US" dirty="0"/>
          </a:p>
        </p:txBody>
      </p:sp>
      <p:pic>
        <p:nvPicPr>
          <p:cNvPr id="11" name="Picture 10">
            <a:extLst>
              <a:ext uri="{FF2B5EF4-FFF2-40B4-BE49-F238E27FC236}">
                <a16:creationId xmlns:a16="http://schemas.microsoft.com/office/drawing/2014/main" id="{B512B2DC-D5A0-C743-A2A7-03D18EDAB3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4992" y="915566"/>
            <a:ext cx="8323472" cy="3967350"/>
          </a:xfrm>
          <a:prstGeom prst="rect">
            <a:avLst/>
          </a:prstGeom>
        </p:spPr>
      </p:pic>
    </p:spTree>
    <p:extLst>
      <p:ext uri="{BB962C8B-B14F-4D97-AF65-F5344CB8AC3E}">
        <p14:creationId xmlns:p14="http://schemas.microsoft.com/office/powerpoint/2010/main" val="1988877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319CB-2204-2F85-F8EB-AFC204FCABC5}"/>
              </a:ext>
            </a:extLst>
          </p:cNvPr>
          <p:cNvSpPr>
            <a:spLocks noGrp="1"/>
          </p:cNvSpPr>
          <p:nvPr>
            <p:ph type="title"/>
          </p:nvPr>
        </p:nvSpPr>
        <p:spPr>
          <a:xfrm>
            <a:off x="770400" y="399600"/>
            <a:ext cx="6537904" cy="720000"/>
          </a:xfrm>
        </p:spPr>
        <p:txBody>
          <a:bodyPr/>
          <a:lstStyle/>
          <a:p>
            <a:r>
              <a:rPr lang="en-IN" dirty="0"/>
              <a:t>Automated data extraction from employee documents</a:t>
            </a:r>
          </a:p>
        </p:txBody>
      </p:sp>
      <p:pic>
        <p:nvPicPr>
          <p:cNvPr id="7" name="Picture 6">
            <a:extLst>
              <a:ext uri="{FF2B5EF4-FFF2-40B4-BE49-F238E27FC236}">
                <a16:creationId xmlns:a16="http://schemas.microsoft.com/office/drawing/2014/main" id="{5118BAB5-1D9D-B948-8493-DF3394521D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508" y="867499"/>
            <a:ext cx="7872984" cy="4064707"/>
          </a:xfrm>
          <a:prstGeom prst="rect">
            <a:avLst/>
          </a:prstGeom>
          <a:ln w="38100">
            <a:solidFill>
              <a:schemeClr val="tx2">
                <a:lumMod val="85000"/>
              </a:schemeClr>
            </a:solidFill>
          </a:ln>
          <a:effectLst>
            <a:softEdge rad="0"/>
          </a:effectLst>
        </p:spPr>
      </p:pic>
    </p:spTree>
    <p:extLst>
      <p:ext uri="{BB962C8B-B14F-4D97-AF65-F5344CB8AC3E}">
        <p14:creationId xmlns:p14="http://schemas.microsoft.com/office/powerpoint/2010/main" val="295474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319CB-2204-2F85-F8EB-AFC204FCABC5}"/>
              </a:ext>
            </a:extLst>
          </p:cNvPr>
          <p:cNvSpPr>
            <a:spLocks noGrp="1"/>
          </p:cNvSpPr>
          <p:nvPr>
            <p:ph type="title"/>
          </p:nvPr>
        </p:nvSpPr>
        <p:spPr>
          <a:xfrm>
            <a:off x="770400" y="399600"/>
            <a:ext cx="6537904" cy="720000"/>
          </a:xfrm>
        </p:spPr>
        <p:txBody>
          <a:bodyPr/>
          <a:lstStyle/>
          <a:p>
            <a:r>
              <a:rPr lang="en-IN" dirty="0"/>
              <a:t>Automated data extraction from employee documents</a:t>
            </a:r>
          </a:p>
        </p:txBody>
      </p:sp>
      <p:pic>
        <p:nvPicPr>
          <p:cNvPr id="7" name="Picture 6">
            <a:extLst>
              <a:ext uri="{FF2B5EF4-FFF2-40B4-BE49-F238E27FC236}">
                <a16:creationId xmlns:a16="http://schemas.microsoft.com/office/drawing/2014/main" id="{5118BAB5-1D9D-B948-8493-DF3394521D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508" y="867499"/>
            <a:ext cx="7872984" cy="4064708"/>
          </a:xfrm>
          <a:prstGeom prst="rect">
            <a:avLst/>
          </a:prstGeom>
          <a:ln w="38100">
            <a:solidFill>
              <a:schemeClr val="tx2">
                <a:lumMod val="85000"/>
              </a:schemeClr>
            </a:solidFill>
          </a:ln>
          <a:effectLst>
            <a:softEdge rad="0"/>
          </a:effectLst>
        </p:spPr>
      </p:pic>
    </p:spTree>
    <p:extLst>
      <p:ext uri="{BB962C8B-B14F-4D97-AF65-F5344CB8AC3E}">
        <p14:creationId xmlns:p14="http://schemas.microsoft.com/office/powerpoint/2010/main" val="1700605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7834048" cy="720000"/>
          </a:xfrm>
        </p:spPr>
        <p:txBody>
          <a:bodyPr>
            <a:normAutofit/>
          </a:bodyPr>
          <a:lstStyle/>
          <a:p>
            <a:r>
              <a:rPr lang="en-US" dirty="0" err="1"/>
              <a:t>TruCap</a:t>
            </a:r>
            <a:r>
              <a:rPr lang="en-US" dirty="0"/>
              <a:t>+ is highly regarded by Industry Analysts</a:t>
            </a:r>
            <a:endParaRPr lang="en-IN" dirty="0"/>
          </a:p>
        </p:txBody>
      </p:sp>
      <p:graphicFrame>
        <p:nvGraphicFramePr>
          <p:cNvPr id="4" name="Diagram 3"/>
          <p:cNvGraphicFramePr/>
          <p:nvPr/>
        </p:nvGraphicFramePr>
        <p:xfrm>
          <a:off x="206829" y="843558"/>
          <a:ext cx="8757659" cy="3966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417047" y="2386752"/>
            <a:ext cx="1097712" cy="254303"/>
          </a:xfrm>
          <a:prstGeom prst="rect">
            <a:avLst/>
          </a:prstGeom>
        </p:spPr>
      </p:pic>
      <p:pic>
        <p:nvPicPr>
          <p:cNvPr id="17" name="Picture 16"/>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2950286" y="1007977"/>
            <a:ext cx="997920" cy="231185"/>
          </a:xfrm>
          <a:prstGeom prst="rect">
            <a:avLst/>
          </a:prstGeom>
        </p:spPr>
      </p:pic>
      <p:pic>
        <p:nvPicPr>
          <p:cNvPr id="18" name="Picture 1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981578" y="2366980"/>
            <a:ext cx="712800" cy="356702"/>
          </a:xfrm>
          <a:prstGeom prst="rect">
            <a:avLst/>
          </a:prstGeom>
        </p:spPr>
      </p:pic>
      <p:pic>
        <p:nvPicPr>
          <p:cNvPr id="1026" name="Picture 2" descr="451 Research Report: Skytap"/>
          <p:cNvPicPr>
            <a:picLocks noChangeAspect="1" noChangeArrowheads="1"/>
          </p:cNvPicPr>
          <p:nvPr/>
        </p:nvPicPr>
        <p:blipFill>
          <a:blip r:embed="rId11" cstate="screen">
            <a:extLst>
              <a:ext uri="{28A0092B-C50C-407E-A947-70E740481C1C}">
                <a14:useLocalDpi xmlns:a14="http://schemas.microsoft.com/office/drawing/2010/main" val="0"/>
              </a:ext>
            </a:extLst>
          </a:blip>
          <a:srcRect/>
          <a:stretch>
            <a:fillRect/>
          </a:stretch>
        </p:blipFill>
        <p:spPr bwMode="auto">
          <a:xfrm>
            <a:off x="860638" y="3750795"/>
            <a:ext cx="954680" cy="3566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Quadrant Knowledge Solutions Strategic Business and Growth Advisory Services"/>
          <p:cNvPicPr>
            <a:picLocks noChangeAspect="1" noChangeArrowheads="1"/>
          </p:cNvPicPr>
          <p:nvPr/>
        </p:nvPicPr>
        <p:blipFill>
          <a:blip r:embed="rId12" cstate="screen">
            <a:extLst>
              <a:ext uri="{28A0092B-C50C-407E-A947-70E740481C1C}">
                <a14:useLocalDpi xmlns:a14="http://schemas.microsoft.com/office/drawing/2010/main" val="0"/>
              </a:ext>
            </a:extLst>
          </a:blip>
          <a:srcRect/>
          <a:stretch>
            <a:fillRect/>
          </a:stretch>
        </p:blipFill>
        <p:spPr bwMode="auto">
          <a:xfrm>
            <a:off x="5289947" y="942466"/>
            <a:ext cx="777600" cy="3956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mdia Logo Vector (.SVG + .PNG)"/>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32876" b="33589"/>
          <a:stretch/>
        </p:blipFill>
        <p:spPr bwMode="auto">
          <a:xfrm>
            <a:off x="2880952" y="2388282"/>
            <a:ext cx="1136588" cy="25409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Quadrant Knowledge Solutions Strategic Business and Growth Advisory Services"/>
          <p:cNvPicPr>
            <a:picLocks noChangeAspect="1" noChangeArrowheads="1"/>
          </p:cNvPicPr>
          <p:nvPr/>
        </p:nvPicPr>
        <p:blipFill>
          <a:blip r:embed="rId12" cstate="screen">
            <a:extLst>
              <a:ext uri="{28A0092B-C50C-407E-A947-70E740481C1C}">
                <a14:useLocalDpi xmlns:a14="http://schemas.microsoft.com/office/drawing/2010/main" val="0"/>
              </a:ext>
            </a:extLst>
          </a:blip>
          <a:srcRect/>
          <a:stretch>
            <a:fillRect/>
          </a:stretch>
        </p:blipFill>
        <p:spPr bwMode="auto">
          <a:xfrm>
            <a:off x="3060446" y="3712347"/>
            <a:ext cx="777600" cy="3956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atings on HIA Platforms | Hyper Intelligent Automation | 2022"/>
          <p:cNvPicPr>
            <a:picLocks noChangeAspect="1" noChangeArrowheads="1"/>
          </p:cNvPicPr>
          <p:nvPr/>
        </p:nvPicPr>
        <p:blipFill>
          <a:blip r:embed="rId14" cstate="screen">
            <a:extLst>
              <a:ext uri="{28A0092B-C50C-407E-A947-70E740481C1C}">
                <a14:useLocalDpi xmlns:a14="http://schemas.microsoft.com/office/drawing/2010/main" val="0"/>
              </a:ext>
            </a:extLst>
          </a:blip>
          <a:srcRect/>
          <a:stretch>
            <a:fillRect/>
          </a:stretch>
        </p:blipFill>
        <p:spPr bwMode="auto">
          <a:xfrm>
            <a:off x="7465134" y="3733181"/>
            <a:ext cx="1001537" cy="32299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Omdia Logo Vector (.SVG + .PNG)"/>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32876" b="33589"/>
          <a:stretch/>
        </p:blipFill>
        <p:spPr bwMode="auto">
          <a:xfrm>
            <a:off x="5083174" y="3802079"/>
            <a:ext cx="1136588" cy="25409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839018" y="986504"/>
            <a:ext cx="997920" cy="231185"/>
          </a:xfrm>
          <a:prstGeom prst="rect">
            <a:avLst/>
          </a:prstGeom>
        </p:spPr>
      </p:pic>
      <p:pic>
        <p:nvPicPr>
          <p:cNvPr id="23" name="Picture 22"/>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7351724" y="1007976"/>
            <a:ext cx="997920" cy="231185"/>
          </a:xfrm>
          <a:prstGeom prst="rect">
            <a:avLst/>
          </a:prstGeom>
        </p:spPr>
      </p:pic>
      <p:pic>
        <p:nvPicPr>
          <p:cNvPr id="19" name="Picture 2" descr="idc-logo - Centina Systems"/>
          <p:cNvPicPr>
            <a:picLocks noChangeAspect="1" noChangeArrowheads="1"/>
          </p:cNvPicPr>
          <p:nvPr/>
        </p:nvPicPr>
        <p:blipFill>
          <a:blip r:embed="rId15" cstate="screen">
            <a:extLst>
              <a:ext uri="{28A0092B-C50C-407E-A947-70E740481C1C}">
                <a14:useLocalDpi xmlns:a14="http://schemas.microsoft.com/office/drawing/2010/main" val="0"/>
              </a:ext>
            </a:extLst>
          </a:blip>
          <a:srcRect/>
          <a:stretch>
            <a:fillRect/>
          </a:stretch>
        </p:blipFill>
        <p:spPr bwMode="auto">
          <a:xfrm>
            <a:off x="5043901" y="2359905"/>
            <a:ext cx="1050720" cy="2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18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59">
            <a:extLst>
              <a:ext uri="{FF2B5EF4-FFF2-40B4-BE49-F238E27FC236}">
                <a16:creationId xmlns:a16="http://schemas.microsoft.com/office/drawing/2014/main" id="{9F38DD9E-1A76-5741-A56D-AB7FF3CFCEA0}"/>
              </a:ext>
            </a:extLst>
          </p:cNvPr>
          <p:cNvPicPr>
            <a:picLocks noChangeAspect="1"/>
          </p:cNvPicPr>
          <p:nvPr/>
        </p:nvPicPr>
        <p:blipFill>
          <a:blip r:embed="rId2"/>
          <a:stretch>
            <a:fillRect/>
          </a:stretch>
        </p:blipFill>
        <p:spPr>
          <a:xfrm>
            <a:off x="5004048" y="3219822"/>
            <a:ext cx="4139952" cy="1741372"/>
          </a:xfrm>
          <a:prstGeom prst="rect">
            <a:avLst/>
          </a:prstGeom>
        </p:spPr>
      </p:pic>
      <p:sp>
        <p:nvSpPr>
          <p:cNvPr id="2" name="Title 1">
            <a:extLst>
              <a:ext uri="{FF2B5EF4-FFF2-40B4-BE49-F238E27FC236}">
                <a16:creationId xmlns:a16="http://schemas.microsoft.com/office/drawing/2014/main" id="{0E324DD1-6C59-D570-3B5F-6D214E0B4258}"/>
              </a:ext>
            </a:extLst>
          </p:cNvPr>
          <p:cNvSpPr>
            <a:spLocks noGrp="1"/>
          </p:cNvSpPr>
          <p:nvPr>
            <p:ph type="title"/>
          </p:nvPr>
        </p:nvSpPr>
        <p:spPr>
          <a:xfrm>
            <a:off x="770399" y="399600"/>
            <a:ext cx="7376604" cy="720000"/>
          </a:xfrm>
        </p:spPr>
        <p:txBody>
          <a:bodyPr>
            <a:normAutofit/>
          </a:bodyPr>
          <a:lstStyle/>
          <a:p>
            <a:r>
              <a:rPr lang="en-IN" dirty="0"/>
              <a:t>Datamatics is an expert in Enterprise Data Management and Intelligent Document Processing</a:t>
            </a:r>
          </a:p>
        </p:txBody>
      </p:sp>
      <p:grpSp>
        <p:nvGrpSpPr>
          <p:cNvPr id="20" name="Group 19">
            <a:extLst>
              <a:ext uri="{FF2B5EF4-FFF2-40B4-BE49-F238E27FC236}">
                <a16:creationId xmlns:a16="http://schemas.microsoft.com/office/drawing/2014/main" id="{F94C989B-A7CB-2779-CDF5-5618ADD9FA9B}"/>
              </a:ext>
            </a:extLst>
          </p:cNvPr>
          <p:cNvGrpSpPr/>
          <p:nvPr/>
        </p:nvGrpSpPr>
        <p:grpSpPr>
          <a:xfrm>
            <a:off x="573834" y="3275026"/>
            <a:ext cx="2613879" cy="288056"/>
            <a:chOff x="881152" y="3283428"/>
            <a:chExt cx="2281324" cy="288056"/>
          </a:xfrm>
        </p:grpSpPr>
        <p:sp>
          <p:nvSpPr>
            <p:cNvPr id="6" name="Rounded Rectangle 58">
              <a:extLst>
                <a:ext uri="{FF2B5EF4-FFF2-40B4-BE49-F238E27FC236}">
                  <a16:creationId xmlns:a16="http://schemas.microsoft.com/office/drawing/2014/main" id="{8EE9B507-2C5A-5FA6-9B07-81E848BDC499}"/>
                </a:ext>
              </a:extLst>
            </p:cNvPr>
            <p:cNvSpPr/>
            <p:nvPr/>
          </p:nvSpPr>
          <p:spPr>
            <a:xfrm>
              <a:off x="881152" y="3283428"/>
              <a:ext cx="2030780"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Placeholder 61">
              <a:extLst>
                <a:ext uri="{FF2B5EF4-FFF2-40B4-BE49-F238E27FC236}">
                  <a16:creationId xmlns:a16="http://schemas.microsoft.com/office/drawing/2014/main" id="{CDFCD794-1CC2-1FA4-3309-8B21551ACE3D}"/>
                </a:ext>
              </a:extLst>
            </p:cNvPr>
            <p:cNvSpPr txBox="1">
              <a:spLocks/>
            </p:cNvSpPr>
            <p:nvPr/>
          </p:nvSpPr>
          <p:spPr>
            <a:xfrm>
              <a:off x="1164886" y="3291830"/>
              <a:ext cx="199759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IN" sz="1100" dirty="0"/>
                <a:t>Banking and capital markets</a:t>
              </a:r>
            </a:p>
          </p:txBody>
        </p:sp>
      </p:grpSp>
      <p:grpSp>
        <p:nvGrpSpPr>
          <p:cNvPr id="21" name="Group 20">
            <a:extLst>
              <a:ext uri="{FF2B5EF4-FFF2-40B4-BE49-F238E27FC236}">
                <a16:creationId xmlns:a16="http://schemas.microsoft.com/office/drawing/2014/main" id="{A1CFE249-1B7D-30DA-B590-D3C4C03DD303}"/>
              </a:ext>
            </a:extLst>
          </p:cNvPr>
          <p:cNvGrpSpPr/>
          <p:nvPr/>
        </p:nvGrpSpPr>
        <p:grpSpPr>
          <a:xfrm>
            <a:off x="573834" y="3740652"/>
            <a:ext cx="1241627" cy="288056"/>
            <a:chOff x="881152" y="3797417"/>
            <a:chExt cx="2340163" cy="288056"/>
          </a:xfrm>
        </p:grpSpPr>
        <p:sp>
          <p:nvSpPr>
            <p:cNvPr id="8" name="Rounded Rectangle 60">
              <a:extLst>
                <a:ext uri="{FF2B5EF4-FFF2-40B4-BE49-F238E27FC236}">
                  <a16:creationId xmlns:a16="http://schemas.microsoft.com/office/drawing/2014/main" id="{96F2F44E-A2EB-FD5C-C740-CA7BDB0525BB}"/>
                </a:ext>
              </a:extLst>
            </p:cNvPr>
            <p:cNvSpPr/>
            <p:nvPr/>
          </p:nvSpPr>
          <p:spPr>
            <a:xfrm>
              <a:off x="881152" y="3797417"/>
              <a:ext cx="2106866"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61">
              <a:extLst>
                <a:ext uri="{FF2B5EF4-FFF2-40B4-BE49-F238E27FC236}">
                  <a16:creationId xmlns:a16="http://schemas.microsoft.com/office/drawing/2014/main" id="{BFE6866B-2B1F-C9FB-7ADA-F3A68206DD44}"/>
                </a:ext>
              </a:extLst>
            </p:cNvPr>
            <p:cNvSpPr txBox="1">
              <a:spLocks/>
            </p:cNvSpPr>
            <p:nvPr/>
          </p:nvSpPr>
          <p:spPr>
            <a:xfrm>
              <a:off x="1439554" y="3805819"/>
              <a:ext cx="1781761" cy="271253"/>
            </a:xfrm>
            <a:prstGeom prst="rect">
              <a:avLst/>
            </a:prstGeom>
          </p:spPr>
          <p:txBody>
            <a:bodyPr>
              <a:normAutofit lnSpcReduction="10000"/>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Healthcare</a:t>
              </a:r>
            </a:p>
            <a:p>
              <a:endParaRPr lang="en-US" sz="1100" dirty="0"/>
            </a:p>
          </p:txBody>
        </p:sp>
      </p:grpSp>
      <p:grpSp>
        <p:nvGrpSpPr>
          <p:cNvPr id="24" name="Group 23">
            <a:extLst>
              <a:ext uri="{FF2B5EF4-FFF2-40B4-BE49-F238E27FC236}">
                <a16:creationId xmlns:a16="http://schemas.microsoft.com/office/drawing/2014/main" id="{6FA55D3D-888D-CB89-D9BC-0D863EFAD2D6}"/>
              </a:ext>
            </a:extLst>
          </p:cNvPr>
          <p:cNvGrpSpPr/>
          <p:nvPr/>
        </p:nvGrpSpPr>
        <p:grpSpPr>
          <a:xfrm>
            <a:off x="3009649" y="3275026"/>
            <a:ext cx="1771365" cy="288056"/>
            <a:chOff x="3424945" y="3275026"/>
            <a:chExt cx="2182788" cy="288056"/>
          </a:xfrm>
        </p:grpSpPr>
        <p:sp>
          <p:nvSpPr>
            <p:cNvPr id="10" name="Rounded Rectangle 62">
              <a:extLst>
                <a:ext uri="{FF2B5EF4-FFF2-40B4-BE49-F238E27FC236}">
                  <a16:creationId xmlns:a16="http://schemas.microsoft.com/office/drawing/2014/main" id="{E5E31829-B732-1B19-6F64-E94DA318EE35}"/>
                </a:ext>
              </a:extLst>
            </p:cNvPr>
            <p:cNvSpPr/>
            <p:nvPr/>
          </p:nvSpPr>
          <p:spPr>
            <a:xfrm>
              <a:off x="3424945" y="3275026"/>
              <a:ext cx="2171479"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61">
              <a:extLst>
                <a:ext uri="{FF2B5EF4-FFF2-40B4-BE49-F238E27FC236}">
                  <a16:creationId xmlns:a16="http://schemas.microsoft.com/office/drawing/2014/main" id="{A2F7AF4A-B2A2-D6A6-38F1-C3A6482265D9}"/>
                </a:ext>
              </a:extLst>
            </p:cNvPr>
            <p:cNvSpPr txBox="1">
              <a:spLocks/>
            </p:cNvSpPr>
            <p:nvPr/>
          </p:nvSpPr>
          <p:spPr>
            <a:xfrm>
              <a:off x="3825973" y="3283428"/>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Travel and Logistics</a:t>
              </a:r>
            </a:p>
          </p:txBody>
        </p:sp>
      </p:grpSp>
      <p:grpSp>
        <p:nvGrpSpPr>
          <p:cNvPr id="22" name="Group 21">
            <a:extLst>
              <a:ext uri="{FF2B5EF4-FFF2-40B4-BE49-F238E27FC236}">
                <a16:creationId xmlns:a16="http://schemas.microsoft.com/office/drawing/2014/main" id="{636FDEEC-A87B-94CD-E846-B337D3A915D1}"/>
              </a:ext>
            </a:extLst>
          </p:cNvPr>
          <p:cNvGrpSpPr/>
          <p:nvPr/>
        </p:nvGrpSpPr>
        <p:grpSpPr>
          <a:xfrm>
            <a:off x="573834" y="4197876"/>
            <a:ext cx="1284013" cy="288056"/>
            <a:chOff x="942206" y="4247434"/>
            <a:chExt cx="2420050" cy="288056"/>
          </a:xfrm>
        </p:grpSpPr>
        <p:sp>
          <p:nvSpPr>
            <p:cNvPr id="12" name="Rounded Rectangle 64">
              <a:extLst>
                <a:ext uri="{FF2B5EF4-FFF2-40B4-BE49-F238E27FC236}">
                  <a16:creationId xmlns:a16="http://schemas.microsoft.com/office/drawing/2014/main" id="{0A6003FE-FC00-9D5A-4F93-1CE463B4F2A2}"/>
                </a:ext>
              </a:extLst>
            </p:cNvPr>
            <p:cNvSpPr/>
            <p:nvPr/>
          </p:nvSpPr>
          <p:spPr>
            <a:xfrm>
              <a:off x="942206" y="4247434"/>
              <a:ext cx="2106866"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 Placeholder 61">
              <a:extLst>
                <a:ext uri="{FF2B5EF4-FFF2-40B4-BE49-F238E27FC236}">
                  <a16:creationId xmlns:a16="http://schemas.microsoft.com/office/drawing/2014/main" id="{49C38F4B-774D-C9AF-07F0-4EDF6323AA07}"/>
                </a:ext>
              </a:extLst>
            </p:cNvPr>
            <p:cNvSpPr txBox="1">
              <a:spLocks/>
            </p:cNvSpPr>
            <p:nvPr/>
          </p:nvSpPr>
          <p:spPr>
            <a:xfrm>
              <a:off x="1580495" y="4255836"/>
              <a:ext cx="1781761"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Insurance</a:t>
              </a:r>
            </a:p>
          </p:txBody>
        </p:sp>
      </p:grpSp>
      <p:grpSp>
        <p:nvGrpSpPr>
          <p:cNvPr id="25" name="Group 24">
            <a:extLst>
              <a:ext uri="{FF2B5EF4-FFF2-40B4-BE49-F238E27FC236}">
                <a16:creationId xmlns:a16="http://schemas.microsoft.com/office/drawing/2014/main" id="{4D867C24-1B2F-A56F-47F7-AB03738811F0}"/>
              </a:ext>
            </a:extLst>
          </p:cNvPr>
          <p:cNvGrpSpPr/>
          <p:nvPr/>
        </p:nvGrpSpPr>
        <p:grpSpPr>
          <a:xfrm>
            <a:off x="1763688" y="3736451"/>
            <a:ext cx="1429499" cy="288056"/>
            <a:chOff x="3507710" y="3789015"/>
            <a:chExt cx="2231411" cy="288056"/>
          </a:xfrm>
        </p:grpSpPr>
        <p:sp>
          <p:nvSpPr>
            <p:cNvPr id="14" name="Rounded Rectangle 66">
              <a:extLst>
                <a:ext uri="{FF2B5EF4-FFF2-40B4-BE49-F238E27FC236}">
                  <a16:creationId xmlns:a16="http://schemas.microsoft.com/office/drawing/2014/main" id="{13BBD505-C231-3ECB-8F95-2E3153146691}"/>
                </a:ext>
              </a:extLst>
            </p:cNvPr>
            <p:cNvSpPr/>
            <p:nvPr/>
          </p:nvSpPr>
          <p:spPr>
            <a:xfrm>
              <a:off x="3507710" y="3789015"/>
              <a:ext cx="2181227"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61">
              <a:extLst>
                <a:ext uri="{FF2B5EF4-FFF2-40B4-BE49-F238E27FC236}">
                  <a16:creationId xmlns:a16="http://schemas.microsoft.com/office/drawing/2014/main" id="{CF3127A5-136B-9BF1-F2DF-4E420ABF350A}"/>
                </a:ext>
              </a:extLst>
            </p:cNvPr>
            <p:cNvSpPr txBox="1">
              <a:spLocks/>
            </p:cNvSpPr>
            <p:nvPr/>
          </p:nvSpPr>
          <p:spPr>
            <a:xfrm>
              <a:off x="3957361" y="3797417"/>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Manufacturing</a:t>
              </a:r>
            </a:p>
          </p:txBody>
        </p:sp>
      </p:grpSp>
      <p:grpSp>
        <p:nvGrpSpPr>
          <p:cNvPr id="26" name="Group 25">
            <a:extLst>
              <a:ext uri="{FF2B5EF4-FFF2-40B4-BE49-F238E27FC236}">
                <a16:creationId xmlns:a16="http://schemas.microsoft.com/office/drawing/2014/main" id="{5CE561A0-6EBB-B3BA-8DB2-C6EBDE22937C}"/>
              </a:ext>
            </a:extLst>
          </p:cNvPr>
          <p:cNvGrpSpPr/>
          <p:nvPr/>
        </p:nvGrpSpPr>
        <p:grpSpPr>
          <a:xfrm>
            <a:off x="1786412" y="4197876"/>
            <a:ext cx="2846144" cy="288056"/>
            <a:chOff x="3507710" y="4214626"/>
            <a:chExt cx="2514828" cy="288056"/>
          </a:xfrm>
        </p:grpSpPr>
        <p:sp>
          <p:nvSpPr>
            <p:cNvPr id="16" name="Rounded Rectangle 68">
              <a:extLst>
                <a:ext uri="{FF2B5EF4-FFF2-40B4-BE49-F238E27FC236}">
                  <a16:creationId xmlns:a16="http://schemas.microsoft.com/office/drawing/2014/main" id="{5B39F450-35B5-E545-B28A-FB784BF66570}"/>
                </a:ext>
              </a:extLst>
            </p:cNvPr>
            <p:cNvSpPr/>
            <p:nvPr/>
          </p:nvSpPr>
          <p:spPr>
            <a:xfrm>
              <a:off x="3507710" y="4214626"/>
              <a:ext cx="2106866"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 Placeholder 61">
              <a:extLst>
                <a:ext uri="{FF2B5EF4-FFF2-40B4-BE49-F238E27FC236}">
                  <a16:creationId xmlns:a16="http://schemas.microsoft.com/office/drawing/2014/main" id="{2468DA02-1959-E04A-54F4-39B4A3FBA4E8}"/>
                </a:ext>
              </a:extLst>
            </p:cNvPr>
            <p:cNvSpPr txBox="1">
              <a:spLocks/>
            </p:cNvSpPr>
            <p:nvPr/>
          </p:nvSpPr>
          <p:spPr>
            <a:xfrm>
              <a:off x="3796030" y="4223028"/>
              <a:ext cx="2226508" cy="279654"/>
            </a:xfrm>
            <a:prstGeom prst="rect">
              <a:avLst/>
            </a:prstGeom>
          </p:spPr>
          <p:txBody>
            <a:bodyPr>
              <a:no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Government and public sector</a:t>
              </a:r>
            </a:p>
          </p:txBody>
        </p:sp>
      </p:grpSp>
      <p:grpSp>
        <p:nvGrpSpPr>
          <p:cNvPr id="23" name="Group 22">
            <a:extLst>
              <a:ext uri="{FF2B5EF4-FFF2-40B4-BE49-F238E27FC236}">
                <a16:creationId xmlns:a16="http://schemas.microsoft.com/office/drawing/2014/main" id="{DE136B4B-F3EB-D3B4-14F3-8A5891CE5392}"/>
              </a:ext>
            </a:extLst>
          </p:cNvPr>
          <p:cNvGrpSpPr/>
          <p:nvPr/>
        </p:nvGrpSpPr>
        <p:grpSpPr>
          <a:xfrm>
            <a:off x="3251872" y="3723878"/>
            <a:ext cx="1580518" cy="288056"/>
            <a:chOff x="942206" y="4655100"/>
            <a:chExt cx="2193078" cy="288056"/>
          </a:xfrm>
        </p:grpSpPr>
        <p:sp>
          <p:nvSpPr>
            <p:cNvPr id="18" name="Rounded Rectangle 33">
              <a:extLst>
                <a:ext uri="{FF2B5EF4-FFF2-40B4-BE49-F238E27FC236}">
                  <a16:creationId xmlns:a16="http://schemas.microsoft.com/office/drawing/2014/main" id="{ED06D590-5288-52DA-20A7-40F67658CF04}"/>
                </a:ext>
              </a:extLst>
            </p:cNvPr>
            <p:cNvSpPr/>
            <p:nvPr/>
          </p:nvSpPr>
          <p:spPr>
            <a:xfrm>
              <a:off x="942206" y="4655100"/>
              <a:ext cx="2106866"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 Placeholder 61">
              <a:extLst>
                <a:ext uri="{FF2B5EF4-FFF2-40B4-BE49-F238E27FC236}">
                  <a16:creationId xmlns:a16="http://schemas.microsoft.com/office/drawing/2014/main" id="{0E4B6267-FEEA-22C3-3C2B-6D2B94EB3780}"/>
                </a:ext>
              </a:extLst>
            </p:cNvPr>
            <p:cNvSpPr txBox="1">
              <a:spLocks/>
            </p:cNvSpPr>
            <p:nvPr/>
          </p:nvSpPr>
          <p:spPr>
            <a:xfrm>
              <a:off x="1353524" y="4663502"/>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Business Services</a:t>
              </a:r>
            </a:p>
          </p:txBody>
        </p:sp>
      </p:grpSp>
      <p:sp>
        <p:nvSpPr>
          <p:cNvPr id="27" name="Text Placeholder 61">
            <a:extLst>
              <a:ext uri="{FF2B5EF4-FFF2-40B4-BE49-F238E27FC236}">
                <a16:creationId xmlns:a16="http://schemas.microsoft.com/office/drawing/2014/main" id="{61A11BEF-A9F2-1D90-9D42-08C31BAD5B3F}"/>
              </a:ext>
            </a:extLst>
          </p:cNvPr>
          <p:cNvSpPr txBox="1">
            <a:spLocks/>
          </p:cNvSpPr>
          <p:nvPr/>
        </p:nvSpPr>
        <p:spPr>
          <a:xfrm>
            <a:off x="573834" y="2756361"/>
            <a:ext cx="1905143" cy="540682"/>
          </a:xfrm>
          <a:prstGeom prst="rect">
            <a:avLst/>
          </a:prstGeom>
        </p:spPr>
        <p:txBody>
          <a:bodyPr anchor="ctr">
            <a:normAutofit/>
          </a:bodyPr>
          <a:lstStyle>
            <a:lvl1pPr marL="0" indent="0" algn="l" defTabSz="685800" rtl="0" eaLnBrk="1" latinLnBrk="0" hangingPunct="1">
              <a:lnSpc>
                <a:spcPct val="110000"/>
              </a:lnSpc>
              <a:spcBef>
                <a:spcPts val="0"/>
              </a:spcBef>
              <a:buFont typeface="Arial" panose="020B0604020202020204" pitchFamily="34" charset="0"/>
              <a:buNone/>
              <a:defRPr lang="en-US" sz="1000" b="0" kern="1200">
                <a:solidFill>
                  <a:schemeClr val="tx1">
                    <a:lumMod val="8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1600" dirty="0"/>
              <a:t>Key Industries</a:t>
            </a:r>
          </a:p>
        </p:txBody>
      </p:sp>
      <p:grpSp>
        <p:nvGrpSpPr>
          <p:cNvPr id="38" name="Group 37">
            <a:extLst>
              <a:ext uri="{FF2B5EF4-FFF2-40B4-BE49-F238E27FC236}">
                <a16:creationId xmlns:a16="http://schemas.microsoft.com/office/drawing/2014/main" id="{229D3EE6-8406-8344-B684-B6F1E23A5B3B}"/>
              </a:ext>
            </a:extLst>
          </p:cNvPr>
          <p:cNvGrpSpPr/>
          <p:nvPr/>
        </p:nvGrpSpPr>
        <p:grpSpPr>
          <a:xfrm>
            <a:off x="5292080" y="3723878"/>
            <a:ext cx="1168479" cy="288056"/>
            <a:chOff x="5573090" y="2816708"/>
            <a:chExt cx="1875686" cy="288056"/>
          </a:xfrm>
        </p:grpSpPr>
        <p:sp>
          <p:nvSpPr>
            <p:cNvPr id="28" name="Rounded Rectangle 45">
              <a:extLst>
                <a:ext uri="{FF2B5EF4-FFF2-40B4-BE49-F238E27FC236}">
                  <a16:creationId xmlns:a16="http://schemas.microsoft.com/office/drawing/2014/main" id="{C324C99F-094A-1974-CE1E-40D77DAE324E}"/>
                </a:ext>
              </a:extLst>
            </p:cNvPr>
            <p:cNvSpPr/>
            <p:nvPr/>
          </p:nvSpPr>
          <p:spPr>
            <a:xfrm>
              <a:off x="5573090" y="2816708"/>
              <a:ext cx="1875686"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Placeholder 61">
              <a:extLst>
                <a:ext uri="{FF2B5EF4-FFF2-40B4-BE49-F238E27FC236}">
                  <a16:creationId xmlns:a16="http://schemas.microsoft.com/office/drawing/2014/main" id="{638009F2-9B6E-3FE5-FBFC-F7E42084F449}"/>
                </a:ext>
              </a:extLst>
            </p:cNvPr>
            <p:cNvSpPr txBox="1">
              <a:spLocks/>
            </p:cNvSpPr>
            <p:nvPr/>
          </p:nvSpPr>
          <p:spPr>
            <a:xfrm>
              <a:off x="5663538" y="2825110"/>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North America</a:t>
              </a:r>
            </a:p>
          </p:txBody>
        </p:sp>
      </p:grpSp>
      <p:grpSp>
        <p:nvGrpSpPr>
          <p:cNvPr id="39" name="Group 38">
            <a:extLst>
              <a:ext uri="{FF2B5EF4-FFF2-40B4-BE49-F238E27FC236}">
                <a16:creationId xmlns:a16="http://schemas.microsoft.com/office/drawing/2014/main" id="{F96D23C1-6A22-8087-41C9-572E92CFD405}"/>
              </a:ext>
            </a:extLst>
          </p:cNvPr>
          <p:cNvGrpSpPr/>
          <p:nvPr/>
        </p:nvGrpSpPr>
        <p:grpSpPr>
          <a:xfrm>
            <a:off x="6876256" y="3795886"/>
            <a:ext cx="1008112" cy="288056"/>
            <a:chOff x="5573090" y="3242319"/>
            <a:chExt cx="1966408" cy="288056"/>
          </a:xfrm>
        </p:grpSpPr>
        <p:sp>
          <p:nvSpPr>
            <p:cNvPr id="30" name="Rounded Rectangle 47">
              <a:extLst>
                <a:ext uri="{FF2B5EF4-FFF2-40B4-BE49-F238E27FC236}">
                  <a16:creationId xmlns:a16="http://schemas.microsoft.com/office/drawing/2014/main" id="{0AD50794-D543-3062-CB7D-3C229805E99D}"/>
                </a:ext>
              </a:extLst>
            </p:cNvPr>
            <p:cNvSpPr/>
            <p:nvPr/>
          </p:nvSpPr>
          <p:spPr>
            <a:xfrm>
              <a:off x="5573090" y="3242319"/>
              <a:ext cx="1966408"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 Placeholder 61">
              <a:extLst>
                <a:ext uri="{FF2B5EF4-FFF2-40B4-BE49-F238E27FC236}">
                  <a16:creationId xmlns:a16="http://schemas.microsoft.com/office/drawing/2014/main" id="{CE1FB4FA-B206-8EE6-8040-61A36AAB3D5D}"/>
                </a:ext>
              </a:extLst>
            </p:cNvPr>
            <p:cNvSpPr txBox="1">
              <a:spLocks/>
            </p:cNvSpPr>
            <p:nvPr/>
          </p:nvSpPr>
          <p:spPr>
            <a:xfrm>
              <a:off x="5663539" y="3250721"/>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Middle East</a:t>
              </a:r>
            </a:p>
          </p:txBody>
        </p:sp>
      </p:grpSp>
      <p:grpSp>
        <p:nvGrpSpPr>
          <p:cNvPr id="40" name="Group 39">
            <a:extLst>
              <a:ext uri="{FF2B5EF4-FFF2-40B4-BE49-F238E27FC236}">
                <a16:creationId xmlns:a16="http://schemas.microsoft.com/office/drawing/2014/main" id="{2B6D5AD2-2414-CEF1-4571-0CE6D5B8AE8A}"/>
              </a:ext>
            </a:extLst>
          </p:cNvPr>
          <p:cNvGrpSpPr/>
          <p:nvPr/>
        </p:nvGrpSpPr>
        <p:grpSpPr>
          <a:xfrm>
            <a:off x="6516216" y="3435846"/>
            <a:ext cx="1691169" cy="288056"/>
            <a:chOff x="7895786" y="2816708"/>
            <a:chExt cx="1941530" cy="288056"/>
          </a:xfrm>
        </p:grpSpPr>
        <p:sp>
          <p:nvSpPr>
            <p:cNvPr id="32" name="Rounded Rectangle 49">
              <a:extLst>
                <a:ext uri="{FF2B5EF4-FFF2-40B4-BE49-F238E27FC236}">
                  <a16:creationId xmlns:a16="http://schemas.microsoft.com/office/drawing/2014/main" id="{878EF13E-02C3-F7DF-A639-5F6E8D6E2D5B}"/>
                </a:ext>
              </a:extLst>
            </p:cNvPr>
            <p:cNvSpPr/>
            <p:nvPr/>
          </p:nvSpPr>
          <p:spPr>
            <a:xfrm>
              <a:off x="7895786" y="2816708"/>
              <a:ext cx="1941530"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 Placeholder 61">
              <a:extLst>
                <a:ext uri="{FF2B5EF4-FFF2-40B4-BE49-F238E27FC236}">
                  <a16:creationId xmlns:a16="http://schemas.microsoft.com/office/drawing/2014/main" id="{CDBD1A8C-5474-7F75-EF05-C0EF4C935EF1}"/>
                </a:ext>
              </a:extLst>
            </p:cNvPr>
            <p:cNvSpPr txBox="1">
              <a:spLocks/>
            </p:cNvSpPr>
            <p:nvPr/>
          </p:nvSpPr>
          <p:spPr>
            <a:xfrm>
              <a:off x="7986235" y="2825110"/>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UK &amp; Western Europe</a:t>
              </a:r>
            </a:p>
          </p:txBody>
        </p:sp>
      </p:grpSp>
      <p:grpSp>
        <p:nvGrpSpPr>
          <p:cNvPr id="41" name="Group 40">
            <a:extLst>
              <a:ext uri="{FF2B5EF4-FFF2-40B4-BE49-F238E27FC236}">
                <a16:creationId xmlns:a16="http://schemas.microsoft.com/office/drawing/2014/main" id="{34CE76E3-F05D-4C8B-B95C-FAB254DD9754}"/>
              </a:ext>
            </a:extLst>
          </p:cNvPr>
          <p:cNvGrpSpPr/>
          <p:nvPr/>
        </p:nvGrpSpPr>
        <p:grpSpPr>
          <a:xfrm>
            <a:off x="5652121" y="4299942"/>
            <a:ext cx="720080" cy="288056"/>
            <a:chOff x="7895789" y="3242319"/>
            <a:chExt cx="2009247" cy="288056"/>
          </a:xfrm>
        </p:grpSpPr>
        <p:sp>
          <p:nvSpPr>
            <p:cNvPr id="34" name="Rounded Rectangle 51">
              <a:extLst>
                <a:ext uri="{FF2B5EF4-FFF2-40B4-BE49-F238E27FC236}">
                  <a16:creationId xmlns:a16="http://schemas.microsoft.com/office/drawing/2014/main" id="{C2BA1A16-35C0-BEED-10F9-DB66FF62F3EE}"/>
                </a:ext>
              </a:extLst>
            </p:cNvPr>
            <p:cNvSpPr/>
            <p:nvPr/>
          </p:nvSpPr>
          <p:spPr>
            <a:xfrm>
              <a:off x="7895789" y="3242319"/>
              <a:ext cx="2009247" cy="288056"/>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 Placeholder 61">
              <a:extLst>
                <a:ext uri="{FF2B5EF4-FFF2-40B4-BE49-F238E27FC236}">
                  <a16:creationId xmlns:a16="http://schemas.microsoft.com/office/drawing/2014/main" id="{6D4692D7-1561-A8F0-ADD6-8F471598FF34}"/>
                </a:ext>
              </a:extLst>
            </p:cNvPr>
            <p:cNvSpPr txBox="1">
              <a:spLocks/>
            </p:cNvSpPr>
            <p:nvPr/>
          </p:nvSpPr>
          <p:spPr>
            <a:xfrm>
              <a:off x="7986234" y="3250721"/>
              <a:ext cx="1781760" cy="271253"/>
            </a:xfrm>
            <a:prstGeom prst="rect">
              <a:avLst/>
            </a:prstGeom>
          </p:spPr>
          <p:txBody>
            <a:bodyPr>
              <a:normAutofit/>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LATAM</a:t>
              </a:r>
            </a:p>
          </p:txBody>
        </p:sp>
      </p:grpSp>
      <p:grpSp>
        <p:nvGrpSpPr>
          <p:cNvPr id="42" name="Group 41">
            <a:extLst>
              <a:ext uri="{FF2B5EF4-FFF2-40B4-BE49-F238E27FC236}">
                <a16:creationId xmlns:a16="http://schemas.microsoft.com/office/drawing/2014/main" id="{7C363E3F-F7CA-BE54-2C25-DF0FFCE37DA8}"/>
              </a:ext>
            </a:extLst>
          </p:cNvPr>
          <p:cNvGrpSpPr/>
          <p:nvPr/>
        </p:nvGrpSpPr>
        <p:grpSpPr>
          <a:xfrm>
            <a:off x="7469106" y="4197876"/>
            <a:ext cx="579512" cy="298648"/>
            <a:chOff x="6267566" y="2212827"/>
            <a:chExt cx="721959" cy="298648"/>
          </a:xfrm>
        </p:grpSpPr>
        <p:sp>
          <p:nvSpPr>
            <p:cNvPr id="36" name="Rounded Rectangle 53">
              <a:extLst>
                <a:ext uri="{FF2B5EF4-FFF2-40B4-BE49-F238E27FC236}">
                  <a16:creationId xmlns:a16="http://schemas.microsoft.com/office/drawing/2014/main" id="{0701B48A-75C7-6BBD-7373-05C2F6CB70C7}"/>
                </a:ext>
              </a:extLst>
            </p:cNvPr>
            <p:cNvSpPr/>
            <p:nvPr/>
          </p:nvSpPr>
          <p:spPr>
            <a:xfrm>
              <a:off x="6267566" y="2212827"/>
              <a:ext cx="721959" cy="298648"/>
            </a:xfrm>
            <a:prstGeom prst="roundRect">
              <a:avLst>
                <a:gd name="adj" fmla="val 50000"/>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 Placeholder 61">
              <a:extLst>
                <a:ext uri="{FF2B5EF4-FFF2-40B4-BE49-F238E27FC236}">
                  <a16:creationId xmlns:a16="http://schemas.microsoft.com/office/drawing/2014/main" id="{5093735F-4DE4-609B-273D-680E2A27EEA4}"/>
                </a:ext>
              </a:extLst>
            </p:cNvPr>
            <p:cNvSpPr txBox="1">
              <a:spLocks/>
            </p:cNvSpPr>
            <p:nvPr/>
          </p:nvSpPr>
          <p:spPr>
            <a:xfrm>
              <a:off x="6302772" y="2231821"/>
              <a:ext cx="686752" cy="260662"/>
            </a:xfrm>
            <a:prstGeom prst="rect">
              <a:avLst/>
            </a:prstGeom>
          </p:spPr>
          <p:txBody>
            <a:bodyPr>
              <a:normAutofit lnSpcReduction="10000"/>
            </a:bodyPr>
            <a:lstStyle>
              <a:defPPr>
                <a:defRPr lang="en-US"/>
              </a:defPPr>
              <a:lvl1pPr indent="0" defTabSz="685800">
                <a:lnSpc>
                  <a:spcPct val="110000"/>
                </a:lnSpc>
                <a:spcBef>
                  <a:spcPts val="900"/>
                </a:spcBef>
                <a:buFont typeface="Arial" panose="020B0604020202020204" pitchFamily="34" charset="0"/>
                <a:buNone/>
                <a:defRPr sz="1200">
                  <a:solidFill>
                    <a:schemeClr val="tx1">
                      <a:lumMod val="75000"/>
                      <a:lumOff val="25000"/>
                    </a:schemeClr>
                  </a:solidFill>
                  <a:latin typeface="Segoe UI" pitchFamily="34" charset="0"/>
                  <a:cs typeface="Segoe UI" pitchFamily="34" charset="0"/>
                </a:defRPr>
              </a:lvl1pPr>
              <a:lvl2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2pPr>
              <a:lvl3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3pPr>
              <a:lvl4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4pPr>
              <a:lvl5pPr marL="0" indent="0" defTabSz="685800">
                <a:lnSpc>
                  <a:spcPct val="110000"/>
                </a:lnSpc>
                <a:spcBef>
                  <a:spcPts val="600"/>
                </a:spcBef>
                <a:buFont typeface="Arial" panose="020B0604020202020204" pitchFamily="34" charset="0"/>
                <a:buNone/>
                <a:defRPr sz="1000">
                  <a:solidFill>
                    <a:srgbClr val="474747"/>
                  </a:solidFill>
                  <a:latin typeface="Segoe UI" pitchFamily="34" charset="0"/>
                  <a:cs typeface="Segoe UI"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100" dirty="0"/>
                <a:t>India</a:t>
              </a:r>
            </a:p>
          </p:txBody>
        </p:sp>
      </p:grpSp>
      <p:sp>
        <p:nvSpPr>
          <p:cNvPr id="43" name="Text Placeholder 61">
            <a:extLst>
              <a:ext uri="{FF2B5EF4-FFF2-40B4-BE49-F238E27FC236}">
                <a16:creationId xmlns:a16="http://schemas.microsoft.com/office/drawing/2014/main" id="{69FA542D-6A40-D59C-C7B7-58384A9114A3}"/>
              </a:ext>
            </a:extLst>
          </p:cNvPr>
          <p:cNvSpPr txBox="1">
            <a:spLocks/>
          </p:cNvSpPr>
          <p:nvPr/>
        </p:nvSpPr>
        <p:spPr>
          <a:xfrm>
            <a:off x="5203721" y="2746947"/>
            <a:ext cx="1905143" cy="540682"/>
          </a:xfrm>
          <a:prstGeom prst="rect">
            <a:avLst/>
          </a:prstGeom>
        </p:spPr>
        <p:txBody>
          <a:bodyPr anchor="ctr">
            <a:normAutofit/>
          </a:bodyPr>
          <a:lstStyle>
            <a:lvl1pPr marL="0" indent="0" algn="l" defTabSz="685800" rtl="0" eaLnBrk="1" latinLnBrk="0" hangingPunct="1">
              <a:lnSpc>
                <a:spcPct val="110000"/>
              </a:lnSpc>
              <a:spcBef>
                <a:spcPts val="0"/>
              </a:spcBef>
              <a:buFont typeface="Arial" panose="020B0604020202020204" pitchFamily="34" charset="0"/>
              <a:buNone/>
              <a:defRPr lang="en-US" sz="1000" b="0" kern="1200">
                <a:solidFill>
                  <a:schemeClr val="tx1">
                    <a:lumMod val="8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sz="1600" dirty="0"/>
              <a:t>Key Geographies</a:t>
            </a:r>
          </a:p>
        </p:txBody>
      </p:sp>
      <p:sp>
        <p:nvSpPr>
          <p:cNvPr id="52" name="Rectangle 51">
            <a:extLst>
              <a:ext uri="{FF2B5EF4-FFF2-40B4-BE49-F238E27FC236}">
                <a16:creationId xmlns:a16="http://schemas.microsoft.com/office/drawing/2014/main" id="{A9C7B130-DAAE-D1B2-95AA-BD578D675851}"/>
              </a:ext>
            </a:extLst>
          </p:cNvPr>
          <p:cNvSpPr/>
          <p:nvPr/>
        </p:nvSpPr>
        <p:spPr bwMode="auto">
          <a:xfrm>
            <a:off x="559386" y="1352813"/>
            <a:ext cx="2586219" cy="1143000"/>
          </a:xfrm>
          <a:prstGeom prst="rect">
            <a:avLst/>
          </a:prstGeom>
          <a:solidFill>
            <a:schemeClr val="tx1"/>
          </a:solidFill>
          <a:ln w="9525">
            <a:noFill/>
            <a:round/>
            <a:headEnd/>
            <a:tailEnd/>
          </a:ln>
          <a:effectLst/>
        </p:spPr>
        <p:txBody>
          <a:bodyPr wrap="none" rtlCol="0" anchor="ctr"/>
          <a:lstStyle/>
          <a:p>
            <a:pPr marL="0" marR="0" indent="0" algn="ctr" defTabSz="457200" eaLnBrk="0" latinLnBrk="0" hangingPunct="0">
              <a:lnSpc>
                <a:spcPct val="86000"/>
              </a:lnSpc>
              <a:buClr>
                <a:srgbClr val="000000"/>
              </a:buClr>
              <a:buSzPct val="100000"/>
              <a:buNone/>
              <a:tabLst/>
            </a:pPr>
            <a:endParaRPr lang="en-US" sz="1200" dirty="0"/>
          </a:p>
        </p:txBody>
      </p:sp>
      <p:sp>
        <p:nvSpPr>
          <p:cNvPr id="53" name="TextBox 52">
            <a:extLst>
              <a:ext uri="{FF2B5EF4-FFF2-40B4-BE49-F238E27FC236}">
                <a16:creationId xmlns:a16="http://schemas.microsoft.com/office/drawing/2014/main" id="{5BA10A8D-A06C-E8F4-ADCC-A0FCD7239485}"/>
              </a:ext>
            </a:extLst>
          </p:cNvPr>
          <p:cNvSpPr txBox="1"/>
          <p:nvPr/>
        </p:nvSpPr>
        <p:spPr bwMode="auto">
          <a:xfrm>
            <a:off x="595432" y="1394224"/>
            <a:ext cx="2509981" cy="830997"/>
          </a:xfrm>
          <a:prstGeom prst="rect">
            <a:avLst/>
          </a:prstGeom>
          <a:noFill/>
          <a:ln w="9525">
            <a:noFill/>
            <a:miter lim="800000"/>
            <a:headEnd/>
            <a:tailEnd/>
          </a:ln>
        </p:spPr>
        <p:txBody>
          <a:bodyPr wrap="square" rtlCol="0">
            <a:spAutoFit/>
          </a:bodyPr>
          <a:lstStyle/>
          <a:p>
            <a:pPr lvl="0" algn="ctr" defTabSz="711200">
              <a:spcAft>
                <a:spcPts val="0"/>
              </a:spcAft>
              <a:buNone/>
            </a:pPr>
            <a:r>
              <a:rPr lang="en-US" sz="3200" b="1" dirty="0">
                <a:solidFill>
                  <a:schemeClr val="bg1"/>
                </a:solidFill>
              </a:rPr>
              <a:t>80+</a:t>
            </a:r>
          </a:p>
          <a:p>
            <a:pPr lvl="0" algn="ctr" defTabSz="711200">
              <a:spcAft>
                <a:spcPts val="0"/>
              </a:spcAft>
              <a:buNone/>
            </a:pPr>
            <a:r>
              <a:rPr lang="en-US" sz="1600" dirty="0" err="1">
                <a:solidFill>
                  <a:schemeClr val="bg1"/>
                </a:solidFill>
              </a:rPr>
              <a:t>TruCap</a:t>
            </a:r>
            <a:r>
              <a:rPr lang="en-US" sz="1600" dirty="0">
                <a:solidFill>
                  <a:schemeClr val="bg1"/>
                </a:solidFill>
              </a:rPr>
              <a:t>+ customers</a:t>
            </a:r>
          </a:p>
        </p:txBody>
      </p:sp>
      <p:sp>
        <p:nvSpPr>
          <p:cNvPr id="55" name="Rectangle 54">
            <a:extLst>
              <a:ext uri="{FF2B5EF4-FFF2-40B4-BE49-F238E27FC236}">
                <a16:creationId xmlns:a16="http://schemas.microsoft.com/office/drawing/2014/main" id="{002548AD-63C5-EE18-A0C5-0F2F89E7EC94}"/>
              </a:ext>
            </a:extLst>
          </p:cNvPr>
          <p:cNvSpPr/>
          <p:nvPr/>
        </p:nvSpPr>
        <p:spPr bwMode="auto">
          <a:xfrm>
            <a:off x="3360816" y="1352813"/>
            <a:ext cx="2586219" cy="1143000"/>
          </a:xfrm>
          <a:prstGeom prst="rect">
            <a:avLst/>
          </a:prstGeom>
          <a:solidFill>
            <a:schemeClr val="tx1"/>
          </a:solidFill>
          <a:ln w="9525">
            <a:noFill/>
            <a:round/>
            <a:headEnd/>
            <a:tailEnd/>
          </a:ln>
          <a:effectLst/>
        </p:spPr>
        <p:txBody>
          <a:bodyPr wrap="none" rtlCol="0" anchor="ctr"/>
          <a:lstStyle/>
          <a:p>
            <a:pPr marL="0" marR="0" indent="0" algn="ctr" defTabSz="457200" eaLnBrk="0" latinLnBrk="0" hangingPunct="0">
              <a:lnSpc>
                <a:spcPct val="86000"/>
              </a:lnSpc>
              <a:buClr>
                <a:srgbClr val="000000"/>
              </a:buClr>
              <a:buSzPct val="100000"/>
              <a:buNone/>
              <a:tabLst/>
            </a:pPr>
            <a:endParaRPr lang="en-US" sz="1200" dirty="0"/>
          </a:p>
        </p:txBody>
      </p:sp>
      <p:sp>
        <p:nvSpPr>
          <p:cNvPr id="56" name="TextBox 55">
            <a:extLst>
              <a:ext uri="{FF2B5EF4-FFF2-40B4-BE49-F238E27FC236}">
                <a16:creationId xmlns:a16="http://schemas.microsoft.com/office/drawing/2014/main" id="{12218BC3-6BA2-AD59-81A8-913B5E6D25CE}"/>
              </a:ext>
            </a:extLst>
          </p:cNvPr>
          <p:cNvSpPr txBox="1"/>
          <p:nvPr/>
        </p:nvSpPr>
        <p:spPr bwMode="auto">
          <a:xfrm>
            <a:off x="3779912" y="1392380"/>
            <a:ext cx="1792859" cy="1077218"/>
          </a:xfrm>
          <a:prstGeom prst="rect">
            <a:avLst/>
          </a:prstGeom>
          <a:noFill/>
          <a:ln w="9525">
            <a:noFill/>
            <a:miter lim="800000"/>
            <a:headEnd/>
            <a:tailEnd/>
          </a:ln>
        </p:spPr>
        <p:txBody>
          <a:bodyPr wrap="square" rtlCol="0">
            <a:spAutoFit/>
          </a:bodyPr>
          <a:lstStyle/>
          <a:p>
            <a:pPr lvl="0" algn="ctr" defTabSz="711200">
              <a:spcAft>
                <a:spcPts val="0"/>
              </a:spcAft>
              <a:buNone/>
            </a:pPr>
            <a:r>
              <a:rPr lang="en-US" sz="3200" b="1" dirty="0">
                <a:solidFill>
                  <a:schemeClr val="bg1"/>
                </a:solidFill>
              </a:rPr>
              <a:t>1B+ </a:t>
            </a:r>
            <a:br>
              <a:rPr lang="en-US" sz="3200" b="1" dirty="0">
                <a:solidFill>
                  <a:schemeClr val="bg1"/>
                </a:solidFill>
              </a:rPr>
            </a:br>
            <a:r>
              <a:rPr lang="en-US" sz="1600" dirty="0">
                <a:solidFill>
                  <a:schemeClr val="bg1"/>
                </a:solidFill>
              </a:rPr>
              <a:t>Pages processed by </a:t>
            </a:r>
            <a:r>
              <a:rPr lang="en-US" sz="1600" dirty="0" err="1">
                <a:solidFill>
                  <a:schemeClr val="bg1"/>
                </a:solidFill>
              </a:rPr>
              <a:t>TruCap</a:t>
            </a:r>
            <a:r>
              <a:rPr lang="en-US" sz="1600" dirty="0">
                <a:solidFill>
                  <a:schemeClr val="bg1"/>
                </a:solidFill>
              </a:rPr>
              <a:t>+</a:t>
            </a:r>
          </a:p>
        </p:txBody>
      </p:sp>
      <p:sp>
        <p:nvSpPr>
          <p:cNvPr id="58" name="Rectangle 57">
            <a:extLst>
              <a:ext uri="{FF2B5EF4-FFF2-40B4-BE49-F238E27FC236}">
                <a16:creationId xmlns:a16="http://schemas.microsoft.com/office/drawing/2014/main" id="{D0E192BB-422C-567C-C975-1060EFB6BF15}"/>
              </a:ext>
            </a:extLst>
          </p:cNvPr>
          <p:cNvSpPr/>
          <p:nvPr/>
        </p:nvSpPr>
        <p:spPr bwMode="auto">
          <a:xfrm>
            <a:off x="6162245" y="1352813"/>
            <a:ext cx="2586219" cy="1143000"/>
          </a:xfrm>
          <a:prstGeom prst="rect">
            <a:avLst/>
          </a:prstGeom>
          <a:solidFill>
            <a:schemeClr val="tx1"/>
          </a:solidFill>
          <a:ln w="9525">
            <a:noFill/>
            <a:round/>
            <a:headEnd/>
            <a:tailEnd/>
          </a:ln>
          <a:effectLst/>
        </p:spPr>
        <p:txBody>
          <a:bodyPr wrap="none" rtlCol="0" anchor="ctr"/>
          <a:lstStyle/>
          <a:p>
            <a:pPr marL="0" marR="0" indent="0" algn="ctr" defTabSz="457200" eaLnBrk="0" latinLnBrk="0" hangingPunct="0">
              <a:lnSpc>
                <a:spcPct val="86000"/>
              </a:lnSpc>
              <a:buClr>
                <a:srgbClr val="000000"/>
              </a:buClr>
              <a:buSzPct val="100000"/>
              <a:buNone/>
              <a:tabLst/>
            </a:pPr>
            <a:endParaRPr lang="en-US" sz="1200" dirty="0"/>
          </a:p>
        </p:txBody>
      </p:sp>
      <p:sp>
        <p:nvSpPr>
          <p:cNvPr id="59" name="TextBox 58">
            <a:extLst>
              <a:ext uri="{FF2B5EF4-FFF2-40B4-BE49-F238E27FC236}">
                <a16:creationId xmlns:a16="http://schemas.microsoft.com/office/drawing/2014/main" id="{1398E9CF-AEB0-4D7E-7CFB-62F991D12800}"/>
              </a:ext>
            </a:extLst>
          </p:cNvPr>
          <p:cNvSpPr txBox="1"/>
          <p:nvPr/>
        </p:nvSpPr>
        <p:spPr bwMode="auto">
          <a:xfrm>
            <a:off x="6164774" y="1387626"/>
            <a:ext cx="2584800" cy="1077218"/>
          </a:xfrm>
          <a:prstGeom prst="rect">
            <a:avLst/>
          </a:prstGeom>
          <a:noFill/>
          <a:ln w="9525">
            <a:noFill/>
            <a:miter lim="800000"/>
            <a:headEnd/>
            <a:tailEnd/>
          </a:ln>
        </p:spPr>
        <p:txBody>
          <a:bodyPr wrap="square" rtlCol="0">
            <a:spAutoFit/>
          </a:bodyPr>
          <a:lstStyle/>
          <a:p>
            <a:pPr lvl="0" algn="ctr" defTabSz="711200">
              <a:spcAft>
                <a:spcPts val="0"/>
              </a:spcAft>
              <a:buNone/>
            </a:pPr>
            <a:r>
              <a:rPr lang="en-US" sz="3200" b="1" dirty="0">
                <a:solidFill>
                  <a:schemeClr val="bg1"/>
                </a:solidFill>
              </a:rPr>
              <a:t>52% </a:t>
            </a:r>
          </a:p>
          <a:p>
            <a:pPr lvl="0" algn="ctr" defTabSz="711200">
              <a:spcAft>
                <a:spcPts val="0"/>
              </a:spcAft>
              <a:buNone/>
            </a:pPr>
            <a:r>
              <a:rPr lang="en-US" sz="1600" dirty="0">
                <a:solidFill>
                  <a:schemeClr val="bg1"/>
                </a:solidFill>
              </a:rPr>
              <a:t>Business from document centric processes</a:t>
            </a:r>
          </a:p>
        </p:txBody>
      </p:sp>
      <p:cxnSp>
        <p:nvCxnSpPr>
          <p:cNvPr id="70" name="Straight Connector 69">
            <a:extLst>
              <a:ext uri="{FF2B5EF4-FFF2-40B4-BE49-F238E27FC236}">
                <a16:creationId xmlns:a16="http://schemas.microsoft.com/office/drawing/2014/main" id="{CB4FD25C-FE5A-ACD3-0B49-42235E9A9838}"/>
              </a:ext>
            </a:extLst>
          </p:cNvPr>
          <p:cNvCxnSpPr>
            <a:cxnSpLocks/>
          </p:cNvCxnSpPr>
          <p:nvPr/>
        </p:nvCxnSpPr>
        <p:spPr>
          <a:xfrm>
            <a:off x="4932040" y="3017288"/>
            <a:ext cx="0" cy="1973127"/>
          </a:xfrm>
          <a:prstGeom prst="line">
            <a:avLst/>
          </a:prstGeom>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415F301B-472E-9546-9B51-69C8857970B6}"/>
              </a:ext>
            </a:extLst>
          </p:cNvPr>
          <p:cNvGrpSpPr/>
          <p:nvPr/>
        </p:nvGrpSpPr>
        <p:grpSpPr>
          <a:xfrm>
            <a:off x="581282" y="3273663"/>
            <a:ext cx="299554" cy="288032"/>
            <a:chOff x="827584" y="3651870"/>
            <a:chExt cx="374442" cy="360040"/>
          </a:xfrm>
        </p:grpSpPr>
        <p:sp>
          <p:nvSpPr>
            <p:cNvPr id="62" name="Oval 61">
              <a:extLst>
                <a:ext uri="{FF2B5EF4-FFF2-40B4-BE49-F238E27FC236}">
                  <a16:creationId xmlns:a16="http://schemas.microsoft.com/office/drawing/2014/main" id="{3B234789-3CA3-144D-AB05-BA1705376140}"/>
                </a:ext>
              </a:extLst>
            </p:cNvPr>
            <p:cNvSpPr/>
            <p:nvPr/>
          </p:nvSpPr>
          <p:spPr>
            <a:xfrm>
              <a:off x="827584" y="3651870"/>
              <a:ext cx="360040" cy="36004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62">
              <a:extLst>
                <a:ext uri="{FF2B5EF4-FFF2-40B4-BE49-F238E27FC236}">
                  <a16:creationId xmlns:a16="http://schemas.microsoft.com/office/drawing/2014/main" id="{9C3C866D-A4E2-0246-ACC0-6C6A23180BDD}"/>
                </a:ext>
              </a:extLst>
            </p:cNvPr>
            <p:cNvPicPr>
              <a:picLocks noChangeAspect="1"/>
            </p:cNvPicPr>
            <p:nvPr/>
          </p:nvPicPr>
          <p:blipFill>
            <a:blip r:embed="rId3"/>
            <a:stretch>
              <a:fillRect/>
            </a:stretch>
          </p:blipFill>
          <p:spPr>
            <a:xfrm>
              <a:off x="885191" y="3713977"/>
              <a:ext cx="316835" cy="217824"/>
            </a:xfrm>
            <a:prstGeom prst="rect">
              <a:avLst/>
            </a:prstGeom>
          </p:spPr>
        </p:pic>
      </p:grpSp>
      <p:grpSp>
        <p:nvGrpSpPr>
          <p:cNvPr id="64" name="Group 63">
            <a:extLst>
              <a:ext uri="{FF2B5EF4-FFF2-40B4-BE49-F238E27FC236}">
                <a16:creationId xmlns:a16="http://schemas.microsoft.com/office/drawing/2014/main" id="{5472C441-6B39-AC41-B9F1-194C40F64F66}"/>
              </a:ext>
            </a:extLst>
          </p:cNvPr>
          <p:cNvGrpSpPr/>
          <p:nvPr/>
        </p:nvGrpSpPr>
        <p:grpSpPr>
          <a:xfrm>
            <a:off x="3015703" y="3272208"/>
            <a:ext cx="333060" cy="299973"/>
            <a:chOff x="3203848" y="3651870"/>
            <a:chExt cx="399752" cy="360040"/>
          </a:xfrm>
        </p:grpSpPr>
        <p:sp>
          <p:nvSpPr>
            <p:cNvPr id="65" name="Oval 64">
              <a:extLst>
                <a:ext uri="{FF2B5EF4-FFF2-40B4-BE49-F238E27FC236}">
                  <a16:creationId xmlns:a16="http://schemas.microsoft.com/office/drawing/2014/main" id="{1D02A72E-CD91-8941-A6D1-4891C88073C3}"/>
                </a:ext>
              </a:extLst>
            </p:cNvPr>
            <p:cNvSpPr/>
            <p:nvPr/>
          </p:nvSpPr>
          <p:spPr>
            <a:xfrm>
              <a:off x="3203848" y="3651870"/>
              <a:ext cx="360040" cy="360040"/>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a:extLst>
                <a:ext uri="{FF2B5EF4-FFF2-40B4-BE49-F238E27FC236}">
                  <a16:creationId xmlns:a16="http://schemas.microsoft.com/office/drawing/2014/main" id="{BA4A295A-8881-DA4A-9824-B43915E08700}"/>
                </a:ext>
              </a:extLst>
            </p:cNvPr>
            <p:cNvPicPr>
              <a:picLocks noChangeAspect="1"/>
            </p:cNvPicPr>
            <p:nvPr/>
          </p:nvPicPr>
          <p:blipFill>
            <a:blip r:embed="rId4"/>
            <a:stretch>
              <a:fillRect/>
            </a:stretch>
          </p:blipFill>
          <p:spPr>
            <a:xfrm>
              <a:off x="3252316" y="3723878"/>
              <a:ext cx="351284" cy="252204"/>
            </a:xfrm>
            <a:prstGeom prst="rect">
              <a:avLst/>
            </a:prstGeom>
          </p:spPr>
        </p:pic>
      </p:grpSp>
      <p:grpSp>
        <p:nvGrpSpPr>
          <p:cNvPr id="67" name="Group 66">
            <a:extLst>
              <a:ext uri="{FF2B5EF4-FFF2-40B4-BE49-F238E27FC236}">
                <a16:creationId xmlns:a16="http://schemas.microsoft.com/office/drawing/2014/main" id="{2CCD54D8-3E7E-464B-867C-85E0854A6F9C}"/>
              </a:ext>
            </a:extLst>
          </p:cNvPr>
          <p:cNvGrpSpPr/>
          <p:nvPr/>
        </p:nvGrpSpPr>
        <p:grpSpPr>
          <a:xfrm>
            <a:off x="1765725" y="3737896"/>
            <a:ext cx="311356" cy="284988"/>
            <a:chOff x="5076056" y="3651870"/>
            <a:chExt cx="393352" cy="360040"/>
          </a:xfrm>
        </p:grpSpPr>
        <p:sp>
          <p:nvSpPr>
            <p:cNvPr id="68" name="Oval 67">
              <a:extLst>
                <a:ext uri="{FF2B5EF4-FFF2-40B4-BE49-F238E27FC236}">
                  <a16:creationId xmlns:a16="http://schemas.microsoft.com/office/drawing/2014/main" id="{14A4608B-1BF2-494D-94C0-3F050CDC6579}"/>
                </a:ext>
              </a:extLst>
            </p:cNvPr>
            <p:cNvSpPr/>
            <p:nvPr/>
          </p:nvSpPr>
          <p:spPr>
            <a:xfrm>
              <a:off x="5076056" y="3651870"/>
              <a:ext cx="360040" cy="360040"/>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Picture 68">
              <a:extLst>
                <a:ext uri="{FF2B5EF4-FFF2-40B4-BE49-F238E27FC236}">
                  <a16:creationId xmlns:a16="http://schemas.microsoft.com/office/drawing/2014/main" id="{E0CFBDE3-AC81-6E48-A375-C94BD1D1408F}"/>
                </a:ext>
              </a:extLst>
            </p:cNvPr>
            <p:cNvPicPr>
              <a:picLocks noChangeAspect="1"/>
            </p:cNvPicPr>
            <p:nvPr/>
          </p:nvPicPr>
          <p:blipFill>
            <a:blip r:embed="rId5"/>
            <a:stretch>
              <a:fillRect/>
            </a:stretch>
          </p:blipFill>
          <p:spPr>
            <a:xfrm>
              <a:off x="5211234" y="3699534"/>
              <a:ext cx="258174" cy="240368"/>
            </a:xfrm>
            <a:prstGeom prst="rect">
              <a:avLst/>
            </a:prstGeom>
          </p:spPr>
        </p:pic>
      </p:grpSp>
      <p:grpSp>
        <p:nvGrpSpPr>
          <p:cNvPr id="71" name="Group 70">
            <a:extLst>
              <a:ext uri="{FF2B5EF4-FFF2-40B4-BE49-F238E27FC236}">
                <a16:creationId xmlns:a16="http://schemas.microsoft.com/office/drawing/2014/main" id="{6432DAA2-7E6F-294D-8AFF-0CA4A59838B3}"/>
              </a:ext>
            </a:extLst>
          </p:cNvPr>
          <p:cNvGrpSpPr/>
          <p:nvPr/>
        </p:nvGrpSpPr>
        <p:grpSpPr>
          <a:xfrm>
            <a:off x="584764" y="4196550"/>
            <a:ext cx="314389" cy="286559"/>
            <a:chOff x="6692795" y="3651870"/>
            <a:chExt cx="395006" cy="360040"/>
          </a:xfrm>
        </p:grpSpPr>
        <p:sp>
          <p:nvSpPr>
            <p:cNvPr id="72" name="Oval 71">
              <a:extLst>
                <a:ext uri="{FF2B5EF4-FFF2-40B4-BE49-F238E27FC236}">
                  <a16:creationId xmlns:a16="http://schemas.microsoft.com/office/drawing/2014/main" id="{DBF09D24-3617-8C4E-8625-4C2CC807E8F4}"/>
                </a:ext>
              </a:extLst>
            </p:cNvPr>
            <p:cNvSpPr/>
            <p:nvPr/>
          </p:nvSpPr>
          <p:spPr>
            <a:xfrm>
              <a:off x="6692795" y="3651870"/>
              <a:ext cx="360040" cy="36004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ED492930-5C01-7245-BB90-A90D05A5FD33}"/>
                </a:ext>
              </a:extLst>
            </p:cNvPr>
            <p:cNvPicPr>
              <a:picLocks noChangeAspect="1"/>
            </p:cNvPicPr>
            <p:nvPr/>
          </p:nvPicPr>
          <p:blipFill>
            <a:blip r:embed="rId6"/>
            <a:stretch>
              <a:fillRect/>
            </a:stretch>
          </p:blipFill>
          <p:spPr>
            <a:xfrm>
              <a:off x="6749172" y="3735247"/>
              <a:ext cx="338629" cy="227365"/>
            </a:xfrm>
            <a:prstGeom prst="rect">
              <a:avLst/>
            </a:prstGeom>
          </p:spPr>
        </p:pic>
      </p:grpSp>
      <p:grpSp>
        <p:nvGrpSpPr>
          <p:cNvPr id="74" name="Group 73">
            <a:extLst>
              <a:ext uri="{FF2B5EF4-FFF2-40B4-BE49-F238E27FC236}">
                <a16:creationId xmlns:a16="http://schemas.microsoft.com/office/drawing/2014/main" id="{9E382CF1-93F6-9145-9742-EE81FDA6F651}"/>
              </a:ext>
            </a:extLst>
          </p:cNvPr>
          <p:cNvGrpSpPr/>
          <p:nvPr/>
        </p:nvGrpSpPr>
        <p:grpSpPr>
          <a:xfrm>
            <a:off x="581340" y="3742379"/>
            <a:ext cx="308796" cy="303142"/>
            <a:chOff x="827584" y="4195010"/>
            <a:chExt cx="366756" cy="360040"/>
          </a:xfrm>
        </p:grpSpPr>
        <p:sp>
          <p:nvSpPr>
            <p:cNvPr id="75" name="Oval 74">
              <a:extLst>
                <a:ext uri="{FF2B5EF4-FFF2-40B4-BE49-F238E27FC236}">
                  <a16:creationId xmlns:a16="http://schemas.microsoft.com/office/drawing/2014/main" id="{6C5081D0-D409-4A43-B76D-608669917DCD}"/>
                </a:ext>
              </a:extLst>
            </p:cNvPr>
            <p:cNvSpPr/>
            <p:nvPr/>
          </p:nvSpPr>
          <p:spPr>
            <a:xfrm>
              <a:off x="827584" y="4195010"/>
              <a:ext cx="360040" cy="360040"/>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a:extLst>
                <a:ext uri="{FF2B5EF4-FFF2-40B4-BE49-F238E27FC236}">
                  <a16:creationId xmlns:a16="http://schemas.microsoft.com/office/drawing/2014/main" id="{7C85D6E5-612B-4940-85FD-0AB3E2B3B66E}"/>
                </a:ext>
              </a:extLst>
            </p:cNvPr>
            <p:cNvPicPr>
              <a:picLocks noChangeAspect="1"/>
            </p:cNvPicPr>
            <p:nvPr/>
          </p:nvPicPr>
          <p:blipFill>
            <a:blip r:embed="rId7"/>
            <a:stretch>
              <a:fillRect/>
            </a:stretch>
          </p:blipFill>
          <p:spPr>
            <a:xfrm>
              <a:off x="947496" y="4267185"/>
              <a:ext cx="246844" cy="238750"/>
            </a:xfrm>
            <a:prstGeom prst="rect">
              <a:avLst/>
            </a:prstGeom>
          </p:spPr>
        </p:pic>
      </p:grpSp>
      <p:grpSp>
        <p:nvGrpSpPr>
          <p:cNvPr id="77" name="Group 76">
            <a:extLst>
              <a:ext uri="{FF2B5EF4-FFF2-40B4-BE49-F238E27FC236}">
                <a16:creationId xmlns:a16="http://schemas.microsoft.com/office/drawing/2014/main" id="{75C5A599-34B8-114E-9575-99B0A2B8316F}"/>
              </a:ext>
            </a:extLst>
          </p:cNvPr>
          <p:cNvGrpSpPr/>
          <p:nvPr/>
        </p:nvGrpSpPr>
        <p:grpSpPr>
          <a:xfrm>
            <a:off x="1792107" y="4205061"/>
            <a:ext cx="303141" cy="282160"/>
            <a:chOff x="2195736" y="4195010"/>
            <a:chExt cx="386812" cy="360040"/>
          </a:xfrm>
        </p:grpSpPr>
        <p:sp>
          <p:nvSpPr>
            <p:cNvPr id="78" name="Oval 77">
              <a:extLst>
                <a:ext uri="{FF2B5EF4-FFF2-40B4-BE49-F238E27FC236}">
                  <a16:creationId xmlns:a16="http://schemas.microsoft.com/office/drawing/2014/main" id="{05C0ED49-DDDB-AB4C-8952-6099F4CF0558}"/>
                </a:ext>
              </a:extLst>
            </p:cNvPr>
            <p:cNvSpPr/>
            <p:nvPr/>
          </p:nvSpPr>
          <p:spPr>
            <a:xfrm>
              <a:off x="2195736" y="4195010"/>
              <a:ext cx="360040" cy="360040"/>
            </a:xfrm>
            <a:prstGeom prst="ellipse">
              <a:avLst/>
            </a:prstGeom>
            <a:solidFill>
              <a:schemeClr val="bg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78">
              <a:extLst>
                <a:ext uri="{FF2B5EF4-FFF2-40B4-BE49-F238E27FC236}">
                  <a16:creationId xmlns:a16="http://schemas.microsoft.com/office/drawing/2014/main" id="{A7E21C2C-8330-A047-8E30-B8554214DB7E}"/>
                </a:ext>
              </a:extLst>
            </p:cNvPr>
            <p:cNvPicPr>
              <a:picLocks noChangeAspect="1"/>
            </p:cNvPicPr>
            <p:nvPr/>
          </p:nvPicPr>
          <p:blipFill>
            <a:blip r:embed="rId8"/>
            <a:stretch>
              <a:fillRect/>
            </a:stretch>
          </p:blipFill>
          <p:spPr>
            <a:xfrm>
              <a:off x="2339752" y="4227934"/>
              <a:ext cx="242796" cy="283263"/>
            </a:xfrm>
            <a:prstGeom prst="rect">
              <a:avLst/>
            </a:prstGeom>
          </p:spPr>
        </p:pic>
      </p:grpSp>
      <p:grpSp>
        <p:nvGrpSpPr>
          <p:cNvPr id="80" name="Group 79">
            <a:extLst>
              <a:ext uri="{FF2B5EF4-FFF2-40B4-BE49-F238E27FC236}">
                <a16:creationId xmlns:a16="http://schemas.microsoft.com/office/drawing/2014/main" id="{12F0F9BD-7CA6-2C4C-A2BD-57881DB47180}"/>
              </a:ext>
            </a:extLst>
          </p:cNvPr>
          <p:cNvGrpSpPr/>
          <p:nvPr/>
        </p:nvGrpSpPr>
        <p:grpSpPr>
          <a:xfrm>
            <a:off x="3255446" y="3724213"/>
            <a:ext cx="296726" cy="296726"/>
            <a:chOff x="4698304" y="4195010"/>
            <a:chExt cx="360040" cy="360040"/>
          </a:xfrm>
        </p:grpSpPr>
        <p:sp>
          <p:nvSpPr>
            <p:cNvPr id="81" name="Oval 80">
              <a:extLst>
                <a:ext uri="{FF2B5EF4-FFF2-40B4-BE49-F238E27FC236}">
                  <a16:creationId xmlns:a16="http://schemas.microsoft.com/office/drawing/2014/main" id="{23AD6FFF-833D-F64C-9616-39B05368EA8A}"/>
                </a:ext>
              </a:extLst>
            </p:cNvPr>
            <p:cNvSpPr/>
            <p:nvPr/>
          </p:nvSpPr>
          <p:spPr>
            <a:xfrm>
              <a:off x="4698304" y="4195010"/>
              <a:ext cx="360040" cy="36004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DE75490B-B80E-D24D-826E-384630755602}"/>
                </a:ext>
              </a:extLst>
            </p:cNvPr>
            <p:cNvPicPr>
              <a:picLocks noChangeAspect="1"/>
            </p:cNvPicPr>
            <p:nvPr/>
          </p:nvPicPr>
          <p:blipFill>
            <a:blip r:embed="rId9"/>
            <a:stretch>
              <a:fillRect/>
            </a:stretch>
          </p:blipFill>
          <p:spPr>
            <a:xfrm>
              <a:off x="4786922" y="4227934"/>
              <a:ext cx="261848" cy="279600"/>
            </a:xfrm>
            <a:prstGeom prst="rect">
              <a:avLst/>
            </a:prstGeom>
          </p:spPr>
        </p:pic>
      </p:grpSp>
    </p:spTree>
    <p:extLst>
      <p:ext uri="{BB962C8B-B14F-4D97-AF65-F5344CB8AC3E}">
        <p14:creationId xmlns:p14="http://schemas.microsoft.com/office/powerpoint/2010/main" val="72499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A6FAE3-1F20-1C40-A29D-355DA3F38D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Text Placeholder 1">
            <a:extLst>
              <a:ext uri="{FF2B5EF4-FFF2-40B4-BE49-F238E27FC236}">
                <a16:creationId xmlns:a16="http://schemas.microsoft.com/office/drawing/2014/main" id="{C3868F65-9AFD-F54B-854F-6C89DEADE563}"/>
              </a:ext>
            </a:extLst>
          </p:cNvPr>
          <p:cNvSpPr txBox="1">
            <a:spLocks/>
          </p:cNvSpPr>
          <p:nvPr/>
        </p:nvSpPr>
        <p:spPr>
          <a:xfrm>
            <a:off x="2426750" y="2283718"/>
            <a:ext cx="4240472" cy="576064"/>
          </a:xfrm>
          <a:prstGeom prst="rect">
            <a:avLst/>
          </a:prstGeom>
        </p:spPr>
        <p:txBody>
          <a:bodyPr/>
          <a:lst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IN" sz="1800" i="1" dirty="0">
                <a:solidFill>
                  <a:schemeClr val="tx1">
                    <a:lumMod val="95000"/>
                    <a:lumOff val="5000"/>
                  </a:schemeClr>
                </a:solidFill>
                <a:latin typeface="+mj-lt"/>
              </a:rPr>
              <a:t>Who we are</a:t>
            </a:r>
            <a:endParaRPr lang="en-IN" sz="2800" i="1" dirty="0">
              <a:solidFill>
                <a:schemeClr val="tx1">
                  <a:lumMod val="95000"/>
                  <a:lumOff val="5000"/>
                </a:schemeClr>
              </a:solidFill>
              <a:latin typeface="+mj-lt"/>
            </a:endParaRPr>
          </a:p>
        </p:txBody>
      </p:sp>
      <p:pic>
        <p:nvPicPr>
          <p:cNvPr id="7" name="Picture 6">
            <a:extLst>
              <a:ext uri="{FF2B5EF4-FFF2-40B4-BE49-F238E27FC236}">
                <a16:creationId xmlns:a16="http://schemas.microsoft.com/office/drawing/2014/main" id="{788FDB31-D16E-40ED-9582-A9B2A20DBAEA}"/>
              </a:ext>
            </a:extLst>
          </p:cNvPr>
          <p:cNvPicPr>
            <a:picLocks noChangeAspect="1"/>
          </p:cNvPicPr>
          <p:nvPr/>
        </p:nvPicPr>
        <p:blipFill rotWithShape="1">
          <a:blip r:embed="rId3">
            <a:extLst>
              <a:ext uri="{28A0092B-C50C-407E-A947-70E740481C1C}">
                <a14:useLocalDpi xmlns:a14="http://schemas.microsoft.com/office/drawing/2010/main" val="0"/>
              </a:ext>
            </a:extLst>
          </a:blip>
          <a:srcRect l="8914" t="32426" r="8914" b="29564"/>
          <a:stretch/>
        </p:blipFill>
        <p:spPr>
          <a:xfrm>
            <a:off x="2210726" y="1663421"/>
            <a:ext cx="4608512" cy="592522"/>
          </a:xfrm>
          <a:prstGeom prst="rect">
            <a:avLst/>
          </a:prstGeom>
        </p:spPr>
      </p:pic>
    </p:spTree>
    <p:extLst>
      <p:ext uri="{BB962C8B-B14F-4D97-AF65-F5344CB8AC3E}">
        <p14:creationId xmlns:p14="http://schemas.microsoft.com/office/powerpoint/2010/main" val="3223829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object 84">
            <a:extLst>
              <a:ext uri="{FF2B5EF4-FFF2-40B4-BE49-F238E27FC236}">
                <a16:creationId xmlns:a16="http://schemas.microsoft.com/office/drawing/2014/main" id="{4D93D0D6-F871-3346-AC64-49791E906A51}"/>
              </a:ext>
            </a:extLst>
          </p:cNvPr>
          <p:cNvSpPr/>
          <p:nvPr/>
        </p:nvSpPr>
        <p:spPr>
          <a:xfrm flipH="1">
            <a:off x="5530976" y="3536208"/>
            <a:ext cx="933656" cy="193666"/>
          </a:xfrm>
          <a:custGeom>
            <a:avLst/>
            <a:gdLst>
              <a:gd name="connsiteX0" fmla="*/ 2199370 w 2199370"/>
              <a:gd name="connsiteY0" fmla="*/ 0 h 248652"/>
              <a:gd name="connsiteX1" fmla="*/ 1533272 w 2199370"/>
              <a:gd name="connsiteY1" fmla="*/ 0 h 248652"/>
              <a:gd name="connsiteX2" fmla="*/ 1483407 w 2199370"/>
              <a:gd name="connsiteY2" fmla="*/ 2250 h 248652"/>
              <a:gd name="connsiteX3" fmla="*/ 1434244 w 2199370"/>
              <a:gd name="connsiteY3" fmla="*/ 8930 h 248652"/>
              <a:gd name="connsiteX4" fmla="*/ 1386063 w 2199370"/>
              <a:gd name="connsiteY4" fmla="*/ 19936 h 248652"/>
              <a:gd name="connsiteX5" fmla="*/ 1339143 w 2199370"/>
              <a:gd name="connsiteY5" fmla="*/ 35162 h 248652"/>
              <a:gd name="connsiteX6" fmla="*/ 1293766 w 2199370"/>
              <a:gd name="connsiteY6" fmla="*/ 54504 h 248652"/>
              <a:gd name="connsiteX7" fmla="*/ 1250209 w 2199370"/>
              <a:gd name="connsiteY7" fmla="*/ 77856 h 248652"/>
              <a:gd name="connsiteX8" fmla="*/ 1208755 w 2199370"/>
              <a:gd name="connsiteY8" fmla="*/ 105114 h 248652"/>
              <a:gd name="connsiteX9" fmla="*/ 1169681 w 2199370"/>
              <a:gd name="connsiteY9" fmla="*/ 136173 h 248652"/>
              <a:gd name="connsiteX10" fmla="*/ 1136813 w 2199370"/>
              <a:gd name="connsiteY10" fmla="*/ 164811 h 248652"/>
              <a:gd name="connsiteX11" fmla="*/ 1097603 w 2199370"/>
              <a:gd name="connsiteY11" fmla="*/ 194290 h 248652"/>
              <a:gd name="connsiteX12" fmla="*/ 1054905 w 2199370"/>
              <a:gd name="connsiteY12" fmla="*/ 217677 h 248652"/>
              <a:gd name="connsiteX13" fmla="*/ 1009424 w 2199370"/>
              <a:gd name="connsiteY13" fmla="*/ 234709 h 248652"/>
              <a:gd name="connsiteX14" fmla="*/ 961865 w 2199370"/>
              <a:gd name="connsiteY14" fmla="*/ 245122 h 248652"/>
              <a:gd name="connsiteX15" fmla="*/ 912935 w 2199370"/>
              <a:gd name="connsiteY15" fmla="*/ 248652 h 248652"/>
              <a:gd name="connsiteX16" fmla="*/ 0 w 2199370"/>
              <a:gd name="connsiteY16" fmla="*/ 248652 h 24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99370" h="248652">
                <a:moveTo>
                  <a:pt x="2199370" y="0"/>
                </a:moveTo>
                <a:lnTo>
                  <a:pt x="1533272" y="0"/>
                </a:lnTo>
                <a:lnTo>
                  <a:pt x="1483407" y="2250"/>
                </a:lnTo>
                <a:lnTo>
                  <a:pt x="1434244" y="8930"/>
                </a:lnTo>
                <a:lnTo>
                  <a:pt x="1386063" y="19936"/>
                </a:lnTo>
                <a:lnTo>
                  <a:pt x="1339143" y="35162"/>
                </a:lnTo>
                <a:lnTo>
                  <a:pt x="1293766" y="54504"/>
                </a:lnTo>
                <a:lnTo>
                  <a:pt x="1250209" y="77856"/>
                </a:lnTo>
                <a:lnTo>
                  <a:pt x="1208755" y="105114"/>
                </a:lnTo>
                <a:lnTo>
                  <a:pt x="1169681" y="136173"/>
                </a:lnTo>
                <a:lnTo>
                  <a:pt x="1136813" y="164811"/>
                </a:lnTo>
                <a:lnTo>
                  <a:pt x="1097603" y="194290"/>
                </a:lnTo>
                <a:lnTo>
                  <a:pt x="1054905" y="217677"/>
                </a:lnTo>
                <a:lnTo>
                  <a:pt x="1009424" y="234709"/>
                </a:lnTo>
                <a:lnTo>
                  <a:pt x="961865" y="245122"/>
                </a:lnTo>
                <a:lnTo>
                  <a:pt x="912935" y="248652"/>
                </a:lnTo>
                <a:lnTo>
                  <a:pt x="0" y="248652"/>
                </a:lnTo>
              </a:path>
            </a:pathLst>
          </a:custGeom>
          <a:ln w="9525">
            <a:gradFill>
              <a:gsLst>
                <a:gs pos="100000">
                  <a:schemeClr val="bg1">
                    <a:lumMod val="65000"/>
                  </a:schemeClr>
                </a:gs>
                <a:gs pos="22000">
                  <a:schemeClr val="tx1"/>
                </a:gs>
              </a:gsLst>
              <a:lin ang="10800000" scaled="0"/>
            </a:gradFill>
            <a:tailEnd type="oval" w="sm" len="sm"/>
          </a:ln>
        </p:spPr>
        <p:txBody>
          <a:bodyPr wrap="square" lIns="0" tIns="0" rIns="0" bIns="0" rtlCol="0"/>
          <a:lstStyle/>
          <a:p>
            <a:endParaRPr dirty="0"/>
          </a:p>
        </p:txBody>
      </p:sp>
      <p:sp>
        <p:nvSpPr>
          <p:cNvPr id="169" name="object 84">
            <a:extLst>
              <a:ext uri="{FF2B5EF4-FFF2-40B4-BE49-F238E27FC236}">
                <a16:creationId xmlns:a16="http://schemas.microsoft.com/office/drawing/2014/main" id="{A17CDDCD-01ED-CF42-B0A7-E7C4116362C9}"/>
              </a:ext>
            </a:extLst>
          </p:cNvPr>
          <p:cNvSpPr/>
          <p:nvPr/>
        </p:nvSpPr>
        <p:spPr>
          <a:xfrm flipH="1" flipV="1">
            <a:off x="5505931" y="3323998"/>
            <a:ext cx="958701" cy="194212"/>
          </a:xfrm>
          <a:custGeom>
            <a:avLst/>
            <a:gdLst>
              <a:gd name="connsiteX0" fmla="*/ 2186453 w 2186453"/>
              <a:gd name="connsiteY0" fmla="*/ 0 h 248652"/>
              <a:gd name="connsiteX1" fmla="*/ 1533272 w 2186453"/>
              <a:gd name="connsiteY1" fmla="*/ 0 h 248652"/>
              <a:gd name="connsiteX2" fmla="*/ 1483407 w 2186453"/>
              <a:gd name="connsiteY2" fmla="*/ 2250 h 248652"/>
              <a:gd name="connsiteX3" fmla="*/ 1434244 w 2186453"/>
              <a:gd name="connsiteY3" fmla="*/ 8930 h 248652"/>
              <a:gd name="connsiteX4" fmla="*/ 1386063 w 2186453"/>
              <a:gd name="connsiteY4" fmla="*/ 19936 h 248652"/>
              <a:gd name="connsiteX5" fmla="*/ 1339143 w 2186453"/>
              <a:gd name="connsiteY5" fmla="*/ 35162 h 248652"/>
              <a:gd name="connsiteX6" fmla="*/ 1293766 w 2186453"/>
              <a:gd name="connsiteY6" fmla="*/ 54504 h 248652"/>
              <a:gd name="connsiteX7" fmla="*/ 1250209 w 2186453"/>
              <a:gd name="connsiteY7" fmla="*/ 77856 h 248652"/>
              <a:gd name="connsiteX8" fmla="*/ 1208755 w 2186453"/>
              <a:gd name="connsiteY8" fmla="*/ 105114 h 248652"/>
              <a:gd name="connsiteX9" fmla="*/ 1169681 w 2186453"/>
              <a:gd name="connsiteY9" fmla="*/ 136173 h 248652"/>
              <a:gd name="connsiteX10" fmla="*/ 1136813 w 2186453"/>
              <a:gd name="connsiteY10" fmla="*/ 164811 h 248652"/>
              <a:gd name="connsiteX11" fmla="*/ 1097603 w 2186453"/>
              <a:gd name="connsiteY11" fmla="*/ 194290 h 248652"/>
              <a:gd name="connsiteX12" fmla="*/ 1054905 w 2186453"/>
              <a:gd name="connsiteY12" fmla="*/ 217677 h 248652"/>
              <a:gd name="connsiteX13" fmla="*/ 1009424 w 2186453"/>
              <a:gd name="connsiteY13" fmla="*/ 234709 h 248652"/>
              <a:gd name="connsiteX14" fmla="*/ 961865 w 2186453"/>
              <a:gd name="connsiteY14" fmla="*/ 245122 h 248652"/>
              <a:gd name="connsiteX15" fmla="*/ 912935 w 2186453"/>
              <a:gd name="connsiteY15" fmla="*/ 248652 h 248652"/>
              <a:gd name="connsiteX16" fmla="*/ 0 w 2186453"/>
              <a:gd name="connsiteY16" fmla="*/ 248652 h 24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453" h="248652">
                <a:moveTo>
                  <a:pt x="2186453" y="0"/>
                </a:moveTo>
                <a:lnTo>
                  <a:pt x="1533272" y="0"/>
                </a:lnTo>
                <a:lnTo>
                  <a:pt x="1483407" y="2250"/>
                </a:lnTo>
                <a:lnTo>
                  <a:pt x="1434244" y="8930"/>
                </a:lnTo>
                <a:lnTo>
                  <a:pt x="1386063" y="19936"/>
                </a:lnTo>
                <a:lnTo>
                  <a:pt x="1339143" y="35162"/>
                </a:lnTo>
                <a:lnTo>
                  <a:pt x="1293766" y="54504"/>
                </a:lnTo>
                <a:lnTo>
                  <a:pt x="1250209" y="77856"/>
                </a:lnTo>
                <a:lnTo>
                  <a:pt x="1208755" y="105114"/>
                </a:lnTo>
                <a:lnTo>
                  <a:pt x="1169681" y="136173"/>
                </a:lnTo>
                <a:lnTo>
                  <a:pt x="1136813" y="164811"/>
                </a:lnTo>
                <a:lnTo>
                  <a:pt x="1097603" y="194290"/>
                </a:lnTo>
                <a:lnTo>
                  <a:pt x="1054905" y="217677"/>
                </a:lnTo>
                <a:lnTo>
                  <a:pt x="1009424" y="234709"/>
                </a:lnTo>
                <a:lnTo>
                  <a:pt x="961865" y="245122"/>
                </a:lnTo>
                <a:lnTo>
                  <a:pt x="912935" y="248652"/>
                </a:lnTo>
                <a:lnTo>
                  <a:pt x="0" y="248652"/>
                </a:lnTo>
              </a:path>
            </a:pathLst>
          </a:custGeom>
          <a:ln w="9525">
            <a:gradFill>
              <a:gsLst>
                <a:gs pos="100000">
                  <a:schemeClr val="bg1">
                    <a:lumMod val="65000"/>
                  </a:schemeClr>
                </a:gs>
                <a:gs pos="22000">
                  <a:schemeClr val="tx1"/>
                </a:gs>
              </a:gsLst>
              <a:lin ang="10800000" scaled="0"/>
            </a:gradFill>
            <a:tailEnd type="oval" w="sm" len="sm"/>
          </a:ln>
        </p:spPr>
        <p:txBody>
          <a:bodyPr wrap="square" lIns="0" tIns="0" rIns="0" bIns="0" rtlCol="0"/>
          <a:lstStyle/>
          <a:p>
            <a:endParaRPr dirty="0"/>
          </a:p>
        </p:txBody>
      </p:sp>
      <p:sp>
        <p:nvSpPr>
          <p:cNvPr id="682" name="object 2"/>
          <p:cNvSpPr txBox="1"/>
          <p:nvPr/>
        </p:nvSpPr>
        <p:spPr>
          <a:xfrm>
            <a:off x="6630311" y="992731"/>
            <a:ext cx="1300208" cy="184025"/>
          </a:xfrm>
          <a:prstGeom prst="rect">
            <a:avLst/>
          </a:prstGeom>
        </p:spPr>
        <p:txBody>
          <a:bodyPr vert="horz" wrap="square" lIns="0" tIns="14605" rIns="0" bIns="0" rtlCol="0">
            <a:spAutoFit/>
          </a:bodyPr>
          <a:lstStyle/>
          <a:p>
            <a:pPr marL="12700">
              <a:lnSpc>
                <a:spcPct val="100000"/>
              </a:lnSpc>
              <a:spcBef>
                <a:spcPts val="115"/>
              </a:spcBef>
            </a:pPr>
            <a:r>
              <a:rPr sz="1100" b="1" dirty="0">
                <a:latin typeface="Calibri" panose="020F0502020204030204" pitchFamily="34" charset="0"/>
                <a:cs typeface="Calibri" panose="020F0502020204030204" pitchFamily="34" charset="0"/>
              </a:rPr>
              <a:t>Finance &amp; Accounting</a:t>
            </a:r>
          </a:p>
        </p:txBody>
      </p:sp>
      <p:sp>
        <p:nvSpPr>
          <p:cNvPr id="684" name="object 4"/>
          <p:cNvSpPr txBox="1"/>
          <p:nvPr/>
        </p:nvSpPr>
        <p:spPr>
          <a:xfrm>
            <a:off x="6630311" y="1335112"/>
            <a:ext cx="1803174" cy="184025"/>
          </a:xfrm>
          <a:prstGeom prst="rect">
            <a:avLst/>
          </a:prstGeom>
        </p:spPr>
        <p:txBody>
          <a:bodyPr vert="horz" wrap="square" lIns="0" tIns="14605" rIns="0" bIns="0" rtlCol="0">
            <a:spAutoFit/>
          </a:bodyPr>
          <a:lstStyle/>
          <a:p>
            <a:pPr marL="12700">
              <a:lnSpc>
                <a:spcPct val="100000"/>
              </a:lnSpc>
              <a:spcBef>
                <a:spcPts val="115"/>
              </a:spcBef>
            </a:pPr>
            <a:r>
              <a:rPr sz="1100" b="1" spc="-10" dirty="0">
                <a:latin typeface="Calibri" panose="020F0502020204030204" pitchFamily="34" charset="0"/>
                <a:cs typeface="Calibri" panose="020F0502020204030204" pitchFamily="34" charset="0"/>
              </a:rPr>
              <a:t>Banking Process Management</a:t>
            </a:r>
          </a:p>
        </p:txBody>
      </p:sp>
      <p:sp>
        <p:nvSpPr>
          <p:cNvPr id="686" name="object 6"/>
          <p:cNvSpPr txBox="1"/>
          <p:nvPr/>
        </p:nvSpPr>
        <p:spPr>
          <a:xfrm>
            <a:off x="6630311" y="1693390"/>
            <a:ext cx="1895271" cy="184025"/>
          </a:xfrm>
          <a:prstGeom prst="rect">
            <a:avLst/>
          </a:prstGeom>
        </p:spPr>
        <p:txBody>
          <a:bodyPr vert="horz" wrap="square" lIns="0" tIns="14605" rIns="0" bIns="0" rtlCol="0">
            <a:spAutoFit/>
          </a:bodyPr>
          <a:lstStyle/>
          <a:p>
            <a:pPr marL="12700">
              <a:spcBef>
                <a:spcPts val="115"/>
              </a:spcBef>
            </a:pPr>
            <a:r>
              <a:rPr sz="1100" b="1" spc="-10" dirty="0">
                <a:latin typeface="Calibri" panose="020F0502020204030204" pitchFamily="34" charset="0"/>
                <a:cs typeface="Calibri" panose="020F0502020204030204" pitchFamily="34" charset="0"/>
              </a:rPr>
              <a:t>Insurance Process Management</a:t>
            </a:r>
          </a:p>
        </p:txBody>
      </p:sp>
      <p:sp>
        <p:nvSpPr>
          <p:cNvPr id="694" name="object 14"/>
          <p:cNvSpPr txBox="1"/>
          <p:nvPr/>
        </p:nvSpPr>
        <p:spPr>
          <a:xfrm>
            <a:off x="6630311" y="2425234"/>
            <a:ext cx="397535" cy="184025"/>
          </a:xfrm>
          <a:prstGeom prst="rect">
            <a:avLst/>
          </a:prstGeom>
        </p:spPr>
        <p:txBody>
          <a:bodyPr vert="horz" wrap="square" lIns="0" tIns="14605" rIns="0" bIns="0" rtlCol="0">
            <a:spAutoFit/>
          </a:bodyPr>
          <a:lstStyle/>
          <a:p>
            <a:pPr marL="12700">
              <a:spcBef>
                <a:spcPts val="115"/>
              </a:spcBef>
            </a:pPr>
            <a:r>
              <a:rPr sz="1100" b="1" spc="-10" dirty="0">
                <a:latin typeface="Calibri" panose="020F0502020204030204" pitchFamily="34" charset="0"/>
                <a:cs typeface="Calibri" panose="020F0502020204030204" pitchFamily="34" charset="0"/>
              </a:rPr>
              <a:t>BPaaS</a:t>
            </a:r>
          </a:p>
        </p:txBody>
      </p:sp>
      <p:sp>
        <p:nvSpPr>
          <p:cNvPr id="696" name="object 16"/>
          <p:cNvSpPr txBox="1"/>
          <p:nvPr/>
        </p:nvSpPr>
        <p:spPr>
          <a:xfrm>
            <a:off x="6630311" y="3236387"/>
            <a:ext cx="2211730" cy="184025"/>
          </a:xfrm>
          <a:prstGeom prst="rect">
            <a:avLst/>
          </a:prstGeom>
        </p:spPr>
        <p:txBody>
          <a:bodyPr vert="horz" wrap="square" lIns="0" tIns="14605" rIns="0" bIns="0" rtlCol="0">
            <a:spAutoFit/>
          </a:bodyPr>
          <a:lstStyle/>
          <a:p>
            <a:pPr marL="12700">
              <a:lnSpc>
                <a:spcPct val="100000"/>
              </a:lnSpc>
              <a:spcBef>
                <a:spcPts val="115"/>
              </a:spcBef>
              <a:tabLst>
                <a:tab pos="2456815" algn="l"/>
              </a:tabLst>
            </a:pPr>
            <a:r>
              <a:rPr lang="en-IN" sz="1100" b="1" spc="-10" dirty="0">
                <a:latin typeface="Calibri" panose="020F0502020204030204" pitchFamily="34" charset="0"/>
                <a:cs typeface="Calibri" panose="020F0502020204030204" pitchFamily="34" charset="0"/>
              </a:rPr>
              <a:t>Customer Management </a:t>
            </a:r>
            <a:r>
              <a:rPr sz="1100" b="1" spc="-10" dirty="0">
                <a:latin typeface="Calibri" panose="020F0502020204030204" pitchFamily="34" charset="0"/>
                <a:cs typeface="Calibri" panose="020F0502020204030204" pitchFamily="34" charset="0"/>
              </a:rPr>
              <a:t>&amp; </a:t>
            </a:r>
            <a:r>
              <a:rPr lang="en-IN" sz="1100" b="1" spc="-10" dirty="0">
                <a:latin typeface="Calibri" panose="020F0502020204030204" pitchFamily="34" charset="0"/>
                <a:cs typeface="Calibri" panose="020F0502020204030204" pitchFamily="34" charset="0"/>
              </a:rPr>
              <a:t>Experience</a:t>
            </a:r>
            <a:endParaRPr sz="1100" b="1" spc="-10" dirty="0">
              <a:latin typeface="Calibri" panose="020F0502020204030204" pitchFamily="34" charset="0"/>
              <a:cs typeface="Calibri" panose="020F0502020204030204" pitchFamily="34" charset="0"/>
            </a:endParaRPr>
          </a:p>
        </p:txBody>
      </p:sp>
      <p:sp>
        <p:nvSpPr>
          <p:cNvPr id="698" name="object 18"/>
          <p:cNvSpPr txBox="1"/>
          <p:nvPr/>
        </p:nvSpPr>
        <p:spPr>
          <a:xfrm>
            <a:off x="6630311" y="3939533"/>
            <a:ext cx="1415561" cy="184025"/>
          </a:xfrm>
          <a:prstGeom prst="rect">
            <a:avLst/>
          </a:prstGeom>
        </p:spPr>
        <p:txBody>
          <a:bodyPr vert="horz" wrap="square" lIns="0" tIns="14605" rIns="0" bIns="0" rtlCol="0">
            <a:spAutoFit/>
          </a:bodyPr>
          <a:lstStyle/>
          <a:p>
            <a:pPr marL="12700">
              <a:lnSpc>
                <a:spcPct val="100000"/>
              </a:lnSpc>
              <a:spcBef>
                <a:spcPts val="115"/>
              </a:spcBef>
            </a:pPr>
            <a:r>
              <a:rPr lang="en-IN" sz="1100" b="1" spc="-10" dirty="0">
                <a:latin typeface="Calibri" panose="020F0502020204030204" pitchFamily="34" charset="0"/>
                <a:cs typeface="Calibri" panose="020F0502020204030204" pitchFamily="34" charset="0"/>
              </a:rPr>
              <a:t>Digital Proctoring</a:t>
            </a:r>
            <a:endParaRPr sz="1100" b="1" spc="-10" dirty="0">
              <a:latin typeface="Calibri" panose="020F0502020204030204" pitchFamily="34" charset="0"/>
              <a:cs typeface="Calibri" panose="020F0502020204030204" pitchFamily="34" charset="0"/>
            </a:endParaRPr>
          </a:p>
        </p:txBody>
      </p:sp>
      <p:sp>
        <p:nvSpPr>
          <p:cNvPr id="700" name="object 20"/>
          <p:cNvSpPr txBox="1"/>
          <p:nvPr/>
        </p:nvSpPr>
        <p:spPr>
          <a:xfrm>
            <a:off x="974784" y="979558"/>
            <a:ext cx="1826123"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Application Modernisation</a:t>
            </a:r>
          </a:p>
        </p:txBody>
      </p:sp>
      <p:sp>
        <p:nvSpPr>
          <p:cNvPr id="702" name="object 22"/>
          <p:cNvSpPr txBox="1"/>
          <p:nvPr/>
        </p:nvSpPr>
        <p:spPr>
          <a:xfrm>
            <a:off x="1262816" y="1417057"/>
            <a:ext cx="1537974" cy="184025"/>
          </a:xfrm>
          <a:prstGeom prst="rect">
            <a:avLst/>
          </a:prstGeom>
        </p:spPr>
        <p:txBody>
          <a:bodyPr vert="horz" wrap="square" lIns="0" tIns="14605" rIns="0" bIns="0" rtlCol="0">
            <a:spAutoFit/>
          </a:bodyPr>
          <a:lstStyle>
            <a:defPPr>
              <a:defRPr lang="en-US"/>
            </a:defPPr>
            <a:lvl1pPr marL="12700">
              <a:lnSpc>
                <a:spcPct val="100000"/>
              </a:lnSpc>
              <a:spcBef>
                <a:spcPts val="115"/>
              </a:spcBef>
              <a:defRPr sz="1100" b="1">
                <a:latin typeface="Calibri" panose="020F0502020204030204" pitchFamily="34" charset="0"/>
                <a:cs typeface="Calibri" panose="020F0502020204030204" pitchFamily="34" charset="0"/>
              </a:defRPr>
            </a:lvl1pPr>
          </a:lstStyle>
          <a:p>
            <a:pPr algn="r"/>
            <a:r>
              <a:rPr lang="en-IN" dirty="0"/>
              <a:t>Cloud &amp; DevOps</a:t>
            </a:r>
          </a:p>
        </p:txBody>
      </p:sp>
      <p:sp>
        <p:nvSpPr>
          <p:cNvPr id="706" name="object 26"/>
          <p:cNvSpPr txBox="1"/>
          <p:nvPr/>
        </p:nvSpPr>
        <p:spPr>
          <a:xfrm>
            <a:off x="182696" y="2246932"/>
            <a:ext cx="2618021"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Artificial Intelligence &amp; Cognitive Services</a:t>
            </a:r>
          </a:p>
        </p:txBody>
      </p:sp>
      <p:sp>
        <p:nvSpPr>
          <p:cNvPr id="708" name="object 28"/>
          <p:cNvSpPr txBox="1"/>
          <p:nvPr/>
        </p:nvSpPr>
        <p:spPr>
          <a:xfrm>
            <a:off x="6630311" y="3590429"/>
            <a:ext cx="2045760" cy="184025"/>
          </a:xfrm>
          <a:prstGeom prst="rect">
            <a:avLst/>
          </a:prstGeom>
        </p:spPr>
        <p:txBody>
          <a:bodyPr vert="horz" wrap="square" lIns="0" tIns="14605" rIns="0" bIns="0" rtlCol="0">
            <a:spAutoFit/>
          </a:bodyPr>
          <a:lstStyle/>
          <a:p>
            <a:pPr marL="12700">
              <a:spcBef>
                <a:spcPts val="115"/>
              </a:spcBef>
            </a:pPr>
            <a:r>
              <a:rPr lang="en-IN" sz="1100" b="1" spc="-10" dirty="0">
                <a:latin typeface="Calibri" panose="020F0502020204030204" pitchFamily="34" charset="0"/>
                <a:cs typeface="Calibri" panose="020F0502020204030204" pitchFamily="34" charset="0"/>
              </a:rPr>
              <a:t>Consumer </a:t>
            </a:r>
            <a:r>
              <a:rPr sz="1100" b="1" spc="-10" dirty="0">
                <a:latin typeface="Calibri" panose="020F0502020204030204" pitchFamily="34" charset="0"/>
                <a:cs typeface="Calibri" panose="020F0502020204030204" pitchFamily="34" charset="0"/>
              </a:rPr>
              <a:t>Research</a:t>
            </a:r>
            <a:r>
              <a:rPr sz="1100" b="1" dirty="0">
                <a:latin typeface="Calibri" panose="020F0502020204030204" pitchFamily="34" charset="0"/>
                <a:cs typeface="Calibri" panose="020F0502020204030204" pitchFamily="34" charset="0"/>
              </a:rPr>
              <a:t> &amp; Analytics</a:t>
            </a:r>
          </a:p>
        </p:txBody>
      </p:sp>
      <p:sp>
        <p:nvSpPr>
          <p:cNvPr id="710" name="object 30"/>
          <p:cNvSpPr txBox="1"/>
          <p:nvPr/>
        </p:nvSpPr>
        <p:spPr>
          <a:xfrm>
            <a:off x="610995" y="3936891"/>
            <a:ext cx="2189856"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Automatic Fare Collection</a:t>
            </a:r>
          </a:p>
        </p:txBody>
      </p:sp>
      <p:sp>
        <p:nvSpPr>
          <p:cNvPr id="714" name="object 34"/>
          <p:cNvSpPr txBox="1"/>
          <p:nvPr/>
        </p:nvSpPr>
        <p:spPr>
          <a:xfrm>
            <a:off x="1307689" y="2669641"/>
            <a:ext cx="1493084"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Intelligent Automation</a:t>
            </a:r>
          </a:p>
        </p:txBody>
      </p:sp>
      <p:sp>
        <p:nvSpPr>
          <p:cNvPr id="716" name="object 36"/>
          <p:cNvSpPr txBox="1"/>
          <p:nvPr/>
        </p:nvSpPr>
        <p:spPr>
          <a:xfrm>
            <a:off x="1036281" y="3082421"/>
            <a:ext cx="1764413"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Mobility &amp; Portals</a:t>
            </a:r>
          </a:p>
        </p:txBody>
      </p:sp>
      <p:sp>
        <p:nvSpPr>
          <p:cNvPr id="718" name="object 38"/>
          <p:cNvSpPr txBox="1"/>
          <p:nvPr/>
        </p:nvSpPr>
        <p:spPr>
          <a:xfrm>
            <a:off x="470728" y="3525865"/>
            <a:ext cx="2330119" cy="184025"/>
          </a:xfrm>
          <a:prstGeom prst="rect">
            <a:avLst/>
          </a:prstGeom>
        </p:spPr>
        <p:txBody>
          <a:bodyPr vert="horz" wrap="square" lIns="0" tIns="14605" rIns="0" bIns="0" rtlCol="0">
            <a:spAutoFit/>
          </a:bodyPr>
          <a:lstStyle/>
          <a:p>
            <a:pPr marL="12700" algn="r">
              <a:spcBef>
                <a:spcPts val="115"/>
              </a:spcBef>
            </a:pPr>
            <a:r>
              <a:rPr lang="en-IN" sz="1100" b="1" dirty="0">
                <a:latin typeface="Calibri" panose="020F0502020204030204" pitchFamily="34" charset="0"/>
                <a:cs typeface="Calibri" panose="020F0502020204030204" pitchFamily="34" charset="0"/>
              </a:rPr>
              <a:t>Business Solutions &amp; Platforms</a:t>
            </a:r>
          </a:p>
        </p:txBody>
      </p:sp>
      <p:sp>
        <p:nvSpPr>
          <p:cNvPr id="720" name="object 40"/>
          <p:cNvSpPr txBox="1"/>
          <p:nvPr/>
        </p:nvSpPr>
        <p:spPr>
          <a:xfrm>
            <a:off x="1328687" y="1823794"/>
            <a:ext cx="1471998" cy="184025"/>
          </a:xfrm>
          <a:prstGeom prst="rect">
            <a:avLst/>
          </a:prstGeom>
        </p:spPr>
        <p:txBody>
          <a:bodyPr vert="horz" wrap="square" lIns="0" tIns="14605" rIns="0" bIns="0" rtlCol="0">
            <a:spAutoFit/>
          </a:bodyPr>
          <a:lstStyle>
            <a:defPPr>
              <a:defRPr lang="en-US"/>
            </a:defPPr>
            <a:lvl1pPr marL="12700">
              <a:lnSpc>
                <a:spcPct val="100000"/>
              </a:lnSpc>
              <a:spcBef>
                <a:spcPts val="115"/>
              </a:spcBef>
              <a:defRPr sz="1100" b="1">
                <a:latin typeface="Calibri" panose="020F0502020204030204" pitchFamily="34" charset="0"/>
                <a:cs typeface="Calibri" panose="020F0502020204030204" pitchFamily="34" charset="0"/>
              </a:defRPr>
            </a:lvl1pPr>
          </a:lstStyle>
          <a:p>
            <a:pPr algn="r"/>
            <a:r>
              <a:rPr lang="en-IN" dirty="0"/>
              <a:t>Big Data &amp; Analytics</a:t>
            </a:r>
          </a:p>
        </p:txBody>
      </p:sp>
      <p:sp>
        <p:nvSpPr>
          <p:cNvPr id="723" name="object 72"/>
          <p:cNvSpPr/>
          <p:nvPr/>
        </p:nvSpPr>
        <p:spPr>
          <a:xfrm>
            <a:off x="3016092" y="1929034"/>
            <a:ext cx="876005" cy="2101099"/>
          </a:xfrm>
          <a:custGeom>
            <a:avLst/>
            <a:gdLst/>
            <a:ahLst/>
            <a:cxnLst/>
            <a:rect l="l" t="t" r="r" b="b"/>
            <a:pathLst>
              <a:path w="1793875" h="4220209">
                <a:moveTo>
                  <a:pt x="1793683" y="0"/>
                </a:moveTo>
                <a:lnTo>
                  <a:pt x="1555669" y="0"/>
                </a:lnTo>
                <a:lnTo>
                  <a:pt x="1508785" y="2104"/>
                </a:lnTo>
                <a:lnTo>
                  <a:pt x="1463079" y="8298"/>
                </a:lnTo>
                <a:lnTo>
                  <a:pt x="1418735" y="18399"/>
                </a:lnTo>
                <a:lnTo>
                  <a:pt x="1375934" y="32225"/>
                </a:lnTo>
                <a:lnTo>
                  <a:pt x="1334858" y="49594"/>
                </a:lnTo>
                <a:lnTo>
                  <a:pt x="1295689" y="70324"/>
                </a:lnTo>
                <a:lnTo>
                  <a:pt x="1258609" y="94234"/>
                </a:lnTo>
                <a:lnTo>
                  <a:pt x="1223799" y="121142"/>
                </a:lnTo>
                <a:lnTo>
                  <a:pt x="1191441" y="150865"/>
                </a:lnTo>
                <a:lnTo>
                  <a:pt x="1161717" y="183223"/>
                </a:lnTo>
                <a:lnTo>
                  <a:pt x="1134810" y="218033"/>
                </a:lnTo>
                <a:lnTo>
                  <a:pt x="1110900" y="255114"/>
                </a:lnTo>
                <a:lnTo>
                  <a:pt x="1090169" y="294283"/>
                </a:lnTo>
                <a:lnTo>
                  <a:pt x="1072800" y="335359"/>
                </a:lnTo>
                <a:lnTo>
                  <a:pt x="1058974" y="378160"/>
                </a:lnTo>
                <a:lnTo>
                  <a:pt x="1048874" y="422504"/>
                </a:lnTo>
                <a:lnTo>
                  <a:pt x="1042680" y="468209"/>
                </a:lnTo>
                <a:lnTo>
                  <a:pt x="1040575" y="515094"/>
                </a:lnTo>
                <a:lnTo>
                  <a:pt x="1040575" y="3170563"/>
                </a:lnTo>
                <a:lnTo>
                  <a:pt x="1039506" y="3218358"/>
                </a:lnTo>
                <a:lnTo>
                  <a:pt x="1036330" y="3265605"/>
                </a:lnTo>
                <a:lnTo>
                  <a:pt x="1031092" y="3312258"/>
                </a:lnTo>
                <a:lnTo>
                  <a:pt x="1023837" y="3358271"/>
                </a:lnTo>
                <a:lnTo>
                  <a:pt x="1014612" y="3403600"/>
                </a:lnTo>
                <a:lnTo>
                  <a:pt x="1003462" y="3448197"/>
                </a:lnTo>
                <a:lnTo>
                  <a:pt x="990433" y="3492018"/>
                </a:lnTo>
                <a:lnTo>
                  <a:pt x="975569" y="3535017"/>
                </a:lnTo>
                <a:lnTo>
                  <a:pt x="958918" y="3577148"/>
                </a:lnTo>
                <a:lnTo>
                  <a:pt x="940524" y="3618366"/>
                </a:lnTo>
                <a:lnTo>
                  <a:pt x="920433" y="3658625"/>
                </a:lnTo>
                <a:lnTo>
                  <a:pt x="898690" y="3697880"/>
                </a:lnTo>
                <a:lnTo>
                  <a:pt x="875342" y="3736085"/>
                </a:lnTo>
                <a:lnTo>
                  <a:pt x="850433" y="3773194"/>
                </a:lnTo>
                <a:lnTo>
                  <a:pt x="824010" y="3809161"/>
                </a:lnTo>
                <a:lnTo>
                  <a:pt x="796117" y="3843942"/>
                </a:lnTo>
                <a:lnTo>
                  <a:pt x="766802" y="3877491"/>
                </a:lnTo>
                <a:lnTo>
                  <a:pt x="736108" y="3909761"/>
                </a:lnTo>
                <a:lnTo>
                  <a:pt x="704082" y="3940708"/>
                </a:lnTo>
                <a:lnTo>
                  <a:pt x="670770" y="3970286"/>
                </a:lnTo>
                <a:lnTo>
                  <a:pt x="636216" y="3998448"/>
                </a:lnTo>
                <a:lnTo>
                  <a:pt x="600467" y="4025150"/>
                </a:lnTo>
                <a:lnTo>
                  <a:pt x="563569" y="4050346"/>
                </a:lnTo>
                <a:lnTo>
                  <a:pt x="525566" y="4073991"/>
                </a:lnTo>
                <a:lnTo>
                  <a:pt x="486504" y="4096038"/>
                </a:lnTo>
                <a:lnTo>
                  <a:pt x="446430" y="4116442"/>
                </a:lnTo>
                <a:lnTo>
                  <a:pt x="405388" y="4135157"/>
                </a:lnTo>
                <a:lnTo>
                  <a:pt x="363424" y="4152139"/>
                </a:lnTo>
                <a:lnTo>
                  <a:pt x="320584" y="4167341"/>
                </a:lnTo>
                <a:lnTo>
                  <a:pt x="276913" y="4180717"/>
                </a:lnTo>
                <a:lnTo>
                  <a:pt x="232457" y="4192223"/>
                </a:lnTo>
                <a:lnTo>
                  <a:pt x="187262" y="4201812"/>
                </a:lnTo>
                <a:lnTo>
                  <a:pt x="141373" y="4209439"/>
                </a:lnTo>
                <a:lnTo>
                  <a:pt x="94836" y="4215058"/>
                </a:lnTo>
                <a:lnTo>
                  <a:pt x="47696" y="4218624"/>
                </a:lnTo>
                <a:lnTo>
                  <a:pt x="0" y="4220091"/>
                </a:lnTo>
              </a:path>
            </a:pathLst>
          </a:custGeom>
          <a:ln w="9525">
            <a:gradFill>
              <a:gsLst>
                <a:gs pos="100000">
                  <a:schemeClr val="bg1">
                    <a:lumMod val="65000"/>
                  </a:schemeClr>
                </a:gs>
                <a:gs pos="0">
                  <a:schemeClr val="tx1"/>
                </a:gs>
              </a:gsLst>
              <a:lin ang="5400000" scaled="1"/>
            </a:gradFill>
            <a:tailEnd type="oval" w="sm" len="sm"/>
          </a:ln>
        </p:spPr>
        <p:txBody>
          <a:bodyPr wrap="square" lIns="0" tIns="0" rIns="0" bIns="0" rtlCol="0"/>
          <a:lstStyle/>
          <a:p>
            <a:endParaRPr/>
          </a:p>
        </p:txBody>
      </p:sp>
      <p:sp>
        <p:nvSpPr>
          <p:cNvPr id="725" name="object 74"/>
          <p:cNvSpPr/>
          <p:nvPr/>
        </p:nvSpPr>
        <p:spPr>
          <a:xfrm>
            <a:off x="3016092" y="1940939"/>
            <a:ext cx="876005" cy="1689160"/>
          </a:xfrm>
          <a:custGeom>
            <a:avLst/>
            <a:gdLst/>
            <a:ahLst/>
            <a:cxnLst/>
            <a:rect l="l" t="t" r="r" b="b"/>
            <a:pathLst>
              <a:path w="1793875" h="3554729">
                <a:moveTo>
                  <a:pt x="1793683" y="0"/>
                </a:moveTo>
                <a:lnTo>
                  <a:pt x="1489661" y="0"/>
                </a:lnTo>
                <a:lnTo>
                  <a:pt x="1440728" y="2635"/>
                </a:lnTo>
                <a:lnTo>
                  <a:pt x="1393321" y="10358"/>
                </a:lnTo>
                <a:lnTo>
                  <a:pt x="1347715" y="22894"/>
                </a:lnTo>
                <a:lnTo>
                  <a:pt x="1304183" y="39971"/>
                </a:lnTo>
                <a:lnTo>
                  <a:pt x="1262998" y="61313"/>
                </a:lnTo>
                <a:lnTo>
                  <a:pt x="1224436" y="86647"/>
                </a:lnTo>
                <a:lnTo>
                  <a:pt x="1188770" y="115699"/>
                </a:lnTo>
                <a:lnTo>
                  <a:pt x="1156274" y="148195"/>
                </a:lnTo>
                <a:lnTo>
                  <a:pt x="1127222" y="183861"/>
                </a:lnTo>
                <a:lnTo>
                  <a:pt x="1101888" y="222423"/>
                </a:lnTo>
                <a:lnTo>
                  <a:pt x="1080546" y="263607"/>
                </a:lnTo>
                <a:lnTo>
                  <a:pt x="1063470" y="307139"/>
                </a:lnTo>
                <a:lnTo>
                  <a:pt x="1050933" y="352746"/>
                </a:lnTo>
                <a:lnTo>
                  <a:pt x="1043210" y="400152"/>
                </a:lnTo>
                <a:lnTo>
                  <a:pt x="1040575" y="449085"/>
                </a:lnTo>
                <a:lnTo>
                  <a:pt x="1040575" y="2580884"/>
                </a:lnTo>
                <a:lnTo>
                  <a:pt x="1039384" y="2629478"/>
                </a:lnTo>
                <a:lnTo>
                  <a:pt x="1035846" y="2677456"/>
                </a:lnTo>
                <a:lnTo>
                  <a:pt x="1030019" y="2724760"/>
                </a:lnTo>
                <a:lnTo>
                  <a:pt x="1021957" y="2771337"/>
                </a:lnTo>
                <a:lnTo>
                  <a:pt x="1011716" y="2817129"/>
                </a:lnTo>
                <a:lnTo>
                  <a:pt x="999353" y="2862081"/>
                </a:lnTo>
                <a:lnTo>
                  <a:pt x="984923" y="2906138"/>
                </a:lnTo>
                <a:lnTo>
                  <a:pt x="968481" y="2949243"/>
                </a:lnTo>
                <a:lnTo>
                  <a:pt x="950085" y="2991342"/>
                </a:lnTo>
                <a:lnTo>
                  <a:pt x="929788" y="3032377"/>
                </a:lnTo>
                <a:lnTo>
                  <a:pt x="907648" y="3072293"/>
                </a:lnTo>
                <a:lnTo>
                  <a:pt x="883719" y="3111035"/>
                </a:lnTo>
                <a:lnTo>
                  <a:pt x="858058" y="3148546"/>
                </a:lnTo>
                <a:lnTo>
                  <a:pt x="830721" y="3184772"/>
                </a:lnTo>
                <a:lnTo>
                  <a:pt x="801763" y="3219655"/>
                </a:lnTo>
                <a:lnTo>
                  <a:pt x="771239" y="3253141"/>
                </a:lnTo>
                <a:lnTo>
                  <a:pt x="739207" y="3285173"/>
                </a:lnTo>
                <a:lnTo>
                  <a:pt x="705721" y="3315697"/>
                </a:lnTo>
                <a:lnTo>
                  <a:pt x="670838" y="3344655"/>
                </a:lnTo>
                <a:lnTo>
                  <a:pt x="634612" y="3371992"/>
                </a:lnTo>
                <a:lnTo>
                  <a:pt x="597101" y="3397653"/>
                </a:lnTo>
                <a:lnTo>
                  <a:pt x="558359" y="3421582"/>
                </a:lnTo>
                <a:lnTo>
                  <a:pt x="518443" y="3443722"/>
                </a:lnTo>
                <a:lnTo>
                  <a:pt x="477408" y="3464019"/>
                </a:lnTo>
                <a:lnTo>
                  <a:pt x="435309" y="3482415"/>
                </a:lnTo>
                <a:lnTo>
                  <a:pt x="392204" y="3498857"/>
                </a:lnTo>
                <a:lnTo>
                  <a:pt x="348147" y="3513287"/>
                </a:lnTo>
                <a:lnTo>
                  <a:pt x="303195" y="3525650"/>
                </a:lnTo>
                <a:lnTo>
                  <a:pt x="257403" y="3535891"/>
                </a:lnTo>
                <a:lnTo>
                  <a:pt x="210826" y="3543953"/>
                </a:lnTo>
                <a:lnTo>
                  <a:pt x="163522" y="3549780"/>
                </a:lnTo>
                <a:lnTo>
                  <a:pt x="115544" y="3553318"/>
                </a:lnTo>
                <a:lnTo>
                  <a:pt x="66950" y="3554509"/>
                </a:lnTo>
                <a:lnTo>
                  <a:pt x="0" y="3554509"/>
                </a:lnTo>
              </a:path>
            </a:pathLst>
          </a:custGeom>
          <a:ln w="9525">
            <a:gradFill>
              <a:gsLst>
                <a:gs pos="100000">
                  <a:schemeClr val="bg1">
                    <a:lumMod val="65000"/>
                  </a:schemeClr>
                </a:gs>
                <a:gs pos="0">
                  <a:schemeClr val="tx1"/>
                </a:gs>
              </a:gsLst>
              <a:lin ang="5400000" scaled="1"/>
            </a:gradFill>
            <a:tailEnd type="oval" w="sm" len="sm"/>
          </a:ln>
        </p:spPr>
        <p:txBody>
          <a:bodyPr wrap="square" lIns="0" tIns="0" rIns="0" bIns="0" rtlCol="0"/>
          <a:lstStyle/>
          <a:p>
            <a:endParaRPr/>
          </a:p>
        </p:txBody>
      </p:sp>
      <p:sp>
        <p:nvSpPr>
          <p:cNvPr id="729" name="object 78"/>
          <p:cNvSpPr/>
          <p:nvPr/>
        </p:nvSpPr>
        <p:spPr>
          <a:xfrm>
            <a:off x="3016092" y="1940938"/>
            <a:ext cx="876005" cy="1256023"/>
          </a:xfrm>
          <a:custGeom>
            <a:avLst/>
            <a:gdLst/>
            <a:ahLst/>
            <a:cxnLst/>
            <a:rect l="l" t="t" r="r" b="b"/>
            <a:pathLst>
              <a:path w="1793875" h="2223770">
                <a:moveTo>
                  <a:pt x="1793683" y="0"/>
                </a:moveTo>
                <a:lnTo>
                  <a:pt x="1390533" y="0"/>
                </a:lnTo>
                <a:lnTo>
                  <a:pt x="1343045" y="3194"/>
                </a:lnTo>
                <a:lnTo>
                  <a:pt x="1297498" y="12500"/>
                </a:lnTo>
                <a:lnTo>
                  <a:pt x="1254311" y="27500"/>
                </a:lnTo>
                <a:lnTo>
                  <a:pt x="1213900" y="47778"/>
                </a:lnTo>
                <a:lnTo>
                  <a:pt x="1176682" y="72916"/>
                </a:lnTo>
                <a:lnTo>
                  <a:pt x="1143073" y="102498"/>
                </a:lnTo>
                <a:lnTo>
                  <a:pt x="1113492" y="136106"/>
                </a:lnTo>
                <a:lnTo>
                  <a:pt x="1088353" y="173324"/>
                </a:lnTo>
                <a:lnTo>
                  <a:pt x="1068076" y="213736"/>
                </a:lnTo>
                <a:lnTo>
                  <a:pt x="1053076" y="256923"/>
                </a:lnTo>
                <a:lnTo>
                  <a:pt x="1043770" y="302469"/>
                </a:lnTo>
                <a:lnTo>
                  <a:pt x="1040575" y="349957"/>
                </a:lnTo>
                <a:lnTo>
                  <a:pt x="1040575" y="1435882"/>
                </a:lnTo>
                <a:lnTo>
                  <a:pt x="1039138" y="1483847"/>
                </a:lnTo>
                <a:lnTo>
                  <a:pt x="1034882" y="1531052"/>
                </a:lnTo>
                <a:lnTo>
                  <a:pt x="1027889" y="1577414"/>
                </a:lnTo>
                <a:lnTo>
                  <a:pt x="1018242" y="1622852"/>
                </a:lnTo>
                <a:lnTo>
                  <a:pt x="1006023" y="1667283"/>
                </a:lnTo>
                <a:lnTo>
                  <a:pt x="991314" y="1710624"/>
                </a:lnTo>
                <a:lnTo>
                  <a:pt x="974198" y="1752793"/>
                </a:lnTo>
                <a:lnTo>
                  <a:pt x="954758" y="1793708"/>
                </a:lnTo>
                <a:lnTo>
                  <a:pt x="933074" y="1833287"/>
                </a:lnTo>
                <a:lnTo>
                  <a:pt x="909230" y="1871447"/>
                </a:lnTo>
                <a:lnTo>
                  <a:pt x="883309" y="1908105"/>
                </a:lnTo>
                <a:lnTo>
                  <a:pt x="855392" y="1943180"/>
                </a:lnTo>
                <a:lnTo>
                  <a:pt x="825562" y="1976589"/>
                </a:lnTo>
                <a:lnTo>
                  <a:pt x="793901" y="2008250"/>
                </a:lnTo>
                <a:lnTo>
                  <a:pt x="760492" y="2038079"/>
                </a:lnTo>
                <a:lnTo>
                  <a:pt x="725417" y="2065996"/>
                </a:lnTo>
                <a:lnTo>
                  <a:pt x="688758" y="2091917"/>
                </a:lnTo>
                <a:lnTo>
                  <a:pt x="650597" y="2115761"/>
                </a:lnTo>
                <a:lnTo>
                  <a:pt x="611018" y="2137444"/>
                </a:lnTo>
                <a:lnTo>
                  <a:pt x="570103" y="2156885"/>
                </a:lnTo>
                <a:lnTo>
                  <a:pt x="527932" y="2174001"/>
                </a:lnTo>
                <a:lnTo>
                  <a:pt x="484591" y="2188710"/>
                </a:lnTo>
                <a:lnTo>
                  <a:pt x="440159" y="2200929"/>
                </a:lnTo>
                <a:lnTo>
                  <a:pt x="394721" y="2210576"/>
                </a:lnTo>
                <a:lnTo>
                  <a:pt x="348357" y="2217569"/>
                </a:lnTo>
                <a:lnTo>
                  <a:pt x="301151" y="2221825"/>
                </a:lnTo>
                <a:lnTo>
                  <a:pt x="253186" y="2223262"/>
                </a:lnTo>
                <a:lnTo>
                  <a:pt x="0" y="2223262"/>
                </a:lnTo>
              </a:path>
            </a:pathLst>
          </a:custGeom>
          <a:ln w="9525">
            <a:gradFill>
              <a:gsLst>
                <a:gs pos="100000">
                  <a:schemeClr val="bg1">
                    <a:lumMod val="65000"/>
                  </a:schemeClr>
                </a:gs>
                <a:gs pos="0">
                  <a:schemeClr val="tx1"/>
                </a:gs>
              </a:gsLst>
              <a:lin ang="5400000" scaled="1"/>
            </a:gradFill>
            <a:tailEnd type="oval" w="sm" len="sm"/>
          </a:ln>
        </p:spPr>
        <p:txBody>
          <a:bodyPr wrap="square" lIns="0" tIns="0" rIns="0" bIns="0" rtlCol="0"/>
          <a:lstStyle/>
          <a:p>
            <a:endParaRPr/>
          </a:p>
        </p:txBody>
      </p:sp>
      <p:sp>
        <p:nvSpPr>
          <p:cNvPr id="731" name="object 80"/>
          <p:cNvSpPr/>
          <p:nvPr/>
        </p:nvSpPr>
        <p:spPr>
          <a:xfrm>
            <a:off x="3016092" y="1914908"/>
            <a:ext cx="876005" cy="862668"/>
          </a:xfrm>
          <a:custGeom>
            <a:avLst/>
            <a:gdLst/>
            <a:ahLst/>
            <a:cxnLst/>
            <a:rect l="l" t="t" r="r" b="b"/>
            <a:pathLst>
              <a:path w="1793875" h="1536064">
                <a:moveTo>
                  <a:pt x="1793683" y="0"/>
                </a:moveTo>
                <a:lnTo>
                  <a:pt x="1436280" y="0"/>
                </a:lnTo>
                <a:lnTo>
                  <a:pt x="1390132" y="2662"/>
                </a:lnTo>
                <a:lnTo>
                  <a:pt x="1345547" y="10450"/>
                </a:lnTo>
                <a:lnTo>
                  <a:pt x="1302823" y="23068"/>
                </a:lnTo>
                <a:lnTo>
                  <a:pt x="1262256" y="40218"/>
                </a:lnTo>
                <a:lnTo>
                  <a:pt x="1224145" y="61604"/>
                </a:lnTo>
                <a:lnTo>
                  <a:pt x="1188784" y="86929"/>
                </a:lnTo>
                <a:lnTo>
                  <a:pt x="1156472" y="115896"/>
                </a:lnTo>
                <a:lnTo>
                  <a:pt x="1127505" y="148209"/>
                </a:lnTo>
                <a:lnTo>
                  <a:pt x="1102180" y="183569"/>
                </a:lnTo>
                <a:lnTo>
                  <a:pt x="1080794" y="221681"/>
                </a:lnTo>
                <a:lnTo>
                  <a:pt x="1063644" y="262247"/>
                </a:lnTo>
                <a:lnTo>
                  <a:pt x="1051026" y="304971"/>
                </a:lnTo>
                <a:lnTo>
                  <a:pt x="1043237" y="349556"/>
                </a:lnTo>
                <a:lnTo>
                  <a:pt x="1040575" y="395705"/>
                </a:lnTo>
                <a:lnTo>
                  <a:pt x="1040575" y="836676"/>
                </a:lnTo>
                <a:lnTo>
                  <a:pt x="1038963" y="884518"/>
                </a:lnTo>
                <a:lnTo>
                  <a:pt x="1034196" y="931496"/>
                </a:lnTo>
                <a:lnTo>
                  <a:pt x="1026378" y="977504"/>
                </a:lnTo>
                <a:lnTo>
                  <a:pt x="1015614" y="1022439"/>
                </a:lnTo>
                <a:lnTo>
                  <a:pt x="1002006" y="1066197"/>
                </a:lnTo>
                <a:lnTo>
                  <a:pt x="985661" y="1108673"/>
                </a:lnTo>
                <a:lnTo>
                  <a:pt x="966681" y="1149764"/>
                </a:lnTo>
                <a:lnTo>
                  <a:pt x="945170" y="1189364"/>
                </a:lnTo>
                <a:lnTo>
                  <a:pt x="921233" y="1227372"/>
                </a:lnTo>
                <a:lnTo>
                  <a:pt x="894974" y="1263681"/>
                </a:lnTo>
                <a:lnTo>
                  <a:pt x="866496" y="1298189"/>
                </a:lnTo>
                <a:lnTo>
                  <a:pt x="835905" y="1330790"/>
                </a:lnTo>
                <a:lnTo>
                  <a:pt x="803303" y="1361382"/>
                </a:lnTo>
                <a:lnTo>
                  <a:pt x="768796" y="1389859"/>
                </a:lnTo>
                <a:lnTo>
                  <a:pt x="732486" y="1416118"/>
                </a:lnTo>
                <a:lnTo>
                  <a:pt x="694479" y="1440055"/>
                </a:lnTo>
                <a:lnTo>
                  <a:pt x="654878" y="1461566"/>
                </a:lnTo>
                <a:lnTo>
                  <a:pt x="613788" y="1480546"/>
                </a:lnTo>
                <a:lnTo>
                  <a:pt x="571311" y="1496892"/>
                </a:lnTo>
                <a:lnTo>
                  <a:pt x="527554" y="1510499"/>
                </a:lnTo>
                <a:lnTo>
                  <a:pt x="482619" y="1521264"/>
                </a:lnTo>
                <a:lnTo>
                  <a:pt x="436611" y="1529081"/>
                </a:lnTo>
                <a:lnTo>
                  <a:pt x="389633" y="1533848"/>
                </a:lnTo>
                <a:lnTo>
                  <a:pt x="341790" y="1535461"/>
                </a:lnTo>
                <a:lnTo>
                  <a:pt x="0" y="1535461"/>
                </a:lnTo>
              </a:path>
            </a:pathLst>
          </a:custGeom>
          <a:ln w="9525">
            <a:gradFill>
              <a:gsLst>
                <a:gs pos="100000">
                  <a:schemeClr val="bg1">
                    <a:lumMod val="65000"/>
                  </a:schemeClr>
                </a:gs>
                <a:gs pos="0">
                  <a:schemeClr val="tx1"/>
                </a:gs>
              </a:gsLst>
              <a:lin ang="5400000" scaled="1"/>
            </a:gradFill>
            <a:tailEnd type="oval" w="sm" len="sm"/>
          </a:ln>
        </p:spPr>
        <p:txBody>
          <a:bodyPr wrap="square" lIns="0" tIns="0" rIns="0" bIns="0" rtlCol="0"/>
          <a:lstStyle/>
          <a:p>
            <a:endParaRPr/>
          </a:p>
        </p:txBody>
      </p:sp>
      <p:sp>
        <p:nvSpPr>
          <p:cNvPr id="733" name="object 82"/>
          <p:cNvSpPr/>
          <p:nvPr/>
        </p:nvSpPr>
        <p:spPr>
          <a:xfrm>
            <a:off x="3016092" y="1925053"/>
            <a:ext cx="876005" cy="419387"/>
          </a:xfrm>
          <a:custGeom>
            <a:avLst/>
            <a:gdLst/>
            <a:ahLst/>
            <a:cxnLst/>
            <a:rect l="l" t="t" r="r" b="b"/>
            <a:pathLst>
              <a:path w="1793875" h="882650">
                <a:moveTo>
                  <a:pt x="1793683" y="0"/>
                </a:moveTo>
                <a:lnTo>
                  <a:pt x="1471934" y="0"/>
                </a:lnTo>
                <a:lnTo>
                  <a:pt x="1424932" y="2531"/>
                </a:lnTo>
                <a:lnTo>
                  <a:pt x="1379397" y="9949"/>
                </a:lnTo>
                <a:lnTo>
                  <a:pt x="1335591" y="21990"/>
                </a:lnTo>
                <a:lnTo>
                  <a:pt x="1293777" y="38393"/>
                </a:lnTo>
                <a:lnTo>
                  <a:pt x="1254218" y="58892"/>
                </a:lnTo>
                <a:lnTo>
                  <a:pt x="1217179" y="83226"/>
                </a:lnTo>
                <a:lnTo>
                  <a:pt x="1182921" y="111132"/>
                </a:lnTo>
                <a:lnTo>
                  <a:pt x="1151707" y="142345"/>
                </a:lnTo>
                <a:lnTo>
                  <a:pt x="1123802" y="176603"/>
                </a:lnTo>
                <a:lnTo>
                  <a:pt x="1099468" y="213643"/>
                </a:lnTo>
                <a:lnTo>
                  <a:pt x="1078968" y="253201"/>
                </a:lnTo>
                <a:lnTo>
                  <a:pt x="1062566" y="295015"/>
                </a:lnTo>
                <a:lnTo>
                  <a:pt x="1050524" y="338821"/>
                </a:lnTo>
                <a:lnTo>
                  <a:pt x="1043106" y="384357"/>
                </a:lnTo>
                <a:lnTo>
                  <a:pt x="1040575" y="431358"/>
                </a:lnTo>
                <a:lnTo>
                  <a:pt x="1037928" y="480514"/>
                </a:lnTo>
                <a:lnTo>
                  <a:pt x="1030170" y="528137"/>
                </a:lnTo>
                <a:lnTo>
                  <a:pt x="1017576" y="573952"/>
                </a:lnTo>
                <a:lnTo>
                  <a:pt x="1000421" y="617683"/>
                </a:lnTo>
                <a:lnTo>
                  <a:pt x="978981" y="659055"/>
                </a:lnTo>
                <a:lnTo>
                  <a:pt x="953531" y="697794"/>
                </a:lnTo>
                <a:lnTo>
                  <a:pt x="924346" y="733623"/>
                </a:lnTo>
                <a:lnTo>
                  <a:pt x="891702" y="766267"/>
                </a:lnTo>
                <a:lnTo>
                  <a:pt x="855872" y="795452"/>
                </a:lnTo>
                <a:lnTo>
                  <a:pt x="817134" y="820902"/>
                </a:lnTo>
                <a:lnTo>
                  <a:pt x="775762" y="842342"/>
                </a:lnTo>
                <a:lnTo>
                  <a:pt x="732031" y="859497"/>
                </a:lnTo>
                <a:lnTo>
                  <a:pt x="686216" y="872091"/>
                </a:lnTo>
                <a:lnTo>
                  <a:pt x="638593" y="879849"/>
                </a:lnTo>
                <a:lnTo>
                  <a:pt x="589437" y="882496"/>
                </a:lnTo>
                <a:lnTo>
                  <a:pt x="0" y="882496"/>
                </a:lnTo>
              </a:path>
            </a:pathLst>
          </a:custGeom>
          <a:ln w="9525">
            <a:gradFill>
              <a:gsLst>
                <a:gs pos="100000">
                  <a:schemeClr val="bg1">
                    <a:lumMod val="65000"/>
                  </a:schemeClr>
                </a:gs>
                <a:gs pos="20000">
                  <a:schemeClr val="tx1"/>
                </a:gs>
              </a:gsLst>
              <a:lin ang="5400000" scaled="1"/>
            </a:gradFill>
            <a:tailEnd type="oval" w="sm" len="sm"/>
          </a:ln>
        </p:spPr>
        <p:txBody>
          <a:bodyPr wrap="square" lIns="0" tIns="0" rIns="0" bIns="0" rtlCol="0"/>
          <a:lstStyle/>
          <a:p>
            <a:endParaRPr/>
          </a:p>
        </p:txBody>
      </p:sp>
      <p:sp>
        <p:nvSpPr>
          <p:cNvPr id="735" name="object 84"/>
          <p:cNvSpPr/>
          <p:nvPr/>
        </p:nvSpPr>
        <p:spPr>
          <a:xfrm>
            <a:off x="3016092" y="1894680"/>
            <a:ext cx="876005" cy="45719"/>
          </a:xfrm>
          <a:custGeom>
            <a:avLst/>
            <a:gdLst/>
            <a:ahLst/>
            <a:cxnLst/>
            <a:rect l="l" t="t" r="r" b="b"/>
            <a:pathLst>
              <a:path w="1793875" h="248920">
                <a:moveTo>
                  <a:pt x="1793683" y="0"/>
                </a:moveTo>
                <a:lnTo>
                  <a:pt x="1533272" y="0"/>
                </a:lnTo>
                <a:lnTo>
                  <a:pt x="1483407" y="2250"/>
                </a:lnTo>
                <a:lnTo>
                  <a:pt x="1434244" y="8930"/>
                </a:lnTo>
                <a:lnTo>
                  <a:pt x="1386063" y="19936"/>
                </a:lnTo>
                <a:lnTo>
                  <a:pt x="1339143" y="35162"/>
                </a:lnTo>
                <a:lnTo>
                  <a:pt x="1293766" y="54504"/>
                </a:lnTo>
                <a:lnTo>
                  <a:pt x="1250209" y="77856"/>
                </a:lnTo>
                <a:lnTo>
                  <a:pt x="1208755" y="105114"/>
                </a:lnTo>
                <a:lnTo>
                  <a:pt x="1169681" y="136173"/>
                </a:lnTo>
                <a:lnTo>
                  <a:pt x="1136813" y="164811"/>
                </a:lnTo>
                <a:lnTo>
                  <a:pt x="1097603" y="194290"/>
                </a:lnTo>
                <a:lnTo>
                  <a:pt x="1054905" y="217677"/>
                </a:lnTo>
                <a:lnTo>
                  <a:pt x="1009424" y="234709"/>
                </a:lnTo>
                <a:lnTo>
                  <a:pt x="961865" y="245122"/>
                </a:lnTo>
                <a:lnTo>
                  <a:pt x="912935" y="248652"/>
                </a:lnTo>
                <a:lnTo>
                  <a:pt x="0" y="248652"/>
                </a:lnTo>
              </a:path>
            </a:pathLst>
          </a:custGeom>
          <a:ln w="9525">
            <a:gradFill>
              <a:gsLst>
                <a:gs pos="100000">
                  <a:schemeClr val="bg1">
                    <a:lumMod val="65000"/>
                  </a:schemeClr>
                </a:gs>
                <a:gs pos="22000">
                  <a:schemeClr val="tx1"/>
                </a:gs>
              </a:gsLst>
              <a:lin ang="10800000" scaled="0"/>
            </a:gradFill>
            <a:tailEnd type="oval" w="sm" len="sm"/>
          </a:ln>
        </p:spPr>
        <p:txBody>
          <a:bodyPr wrap="square" lIns="0" tIns="0" rIns="0" bIns="0" rtlCol="0"/>
          <a:lstStyle/>
          <a:p>
            <a:endParaRPr/>
          </a:p>
        </p:txBody>
      </p:sp>
      <p:sp>
        <p:nvSpPr>
          <p:cNvPr id="739" name="object 88"/>
          <p:cNvSpPr/>
          <p:nvPr/>
        </p:nvSpPr>
        <p:spPr>
          <a:xfrm>
            <a:off x="3016092" y="1495740"/>
            <a:ext cx="876005" cy="440482"/>
          </a:xfrm>
          <a:custGeom>
            <a:avLst/>
            <a:gdLst/>
            <a:ahLst/>
            <a:cxnLst/>
            <a:rect l="l" t="t" r="r" b="b"/>
            <a:pathLst>
              <a:path w="1793875" h="1103629">
                <a:moveTo>
                  <a:pt x="1793683" y="1103537"/>
                </a:moveTo>
                <a:lnTo>
                  <a:pt x="1417558" y="1103537"/>
                </a:lnTo>
                <a:lnTo>
                  <a:pt x="1370270" y="1100599"/>
                </a:lnTo>
                <a:lnTo>
                  <a:pt x="1324735" y="1092023"/>
                </a:lnTo>
                <a:lnTo>
                  <a:pt x="1281306" y="1078161"/>
                </a:lnTo>
                <a:lnTo>
                  <a:pt x="1240336" y="1059367"/>
                </a:lnTo>
                <a:lnTo>
                  <a:pt x="1202179" y="1035993"/>
                </a:lnTo>
                <a:lnTo>
                  <a:pt x="1167188" y="1008394"/>
                </a:lnTo>
                <a:lnTo>
                  <a:pt x="1135717" y="976922"/>
                </a:lnTo>
                <a:lnTo>
                  <a:pt x="1108118" y="941930"/>
                </a:lnTo>
                <a:lnTo>
                  <a:pt x="1084744" y="903772"/>
                </a:lnTo>
                <a:lnTo>
                  <a:pt x="1065950" y="862801"/>
                </a:lnTo>
                <a:lnTo>
                  <a:pt x="1052089" y="819370"/>
                </a:lnTo>
                <a:lnTo>
                  <a:pt x="1043512" y="773833"/>
                </a:lnTo>
                <a:lnTo>
                  <a:pt x="1040575" y="726543"/>
                </a:lnTo>
                <a:lnTo>
                  <a:pt x="1040575" y="502571"/>
                </a:lnTo>
                <a:lnTo>
                  <a:pt x="1038275" y="454170"/>
                </a:lnTo>
                <a:lnTo>
                  <a:pt x="1031513" y="407070"/>
                </a:lnTo>
                <a:lnTo>
                  <a:pt x="1020501" y="361483"/>
                </a:lnTo>
                <a:lnTo>
                  <a:pt x="1005450" y="317619"/>
                </a:lnTo>
                <a:lnTo>
                  <a:pt x="986570" y="275689"/>
                </a:lnTo>
                <a:lnTo>
                  <a:pt x="964071" y="235902"/>
                </a:lnTo>
                <a:lnTo>
                  <a:pt x="938164" y="198471"/>
                </a:lnTo>
                <a:lnTo>
                  <a:pt x="909060" y="163605"/>
                </a:lnTo>
                <a:lnTo>
                  <a:pt x="876970" y="131514"/>
                </a:lnTo>
                <a:lnTo>
                  <a:pt x="842104" y="102410"/>
                </a:lnTo>
                <a:lnTo>
                  <a:pt x="804672" y="76504"/>
                </a:lnTo>
                <a:lnTo>
                  <a:pt x="764886" y="54005"/>
                </a:lnTo>
                <a:lnTo>
                  <a:pt x="722955" y="35125"/>
                </a:lnTo>
                <a:lnTo>
                  <a:pt x="679091" y="20073"/>
                </a:lnTo>
                <a:lnTo>
                  <a:pt x="633504" y="9062"/>
                </a:lnTo>
                <a:lnTo>
                  <a:pt x="586405" y="2300"/>
                </a:lnTo>
                <a:lnTo>
                  <a:pt x="538004" y="0"/>
                </a:lnTo>
                <a:lnTo>
                  <a:pt x="0" y="0"/>
                </a:lnTo>
              </a:path>
            </a:pathLst>
          </a:custGeom>
          <a:ln w="9525">
            <a:gradFill>
              <a:gsLst>
                <a:gs pos="100000">
                  <a:schemeClr val="bg1">
                    <a:lumMod val="65000"/>
                  </a:schemeClr>
                </a:gs>
                <a:gs pos="32000">
                  <a:schemeClr val="tx1"/>
                </a:gs>
              </a:gsLst>
              <a:lin ang="10800000" scaled="0"/>
            </a:gradFill>
            <a:tailEnd type="oval" w="sm" len="sm"/>
          </a:ln>
        </p:spPr>
        <p:txBody>
          <a:bodyPr wrap="square" lIns="0" tIns="0" rIns="0" bIns="0" rtlCol="0"/>
          <a:lstStyle/>
          <a:p>
            <a:endParaRPr/>
          </a:p>
        </p:txBody>
      </p:sp>
      <p:sp>
        <p:nvSpPr>
          <p:cNvPr id="741" name="object 90"/>
          <p:cNvSpPr/>
          <p:nvPr/>
        </p:nvSpPr>
        <p:spPr>
          <a:xfrm>
            <a:off x="3016092" y="1066730"/>
            <a:ext cx="876005" cy="844079"/>
          </a:xfrm>
          <a:custGeom>
            <a:avLst/>
            <a:gdLst/>
            <a:ahLst/>
            <a:cxnLst/>
            <a:rect l="l" t="t" r="r" b="b"/>
            <a:pathLst>
              <a:path w="1793875" h="1765935">
                <a:moveTo>
                  <a:pt x="1793683" y="1765611"/>
                </a:moveTo>
                <a:lnTo>
                  <a:pt x="1400784" y="1765611"/>
                </a:lnTo>
                <a:lnTo>
                  <a:pt x="1351906" y="1762368"/>
                </a:lnTo>
                <a:lnTo>
                  <a:pt x="1305027" y="1752921"/>
                </a:lnTo>
                <a:lnTo>
                  <a:pt x="1260575" y="1737693"/>
                </a:lnTo>
                <a:lnTo>
                  <a:pt x="1218980" y="1717108"/>
                </a:lnTo>
                <a:lnTo>
                  <a:pt x="1180672" y="1691589"/>
                </a:lnTo>
                <a:lnTo>
                  <a:pt x="1146078" y="1661559"/>
                </a:lnTo>
                <a:lnTo>
                  <a:pt x="1115630" y="1627441"/>
                </a:lnTo>
                <a:lnTo>
                  <a:pt x="1089755" y="1589659"/>
                </a:lnTo>
                <a:lnTo>
                  <a:pt x="1068882" y="1548637"/>
                </a:lnTo>
                <a:lnTo>
                  <a:pt x="1053442" y="1504796"/>
                </a:lnTo>
                <a:lnTo>
                  <a:pt x="1043863" y="1458561"/>
                </a:lnTo>
                <a:lnTo>
                  <a:pt x="1040575" y="1410354"/>
                </a:lnTo>
                <a:lnTo>
                  <a:pt x="1040575" y="836979"/>
                </a:lnTo>
                <a:lnTo>
                  <a:pt x="1039232" y="789483"/>
                </a:lnTo>
                <a:lnTo>
                  <a:pt x="1035249" y="742683"/>
                </a:lnTo>
                <a:lnTo>
                  <a:pt x="1028699" y="696648"/>
                </a:lnTo>
                <a:lnTo>
                  <a:pt x="1019654" y="651450"/>
                </a:lnTo>
                <a:lnTo>
                  <a:pt x="1008184" y="607159"/>
                </a:lnTo>
                <a:lnTo>
                  <a:pt x="994362" y="563845"/>
                </a:lnTo>
                <a:lnTo>
                  <a:pt x="978259" y="521580"/>
                </a:lnTo>
                <a:lnTo>
                  <a:pt x="959947" y="480434"/>
                </a:lnTo>
                <a:lnTo>
                  <a:pt x="939497" y="440478"/>
                </a:lnTo>
                <a:lnTo>
                  <a:pt x="916981" y="401782"/>
                </a:lnTo>
                <a:lnTo>
                  <a:pt x="892471" y="364417"/>
                </a:lnTo>
                <a:lnTo>
                  <a:pt x="866039" y="328454"/>
                </a:lnTo>
                <a:lnTo>
                  <a:pt x="837755" y="293964"/>
                </a:lnTo>
                <a:lnTo>
                  <a:pt x="807692" y="261016"/>
                </a:lnTo>
                <a:lnTo>
                  <a:pt x="775922" y="229682"/>
                </a:lnTo>
                <a:lnTo>
                  <a:pt x="742515" y="200032"/>
                </a:lnTo>
                <a:lnTo>
                  <a:pt x="707544" y="172137"/>
                </a:lnTo>
                <a:lnTo>
                  <a:pt x="671080" y="146067"/>
                </a:lnTo>
                <a:lnTo>
                  <a:pt x="633195" y="121894"/>
                </a:lnTo>
                <a:lnTo>
                  <a:pt x="593960" y="99688"/>
                </a:lnTo>
                <a:lnTo>
                  <a:pt x="553448" y="79519"/>
                </a:lnTo>
                <a:lnTo>
                  <a:pt x="511729" y="61459"/>
                </a:lnTo>
                <a:lnTo>
                  <a:pt x="468876" y="45577"/>
                </a:lnTo>
                <a:lnTo>
                  <a:pt x="424959" y="31945"/>
                </a:lnTo>
                <a:lnTo>
                  <a:pt x="380052" y="20633"/>
                </a:lnTo>
                <a:lnTo>
                  <a:pt x="334225" y="11712"/>
                </a:lnTo>
                <a:lnTo>
                  <a:pt x="287549" y="5252"/>
                </a:lnTo>
                <a:lnTo>
                  <a:pt x="240098" y="1324"/>
                </a:lnTo>
                <a:lnTo>
                  <a:pt x="191941" y="0"/>
                </a:lnTo>
                <a:lnTo>
                  <a:pt x="0" y="0"/>
                </a:lnTo>
              </a:path>
            </a:pathLst>
          </a:custGeom>
          <a:ln w="9525">
            <a:gradFill>
              <a:gsLst>
                <a:gs pos="0">
                  <a:schemeClr val="bg1">
                    <a:lumMod val="65000"/>
                  </a:schemeClr>
                </a:gs>
                <a:gs pos="83000">
                  <a:schemeClr val="tx1"/>
                </a:gs>
              </a:gsLst>
              <a:lin ang="5400000" scaled="1"/>
            </a:gradFill>
            <a:tailEnd type="oval" w="sm" len="sm"/>
          </a:ln>
        </p:spPr>
        <p:txBody>
          <a:bodyPr wrap="square" lIns="0" tIns="0" rIns="0" bIns="0" rtlCol="0"/>
          <a:lstStyle/>
          <a:p>
            <a:endParaRPr/>
          </a:p>
        </p:txBody>
      </p:sp>
      <p:sp>
        <p:nvSpPr>
          <p:cNvPr id="747" name="object 96"/>
          <p:cNvSpPr/>
          <p:nvPr/>
        </p:nvSpPr>
        <p:spPr>
          <a:xfrm>
            <a:off x="5588627" y="2530258"/>
            <a:ext cx="876005" cy="227380"/>
          </a:xfrm>
          <a:custGeom>
            <a:avLst/>
            <a:gdLst/>
            <a:ahLst/>
            <a:cxnLst/>
            <a:rect l="l" t="t" r="r" b="b"/>
            <a:pathLst>
              <a:path w="1793875" h="753110">
                <a:moveTo>
                  <a:pt x="0" y="752772"/>
                </a:moveTo>
                <a:lnTo>
                  <a:pt x="389789" y="752772"/>
                </a:lnTo>
                <a:lnTo>
                  <a:pt x="439088" y="749456"/>
                </a:lnTo>
                <a:lnTo>
                  <a:pt x="486373" y="739794"/>
                </a:lnTo>
                <a:lnTo>
                  <a:pt x="531208" y="724221"/>
                </a:lnTo>
                <a:lnTo>
                  <a:pt x="573162" y="703168"/>
                </a:lnTo>
                <a:lnTo>
                  <a:pt x="611801" y="677070"/>
                </a:lnTo>
                <a:lnTo>
                  <a:pt x="646693" y="646358"/>
                </a:lnTo>
                <a:lnTo>
                  <a:pt x="677405" y="611466"/>
                </a:lnTo>
                <a:lnTo>
                  <a:pt x="703503" y="572827"/>
                </a:lnTo>
                <a:lnTo>
                  <a:pt x="724556" y="530873"/>
                </a:lnTo>
                <a:lnTo>
                  <a:pt x="740129" y="486037"/>
                </a:lnTo>
                <a:lnTo>
                  <a:pt x="749791" y="438753"/>
                </a:lnTo>
                <a:lnTo>
                  <a:pt x="753107" y="389454"/>
                </a:lnTo>
                <a:lnTo>
                  <a:pt x="753107" y="312168"/>
                </a:lnTo>
                <a:lnTo>
                  <a:pt x="756492" y="266039"/>
                </a:lnTo>
                <a:lnTo>
                  <a:pt x="766325" y="222011"/>
                </a:lnTo>
                <a:lnTo>
                  <a:pt x="782122" y="180567"/>
                </a:lnTo>
                <a:lnTo>
                  <a:pt x="803400" y="142190"/>
                </a:lnTo>
                <a:lnTo>
                  <a:pt x="829678" y="107364"/>
                </a:lnTo>
                <a:lnTo>
                  <a:pt x="860472" y="76570"/>
                </a:lnTo>
                <a:lnTo>
                  <a:pt x="895298" y="50292"/>
                </a:lnTo>
                <a:lnTo>
                  <a:pt x="933675" y="29014"/>
                </a:lnTo>
                <a:lnTo>
                  <a:pt x="975119" y="13217"/>
                </a:lnTo>
                <a:lnTo>
                  <a:pt x="1019147" y="3384"/>
                </a:lnTo>
                <a:lnTo>
                  <a:pt x="1065276" y="0"/>
                </a:lnTo>
                <a:lnTo>
                  <a:pt x="1793683" y="0"/>
                </a:lnTo>
              </a:path>
            </a:pathLst>
          </a:custGeom>
          <a:ln w="9525">
            <a:gradFill>
              <a:gsLst>
                <a:gs pos="0">
                  <a:schemeClr val="bg1">
                    <a:lumMod val="65000"/>
                  </a:schemeClr>
                </a:gs>
                <a:gs pos="100000">
                  <a:schemeClr val="tx1"/>
                </a:gs>
              </a:gsLst>
              <a:lin ang="5400000" scaled="1"/>
            </a:gradFill>
            <a:tailEnd type="oval" w="sm" len="sm"/>
          </a:ln>
        </p:spPr>
        <p:txBody>
          <a:bodyPr wrap="square" lIns="0" tIns="0" rIns="0" bIns="0" rtlCol="0"/>
          <a:lstStyle/>
          <a:p>
            <a:endParaRPr/>
          </a:p>
        </p:txBody>
      </p:sp>
      <p:sp>
        <p:nvSpPr>
          <p:cNvPr id="749" name="object 98"/>
          <p:cNvSpPr/>
          <p:nvPr/>
        </p:nvSpPr>
        <p:spPr>
          <a:xfrm>
            <a:off x="5588627" y="2179529"/>
            <a:ext cx="876005" cy="591830"/>
          </a:xfrm>
          <a:custGeom>
            <a:avLst/>
            <a:gdLst/>
            <a:ahLst/>
            <a:cxnLst/>
            <a:rect l="l" t="t" r="r" b="b"/>
            <a:pathLst>
              <a:path w="1793875" h="1392554">
                <a:moveTo>
                  <a:pt x="0" y="1392219"/>
                </a:moveTo>
                <a:lnTo>
                  <a:pt x="440939" y="1392219"/>
                </a:lnTo>
                <a:lnTo>
                  <a:pt x="487071" y="1388834"/>
                </a:lnTo>
                <a:lnTo>
                  <a:pt x="531100" y="1379002"/>
                </a:lnTo>
                <a:lnTo>
                  <a:pt x="572545" y="1363205"/>
                </a:lnTo>
                <a:lnTo>
                  <a:pt x="610921" y="1341926"/>
                </a:lnTo>
                <a:lnTo>
                  <a:pt x="645748" y="1315648"/>
                </a:lnTo>
                <a:lnTo>
                  <a:pt x="676540" y="1284855"/>
                </a:lnTo>
                <a:lnTo>
                  <a:pt x="702817" y="1250028"/>
                </a:lnTo>
                <a:lnTo>
                  <a:pt x="724095" y="1211652"/>
                </a:lnTo>
                <a:lnTo>
                  <a:pt x="739891" y="1170208"/>
                </a:lnTo>
                <a:lnTo>
                  <a:pt x="749723" y="1126180"/>
                </a:lnTo>
                <a:lnTo>
                  <a:pt x="753107" y="1080050"/>
                </a:lnTo>
                <a:lnTo>
                  <a:pt x="753107" y="435693"/>
                </a:lnTo>
                <a:lnTo>
                  <a:pt x="755664" y="388219"/>
                </a:lnTo>
                <a:lnTo>
                  <a:pt x="763157" y="342225"/>
                </a:lnTo>
                <a:lnTo>
                  <a:pt x="775320" y="297978"/>
                </a:lnTo>
                <a:lnTo>
                  <a:pt x="791888" y="255744"/>
                </a:lnTo>
                <a:lnTo>
                  <a:pt x="812594" y="215788"/>
                </a:lnTo>
                <a:lnTo>
                  <a:pt x="837173" y="178376"/>
                </a:lnTo>
                <a:lnTo>
                  <a:pt x="865359" y="143774"/>
                </a:lnTo>
                <a:lnTo>
                  <a:pt x="896886" y="112247"/>
                </a:lnTo>
                <a:lnTo>
                  <a:pt x="931489" y="84062"/>
                </a:lnTo>
                <a:lnTo>
                  <a:pt x="968901" y="59483"/>
                </a:lnTo>
                <a:lnTo>
                  <a:pt x="1008857" y="38778"/>
                </a:lnTo>
                <a:lnTo>
                  <a:pt x="1051090" y="22211"/>
                </a:lnTo>
                <a:lnTo>
                  <a:pt x="1095336" y="10048"/>
                </a:lnTo>
                <a:lnTo>
                  <a:pt x="1141328" y="2556"/>
                </a:lnTo>
                <a:lnTo>
                  <a:pt x="1188801" y="0"/>
                </a:lnTo>
                <a:lnTo>
                  <a:pt x="1793683" y="0"/>
                </a:lnTo>
              </a:path>
            </a:pathLst>
          </a:custGeom>
          <a:ln w="9525">
            <a:gradFill>
              <a:gsLst>
                <a:gs pos="0">
                  <a:schemeClr val="bg1">
                    <a:lumMod val="65000"/>
                  </a:schemeClr>
                </a:gs>
                <a:gs pos="100000">
                  <a:schemeClr val="tx1"/>
                </a:gs>
              </a:gsLst>
              <a:lin ang="5400000" scaled="1"/>
            </a:gradFill>
            <a:tailEnd type="oval" w="sm" len="sm"/>
          </a:ln>
        </p:spPr>
        <p:txBody>
          <a:bodyPr wrap="square" lIns="0" tIns="0" rIns="0" bIns="0" rtlCol="0"/>
          <a:lstStyle/>
          <a:p>
            <a:endParaRPr/>
          </a:p>
        </p:txBody>
      </p:sp>
      <p:sp>
        <p:nvSpPr>
          <p:cNvPr id="751" name="object 100"/>
          <p:cNvSpPr/>
          <p:nvPr/>
        </p:nvSpPr>
        <p:spPr>
          <a:xfrm>
            <a:off x="5588627" y="1816273"/>
            <a:ext cx="876005" cy="938763"/>
          </a:xfrm>
          <a:custGeom>
            <a:avLst/>
            <a:gdLst/>
            <a:ahLst/>
            <a:cxnLst/>
            <a:rect l="l" t="t" r="r" b="b"/>
            <a:pathLst>
              <a:path w="1793875" h="2016760">
                <a:moveTo>
                  <a:pt x="0" y="2016566"/>
                </a:moveTo>
                <a:lnTo>
                  <a:pt x="440939" y="2016566"/>
                </a:lnTo>
                <a:lnTo>
                  <a:pt x="487071" y="2013182"/>
                </a:lnTo>
                <a:lnTo>
                  <a:pt x="531100" y="2003349"/>
                </a:lnTo>
                <a:lnTo>
                  <a:pt x="572545" y="1987552"/>
                </a:lnTo>
                <a:lnTo>
                  <a:pt x="610921" y="1966273"/>
                </a:lnTo>
                <a:lnTo>
                  <a:pt x="645748" y="1939996"/>
                </a:lnTo>
                <a:lnTo>
                  <a:pt x="676540" y="1909202"/>
                </a:lnTo>
                <a:lnTo>
                  <a:pt x="702817" y="1874376"/>
                </a:lnTo>
                <a:lnTo>
                  <a:pt x="724095" y="1835999"/>
                </a:lnTo>
                <a:lnTo>
                  <a:pt x="739891" y="1794555"/>
                </a:lnTo>
                <a:lnTo>
                  <a:pt x="749723" y="1750527"/>
                </a:lnTo>
                <a:lnTo>
                  <a:pt x="753107" y="1704398"/>
                </a:lnTo>
                <a:lnTo>
                  <a:pt x="753107" y="660807"/>
                </a:lnTo>
                <a:lnTo>
                  <a:pt x="754767" y="613615"/>
                </a:lnTo>
                <a:lnTo>
                  <a:pt x="759670" y="567318"/>
                </a:lnTo>
                <a:lnTo>
                  <a:pt x="767705" y="522029"/>
                </a:lnTo>
                <a:lnTo>
                  <a:pt x="778760" y="477859"/>
                </a:lnTo>
                <a:lnTo>
                  <a:pt x="792723" y="434920"/>
                </a:lnTo>
                <a:lnTo>
                  <a:pt x="809483" y="393324"/>
                </a:lnTo>
                <a:lnTo>
                  <a:pt x="828928" y="353183"/>
                </a:lnTo>
                <a:lnTo>
                  <a:pt x="850945" y="314608"/>
                </a:lnTo>
                <a:lnTo>
                  <a:pt x="875424" y="277711"/>
                </a:lnTo>
                <a:lnTo>
                  <a:pt x="902252" y="242605"/>
                </a:lnTo>
                <a:lnTo>
                  <a:pt x="931317" y="209400"/>
                </a:lnTo>
                <a:lnTo>
                  <a:pt x="962508" y="178209"/>
                </a:lnTo>
                <a:lnTo>
                  <a:pt x="995713" y="149144"/>
                </a:lnTo>
                <a:lnTo>
                  <a:pt x="1030819" y="122316"/>
                </a:lnTo>
                <a:lnTo>
                  <a:pt x="1067716" y="97838"/>
                </a:lnTo>
                <a:lnTo>
                  <a:pt x="1106291" y="75820"/>
                </a:lnTo>
                <a:lnTo>
                  <a:pt x="1146432" y="56375"/>
                </a:lnTo>
                <a:lnTo>
                  <a:pt x="1188028" y="39615"/>
                </a:lnTo>
                <a:lnTo>
                  <a:pt x="1230967" y="25652"/>
                </a:lnTo>
                <a:lnTo>
                  <a:pt x="1275137" y="14597"/>
                </a:lnTo>
                <a:lnTo>
                  <a:pt x="1320426" y="6562"/>
                </a:lnTo>
                <a:lnTo>
                  <a:pt x="1366723" y="1659"/>
                </a:lnTo>
                <a:lnTo>
                  <a:pt x="1413915" y="0"/>
                </a:lnTo>
                <a:lnTo>
                  <a:pt x="1793683" y="0"/>
                </a:lnTo>
              </a:path>
            </a:pathLst>
          </a:custGeom>
          <a:ln w="9525">
            <a:gradFill>
              <a:gsLst>
                <a:gs pos="0">
                  <a:schemeClr val="bg1">
                    <a:lumMod val="65000"/>
                  </a:schemeClr>
                </a:gs>
                <a:gs pos="100000">
                  <a:schemeClr val="tx1"/>
                </a:gs>
              </a:gsLst>
              <a:lin ang="5400000" scaled="1"/>
            </a:gradFill>
            <a:tailEnd type="oval" w="sm" len="sm"/>
          </a:ln>
        </p:spPr>
        <p:txBody>
          <a:bodyPr wrap="square" lIns="0" tIns="0" rIns="0" bIns="0" rtlCol="0"/>
          <a:lstStyle/>
          <a:p>
            <a:endParaRPr/>
          </a:p>
        </p:txBody>
      </p:sp>
      <p:sp>
        <p:nvSpPr>
          <p:cNvPr id="753" name="object 102"/>
          <p:cNvSpPr/>
          <p:nvPr/>
        </p:nvSpPr>
        <p:spPr>
          <a:xfrm>
            <a:off x="5588627" y="1446756"/>
            <a:ext cx="876005" cy="1324627"/>
          </a:xfrm>
          <a:custGeom>
            <a:avLst/>
            <a:gdLst/>
            <a:ahLst/>
            <a:cxnLst/>
            <a:rect l="l" t="t" r="r" b="b"/>
            <a:pathLst>
              <a:path w="1793875" h="2717800">
                <a:moveTo>
                  <a:pt x="0" y="2717414"/>
                </a:moveTo>
                <a:lnTo>
                  <a:pt x="440939" y="2717414"/>
                </a:lnTo>
                <a:lnTo>
                  <a:pt x="487071" y="2714029"/>
                </a:lnTo>
                <a:lnTo>
                  <a:pt x="531100" y="2704197"/>
                </a:lnTo>
                <a:lnTo>
                  <a:pt x="572545" y="2688400"/>
                </a:lnTo>
                <a:lnTo>
                  <a:pt x="610921" y="2667121"/>
                </a:lnTo>
                <a:lnTo>
                  <a:pt x="645748" y="2640844"/>
                </a:lnTo>
                <a:lnTo>
                  <a:pt x="676540" y="2610050"/>
                </a:lnTo>
                <a:lnTo>
                  <a:pt x="702817" y="2575223"/>
                </a:lnTo>
                <a:lnTo>
                  <a:pt x="724095" y="2536847"/>
                </a:lnTo>
                <a:lnTo>
                  <a:pt x="739891" y="2495403"/>
                </a:lnTo>
                <a:lnTo>
                  <a:pt x="749723" y="2451375"/>
                </a:lnTo>
                <a:lnTo>
                  <a:pt x="753107" y="2405246"/>
                </a:lnTo>
                <a:lnTo>
                  <a:pt x="753107" y="571333"/>
                </a:lnTo>
                <a:lnTo>
                  <a:pt x="755001" y="524474"/>
                </a:lnTo>
                <a:lnTo>
                  <a:pt x="760585" y="478659"/>
                </a:lnTo>
                <a:lnTo>
                  <a:pt x="769712" y="434034"/>
                </a:lnTo>
                <a:lnTo>
                  <a:pt x="782234" y="390747"/>
                </a:lnTo>
                <a:lnTo>
                  <a:pt x="798005" y="348944"/>
                </a:lnTo>
                <a:lnTo>
                  <a:pt x="816878" y="308772"/>
                </a:lnTo>
                <a:lnTo>
                  <a:pt x="838706" y="270378"/>
                </a:lnTo>
                <a:lnTo>
                  <a:pt x="863341" y="233910"/>
                </a:lnTo>
                <a:lnTo>
                  <a:pt x="890637" y="199515"/>
                </a:lnTo>
                <a:lnTo>
                  <a:pt x="920447" y="167339"/>
                </a:lnTo>
                <a:lnTo>
                  <a:pt x="952623" y="137529"/>
                </a:lnTo>
                <a:lnTo>
                  <a:pt x="987018" y="110233"/>
                </a:lnTo>
                <a:lnTo>
                  <a:pt x="1023486" y="85598"/>
                </a:lnTo>
                <a:lnTo>
                  <a:pt x="1061880" y="63770"/>
                </a:lnTo>
                <a:lnTo>
                  <a:pt x="1102052" y="44898"/>
                </a:lnTo>
                <a:lnTo>
                  <a:pt x="1143855" y="29126"/>
                </a:lnTo>
                <a:lnTo>
                  <a:pt x="1187142" y="16604"/>
                </a:lnTo>
                <a:lnTo>
                  <a:pt x="1231767" y="7477"/>
                </a:lnTo>
                <a:lnTo>
                  <a:pt x="1277582" y="1893"/>
                </a:lnTo>
                <a:lnTo>
                  <a:pt x="1324441" y="0"/>
                </a:lnTo>
                <a:lnTo>
                  <a:pt x="1793683" y="0"/>
                </a:lnTo>
              </a:path>
            </a:pathLst>
          </a:custGeom>
          <a:ln w="9525">
            <a:gradFill>
              <a:gsLst>
                <a:gs pos="0">
                  <a:schemeClr val="bg1">
                    <a:lumMod val="65000"/>
                  </a:schemeClr>
                </a:gs>
                <a:gs pos="100000">
                  <a:schemeClr val="tx1"/>
                </a:gs>
              </a:gsLst>
              <a:lin ang="5400000" scaled="1"/>
            </a:gradFill>
            <a:tailEnd type="oval" w="sm" len="sm"/>
          </a:ln>
        </p:spPr>
        <p:txBody>
          <a:bodyPr wrap="square" lIns="0" tIns="0" rIns="0" bIns="0" rtlCol="0"/>
          <a:lstStyle/>
          <a:p>
            <a:endParaRPr/>
          </a:p>
        </p:txBody>
      </p:sp>
      <p:sp>
        <p:nvSpPr>
          <p:cNvPr id="755" name="object 104"/>
          <p:cNvSpPr/>
          <p:nvPr/>
        </p:nvSpPr>
        <p:spPr>
          <a:xfrm>
            <a:off x="5588627" y="1096027"/>
            <a:ext cx="876005" cy="1642360"/>
          </a:xfrm>
          <a:custGeom>
            <a:avLst/>
            <a:gdLst/>
            <a:ahLst/>
            <a:cxnLst/>
            <a:rect l="l" t="t" r="r" b="b"/>
            <a:pathLst>
              <a:path w="1793875" h="3348990">
                <a:moveTo>
                  <a:pt x="0" y="3348442"/>
                </a:moveTo>
                <a:lnTo>
                  <a:pt x="440939" y="3348442"/>
                </a:lnTo>
                <a:lnTo>
                  <a:pt x="491576" y="3344977"/>
                </a:lnTo>
                <a:lnTo>
                  <a:pt x="539611" y="3334835"/>
                </a:lnTo>
                <a:lnTo>
                  <a:pt x="584402" y="3318390"/>
                </a:lnTo>
                <a:lnTo>
                  <a:pt x="625305" y="3296021"/>
                </a:lnTo>
                <a:lnTo>
                  <a:pt x="661678" y="3268103"/>
                </a:lnTo>
                <a:lnTo>
                  <a:pt x="692879" y="3235013"/>
                </a:lnTo>
                <a:lnTo>
                  <a:pt x="718265" y="3197127"/>
                </a:lnTo>
                <a:lnTo>
                  <a:pt x="737194" y="3154822"/>
                </a:lnTo>
                <a:lnTo>
                  <a:pt x="749022" y="3108475"/>
                </a:lnTo>
                <a:lnTo>
                  <a:pt x="753107" y="3058461"/>
                </a:lnTo>
                <a:lnTo>
                  <a:pt x="753107" y="783955"/>
                </a:lnTo>
                <a:lnTo>
                  <a:pt x="754538" y="736198"/>
                </a:lnTo>
                <a:lnTo>
                  <a:pt x="758776" y="689198"/>
                </a:lnTo>
                <a:lnTo>
                  <a:pt x="765738" y="643037"/>
                </a:lnTo>
                <a:lnTo>
                  <a:pt x="775343" y="597796"/>
                </a:lnTo>
                <a:lnTo>
                  <a:pt x="787509" y="553558"/>
                </a:lnTo>
                <a:lnTo>
                  <a:pt x="802153" y="510405"/>
                </a:lnTo>
                <a:lnTo>
                  <a:pt x="819194" y="468419"/>
                </a:lnTo>
                <a:lnTo>
                  <a:pt x="838550" y="427682"/>
                </a:lnTo>
                <a:lnTo>
                  <a:pt x="860139" y="388275"/>
                </a:lnTo>
                <a:lnTo>
                  <a:pt x="883879" y="350282"/>
                </a:lnTo>
                <a:lnTo>
                  <a:pt x="909687" y="313783"/>
                </a:lnTo>
                <a:lnTo>
                  <a:pt x="937482" y="278860"/>
                </a:lnTo>
                <a:lnTo>
                  <a:pt x="967182" y="245597"/>
                </a:lnTo>
                <a:lnTo>
                  <a:pt x="998705" y="214074"/>
                </a:lnTo>
                <a:lnTo>
                  <a:pt x="1031968" y="184374"/>
                </a:lnTo>
                <a:lnTo>
                  <a:pt x="1066891" y="156579"/>
                </a:lnTo>
                <a:lnTo>
                  <a:pt x="1103390" y="130771"/>
                </a:lnTo>
                <a:lnTo>
                  <a:pt x="1141383" y="107031"/>
                </a:lnTo>
                <a:lnTo>
                  <a:pt x="1180790" y="85443"/>
                </a:lnTo>
                <a:lnTo>
                  <a:pt x="1221527" y="66086"/>
                </a:lnTo>
                <a:lnTo>
                  <a:pt x="1263513" y="49045"/>
                </a:lnTo>
                <a:lnTo>
                  <a:pt x="1306666" y="34401"/>
                </a:lnTo>
                <a:lnTo>
                  <a:pt x="1350904" y="22235"/>
                </a:lnTo>
                <a:lnTo>
                  <a:pt x="1396144" y="12630"/>
                </a:lnTo>
                <a:lnTo>
                  <a:pt x="1442306" y="5668"/>
                </a:lnTo>
                <a:lnTo>
                  <a:pt x="1489306" y="1430"/>
                </a:lnTo>
                <a:lnTo>
                  <a:pt x="1537063" y="0"/>
                </a:lnTo>
                <a:lnTo>
                  <a:pt x="1793683" y="0"/>
                </a:lnTo>
              </a:path>
            </a:pathLst>
          </a:custGeom>
          <a:ln w="9525" cap="rnd">
            <a:gradFill>
              <a:gsLst>
                <a:gs pos="0">
                  <a:schemeClr val="bg1">
                    <a:lumMod val="65000"/>
                  </a:schemeClr>
                </a:gs>
                <a:gs pos="100000">
                  <a:schemeClr val="tx1"/>
                </a:gs>
              </a:gsLst>
              <a:lin ang="5400000" scaled="1"/>
            </a:gradFill>
            <a:tailEnd type="oval" w="sm" len="sm"/>
          </a:ln>
        </p:spPr>
        <p:txBody>
          <a:bodyPr wrap="square" lIns="0" tIns="0" rIns="0" bIns="0" rtlCol="0"/>
          <a:lstStyle/>
          <a:p>
            <a:endParaRPr dirty="0"/>
          </a:p>
        </p:txBody>
      </p:sp>
      <p:sp>
        <p:nvSpPr>
          <p:cNvPr id="757" name="object 107"/>
          <p:cNvSpPr/>
          <p:nvPr/>
        </p:nvSpPr>
        <p:spPr>
          <a:xfrm>
            <a:off x="3850754" y="2403632"/>
            <a:ext cx="1738055" cy="673826"/>
          </a:xfrm>
          <a:custGeom>
            <a:avLst/>
            <a:gdLst/>
            <a:ahLst/>
            <a:cxnLst/>
            <a:rect l="l" t="t" r="r" b="b"/>
            <a:pathLst>
              <a:path w="3559175" h="1379854">
                <a:moveTo>
                  <a:pt x="2907995" y="1379560"/>
                </a:moveTo>
                <a:lnTo>
                  <a:pt x="651058" y="1379560"/>
                </a:lnTo>
                <a:lnTo>
                  <a:pt x="602469" y="1377774"/>
                </a:lnTo>
                <a:lnTo>
                  <a:pt x="554849" y="1372500"/>
                </a:lnTo>
                <a:lnTo>
                  <a:pt x="508326" y="1363865"/>
                </a:lnTo>
                <a:lnTo>
                  <a:pt x="463024" y="1351994"/>
                </a:lnTo>
                <a:lnTo>
                  <a:pt x="419069" y="1337014"/>
                </a:lnTo>
                <a:lnTo>
                  <a:pt x="376588" y="1319049"/>
                </a:lnTo>
                <a:lnTo>
                  <a:pt x="335706" y="1298226"/>
                </a:lnTo>
                <a:lnTo>
                  <a:pt x="296550" y="1274670"/>
                </a:lnTo>
                <a:lnTo>
                  <a:pt x="259244" y="1248508"/>
                </a:lnTo>
                <a:lnTo>
                  <a:pt x="223916" y="1219866"/>
                </a:lnTo>
                <a:lnTo>
                  <a:pt x="190690" y="1188869"/>
                </a:lnTo>
                <a:lnTo>
                  <a:pt x="159693" y="1155643"/>
                </a:lnTo>
                <a:lnTo>
                  <a:pt x="131051" y="1120315"/>
                </a:lnTo>
                <a:lnTo>
                  <a:pt x="104889" y="1083009"/>
                </a:lnTo>
                <a:lnTo>
                  <a:pt x="81334" y="1043853"/>
                </a:lnTo>
                <a:lnTo>
                  <a:pt x="60510" y="1002971"/>
                </a:lnTo>
                <a:lnTo>
                  <a:pt x="42546" y="960490"/>
                </a:lnTo>
                <a:lnTo>
                  <a:pt x="27565" y="916535"/>
                </a:lnTo>
                <a:lnTo>
                  <a:pt x="15694" y="871233"/>
                </a:lnTo>
                <a:lnTo>
                  <a:pt x="7059" y="824710"/>
                </a:lnTo>
                <a:lnTo>
                  <a:pt x="1785" y="777090"/>
                </a:lnTo>
                <a:lnTo>
                  <a:pt x="0" y="728501"/>
                </a:lnTo>
                <a:lnTo>
                  <a:pt x="0" y="651058"/>
                </a:lnTo>
                <a:lnTo>
                  <a:pt x="1785" y="602469"/>
                </a:lnTo>
                <a:lnTo>
                  <a:pt x="7059" y="554849"/>
                </a:lnTo>
                <a:lnTo>
                  <a:pt x="15694" y="508326"/>
                </a:lnTo>
                <a:lnTo>
                  <a:pt x="27565" y="463024"/>
                </a:lnTo>
                <a:lnTo>
                  <a:pt x="42546" y="419069"/>
                </a:lnTo>
                <a:lnTo>
                  <a:pt x="60510" y="376588"/>
                </a:lnTo>
                <a:lnTo>
                  <a:pt x="81334" y="335706"/>
                </a:lnTo>
                <a:lnTo>
                  <a:pt x="104889" y="296550"/>
                </a:lnTo>
                <a:lnTo>
                  <a:pt x="131051" y="259244"/>
                </a:lnTo>
                <a:lnTo>
                  <a:pt x="159693" y="223916"/>
                </a:lnTo>
                <a:lnTo>
                  <a:pt x="190690" y="190690"/>
                </a:lnTo>
                <a:lnTo>
                  <a:pt x="223916" y="159693"/>
                </a:lnTo>
                <a:lnTo>
                  <a:pt x="259244" y="131051"/>
                </a:lnTo>
                <a:lnTo>
                  <a:pt x="296550" y="104889"/>
                </a:lnTo>
                <a:lnTo>
                  <a:pt x="335706" y="81334"/>
                </a:lnTo>
                <a:lnTo>
                  <a:pt x="376588" y="60510"/>
                </a:lnTo>
                <a:lnTo>
                  <a:pt x="419069" y="42546"/>
                </a:lnTo>
                <a:lnTo>
                  <a:pt x="463024" y="27565"/>
                </a:lnTo>
                <a:lnTo>
                  <a:pt x="508326" y="15694"/>
                </a:lnTo>
                <a:lnTo>
                  <a:pt x="554849" y="7059"/>
                </a:lnTo>
                <a:lnTo>
                  <a:pt x="602469" y="1785"/>
                </a:lnTo>
                <a:lnTo>
                  <a:pt x="651058" y="0"/>
                </a:lnTo>
                <a:lnTo>
                  <a:pt x="2907995" y="0"/>
                </a:lnTo>
                <a:lnTo>
                  <a:pt x="2956584" y="1785"/>
                </a:lnTo>
                <a:lnTo>
                  <a:pt x="3004204" y="7059"/>
                </a:lnTo>
                <a:lnTo>
                  <a:pt x="3050727" y="15694"/>
                </a:lnTo>
                <a:lnTo>
                  <a:pt x="3096029" y="27565"/>
                </a:lnTo>
                <a:lnTo>
                  <a:pt x="3139984" y="42546"/>
                </a:lnTo>
                <a:lnTo>
                  <a:pt x="3182465" y="60510"/>
                </a:lnTo>
                <a:lnTo>
                  <a:pt x="3223347" y="81334"/>
                </a:lnTo>
                <a:lnTo>
                  <a:pt x="3262503" y="104889"/>
                </a:lnTo>
                <a:lnTo>
                  <a:pt x="3299809" y="131051"/>
                </a:lnTo>
                <a:lnTo>
                  <a:pt x="3335137" y="159693"/>
                </a:lnTo>
                <a:lnTo>
                  <a:pt x="3368363" y="190690"/>
                </a:lnTo>
                <a:lnTo>
                  <a:pt x="3399360" y="223916"/>
                </a:lnTo>
                <a:lnTo>
                  <a:pt x="3428002" y="259244"/>
                </a:lnTo>
                <a:lnTo>
                  <a:pt x="3454164" y="296550"/>
                </a:lnTo>
                <a:lnTo>
                  <a:pt x="3477719" y="335706"/>
                </a:lnTo>
                <a:lnTo>
                  <a:pt x="3498542" y="376588"/>
                </a:lnTo>
                <a:lnTo>
                  <a:pt x="3516507" y="419069"/>
                </a:lnTo>
                <a:lnTo>
                  <a:pt x="3531488" y="463024"/>
                </a:lnTo>
                <a:lnTo>
                  <a:pt x="3543359" y="508326"/>
                </a:lnTo>
                <a:lnTo>
                  <a:pt x="3551994" y="554849"/>
                </a:lnTo>
                <a:lnTo>
                  <a:pt x="3557268" y="602469"/>
                </a:lnTo>
                <a:lnTo>
                  <a:pt x="3559053" y="651058"/>
                </a:lnTo>
                <a:lnTo>
                  <a:pt x="3559053" y="728501"/>
                </a:lnTo>
                <a:lnTo>
                  <a:pt x="3557268" y="777090"/>
                </a:lnTo>
                <a:lnTo>
                  <a:pt x="3551994" y="824710"/>
                </a:lnTo>
                <a:lnTo>
                  <a:pt x="3543359" y="871233"/>
                </a:lnTo>
                <a:lnTo>
                  <a:pt x="3531488" y="916535"/>
                </a:lnTo>
                <a:lnTo>
                  <a:pt x="3516507" y="960490"/>
                </a:lnTo>
                <a:lnTo>
                  <a:pt x="3498542" y="1002971"/>
                </a:lnTo>
                <a:lnTo>
                  <a:pt x="3477719" y="1043853"/>
                </a:lnTo>
                <a:lnTo>
                  <a:pt x="3454164" y="1083009"/>
                </a:lnTo>
                <a:lnTo>
                  <a:pt x="3428002" y="1120315"/>
                </a:lnTo>
                <a:lnTo>
                  <a:pt x="3399360" y="1155643"/>
                </a:lnTo>
                <a:lnTo>
                  <a:pt x="3368363" y="1188869"/>
                </a:lnTo>
                <a:lnTo>
                  <a:pt x="3335137" y="1219866"/>
                </a:lnTo>
                <a:lnTo>
                  <a:pt x="3299809" y="1248508"/>
                </a:lnTo>
                <a:lnTo>
                  <a:pt x="3262503" y="1274670"/>
                </a:lnTo>
                <a:lnTo>
                  <a:pt x="3223347" y="1298226"/>
                </a:lnTo>
                <a:lnTo>
                  <a:pt x="3182465" y="1319049"/>
                </a:lnTo>
                <a:lnTo>
                  <a:pt x="3139984" y="1337014"/>
                </a:lnTo>
                <a:lnTo>
                  <a:pt x="3096029" y="1351994"/>
                </a:lnTo>
                <a:lnTo>
                  <a:pt x="3050727" y="1363865"/>
                </a:lnTo>
                <a:lnTo>
                  <a:pt x="3004204" y="1372500"/>
                </a:lnTo>
                <a:lnTo>
                  <a:pt x="2956584" y="1377774"/>
                </a:lnTo>
                <a:lnTo>
                  <a:pt x="2907995" y="1379560"/>
                </a:lnTo>
                <a:close/>
              </a:path>
            </a:pathLst>
          </a:custGeom>
          <a:ln w="12700">
            <a:solidFill>
              <a:srgbClr val="999999"/>
            </a:solidFill>
          </a:ln>
        </p:spPr>
        <p:txBody>
          <a:bodyPr wrap="square" lIns="0" tIns="0" rIns="0" bIns="0" rtlCol="0"/>
          <a:lstStyle/>
          <a:p>
            <a:endParaRPr>
              <a:ln>
                <a:solidFill>
                  <a:schemeClr val="bg1">
                    <a:lumMod val="65000"/>
                  </a:schemeClr>
                </a:solidFill>
              </a:ln>
            </a:endParaRPr>
          </a:p>
        </p:txBody>
      </p:sp>
      <p:sp>
        <p:nvSpPr>
          <p:cNvPr id="758" name="object 108"/>
          <p:cNvSpPr/>
          <p:nvPr/>
        </p:nvSpPr>
        <p:spPr>
          <a:xfrm>
            <a:off x="5588627" y="3537348"/>
            <a:ext cx="876005" cy="504881"/>
          </a:xfrm>
          <a:custGeom>
            <a:avLst/>
            <a:gdLst/>
            <a:ahLst/>
            <a:cxnLst/>
            <a:rect l="l" t="t" r="r" b="b"/>
            <a:pathLst>
              <a:path w="1793875" h="1627504">
                <a:moveTo>
                  <a:pt x="0" y="0"/>
                </a:moveTo>
                <a:lnTo>
                  <a:pt x="376135" y="0"/>
                </a:lnTo>
                <a:lnTo>
                  <a:pt x="423423" y="2937"/>
                </a:lnTo>
                <a:lnTo>
                  <a:pt x="468957" y="11513"/>
                </a:lnTo>
                <a:lnTo>
                  <a:pt x="512386" y="25375"/>
                </a:lnTo>
                <a:lnTo>
                  <a:pt x="553354" y="44169"/>
                </a:lnTo>
                <a:lnTo>
                  <a:pt x="591510" y="67541"/>
                </a:lnTo>
                <a:lnTo>
                  <a:pt x="626500" y="95140"/>
                </a:lnTo>
                <a:lnTo>
                  <a:pt x="657970" y="126611"/>
                </a:lnTo>
                <a:lnTo>
                  <a:pt x="685568" y="161601"/>
                </a:lnTo>
                <a:lnTo>
                  <a:pt x="708941" y="199757"/>
                </a:lnTo>
                <a:lnTo>
                  <a:pt x="727734" y="240725"/>
                </a:lnTo>
                <a:lnTo>
                  <a:pt x="741595" y="284153"/>
                </a:lnTo>
                <a:lnTo>
                  <a:pt x="750170" y="329686"/>
                </a:lnTo>
                <a:lnTo>
                  <a:pt x="753107" y="376972"/>
                </a:lnTo>
                <a:lnTo>
                  <a:pt x="753107" y="1031015"/>
                </a:lnTo>
                <a:lnTo>
                  <a:pt x="755085" y="1079932"/>
                </a:lnTo>
                <a:lnTo>
                  <a:pt x="760914" y="1127760"/>
                </a:lnTo>
                <a:lnTo>
                  <a:pt x="770441" y="1174346"/>
                </a:lnTo>
                <a:lnTo>
                  <a:pt x="783514" y="1219535"/>
                </a:lnTo>
                <a:lnTo>
                  <a:pt x="799978" y="1263175"/>
                </a:lnTo>
                <a:lnTo>
                  <a:pt x="819680" y="1305112"/>
                </a:lnTo>
                <a:lnTo>
                  <a:pt x="842466" y="1345192"/>
                </a:lnTo>
                <a:lnTo>
                  <a:pt x="868183" y="1383262"/>
                </a:lnTo>
                <a:lnTo>
                  <a:pt x="896678" y="1419168"/>
                </a:lnTo>
                <a:lnTo>
                  <a:pt x="927797" y="1452758"/>
                </a:lnTo>
                <a:lnTo>
                  <a:pt x="961387" y="1483877"/>
                </a:lnTo>
                <a:lnTo>
                  <a:pt x="997293" y="1512371"/>
                </a:lnTo>
                <a:lnTo>
                  <a:pt x="1035363" y="1538089"/>
                </a:lnTo>
                <a:lnTo>
                  <a:pt x="1075443" y="1560875"/>
                </a:lnTo>
                <a:lnTo>
                  <a:pt x="1117380" y="1580577"/>
                </a:lnTo>
                <a:lnTo>
                  <a:pt x="1161020" y="1597041"/>
                </a:lnTo>
                <a:lnTo>
                  <a:pt x="1206209" y="1610114"/>
                </a:lnTo>
                <a:lnTo>
                  <a:pt x="1252794" y="1619641"/>
                </a:lnTo>
                <a:lnTo>
                  <a:pt x="1300622" y="1625470"/>
                </a:lnTo>
                <a:lnTo>
                  <a:pt x="1349540" y="1627447"/>
                </a:lnTo>
                <a:lnTo>
                  <a:pt x="1793683" y="1627447"/>
                </a:lnTo>
              </a:path>
            </a:pathLst>
          </a:custGeom>
          <a:ln w="9525">
            <a:gradFill>
              <a:gsLst>
                <a:gs pos="100000">
                  <a:schemeClr val="bg1">
                    <a:lumMod val="65000"/>
                  </a:schemeClr>
                </a:gs>
                <a:gs pos="0">
                  <a:schemeClr val="tx1"/>
                </a:gs>
              </a:gsLst>
              <a:lin ang="5400000" scaled="1"/>
            </a:gradFill>
            <a:tailEnd type="oval" w="sm" len="sm"/>
          </a:ln>
        </p:spPr>
        <p:txBody>
          <a:bodyPr wrap="square" lIns="0" tIns="0" rIns="0" bIns="0" rtlCol="0"/>
          <a:lstStyle/>
          <a:p>
            <a:endParaRPr dirty="0"/>
          </a:p>
        </p:txBody>
      </p:sp>
      <p:sp>
        <p:nvSpPr>
          <p:cNvPr id="762" name="object 112"/>
          <p:cNvSpPr txBox="1"/>
          <p:nvPr/>
        </p:nvSpPr>
        <p:spPr>
          <a:xfrm>
            <a:off x="4156713" y="2506737"/>
            <a:ext cx="1096789" cy="444994"/>
          </a:xfrm>
          <a:prstGeom prst="rect">
            <a:avLst/>
          </a:prstGeom>
        </p:spPr>
        <p:txBody>
          <a:bodyPr vert="horz" wrap="square" lIns="0" tIns="13970" rIns="0" bIns="0" rtlCol="0">
            <a:spAutoFit/>
          </a:bodyPr>
          <a:lstStyle/>
          <a:p>
            <a:pPr marL="12700" algn="ctr">
              <a:lnSpc>
                <a:spcPct val="100000"/>
              </a:lnSpc>
            </a:pPr>
            <a:r>
              <a:rPr sz="1200" b="1" spc="-10" dirty="0">
                <a:solidFill>
                  <a:srgbClr val="C00000"/>
                </a:solidFill>
                <a:latin typeface="Calibri" panose="020F0502020204030204" pitchFamily="34" charset="0"/>
                <a:cs typeface="Calibri" panose="020F0502020204030204" pitchFamily="34" charset="0"/>
              </a:rPr>
              <a:t>Digital</a:t>
            </a:r>
            <a:endParaRPr sz="1200" dirty="0">
              <a:solidFill>
                <a:srgbClr val="C00000"/>
              </a:solidFill>
              <a:latin typeface="Calibri" panose="020F0502020204030204" pitchFamily="34" charset="0"/>
              <a:cs typeface="Calibri" panose="020F0502020204030204" pitchFamily="34" charset="0"/>
            </a:endParaRPr>
          </a:p>
          <a:p>
            <a:pPr marL="12700" algn="ctr">
              <a:lnSpc>
                <a:spcPct val="100000"/>
              </a:lnSpc>
            </a:pPr>
            <a:r>
              <a:rPr sz="1600" b="1" spc="-10" dirty="0">
                <a:latin typeface="Calibri" panose="020F0502020204030204" pitchFamily="34" charset="0"/>
                <a:cs typeface="Calibri" panose="020F0502020204030204" pitchFamily="34" charset="0"/>
              </a:rPr>
              <a:t>Operations</a:t>
            </a:r>
            <a:endParaRPr sz="1600" dirty="0">
              <a:latin typeface="Calibri" panose="020F0502020204030204" pitchFamily="34" charset="0"/>
              <a:cs typeface="Calibri" panose="020F0502020204030204" pitchFamily="34" charset="0"/>
            </a:endParaRPr>
          </a:p>
        </p:txBody>
      </p:sp>
      <p:sp>
        <p:nvSpPr>
          <p:cNvPr id="764" name="object 114"/>
          <p:cNvSpPr/>
          <p:nvPr/>
        </p:nvSpPr>
        <p:spPr>
          <a:xfrm>
            <a:off x="3850755" y="1604098"/>
            <a:ext cx="1738055" cy="673826"/>
          </a:xfrm>
          <a:custGeom>
            <a:avLst/>
            <a:gdLst/>
            <a:ahLst/>
            <a:cxnLst/>
            <a:rect l="l" t="t" r="r" b="b"/>
            <a:pathLst>
              <a:path w="3559175" h="1379854">
                <a:moveTo>
                  <a:pt x="2907995" y="0"/>
                </a:moveTo>
                <a:lnTo>
                  <a:pt x="651058" y="0"/>
                </a:lnTo>
                <a:lnTo>
                  <a:pt x="602469" y="1785"/>
                </a:lnTo>
                <a:lnTo>
                  <a:pt x="554849" y="7059"/>
                </a:lnTo>
                <a:lnTo>
                  <a:pt x="508326" y="15694"/>
                </a:lnTo>
                <a:lnTo>
                  <a:pt x="463024" y="27565"/>
                </a:lnTo>
                <a:lnTo>
                  <a:pt x="419069" y="42546"/>
                </a:lnTo>
                <a:lnTo>
                  <a:pt x="376588" y="60510"/>
                </a:lnTo>
                <a:lnTo>
                  <a:pt x="335706" y="81334"/>
                </a:lnTo>
                <a:lnTo>
                  <a:pt x="296550" y="104889"/>
                </a:lnTo>
                <a:lnTo>
                  <a:pt x="259244" y="131051"/>
                </a:lnTo>
                <a:lnTo>
                  <a:pt x="223916" y="159693"/>
                </a:lnTo>
                <a:lnTo>
                  <a:pt x="190690" y="190690"/>
                </a:lnTo>
                <a:lnTo>
                  <a:pt x="159693" y="223916"/>
                </a:lnTo>
                <a:lnTo>
                  <a:pt x="131051" y="259244"/>
                </a:lnTo>
                <a:lnTo>
                  <a:pt x="104889" y="296550"/>
                </a:lnTo>
                <a:lnTo>
                  <a:pt x="81334" y="335706"/>
                </a:lnTo>
                <a:lnTo>
                  <a:pt x="60510" y="376588"/>
                </a:lnTo>
                <a:lnTo>
                  <a:pt x="42546" y="419069"/>
                </a:lnTo>
                <a:lnTo>
                  <a:pt x="27565" y="463024"/>
                </a:lnTo>
                <a:lnTo>
                  <a:pt x="15694" y="508326"/>
                </a:lnTo>
                <a:lnTo>
                  <a:pt x="7059" y="554849"/>
                </a:lnTo>
                <a:lnTo>
                  <a:pt x="1785" y="602469"/>
                </a:lnTo>
                <a:lnTo>
                  <a:pt x="0" y="651058"/>
                </a:lnTo>
                <a:lnTo>
                  <a:pt x="0" y="728501"/>
                </a:lnTo>
                <a:lnTo>
                  <a:pt x="1785" y="777090"/>
                </a:lnTo>
                <a:lnTo>
                  <a:pt x="7059" y="824710"/>
                </a:lnTo>
                <a:lnTo>
                  <a:pt x="15694" y="871233"/>
                </a:lnTo>
                <a:lnTo>
                  <a:pt x="27565" y="916535"/>
                </a:lnTo>
                <a:lnTo>
                  <a:pt x="42546" y="960490"/>
                </a:lnTo>
                <a:lnTo>
                  <a:pt x="60510" y="1002971"/>
                </a:lnTo>
                <a:lnTo>
                  <a:pt x="81334" y="1043853"/>
                </a:lnTo>
                <a:lnTo>
                  <a:pt x="104889" y="1083009"/>
                </a:lnTo>
                <a:lnTo>
                  <a:pt x="131051" y="1120315"/>
                </a:lnTo>
                <a:lnTo>
                  <a:pt x="159693" y="1155643"/>
                </a:lnTo>
                <a:lnTo>
                  <a:pt x="190690" y="1188869"/>
                </a:lnTo>
                <a:lnTo>
                  <a:pt x="223916" y="1219866"/>
                </a:lnTo>
                <a:lnTo>
                  <a:pt x="259244" y="1248508"/>
                </a:lnTo>
                <a:lnTo>
                  <a:pt x="296550" y="1274670"/>
                </a:lnTo>
                <a:lnTo>
                  <a:pt x="335706" y="1298226"/>
                </a:lnTo>
                <a:lnTo>
                  <a:pt x="376588" y="1319049"/>
                </a:lnTo>
                <a:lnTo>
                  <a:pt x="419069" y="1337014"/>
                </a:lnTo>
                <a:lnTo>
                  <a:pt x="463024" y="1351994"/>
                </a:lnTo>
                <a:lnTo>
                  <a:pt x="508326" y="1363865"/>
                </a:lnTo>
                <a:lnTo>
                  <a:pt x="554849" y="1372500"/>
                </a:lnTo>
                <a:lnTo>
                  <a:pt x="602469" y="1377774"/>
                </a:lnTo>
                <a:lnTo>
                  <a:pt x="651058" y="1379560"/>
                </a:lnTo>
                <a:lnTo>
                  <a:pt x="2907995" y="1379560"/>
                </a:lnTo>
                <a:lnTo>
                  <a:pt x="2956584" y="1377774"/>
                </a:lnTo>
                <a:lnTo>
                  <a:pt x="3004204" y="1372500"/>
                </a:lnTo>
                <a:lnTo>
                  <a:pt x="3050727" y="1363865"/>
                </a:lnTo>
                <a:lnTo>
                  <a:pt x="3096029" y="1351994"/>
                </a:lnTo>
                <a:lnTo>
                  <a:pt x="3139984" y="1337014"/>
                </a:lnTo>
                <a:lnTo>
                  <a:pt x="3182465" y="1319049"/>
                </a:lnTo>
                <a:lnTo>
                  <a:pt x="3223347" y="1298226"/>
                </a:lnTo>
                <a:lnTo>
                  <a:pt x="3262503" y="1274670"/>
                </a:lnTo>
                <a:lnTo>
                  <a:pt x="3299809" y="1248508"/>
                </a:lnTo>
                <a:lnTo>
                  <a:pt x="3335137" y="1219866"/>
                </a:lnTo>
                <a:lnTo>
                  <a:pt x="3368363" y="1188869"/>
                </a:lnTo>
                <a:lnTo>
                  <a:pt x="3399360" y="1155643"/>
                </a:lnTo>
                <a:lnTo>
                  <a:pt x="3428002" y="1120315"/>
                </a:lnTo>
                <a:lnTo>
                  <a:pt x="3454164" y="1083009"/>
                </a:lnTo>
                <a:lnTo>
                  <a:pt x="3477719" y="1043853"/>
                </a:lnTo>
                <a:lnTo>
                  <a:pt x="3498542" y="1002971"/>
                </a:lnTo>
                <a:lnTo>
                  <a:pt x="3516507" y="960490"/>
                </a:lnTo>
                <a:lnTo>
                  <a:pt x="3531488" y="916535"/>
                </a:lnTo>
                <a:lnTo>
                  <a:pt x="3543359" y="871233"/>
                </a:lnTo>
                <a:lnTo>
                  <a:pt x="3551994" y="824710"/>
                </a:lnTo>
                <a:lnTo>
                  <a:pt x="3557268" y="777090"/>
                </a:lnTo>
                <a:lnTo>
                  <a:pt x="3559053" y="728501"/>
                </a:lnTo>
                <a:lnTo>
                  <a:pt x="3559053" y="651058"/>
                </a:lnTo>
                <a:lnTo>
                  <a:pt x="3557268" y="602469"/>
                </a:lnTo>
                <a:lnTo>
                  <a:pt x="3551994" y="554849"/>
                </a:lnTo>
                <a:lnTo>
                  <a:pt x="3543359" y="508326"/>
                </a:lnTo>
                <a:lnTo>
                  <a:pt x="3531488" y="463024"/>
                </a:lnTo>
                <a:lnTo>
                  <a:pt x="3516507" y="419069"/>
                </a:lnTo>
                <a:lnTo>
                  <a:pt x="3498542" y="376588"/>
                </a:lnTo>
                <a:lnTo>
                  <a:pt x="3477719" y="335706"/>
                </a:lnTo>
                <a:lnTo>
                  <a:pt x="3454164" y="296550"/>
                </a:lnTo>
                <a:lnTo>
                  <a:pt x="3428002" y="259244"/>
                </a:lnTo>
                <a:lnTo>
                  <a:pt x="3399360" y="223916"/>
                </a:lnTo>
                <a:lnTo>
                  <a:pt x="3368363" y="190690"/>
                </a:lnTo>
                <a:lnTo>
                  <a:pt x="3335137" y="159693"/>
                </a:lnTo>
                <a:lnTo>
                  <a:pt x="3299809" y="131051"/>
                </a:lnTo>
                <a:lnTo>
                  <a:pt x="3262503" y="104889"/>
                </a:lnTo>
                <a:lnTo>
                  <a:pt x="3223347" y="81334"/>
                </a:lnTo>
                <a:lnTo>
                  <a:pt x="3182465" y="60510"/>
                </a:lnTo>
                <a:lnTo>
                  <a:pt x="3139984" y="42546"/>
                </a:lnTo>
                <a:lnTo>
                  <a:pt x="3096029" y="27565"/>
                </a:lnTo>
                <a:lnTo>
                  <a:pt x="3050727" y="15694"/>
                </a:lnTo>
                <a:lnTo>
                  <a:pt x="3004204" y="7059"/>
                </a:lnTo>
                <a:lnTo>
                  <a:pt x="2956584" y="1785"/>
                </a:lnTo>
                <a:lnTo>
                  <a:pt x="2907995" y="0"/>
                </a:lnTo>
                <a:close/>
              </a:path>
            </a:pathLst>
          </a:custGeom>
          <a:solidFill>
            <a:srgbClr val="FFFFFF"/>
          </a:solidFill>
          <a:ln w="12700">
            <a:solidFill>
              <a:srgbClr val="999999"/>
            </a:solidFill>
          </a:ln>
        </p:spPr>
        <p:txBody>
          <a:bodyPr wrap="square" lIns="0" tIns="0" rIns="0" bIns="0" rtlCol="0"/>
          <a:lstStyle/>
          <a:p>
            <a:endParaRPr>
              <a:ln>
                <a:solidFill>
                  <a:schemeClr val="bg1">
                    <a:lumMod val="65000"/>
                  </a:schemeClr>
                </a:solidFill>
              </a:ln>
            </a:endParaRPr>
          </a:p>
        </p:txBody>
      </p:sp>
      <p:sp>
        <p:nvSpPr>
          <p:cNvPr id="766" name="object 116"/>
          <p:cNvSpPr txBox="1"/>
          <p:nvPr/>
        </p:nvSpPr>
        <p:spPr>
          <a:xfrm>
            <a:off x="4071128" y="1704939"/>
            <a:ext cx="1267959" cy="444994"/>
          </a:xfrm>
          <a:prstGeom prst="rect">
            <a:avLst/>
          </a:prstGeom>
        </p:spPr>
        <p:txBody>
          <a:bodyPr vert="horz" wrap="square" lIns="0" tIns="13970" rIns="0" bIns="0" rtlCol="0">
            <a:spAutoFit/>
          </a:bodyPr>
          <a:lstStyle/>
          <a:p>
            <a:pPr marL="12700" algn="ctr">
              <a:lnSpc>
                <a:spcPct val="100000"/>
              </a:lnSpc>
            </a:pPr>
            <a:r>
              <a:rPr sz="1200" b="1" spc="-10" dirty="0">
                <a:solidFill>
                  <a:srgbClr val="C00000"/>
                </a:solidFill>
                <a:latin typeface="Calibri" panose="020F0502020204030204" pitchFamily="34" charset="0"/>
                <a:cs typeface="Calibri" panose="020F0502020204030204" pitchFamily="34" charset="0"/>
              </a:rPr>
              <a:t>Digital</a:t>
            </a:r>
            <a:endParaRPr sz="1200" dirty="0">
              <a:solidFill>
                <a:srgbClr val="C00000"/>
              </a:solidFill>
              <a:latin typeface="Calibri" panose="020F0502020204030204" pitchFamily="34" charset="0"/>
              <a:cs typeface="Calibri" panose="020F0502020204030204" pitchFamily="34" charset="0"/>
            </a:endParaRPr>
          </a:p>
          <a:p>
            <a:pPr marL="12700" algn="ctr">
              <a:lnSpc>
                <a:spcPct val="100000"/>
              </a:lnSpc>
            </a:pPr>
            <a:r>
              <a:rPr sz="1600" b="1" spc="-35" dirty="0">
                <a:latin typeface="Calibri" panose="020F0502020204030204" pitchFamily="34" charset="0"/>
                <a:cs typeface="Calibri" panose="020F0502020204030204" pitchFamily="34" charset="0"/>
              </a:rPr>
              <a:t>Technologies</a:t>
            </a:r>
            <a:endParaRPr sz="1600" dirty="0">
              <a:latin typeface="Calibri" panose="020F0502020204030204" pitchFamily="34" charset="0"/>
              <a:cs typeface="Calibri" panose="020F0502020204030204" pitchFamily="34" charset="0"/>
            </a:endParaRPr>
          </a:p>
        </p:txBody>
      </p:sp>
      <p:sp>
        <p:nvSpPr>
          <p:cNvPr id="768" name="object 118"/>
          <p:cNvSpPr/>
          <p:nvPr/>
        </p:nvSpPr>
        <p:spPr>
          <a:xfrm>
            <a:off x="3850755" y="3203165"/>
            <a:ext cx="1738055" cy="673826"/>
          </a:xfrm>
          <a:custGeom>
            <a:avLst/>
            <a:gdLst/>
            <a:ahLst/>
            <a:cxnLst/>
            <a:rect l="l" t="t" r="r" b="b"/>
            <a:pathLst>
              <a:path w="3559175" h="1379854">
                <a:moveTo>
                  <a:pt x="2907995" y="0"/>
                </a:moveTo>
                <a:lnTo>
                  <a:pt x="651058" y="0"/>
                </a:lnTo>
                <a:lnTo>
                  <a:pt x="602469" y="1785"/>
                </a:lnTo>
                <a:lnTo>
                  <a:pt x="554849" y="7059"/>
                </a:lnTo>
                <a:lnTo>
                  <a:pt x="508326" y="15694"/>
                </a:lnTo>
                <a:lnTo>
                  <a:pt x="463024" y="27565"/>
                </a:lnTo>
                <a:lnTo>
                  <a:pt x="419069" y="42546"/>
                </a:lnTo>
                <a:lnTo>
                  <a:pt x="376588" y="60510"/>
                </a:lnTo>
                <a:lnTo>
                  <a:pt x="335706" y="81334"/>
                </a:lnTo>
                <a:lnTo>
                  <a:pt x="296550" y="104889"/>
                </a:lnTo>
                <a:lnTo>
                  <a:pt x="259244" y="131051"/>
                </a:lnTo>
                <a:lnTo>
                  <a:pt x="223916" y="159693"/>
                </a:lnTo>
                <a:lnTo>
                  <a:pt x="190690" y="190690"/>
                </a:lnTo>
                <a:lnTo>
                  <a:pt x="159693" y="223916"/>
                </a:lnTo>
                <a:lnTo>
                  <a:pt x="131051" y="259244"/>
                </a:lnTo>
                <a:lnTo>
                  <a:pt x="104889" y="296550"/>
                </a:lnTo>
                <a:lnTo>
                  <a:pt x="81334" y="335706"/>
                </a:lnTo>
                <a:lnTo>
                  <a:pt x="60510" y="376588"/>
                </a:lnTo>
                <a:lnTo>
                  <a:pt x="42546" y="419069"/>
                </a:lnTo>
                <a:lnTo>
                  <a:pt x="27565" y="463024"/>
                </a:lnTo>
                <a:lnTo>
                  <a:pt x="15694" y="508326"/>
                </a:lnTo>
                <a:lnTo>
                  <a:pt x="7059" y="554849"/>
                </a:lnTo>
                <a:lnTo>
                  <a:pt x="1785" y="602469"/>
                </a:lnTo>
                <a:lnTo>
                  <a:pt x="0" y="651058"/>
                </a:lnTo>
                <a:lnTo>
                  <a:pt x="0" y="728501"/>
                </a:lnTo>
                <a:lnTo>
                  <a:pt x="1785" y="777090"/>
                </a:lnTo>
                <a:lnTo>
                  <a:pt x="7059" y="824710"/>
                </a:lnTo>
                <a:lnTo>
                  <a:pt x="15694" y="871233"/>
                </a:lnTo>
                <a:lnTo>
                  <a:pt x="27565" y="916535"/>
                </a:lnTo>
                <a:lnTo>
                  <a:pt x="42546" y="960490"/>
                </a:lnTo>
                <a:lnTo>
                  <a:pt x="60510" y="1002971"/>
                </a:lnTo>
                <a:lnTo>
                  <a:pt x="81334" y="1043853"/>
                </a:lnTo>
                <a:lnTo>
                  <a:pt x="104889" y="1083009"/>
                </a:lnTo>
                <a:lnTo>
                  <a:pt x="131051" y="1120315"/>
                </a:lnTo>
                <a:lnTo>
                  <a:pt x="159693" y="1155643"/>
                </a:lnTo>
                <a:lnTo>
                  <a:pt x="190690" y="1188869"/>
                </a:lnTo>
                <a:lnTo>
                  <a:pt x="223916" y="1219866"/>
                </a:lnTo>
                <a:lnTo>
                  <a:pt x="259244" y="1248508"/>
                </a:lnTo>
                <a:lnTo>
                  <a:pt x="296550" y="1274670"/>
                </a:lnTo>
                <a:lnTo>
                  <a:pt x="335706" y="1298226"/>
                </a:lnTo>
                <a:lnTo>
                  <a:pt x="376588" y="1319049"/>
                </a:lnTo>
                <a:lnTo>
                  <a:pt x="419069" y="1337014"/>
                </a:lnTo>
                <a:lnTo>
                  <a:pt x="463024" y="1351994"/>
                </a:lnTo>
                <a:lnTo>
                  <a:pt x="508326" y="1363865"/>
                </a:lnTo>
                <a:lnTo>
                  <a:pt x="554849" y="1372500"/>
                </a:lnTo>
                <a:lnTo>
                  <a:pt x="602469" y="1377774"/>
                </a:lnTo>
                <a:lnTo>
                  <a:pt x="651058" y="1379560"/>
                </a:lnTo>
                <a:lnTo>
                  <a:pt x="2907995" y="1379560"/>
                </a:lnTo>
                <a:lnTo>
                  <a:pt x="2956584" y="1377774"/>
                </a:lnTo>
                <a:lnTo>
                  <a:pt x="3004204" y="1372500"/>
                </a:lnTo>
                <a:lnTo>
                  <a:pt x="3050727" y="1363865"/>
                </a:lnTo>
                <a:lnTo>
                  <a:pt x="3096029" y="1351994"/>
                </a:lnTo>
                <a:lnTo>
                  <a:pt x="3139984" y="1337014"/>
                </a:lnTo>
                <a:lnTo>
                  <a:pt x="3182465" y="1319049"/>
                </a:lnTo>
                <a:lnTo>
                  <a:pt x="3223347" y="1298226"/>
                </a:lnTo>
                <a:lnTo>
                  <a:pt x="3262503" y="1274670"/>
                </a:lnTo>
                <a:lnTo>
                  <a:pt x="3299809" y="1248508"/>
                </a:lnTo>
                <a:lnTo>
                  <a:pt x="3335137" y="1219866"/>
                </a:lnTo>
                <a:lnTo>
                  <a:pt x="3368363" y="1188869"/>
                </a:lnTo>
                <a:lnTo>
                  <a:pt x="3399360" y="1155643"/>
                </a:lnTo>
                <a:lnTo>
                  <a:pt x="3428002" y="1120315"/>
                </a:lnTo>
                <a:lnTo>
                  <a:pt x="3454164" y="1083009"/>
                </a:lnTo>
                <a:lnTo>
                  <a:pt x="3477719" y="1043853"/>
                </a:lnTo>
                <a:lnTo>
                  <a:pt x="3498542" y="1002971"/>
                </a:lnTo>
                <a:lnTo>
                  <a:pt x="3516507" y="960490"/>
                </a:lnTo>
                <a:lnTo>
                  <a:pt x="3531488" y="916535"/>
                </a:lnTo>
                <a:lnTo>
                  <a:pt x="3543359" y="871233"/>
                </a:lnTo>
                <a:lnTo>
                  <a:pt x="3551994" y="824710"/>
                </a:lnTo>
                <a:lnTo>
                  <a:pt x="3557268" y="777090"/>
                </a:lnTo>
                <a:lnTo>
                  <a:pt x="3559053" y="728501"/>
                </a:lnTo>
                <a:lnTo>
                  <a:pt x="3559053" y="651058"/>
                </a:lnTo>
                <a:lnTo>
                  <a:pt x="3557268" y="602469"/>
                </a:lnTo>
                <a:lnTo>
                  <a:pt x="3551994" y="554849"/>
                </a:lnTo>
                <a:lnTo>
                  <a:pt x="3543359" y="508326"/>
                </a:lnTo>
                <a:lnTo>
                  <a:pt x="3531488" y="463024"/>
                </a:lnTo>
                <a:lnTo>
                  <a:pt x="3516507" y="419069"/>
                </a:lnTo>
                <a:lnTo>
                  <a:pt x="3498542" y="376588"/>
                </a:lnTo>
                <a:lnTo>
                  <a:pt x="3477719" y="335706"/>
                </a:lnTo>
                <a:lnTo>
                  <a:pt x="3454164" y="296550"/>
                </a:lnTo>
                <a:lnTo>
                  <a:pt x="3428002" y="259244"/>
                </a:lnTo>
                <a:lnTo>
                  <a:pt x="3399360" y="223916"/>
                </a:lnTo>
                <a:lnTo>
                  <a:pt x="3368363" y="190690"/>
                </a:lnTo>
                <a:lnTo>
                  <a:pt x="3335137" y="159693"/>
                </a:lnTo>
                <a:lnTo>
                  <a:pt x="3299809" y="131051"/>
                </a:lnTo>
                <a:lnTo>
                  <a:pt x="3262503" y="104889"/>
                </a:lnTo>
                <a:lnTo>
                  <a:pt x="3223347" y="81334"/>
                </a:lnTo>
                <a:lnTo>
                  <a:pt x="3182465" y="60510"/>
                </a:lnTo>
                <a:lnTo>
                  <a:pt x="3139984" y="42546"/>
                </a:lnTo>
                <a:lnTo>
                  <a:pt x="3096029" y="27565"/>
                </a:lnTo>
                <a:lnTo>
                  <a:pt x="3050727" y="15694"/>
                </a:lnTo>
                <a:lnTo>
                  <a:pt x="3004204" y="7059"/>
                </a:lnTo>
                <a:lnTo>
                  <a:pt x="2956584" y="1785"/>
                </a:lnTo>
                <a:lnTo>
                  <a:pt x="2907995" y="0"/>
                </a:lnTo>
                <a:close/>
              </a:path>
            </a:pathLst>
          </a:custGeom>
          <a:solidFill>
            <a:srgbClr val="FFFFFF"/>
          </a:solidFill>
          <a:ln w="12700">
            <a:solidFill>
              <a:srgbClr val="999999"/>
            </a:solidFill>
          </a:ln>
        </p:spPr>
        <p:txBody>
          <a:bodyPr wrap="square" lIns="0" tIns="0" rIns="0" bIns="0" rtlCol="0"/>
          <a:lstStyle/>
          <a:p>
            <a:endParaRPr>
              <a:ln>
                <a:solidFill>
                  <a:schemeClr val="bg1">
                    <a:lumMod val="65000"/>
                  </a:schemeClr>
                </a:solidFill>
              </a:ln>
            </a:endParaRPr>
          </a:p>
        </p:txBody>
      </p:sp>
      <p:sp>
        <p:nvSpPr>
          <p:cNvPr id="770" name="object 120"/>
          <p:cNvSpPr txBox="1"/>
          <p:nvPr/>
        </p:nvSpPr>
        <p:spPr>
          <a:xfrm>
            <a:off x="4120277" y="3292276"/>
            <a:ext cx="1169660" cy="444994"/>
          </a:xfrm>
          <a:prstGeom prst="rect">
            <a:avLst/>
          </a:prstGeom>
        </p:spPr>
        <p:txBody>
          <a:bodyPr vert="horz" wrap="square" lIns="0" tIns="13970" rIns="0" bIns="0" rtlCol="0">
            <a:spAutoFit/>
          </a:bodyPr>
          <a:lstStyle/>
          <a:p>
            <a:pPr marL="12700" algn="ctr">
              <a:lnSpc>
                <a:spcPct val="100000"/>
              </a:lnSpc>
            </a:pPr>
            <a:r>
              <a:rPr sz="1200" b="1" spc="-10" dirty="0">
                <a:solidFill>
                  <a:srgbClr val="C00000"/>
                </a:solidFill>
                <a:latin typeface="Calibri" panose="020F0502020204030204" pitchFamily="34" charset="0"/>
                <a:cs typeface="Calibri" panose="020F0502020204030204" pitchFamily="34" charset="0"/>
              </a:rPr>
              <a:t>Digital</a:t>
            </a:r>
            <a:endParaRPr sz="1200" dirty="0">
              <a:solidFill>
                <a:srgbClr val="C00000"/>
              </a:solidFill>
              <a:latin typeface="Calibri" panose="020F0502020204030204" pitchFamily="34" charset="0"/>
              <a:cs typeface="Calibri" panose="020F0502020204030204" pitchFamily="34" charset="0"/>
            </a:endParaRPr>
          </a:p>
          <a:p>
            <a:pPr marL="12700" algn="ctr">
              <a:lnSpc>
                <a:spcPct val="100000"/>
              </a:lnSpc>
            </a:pPr>
            <a:r>
              <a:rPr sz="1600" b="1" spc="-10" dirty="0">
                <a:latin typeface="Calibri" panose="020F0502020204030204" pitchFamily="34" charset="0"/>
                <a:cs typeface="Calibri" panose="020F0502020204030204" pitchFamily="34" charset="0"/>
              </a:rPr>
              <a:t>Experiences</a:t>
            </a:r>
            <a:endParaRPr sz="1600" dirty="0">
              <a:latin typeface="Calibri" panose="020F0502020204030204" pitchFamily="34" charset="0"/>
              <a:cs typeface="Calibri" panose="020F0502020204030204" pitchFamily="34" charset="0"/>
            </a:endParaRPr>
          </a:p>
        </p:txBody>
      </p:sp>
      <p:sp>
        <p:nvSpPr>
          <p:cNvPr id="806" name="object 156"/>
          <p:cNvSpPr/>
          <p:nvPr/>
        </p:nvSpPr>
        <p:spPr>
          <a:xfrm>
            <a:off x="3534392" y="4409636"/>
            <a:ext cx="2405369" cy="0"/>
          </a:xfrm>
          <a:custGeom>
            <a:avLst/>
            <a:gdLst/>
            <a:ahLst/>
            <a:cxnLst/>
            <a:rect l="l" t="t" r="r" b="b"/>
            <a:pathLst>
              <a:path w="4925695">
                <a:moveTo>
                  <a:pt x="0" y="0"/>
                </a:moveTo>
                <a:lnTo>
                  <a:pt x="4925368" y="0"/>
                </a:lnTo>
              </a:path>
            </a:pathLst>
          </a:custGeom>
          <a:ln w="3175">
            <a:solidFill>
              <a:srgbClr val="999999"/>
            </a:solidFill>
          </a:ln>
        </p:spPr>
        <p:txBody>
          <a:bodyPr wrap="square" lIns="0" tIns="0" rIns="0" bIns="0" rtlCol="0"/>
          <a:lstStyle/>
          <a:p>
            <a:endParaRPr/>
          </a:p>
        </p:txBody>
      </p:sp>
      <p:grpSp>
        <p:nvGrpSpPr>
          <p:cNvPr id="868" name="Group 867"/>
          <p:cNvGrpSpPr/>
          <p:nvPr/>
        </p:nvGrpSpPr>
        <p:grpSpPr>
          <a:xfrm>
            <a:off x="1746917" y="4572495"/>
            <a:ext cx="5591175" cy="207962"/>
            <a:chOff x="1369378" y="4837113"/>
            <a:chExt cx="5591175" cy="207962"/>
          </a:xfrm>
        </p:grpSpPr>
        <p:grpSp>
          <p:nvGrpSpPr>
            <p:cNvPr id="869" name="Group 868"/>
            <p:cNvGrpSpPr/>
            <p:nvPr/>
          </p:nvGrpSpPr>
          <p:grpSpPr>
            <a:xfrm>
              <a:off x="4561839" y="4860925"/>
              <a:ext cx="471488" cy="158750"/>
              <a:chOff x="1663700" y="4862513"/>
              <a:chExt cx="471488" cy="158750"/>
            </a:xfrm>
          </p:grpSpPr>
          <p:sp>
            <p:nvSpPr>
              <p:cNvPr id="918" name="Freeform 434"/>
              <p:cNvSpPr>
                <a:spLocks/>
              </p:cNvSpPr>
              <p:nvPr/>
            </p:nvSpPr>
            <p:spPr bwMode="auto">
              <a:xfrm>
                <a:off x="1663700" y="4862513"/>
                <a:ext cx="119063" cy="157163"/>
              </a:xfrm>
              <a:custGeom>
                <a:avLst/>
                <a:gdLst>
                  <a:gd name="T0" fmla="*/ 86 w 150"/>
                  <a:gd name="T1" fmla="*/ 25 h 198"/>
                  <a:gd name="T2" fmla="*/ 86 w 150"/>
                  <a:gd name="T3" fmla="*/ 198 h 198"/>
                  <a:gd name="T4" fmla="*/ 64 w 150"/>
                  <a:gd name="T5" fmla="*/ 198 h 198"/>
                  <a:gd name="T6" fmla="*/ 64 w 150"/>
                  <a:gd name="T7" fmla="*/ 25 h 198"/>
                  <a:gd name="T8" fmla="*/ 0 w 150"/>
                  <a:gd name="T9" fmla="*/ 25 h 198"/>
                  <a:gd name="T10" fmla="*/ 0 w 150"/>
                  <a:gd name="T11" fmla="*/ 0 h 198"/>
                  <a:gd name="T12" fmla="*/ 150 w 150"/>
                  <a:gd name="T13" fmla="*/ 0 h 198"/>
                  <a:gd name="T14" fmla="*/ 150 w 150"/>
                  <a:gd name="T15" fmla="*/ 25 h 198"/>
                  <a:gd name="T16" fmla="*/ 86 w 150"/>
                  <a:gd name="T17" fmla="*/ 25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198">
                    <a:moveTo>
                      <a:pt x="86" y="25"/>
                    </a:moveTo>
                    <a:lnTo>
                      <a:pt x="86" y="198"/>
                    </a:lnTo>
                    <a:lnTo>
                      <a:pt x="64" y="198"/>
                    </a:lnTo>
                    <a:lnTo>
                      <a:pt x="64" y="25"/>
                    </a:lnTo>
                    <a:lnTo>
                      <a:pt x="0" y="25"/>
                    </a:lnTo>
                    <a:lnTo>
                      <a:pt x="0" y="0"/>
                    </a:lnTo>
                    <a:lnTo>
                      <a:pt x="150" y="0"/>
                    </a:lnTo>
                    <a:lnTo>
                      <a:pt x="150" y="25"/>
                    </a:lnTo>
                    <a:lnTo>
                      <a:pt x="86"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9" name="Freeform 435"/>
              <p:cNvSpPr>
                <a:spLocks/>
              </p:cNvSpPr>
              <p:nvPr/>
            </p:nvSpPr>
            <p:spPr bwMode="auto">
              <a:xfrm>
                <a:off x="1771650" y="4902200"/>
                <a:ext cx="53975" cy="117475"/>
              </a:xfrm>
              <a:custGeom>
                <a:avLst/>
                <a:gdLst>
                  <a:gd name="T0" fmla="*/ 55 w 67"/>
                  <a:gd name="T1" fmla="*/ 23 h 148"/>
                  <a:gd name="T2" fmla="*/ 55 w 67"/>
                  <a:gd name="T3" fmla="*/ 23 h 148"/>
                  <a:gd name="T4" fmla="*/ 41 w 67"/>
                  <a:gd name="T5" fmla="*/ 24 h 148"/>
                  <a:gd name="T6" fmla="*/ 41 w 67"/>
                  <a:gd name="T7" fmla="*/ 24 h 148"/>
                  <a:gd name="T8" fmla="*/ 36 w 67"/>
                  <a:gd name="T9" fmla="*/ 26 h 148"/>
                  <a:gd name="T10" fmla="*/ 31 w 67"/>
                  <a:gd name="T11" fmla="*/ 30 h 148"/>
                  <a:gd name="T12" fmla="*/ 31 w 67"/>
                  <a:gd name="T13" fmla="*/ 30 h 148"/>
                  <a:gd name="T14" fmla="*/ 28 w 67"/>
                  <a:gd name="T15" fmla="*/ 33 h 148"/>
                  <a:gd name="T16" fmla="*/ 24 w 67"/>
                  <a:gd name="T17" fmla="*/ 38 h 148"/>
                  <a:gd name="T18" fmla="*/ 24 w 67"/>
                  <a:gd name="T19" fmla="*/ 38 h 148"/>
                  <a:gd name="T20" fmla="*/ 22 w 67"/>
                  <a:gd name="T21" fmla="*/ 43 h 148"/>
                  <a:gd name="T22" fmla="*/ 22 w 67"/>
                  <a:gd name="T23" fmla="*/ 50 h 148"/>
                  <a:gd name="T24" fmla="*/ 22 w 67"/>
                  <a:gd name="T25" fmla="*/ 148 h 148"/>
                  <a:gd name="T26" fmla="*/ 0 w 67"/>
                  <a:gd name="T27" fmla="*/ 148 h 148"/>
                  <a:gd name="T28" fmla="*/ 0 w 67"/>
                  <a:gd name="T29" fmla="*/ 50 h 148"/>
                  <a:gd name="T30" fmla="*/ 0 w 67"/>
                  <a:gd name="T31" fmla="*/ 50 h 148"/>
                  <a:gd name="T32" fmla="*/ 0 w 67"/>
                  <a:gd name="T33" fmla="*/ 38 h 148"/>
                  <a:gd name="T34" fmla="*/ 4 w 67"/>
                  <a:gd name="T35" fmla="*/ 28 h 148"/>
                  <a:gd name="T36" fmla="*/ 4 w 67"/>
                  <a:gd name="T37" fmla="*/ 28 h 148"/>
                  <a:gd name="T38" fmla="*/ 10 w 67"/>
                  <a:gd name="T39" fmla="*/ 19 h 148"/>
                  <a:gd name="T40" fmla="*/ 17 w 67"/>
                  <a:gd name="T41" fmla="*/ 12 h 148"/>
                  <a:gd name="T42" fmla="*/ 17 w 67"/>
                  <a:gd name="T43" fmla="*/ 12 h 148"/>
                  <a:gd name="T44" fmla="*/ 26 w 67"/>
                  <a:gd name="T45" fmla="*/ 7 h 148"/>
                  <a:gd name="T46" fmla="*/ 34 w 67"/>
                  <a:gd name="T47" fmla="*/ 4 h 148"/>
                  <a:gd name="T48" fmla="*/ 34 w 67"/>
                  <a:gd name="T49" fmla="*/ 4 h 148"/>
                  <a:gd name="T50" fmla="*/ 45 w 67"/>
                  <a:gd name="T51" fmla="*/ 2 h 148"/>
                  <a:gd name="T52" fmla="*/ 53 w 67"/>
                  <a:gd name="T53" fmla="*/ 0 h 148"/>
                  <a:gd name="T54" fmla="*/ 53 w 67"/>
                  <a:gd name="T55" fmla="*/ 0 h 148"/>
                  <a:gd name="T56" fmla="*/ 60 w 67"/>
                  <a:gd name="T57" fmla="*/ 2 h 148"/>
                  <a:gd name="T58" fmla="*/ 60 w 67"/>
                  <a:gd name="T59" fmla="*/ 2 h 148"/>
                  <a:gd name="T60" fmla="*/ 67 w 67"/>
                  <a:gd name="T61" fmla="*/ 2 h 148"/>
                  <a:gd name="T62" fmla="*/ 67 w 67"/>
                  <a:gd name="T63" fmla="*/ 23 h 148"/>
                  <a:gd name="T64" fmla="*/ 67 w 67"/>
                  <a:gd name="T65" fmla="*/ 23 h 148"/>
                  <a:gd name="T66" fmla="*/ 60 w 67"/>
                  <a:gd name="T67" fmla="*/ 23 h 148"/>
                  <a:gd name="T68" fmla="*/ 60 w 67"/>
                  <a:gd name="T69" fmla="*/ 23 h 148"/>
                  <a:gd name="T70" fmla="*/ 55 w 67"/>
                  <a:gd name="T71" fmla="*/ 2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 h="148">
                    <a:moveTo>
                      <a:pt x="55" y="23"/>
                    </a:moveTo>
                    <a:lnTo>
                      <a:pt x="55" y="23"/>
                    </a:lnTo>
                    <a:lnTo>
                      <a:pt x="41" y="24"/>
                    </a:lnTo>
                    <a:lnTo>
                      <a:pt x="41" y="24"/>
                    </a:lnTo>
                    <a:lnTo>
                      <a:pt x="36" y="26"/>
                    </a:lnTo>
                    <a:lnTo>
                      <a:pt x="31" y="30"/>
                    </a:lnTo>
                    <a:lnTo>
                      <a:pt x="31" y="30"/>
                    </a:lnTo>
                    <a:lnTo>
                      <a:pt x="28" y="33"/>
                    </a:lnTo>
                    <a:lnTo>
                      <a:pt x="24" y="38"/>
                    </a:lnTo>
                    <a:lnTo>
                      <a:pt x="24" y="38"/>
                    </a:lnTo>
                    <a:lnTo>
                      <a:pt x="22" y="43"/>
                    </a:lnTo>
                    <a:lnTo>
                      <a:pt x="22" y="50"/>
                    </a:lnTo>
                    <a:lnTo>
                      <a:pt x="22" y="148"/>
                    </a:lnTo>
                    <a:lnTo>
                      <a:pt x="0" y="148"/>
                    </a:lnTo>
                    <a:lnTo>
                      <a:pt x="0" y="50"/>
                    </a:lnTo>
                    <a:lnTo>
                      <a:pt x="0" y="50"/>
                    </a:lnTo>
                    <a:lnTo>
                      <a:pt x="0" y="38"/>
                    </a:lnTo>
                    <a:lnTo>
                      <a:pt x="4" y="28"/>
                    </a:lnTo>
                    <a:lnTo>
                      <a:pt x="4" y="28"/>
                    </a:lnTo>
                    <a:lnTo>
                      <a:pt x="10" y="19"/>
                    </a:lnTo>
                    <a:lnTo>
                      <a:pt x="17" y="12"/>
                    </a:lnTo>
                    <a:lnTo>
                      <a:pt x="17" y="12"/>
                    </a:lnTo>
                    <a:lnTo>
                      <a:pt x="26" y="7"/>
                    </a:lnTo>
                    <a:lnTo>
                      <a:pt x="34" y="4"/>
                    </a:lnTo>
                    <a:lnTo>
                      <a:pt x="34" y="4"/>
                    </a:lnTo>
                    <a:lnTo>
                      <a:pt x="45" y="2"/>
                    </a:lnTo>
                    <a:lnTo>
                      <a:pt x="53" y="0"/>
                    </a:lnTo>
                    <a:lnTo>
                      <a:pt x="53" y="0"/>
                    </a:lnTo>
                    <a:lnTo>
                      <a:pt x="60" y="2"/>
                    </a:lnTo>
                    <a:lnTo>
                      <a:pt x="60" y="2"/>
                    </a:lnTo>
                    <a:lnTo>
                      <a:pt x="67" y="2"/>
                    </a:lnTo>
                    <a:lnTo>
                      <a:pt x="67" y="23"/>
                    </a:lnTo>
                    <a:lnTo>
                      <a:pt x="67" y="23"/>
                    </a:lnTo>
                    <a:lnTo>
                      <a:pt x="60" y="23"/>
                    </a:lnTo>
                    <a:lnTo>
                      <a:pt x="60" y="23"/>
                    </a:lnTo>
                    <a:lnTo>
                      <a:pt x="55"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0" name="Freeform 436"/>
              <p:cNvSpPr>
                <a:spLocks/>
              </p:cNvSpPr>
              <p:nvPr/>
            </p:nvSpPr>
            <p:spPr bwMode="auto">
              <a:xfrm>
                <a:off x="1771650" y="4902200"/>
                <a:ext cx="53975" cy="117475"/>
              </a:xfrm>
              <a:custGeom>
                <a:avLst/>
                <a:gdLst>
                  <a:gd name="T0" fmla="*/ 55 w 67"/>
                  <a:gd name="T1" fmla="*/ 23 h 148"/>
                  <a:gd name="T2" fmla="*/ 55 w 67"/>
                  <a:gd name="T3" fmla="*/ 23 h 148"/>
                  <a:gd name="T4" fmla="*/ 41 w 67"/>
                  <a:gd name="T5" fmla="*/ 24 h 148"/>
                  <a:gd name="T6" fmla="*/ 41 w 67"/>
                  <a:gd name="T7" fmla="*/ 24 h 148"/>
                  <a:gd name="T8" fmla="*/ 36 w 67"/>
                  <a:gd name="T9" fmla="*/ 26 h 148"/>
                  <a:gd name="T10" fmla="*/ 31 w 67"/>
                  <a:gd name="T11" fmla="*/ 30 h 148"/>
                  <a:gd name="T12" fmla="*/ 31 w 67"/>
                  <a:gd name="T13" fmla="*/ 30 h 148"/>
                  <a:gd name="T14" fmla="*/ 28 w 67"/>
                  <a:gd name="T15" fmla="*/ 33 h 148"/>
                  <a:gd name="T16" fmla="*/ 24 w 67"/>
                  <a:gd name="T17" fmla="*/ 38 h 148"/>
                  <a:gd name="T18" fmla="*/ 24 w 67"/>
                  <a:gd name="T19" fmla="*/ 38 h 148"/>
                  <a:gd name="T20" fmla="*/ 22 w 67"/>
                  <a:gd name="T21" fmla="*/ 43 h 148"/>
                  <a:gd name="T22" fmla="*/ 22 w 67"/>
                  <a:gd name="T23" fmla="*/ 50 h 148"/>
                  <a:gd name="T24" fmla="*/ 22 w 67"/>
                  <a:gd name="T25" fmla="*/ 148 h 148"/>
                  <a:gd name="T26" fmla="*/ 0 w 67"/>
                  <a:gd name="T27" fmla="*/ 148 h 148"/>
                  <a:gd name="T28" fmla="*/ 0 w 67"/>
                  <a:gd name="T29" fmla="*/ 50 h 148"/>
                  <a:gd name="T30" fmla="*/ 0 w 67"/>
                  <a:gd name="T31" fmla="*/ 50 h 148"/>
                  <a:gd name="T32" fmla="*/ 0 w 67"/>
                  <a:gd name="T33" fmla="*/ 38 h 148"/>
                  <a:gd name="T34" fmla="*/ 4 w 67"/>
                  <a:gd name="T35" fmla="*/ 28 h 148"/>
                  <a:gd name="T36" fmla="*/ 4 w 67"/>
                  <a:gd name="T37" fmla="*/ 28 h 148"/>
                  <a:gd name="T38" fmla="*/ 10 w 67"/>
                  <a:gd name="T39" fmla="*/ 19 h 148"/>
                  <a:gd name="T40" fmla="*/ 17 w 67"/>
                  <a:gd name="T41" fmla="*/ 12 h 148"/>
                  <a:gd name="T42" fmla="*/ 17 w 67"/>
                  <a:gd name="T43" fmla="*/ 12 h 148"/>
                  <a:gd name="T44" fmla="*/ 26 w 67"/>
                  <a:gd name="T45" fmla="*/ 7 h 148"/>
                  <a:gd name="T46" fmla="*/ 34 w 67"/>
                  <a:gd name="T47" fmla="*/ 4 h 148"/>
                  <a:gd name="T48" fmla="*/ 34 w 67"/>
                  <a:gd name="T49" fmla="*/ 4 h 148"/>
                  <a:gd name="T50" fmla="*/ 45 w 67"/>
                  <a:gd name="T51" fmla="*/ 2 h 148"/>
                  <a:gd name="T52" fmla="*/ 53 w 67"/>
                  <a:gd name="T53" fmla="*/ 0 h 148"/>
                  <a:gd name="T54" fmla="*/ 53 w 67"/>
                  <a:gd name="T55" fmla="*/ 0 h 148"/>
                  <a:gd name="T56" fmla="*/ 60 w 67"/>
                  <a:gd name="T57" fmla="*/ 2 h 148"/>
                  <a:gd name="T58" fmla="*/ 60 w 67"/>
                  <a:gd name="T59" fmla="*/ 2 h 148"/>
                  <a:gd name="T60" fmla="*/ 67 w 67"/>
                  <a:gd name="T61" fmla="*/ 2 h 148"/>
                  <a:gd name="T62" fmla="*/ 67 w 67"/>
                  <a:gd name="T63" fmla="*/ 23 h 148"/>
                  <a:gd name="T64" fmla="*/ 67 w 67"/>
                  <a:gd name="T65" fmla="*/ 23 h 148"/>
                  <a:gd name="T66" fmla="*/ 60 w 67"/>
                  <a:gd name="T67" fmla="*/ 23 h 148"/>
                  <a:gd name="T68" fmla="*/ 60 w 67"/>
                  <a:gd name="T69" fmla="*/ 23 h 148"/>
                  <a:gd name="T70" fmla="*/ 55 w 67"/>
                  <a:gd name="T71" fmla="*/ 2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 h="148">
                    <a:moveTo>
                      <a:pt x="55" y="23"/>
                    </a:moveTo>
                    <a:lnTo>
                      <a:pt x="55" y="23"/>
                    </a:lnTo>
                    <a:lnTo>
                      <a:pt x="41" y="24"/>
                    </a:lnTo>
                    <a:lnTo>
                      <a:pt x="41" y="24"/>
                    </a:lnTo>
                    <a:lnTo>
                      <a:pt x="36" y="26"/>
                    </a:lnTo>
                    <a:lnTo>
                      <a:pt x="31" y="30"/>
                    </a:lnTo>
                    <a:lnTo>
                      <a:pt x="31" y="30"/>
                    </a:lnTo>
                    <a:lnTo>
                      <a:pt x="28" y="33"/>
                    </a:lnTo>
                    <a:lnTo>
                      <a:pt x="24" y="38"/>
                    </a:lnTo>
                    <a:lnTo>
                      <a:pt x="24" y="38"/>
                    </a:lnTo>
                    <a:lnTo>
                      <a:pt x="22" y="43"/>
                    </a:lnTo>
                    <a:lnTo>
                      <a:pt x="22" y="50"/>
                    </a:lnTo>
                    <a:lnTo>
                      <a:pt x="22" y="148"/>
                    </a:lnTo>
                    <a:lnTo>
                      <a:pt x="0" y="148"/>
                    </a:lnTo>
                    <a:lnTo>
                      <a:pt x="0" y="50"/>
                    </a:lnTo>
                    <a:lnTo>
                      <a:pt x="0" y="50"/>
                    </a:lnTo>
                    <a:lnTo>
                      <a:pt x="0" y="38"/>
                    </a:lnTo>
                    <a:lnTo>
                      <a:pt x="4" y="28"/>
                    </a:lnTo>
                    <a:lnTo>
                      <a:pt x="4" y="28"/>
                    </a:lnTo>
                    <a:lnTo>
                      <a:pt x="10" y="19"/>
                    </a:lnTo>
                    <a:lnTo>
                      <a:pt x="17" y="12"/>
                    </a:lnTo>
                    <a:lnTo>
                      <a:pt x="17" y="12"/>
                    </a:lnTo>
                    <a:lnTo>
                      <a:pt x="26" y="7"/>
                    </a:lnTo>
                    <a:lnTo>
                      <a:pt x="34" y="4"/>
                    </a:lnTo>
                    <a:lnTo>
                      <a:pt x="34" y="4"/>
                    </a:lnTo>
                    <a:lnTo>
                      <a:pt x="45" y="2"/>
                    </a:lnTo>
                    <a:lnTo>
                      <a:pt x="53" y="0"/>
                    </a:lnTo>
                    <a:lnTo>
                      <a:pt x="53" y="0"/>
                    </a:lnTo>
                    <a:lnTo>
                      <a:pt x="60" y="2"/>
                    </a:lnTo>
                    <a:lnTo>
                      <a:pt x="60" y="2"/>
                    </a:lnTo>
                    <a:lnTo>
                      <a:pt x="67" y="2"/>
                    </a:lnTo>
                    <a:lnTo>
                      <a:pt x="67" y="23"/>
                    </a:lnTo>
                    <a:lnTo>
                      <a:pt x="67" y="23"/>
                    </a:lnTo>
                    <a:lnTo>
                      <a:pt x="60" y="23"/>
                    </a:lnTo>
                    <a:lnTo>
                      <a:pt x="60" y="23"/>
                    </a:lnTo>
                    <a:lnTo>
                      <a:pt x="55"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1" name="Freeform 437"/>
              <p:cNvSpPr>
                <a:spLocks/>
              </p:cNvSpPr>
              <p:nvPr/>
            </p:nvSpPr>
            <p:spPr bwMode="auto">
              <a:xfrm>
                <a:off x="1839913" y="4903788"/>
                <a:ext cx="88900" cy="117475"/>
              </a:xfrm>
              <a:custGeom>
                <a:avLst/>
                <a:gdLst>
                  <a:gd name="T0" fmla="*/ 55 w 112"/>
                  <a:gd name="T1" fmla="*/ 148 h 148"/>
                  <a:gd name="T2" fmla="*/ 55 w 112"/>
                  <a:gd name="T3" fmla="*/ 148 h 148"/>
                  <a:gd name="T4" fmla="*/ 45 w 112"/>
                  <a:gd name="T5" fmla="*/ 148 h 148"/>
                  <a:gd name="T6" fmla="*/ 36 w 112"/>
                  <a:gd name="T7" fmla="*/ 144 h 148"/>
                  <a:gd name="T8" fmla="*/ 36 w 112"/>
                  <a:gd name="T9" fmla="*/ 144 h 148"/>
                  <a:gd name="T10" fmla="*/ 26 w 112"/>
                  <a:gd name="T11" fmla="*/ 141 h 148"/>
                  <a:gd name="T12" fmla="*/ 17 w 112"/>
                  <a:gd name="T13" fmla="*/ 136 h 148"/>
                  <a:gd name="T14" fmla="*/ 17 w 112"/>
                  <a:gd name="T15" fmla="*/ 136 h 148"/>
                  <a:gd name="T16" fmla="*/ 10 w 112"/>
                  <a:gd name="T17" fmla="*/ 129 h 148"/>
                  <a:gd name="T18" fmla="*/ 5 w 112"/>
                  <a:gd name="T19" fmla="*/ 120 h 148"/>
                  <a:gd name="T20" fmla="*/ 5 w 112"/>
                  <a:gd name="T21" fmla="*/ 120 h 148"/>
                  <a:gd name="T22" fmla="*/ 2 w 112"/>
                  <a:gd name="T23" fmla="*/ 112 h 148"/>
                  <a:gd name="T24" fmla="*/ 0 w 112"/>
                  <a:gd name="T25" fmla="*/ 100 h 148"/>
                  <a:gd name="T26" fmla="*/ 0 w 112"/>
                  <a:gd name="T27" fmla="*/ 0 h 148"/>
                  <a:gd name="T28" fmla="*/ 22 w 112"/>
                  <a:gd name="T29" fmla="*/ 0 h 148"/>
                  <a:gd name="T30" fmla="*/ 22 w 112"/>
                  <a:gd name="T31" fmla="*/ 100 h 148"/>
                  <a:gd name="T32" fmla="*/ 22 w 112"/>
                  <a:gd name="T33" fmla="*/ 100 h 148"/>
                  <a:gd name="T34" fmla="*/ 24 w 112"/>
                  <a:gd name="T35" fmla="*/ 106 h 148"/>
                  <a:gd name="T36" fmla="*/ 26 w 112"/>
                  <a:gd name="T37" fmla="*/ 112 h 148"/>
                  <a:gd name="T38" fmla="*/ 26 w 112"/>
                  <a:gd name="T39" fmla="*/ 112 h 148"/>
                  <a:gd name="T40" fmla="*/ 29 w 112"/>
                  <a:gd name="T41" fmla="*/ 115 h 148"/>
                  <a:gd name="T42" fmla="*/ 33 w 112"/>
                  <a:gd name="T43" fmla="*/ 120 h 148"/>
                  <a:gd name="T44" fmla="*/ 33 w 112"/>
                  <a:gd name="T45" fmla="*/ 120 h 148"/>
                  <a:gd name="T46" fmla="*/ 43 w 112"/>
                  <a:gd name="T47" fmla="*/ 125 h 148"/>
                  <a:gd name="T48" fmla="*/ 43 w 112"/>
                  <a:gd name="T49" fmla="*/ 125 h 148"/>
                  <a:gd name="T50" fmla="*/ 55 w 112"/>
                  <a:gd name="T51" fmla="*/ 127 h 148"/>
                  <a:gd name="T52" fmla="*/ 55 w 112"/>
                  <a:gd name="T53" fmla="*/ 127 h 148"/>
                  <a:gd name="T54" fmla="*/ 74 w 112"/>
                  <a:gd name="T55" fmla="*/ 125 h 148"/>
                  <a:gd name="T56" fmla="*/ 74 w 112"/>
                  <a:gd name="T57" fmla="*/ 125 h 148"/>
                  <a:gd name="T58" fmla="*/ 90 w 112"/>
                  <a:gd name="T59" fmla="*/ 122 h 148"/>
                  <a:gd name="T60" fmla="*/ 90 w 112"/>
                  <a:gd name="T61" fmla="*/ 0 h 148"/>
                  <a:gd name="T62" fmla="*/ 112 w 112"/>
                  <a:gd name="T63" fmla="*/ 0 h 148"/>
                  <a:gd name="T64" fmla="*/ 112 w 112"/>
                  <a:gd name="T65" fmla="*/ 137 h 148"/>
                  <a:gd name="T66" fmla="*/ 112 w 112"/>
                  <a:gd name="T67" fmla="*/ 137 h 148"/>
                  <a:gd name="T68" fmla="*/ 95 w 112"/>
                  <a:gd name="T69" fmla="*/ 143 h 148"/>
                  <a:gd name="T70" fmla="*/ 95 w 112"/>
                  <a:gd name="T71" fmla="*/ 143 h 148"/>
                  <a:gd name="T72" fmla="*/ 79 w 112"/>
                  <a:gd name="T73" fmla="*/ 146 h 148"/>
                  <a:gd name="T74" fmla="*/ 79 w 112"/>
                  <a:gd name="T75" fmla="*/ 146 h 148"/>
                  <a:gd name="T76" fmla="*/ 66 w 112"/>
                  <a:gd name="T77" fmla="*/ 148 h 148"/>
                  <a:gd name="T78" fmla="*/ 66 w 112"/>
                  <a:gd name="T79" fmla="*/ 148 h 148"/>
                  <a:gd name="T80" fmla="*/ 55 w 112"/>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48">
                    <a:moveTo>
                      <a:pt x="55" y="148"/>
                    </a:moveTo>
                    <a:lnTo>
                      <a:pt x="55" y="148"/>
                    </a:lnTo>
                    <a:lnTo>
                      <a:pt x="45" y="148"/>
                    </a:lnTo>
                    <a:lnTo>
                      <a:pt x="36" y="144"/>
                    </a:lnTo>
                    <a:lnTo>
                      <a:pt x="36" y="144"/>
                    </a:lnTo>
                    <a:lnTo>
                      <a:pt x="26" y="141"/>
                    </a:lnTo>
                    <a:lnTo>
                      <a:pt x="17" y="136"/>
                    </a:lnTo>
                    <a:lnTo>
                      <a:pt x="17" y="136"/>
                    </a:lnTo>
                    <a:lnTo>
                      <a:pt x="10" y="129"/>
                    </a:lnTo>
                    <a:lnTo>
                      <a:pt x="5" y="120"/>
                    </a:lnTo>
                    <a:lnTo>
                      <a:pt x="5" y="120"/>
                    </a:lnTo>
                    <a:lnTo>
                      <a:pt x="2" y="112"/>
                    </a:lnTo>
                    <a:lnTo>
                      <a:pt x="0" y="100"/>
                    </a:lnTo>
                    <a:lnTo>
                      <a:pt x="0" y="0"/>
                    </a:lnTo>
                    <a:lnTo>
                      <a:pt x="22" y="0"/>
                    </a:lnTo>
                    <a:lnTo>
                      <a:pt x="22" y="100"/>
                    </a:lnTo>
                    <a:lnTo>
                      <a:pt x="22" y="100"/>
                    </a:lnTo>
                    <a:lnTo>
                      <a:pt x="24" y="106"/>
                    </a:lnTo>
                    <a:lnTo>
                      <a:pt x="26" y="112"/>
                    </a:lnTo>
                    <a:lnTo>
                      <a:pt x="26" y="112"/>
                    </a:lnTo>
                    <a:lnTo>
                      <a:pt x="29" y="115"/>
                    </a:lnTo>
                    <a:lnTo>
                      <a:pt x="33" y="120"/>
                    </a:lnTo>
                    <a:lnTo>
                      <a:pt x="33" y="120"/>
                    </a:lnTo>
                    <a:lnTo>
                      <a:pt x="43" y="125"/>
                    </a:lnTo>
                    <a:lnTo>
                      <a:pt x="43" y="125"/>
                    </a:lnTo>
                    <a:lnTo>
                      <a:pt x="55" y="127"/>
                    </a:lnTo>
                    <a:lnTo>
                      <a:pt x="55" y="127"/>
                    </a:lnTo>
                    <a:lnTo>
                      <a:pt x="74" y="125"/>
                    </a:lnTo>
                    <a:lnTo>
                      <a:pt x="74" y="125"/>
                    </a:lnTo>
                    <a:lnTo>
                      <a:pt x="90" y="122"/>
                    </a:lnTo>
                    <a:lnTo>
                      <a:pt x="90" y="0"/>
                    </a:lnTo>
                    <a:lnTo>
                      <a:pt x="112" y="0"/>
                    </a:lnTo>
                    <a:lnTo>
                      <a:pt x="112" y="137"/>
                    </a:lnTo>
                    <a:lnTo>
                      <a:pt x="112" y="137"/>
                    </a:lnTo>
                    <a:lnTo>
                      <a:pt x="95" y="143"/>
                    </a:lnTo>
                    <a:lnTo>
                      <a:pt x="95" y="143"/>
                    </a:lnTo>
                    <a:lnTo>
                      <a:pt x="79" y="146"/>
                    </a:lnTo>
                    <a:lnTo>
                      <a:pt x="79" y="146"/>
                    </a:lnTo>
                    <a:lnTo>
                      <a:pt x="66" y="148"/>
                    </a:lnTo>
                    <a:lnTo>
                      <a:pt x="66" y="148"/>
                    </a:lnTo>
                    <a:lnTo>
                      <a:pt x="55" y="1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2" name="Freeform 438"/>
              <p:cNvSpPr>
                <a:spLocks/>
              </p:cNvSpPr>
              <p:nvPr/>
            </p:nvSpPr>
            <p:spPr bwMode="auto">
              <a:xfrm>
                <a:off x="1839913" y="4903788"/>
                <a:ext cx="88900" cy="117475"/>
              </a:xfrm>
              <a:custGeom>
                <a:avLst/>
                <a:gdLst>
                  <a:gd name="T0" fmla="*/ 55 w 112"/>
                  <a:gd name="T1" fmla="*/ 148 h 148"/>
                  <a:gd name="T2" fmla="*/ 55 w 112"/>
                  <a:gd name="T3" fmla="*/ 148 h 148"/>
                  <a:gd name="T4" fmla="*/ 45 w 112"/>
                  <a:gd name="T5" fmla="*/ 148 h 148"/>
                  <a:gd name="T6" fmla="*/ 36 w 112"/>
                  <a:gd name="T7" fmla="*/ 144 h 148"/>
                  <a:gd name="T8" fmla="*/ 36 w 112"/>
                  <a:gd name="T9" fmla="*/ 144 h 148"/>
                  <a:gd name="T10" fmla="*/ 26 w 112"/>
                  <a:gd name="T11" fmla="*/ 141 h 148"/>
                  <a:gd name="T12" fmla="*/ 17 w 112"/>
                  <a:gd name="T13" fmla="*/ 136 h 148"/>
                  <a:gd name="T14" fmla="*/ 17 w 112"/>
                  <a:gd name="T15" fmla="*/ 136 h 148"/>
                  <a:gd name="T16" fmla="*/ 10 w 112"/>
                  <a:gd name="T17" fmla="*/ 129 h 148"/>
                  <a:gd name="T18" fmla="*/ 5 w 112"/>
                  <a:gd name="T19" fmla="*/ 120 h 148"/>
                  <a:gd name="T20" fmla="*/ 5 w 112"/>
                  <a:gd name="T21" fmla="*/ 120 h 148"/>
                  <a:gd name="T22" fmla="*/ 2 w 112"/>
                  <a:gd name="T23" fmla="*/ 112 h 148"/>
                  <a:gd name="T24" fmla="*/ 0 w 112"/>
                  <a:gd name="T25" fmla="*/ 100 h 148"/>
                  <a:gd name="T26" fmla="*/ 0 w 112"/>
                  <a:gd name="T27" fmla="*/ 0 h 148"/>
                  <a:gd name="T28" fmla="*/ 22 w 112"/>
                  <a:gd name="T29" fmla="*/ 0 h 148"/>
                  <a:gd name="T30" fmla="*/ 22 w 112"/>
                  <a:gd name="T31" fmla="*/ 100 h 148"/>
                  <a:gd name="T32" fmla="*/ 22 w 112"/>
                  <a:gd name="T33" fmla="*/ 100 h 148"/>
                  <a:gd name="T34" fmla="*/ 24 w 112"/>
                  <a:gd name="T35" fmla="*/ 106 h 148"/>
                  <a:gd name="T36" fmla="*/ 26 w 112"/>
                  <a:gd name="T37" fmla="*/ 112 h 148"/>
                  <a:gd name="T38" fmla="*/ 26 w 112"/>
                  <a:gd name="T39" fmla="*/ 112 h 148"/>
                  <a:gd name="T40" fmla="*/ 29 w 112"/>
                  <a:gd name="T41" fmla="*/ 115 h 148"/>
                  <a:gd name="T42" fmla="*/ 33 w 112"/>
                  <a:gd name="T43" fmla="*/ 120 h 148"/>
                  <a:gd name="T44" fmla="*/ 33 w 112"/>
                  <a:gd name="T45" fmla="*/ 120 h 148"/>
                  <a:gd name="T46" fmla="*/ 43 w 112"/>
                  <a:gd name="T47" fmla="*/ 125 h 148"/>
                  <a:gd name="T48" fmla="*/ 43 w 112"/>
                  <a:gd name="T49" fmla="*/ 125 h 148"/>
                  <a:gd name="T50" fmla="*/ 55 w 112"/>
                  <a:gd name="T51" fmla="*/ 127 h 148"/>
                  <a:gd name="T52" fmla="*/ 55 w 112"/>
                  <a:gd name="T53" fmla="*/ 127 h 148"/>
                  <a:gd name="T54" fmla="*/ 74 w 112"/>
                  <a:gd name="T55" fmla="*/ 125 h 148"/>
                  <a:gd name="T56" fmla="*/ 74 w 112"/>
                  <a:gd name="T57" fmla="*/ 125 h 148"/>
                  <a:gd name="T58" fmla="*/ 90 w 112"/>
                  <a:gd name="T59" fmla="*/ 122 h 148"/>
                  <a:gd name="T60" fmla="*/ 90 w 112"/>
                  <a:gd name="T61" fmla="*/ 0 h 148"/>
                  <a:gd name="T62" fmla="*/ 112 w 112"/>
                  <a:gd name="T63" fmla="*/ 0 h 148"/>
                  <a:gd name="T64" fmla="*/ 112 w 112"/>
                  <a:gd name="T65" fmla="*/ 137 h 148"/>
                  <a:gd name="T66" fmla="*/ 112 w 112"/>
                  <a:gd name="T67" fmla="*/ 137 h 148"/>
                  <a:gd name="T68" fmla="*/ 95 w 112"/>
                  <a:gd name="T69" fmla="*/ 143 h 148"/>
                  <a:gd name="T70" fmla="*/ 95 w 112"/>
                  <a:gd name="T71" fmla="*/ 143 h 148"/>
                  <a:gd name="T72" fmla="*/ 79 w 112"/>
                  <a:gd name="T73" fmla="*/ 146 h 148"/>
                  <a:gd name="T74" fmla="*/ 79 w 112"/>
                  <a:gd name="T75" fmla="*/ 146 h 148"/>
                  <a:gd name="T76" fmla="*/ 66 w 112"/>
                  <a:gd name="T77" fmla="*/ 148 h 148"/>
                  <a:gd name="T78" fmla="*/ 66 w 112"/>
                  <a:gd name="T79" fmla="*/ 148 h 148"/>
                  <a:gd name="T80" fmla="*/ 55 w 112"/>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48">
                    <a:moveTo>
                      <a:pt x="55" y="148"/>
                    </a:moveTo>
                    <a:lnTo>
                      <a:pt x="55" y="148"/>
                    </a:lnTo>
                    <a:lnTo>
                      <a:pt x="45" y="148"/>
                    </a:lnTo>
                    <a:lnTo>
                      <a:pt x="36" y="144"/>
                    </a:lnTo>
                    <a:lnTo>
                      <a:pt x="36" y="144"/>
                    </a:lnTo>
                    <a:lnTo>
                      <a:pt x="26" y="141"/>
                    </a:lnTo>
                    <a:lnTo>
                      <a:pt x="17" y="136"/>
                    </a:lnTo>
                    <a:lnTo>
                      <a:pt x="17" y="136"/>
                    </a:lnTo>
                    <a:lnTo>
                      <a:pt x="10" y="129"/>
                    </a:lnTo>
                    <a:lnTo>
                      <a:pt x="5" y="120"/>
                    </a:lnTo>
                    <a:lnTo>
                      <a:pt x="5" y="120"/>
                    </a:lnTo>
                    <a:lnTo>
                      <a:pt x="2" y="112"/>
                    </a:lnTo>
                    <a:lnTo>
                      <a:pt x="0" y="100"/>
                    </a:lnTo>
                    <a:lnTo>
                      <a:pt x="0" y="0"/>
                    </a:lnTo>
                    <a:lnTo>
                      <a:pt x="22" y="0"/>
                    </a:lnTo>
                    <a:lnTo>
                      <a:pt x="22" y="100"/>
                    </a:lnTo>
                    <a:lnTo>
                      <a:pt x="22" y="100"/>
                    </a:lnTo>
                    <a:lnTo>
                      <a:pt x="24" y="106"/>
                    </a:lnTo>
                    <a:lnTo>
                      <a:pt x="26" y="112"/>
                    </a:lnTo>
                    <a:lnTo>
                      <a:pt x="26" y="112"/>
                    </a:lnTo>
                    <a:lnTo>
                      <a:pt x="29" y="115"/>
                    </a:lnTo>
                    <a:lnTo>
                      <a:pt x="33" y="120"/>
                    </a:lnTo>
                    <a:lnTo>
                      <a:pt x="33" y="120"/>
                    </a:lnTo>
                    <a:lnTo>
                      <a:pt x="43" y="125"/>
                    </a:lnTo>
                    <a:lnTo>
                      <a:pt x="43" y="125"/>
                    </a:lnTo>
                    <a:lnTo>
                      <a:pt x="55" y="127"/>
                    </a:lnTo>
                    <a:lnTo>
                      <a:pt x="55" y="127"/>
                    </a:lnTo>
                    <a:lnTo>
                      <a:pt x="74" y="125"/>
                    </a:lnTo>
                    <a:lnTo>
                      <a:pt x="74" y="125"/>
                    </a:lnTo>
                    <a:lnTo>
                      <a:pt x="90" y="122"/>
                    </a:lnTo>
                    <a:lnTo>
                      <a:pt x="90" y="0"/>
                    </a:lnTo>
                    <a:lnTo>
                      <a:pt x="112" y="0"/>
                    </a:lnTo>
                    <a:lnTo>
                      <a:pt x="112" y="137"/>
                    </a:lnTo>
                    <a:lnTo>
                      <a:pt x="112" y="137"/>
                    </a:lnTo>
                    <a:lnTo>
                      <a:pt x="95" y="143"/>
                    </a:lnTo>
                    <a:lnTo>
                      <a:pt x="95" y="143"/>
                    </a:lnTo>
                    <a:lnTo>
                      <a:pt x="79" y="146"/>
                    </a:lnTo>
                    <a:lnTo>
                      <a:pt x="79" y="146"/>
                    </a:lnTo>
                    <a:lnTo>
                      <a:pt x="66" y="148"/>
                    </a:lnTo>
                    <a:lnTo>
                      <a:pt x="66" y="148"/>
                    </a:lnTo>
                    <a:lnTo>
                      <a:pt x="55" y="1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3" name="Freeform 439"/>
              <p:cNvSpPr>
                <a:spLocks noEditPoints="1"/>
              </p:cNvSpPr>
              <p:nvPr/>
            </p:nvSpPr>
            <p:spPr bwMode="auto">
              <a:xfrm>
                <a:off x="1958975" y="4862513"/>
                <a:ext cx="114300" cy="157163"/>
              </a:xfrm>
              <a:custGeom>
                <a:avLst/>
                <a:gdLst>
                  <a:gd name="T0" fmla="*/ 117 w 144"/>
                  <a:gd name="T1" fmla="*/ 97 h 198"/>
                  <a:gd name="T2" fmla="*/ 138 w 144"/>
                  <a:gd name="T3" fmla="*/ 116 h 198"/>
                  <a:gd name="T4" fmla="*/ 143 w 144"/>
                  <a:gd name="T5" fmla="*/ 128 h 198"/>
                  <a:gd name="T6" fmla="*/ 144 w 144"/>
                  <a:gd name="T7" fmla="*/ 143 h 198"/>
                  <a:gd name="T8" fmla="*/ 139 w 144"/>
                  <a:gd name="T9" fmla="*/ 164 h 198"/>
                  <a:gd name="T10" fmla="*/ 127 w 144"/>
                  <a:gd name="T11" fmla="*/ 183 h 198"/>
                  <a:gd name="T12" fmla="*/ 117 w 144"/>
                  <a:gd name="T13" fmla="*/ 190 h 198"/>
                  <a:gd name="T14" fmla="*/ 96 w 144"/>
                  <a:gd name="T15" fmla="*/ 198 h 198"/>
                  <a:gd name="T16" fmla="*/ 0 w 144"/>
                  <a:gd name="T17" fmla="*/ 198 h 198"/>
                  <a:gd name="T18" fmla="*/ 79 w 144"/>
                  <a:gd name="T19" fmla="*/ 0 h 198"/>
                  <a:gd name="T20" fmla="*/ 89 w 144"/>
                  <a:gd name="T21" fmla="*/ 2 h 198"/>
                  <a:gd name="T22" fmla="*/ 110 w 144"/>
                  <a:gd name="T23" fmla="*/ 9 h 198"/>
                  <a:gd name="T24" fmla="*/ 120 w 144"/>
                  <a:gd name="T25" fmla="*/ 16 h 198"/>
                  <a:gd name="T26" fmla="*/ 132 w 144"/>
                  <a:gd name="T27" fmla="*/ 35 h 198"/>
                  <a:gd name="T28" fmla="*/ 136 w 144"/>
                  <a:gd name="T29" fmla="*/ 55 h 198"/>
                  <a:gd name="T30" fmla="*/ 136 w 144"/>
                  <a:gd name="T31" fmla="*/ 68 h 198"/>
                  <a:gd name="T32" fmla="*/ 125 w 144"/>
                  <a:gd name="T33" fmla="*/ 88 h 198"/>
                  <a:gd name="T34" fmla="*/ 79 w 144"/>
                  <a:gd name="T35" fmla="*/ 31 h 198"/>
                  <a:gd name="T36" fmla="*/ 33 w 144"/>
                  <a:gd name="T37" fmla="*/ 83 h 198"/>
                  <a:gd name="T38" fmla="*/ 79 w 144"/>
                  <a:gd name="T39" fmla="*/ 83 h 198"/>
                  <a:gd name="T40" fmla="*/ 96 w 144"/>
                  <a:gd name="T41" fmla="*/ 76 h 198"/>
                  <a:gd name="T42" fmla="*/ 101 w 144"/>
                  <a:gd name="T43" fmla="*/ 68 h 198"/>
                  <a:gd name="T44" fmla="*/ 103 w 144"/>
                  <a:gd name="T45" fmla="*/ 57 h 198"/>
                  <a:gd name="T46" fmla="*/ 96 w 144"/>
                  <a:gd name="T47" fmla="*/ 38 h 198"/>
                  <a:gd name="T48" fmla="*/ 88 w 144"/>
                  <a:gd name="T49" fmla="*/ 33 h 198"/>
                  <a:gd name="T50" fmla="*/ 84 w 144"/>
                  <a:gd name="T51" fmla="*/ 169 h 198"/>
                  <a:gd name="T52" fmla="*/ 89 w 144"/>
                  <a:gd name="T53" fmla="*/ 167 h 198"/>
                  <a:gd name="T54" fmla="*/ 100 w 144"/>
                  <a:gd name="T55" fmla="*/ 164 h 198"/>
                  <a:gd name="T56" fmla="*/ 103 w 144"/>
                  <a:gd name="T57" fmla="*/ 160 h 198"/>
                  <a:gd name="T58" fmla="*/ 110 w 144"/>
                  <a:gd name="T59" fmla="*/ 152 h 198"/>
                  <a:gd name="T60" fmla="*/ 112 w 144"/>
                  <a:gd name="T61" fmla="*/ 142 h 198"/>
                  <a:gd name="T62" fmla="*/ 112 w 144"/>
                  <a:gd name="T63" fmla="*/ 135 h 198"/>
                  <a:gd name="T64" fmla="*/ 107 w 144"/>
                  <a:gd name="T65" fmla="*/ 126 h 198"/>
                  <a:gd name="T66" fmla="*/ 103 w 144"/>
                  <a:gd name="T67" fmla="*/ 121 h 198"/>
                  <a:gd name="T68" fmla="*/ 94 w 144"/>
                  <a:gd name="T69" fmla="*/ 116 h 198"/>
                  <a:gd name="T70" fmla="*/ 84 w 144"/>
                  <a:gd name="T71" fmla="*/ 112 h 198"/>
                  <a:gd name="T72" fmla="*/ 33 w 144"/>
                  <a:gd name="T73" fmla="*/ 16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4" h="198">
                    <a:moveTo>
                      <a:pt x="117" y="97"/>
                    </a:moveTo>
                    <a:lnTo>
                      <a:pt x="117" y="97"/>
                    </a:lnTo>
                    <a:lnTo>
                      <a:pt x="127" y="104"/>
                    </a:lnTo>
                    <a:lnTo>
                      <a:pt x="138" y="116"/>
                    </a:lnTo>
                    <a:lnTo>
                      <a:pt x="138" y="116"/>
                    </a:lnTo>
                    <a:lnTo>
                      <a:pt x="143" y="128"/>
                    </a:lnTo>
                    <a:lnTo>
                      <a:pt x="144" y="143"/>
                    </a:lnTo>
                    <a:lnTo>
                      <a:pt x="144" y="143"/>
                    </a:lnTo>
                    <a:lnTo>
                      <a:pt x="143" y="154"/>
                    </a:lnTo>
                    <a:lnTo>
                      <a:pt x="139" y="164"/>
                    </a:lnTo>
                    <a:lnTo>
                      <a:pt x="134" y="174"/>
                    </a:lnTo>
                    <a:lnTo>
                      <a:pt x="127" y="183"/>
                    </a:lnTo>
                    <a:lnTo>
                      <a:pt x="127" y="183"/>
                    </a:lnTo>
                    <a:lnTo>
                      <a:pt x="117" y="190"/>
                    </a:lnTo>
                    <a:lnTo>
                      <a:pt x="108" y="195"/>
                    </a:lnTo>
                    <a:lnTo>
                      <a:pt x="96" y="198"/>
                    </a:lnTo>
                    <a:lnTo>
                      <a:pt x="84" y="198"/>
                    </a:lnTo>
                    <a:lnTo>
                      <a:pt x="0" y="198"/>
                    </a:lnTo>
                    <a:lnTo>
                      <a:pt x="0" y="0"/>
                    </a:lnTo>
                    <a:lnTo>
                      <a:pt x="79" y="0"/>
                    </a:lnTo>
                    <a:lnTo>
                      <a:pt x="79" y="0"/>
                    </a:lnTo>
                    <a:lnTo>
                      <a:pt x="89" y="2"/>
                    </a:lnTo>
                    <a:lnTo>
                      <a:pt x="101" y="4"/>
                    </a:lnTo>
                    <a:lnTo>
                      <a:pt x="110" y="9"/>
                    </a:lnTo>
                    <a:lnTo>
                      <a:pt x="120" y="16"/>
                    </a:lnTo>
                    <a:lnTo>
                      <a:pt x="120" y="16"/>
                    </a:lnTo>
                    <a:lnTo>
                      <a:pt x="127" y="25"/>
                    </a:lnTo>
                    <a:lnTo>
                      <a:pt x="132" y="35"/>
                    </a:lnTo>
                    <a:lnTo>
                      <a:pt x="136" y="45"/>
                    </a:lnTo>
                    <a:lnTo>
                      <a:pt x="136" y="55"/>
                    </a:lnTo>
                    <a:lnTo>
                      <a:pt x="136" y="55"/>
                    </a:lnTo>
                    <a:lnTo>
                      <a:pt x="136" y="68"/>
                    </a:lnTo>
                    <a:lnTo>
                      <a:pt x="131" y="78"/>
                    </a:lnTo>
                    <a:lnTo>
                      <a:pt x="125" y="88"/>
                    </a:lnTo>
                    <a:lnTo>
                      <a:pt x="117" y="97"/>
                    </a:lnTo>
                    <a:close/>
                    <a:moveTo>
                      <a:pt x="79" y="31"/>
                    </a:moveTo>
                    <a:lnTo>
                      <a:pt x="33" y="31"/>
                    </a:lnTo>
                    <a:lnTo>
                      <a:pt x="33" y="83"/>
                    </a:lnTo>
                    <a:lnTo>
                      <a:pt x="79" y="83"/>
                    </a:lnTo>
                    <a:lnTo>
                      <a:pt x="79" y="83"/>
                    </a:lnTo>
                    <a:lnTo>
                      <a:pt x="88" y="81"/>
                    </a:lnTo>
                    <a:lnTo>
                      <a:pt x="96" y="76"/>
                    </a:lnTo>
                    <a:lnTo>
                      <a:pt x="96" y="76"/>
                    </a:lnTo>
                    <a:lnTo>
                      <a:pt x="101" y="68"/>
                    </a:lnTo>
                    <a:lnTo>
                      <a:pt x="103" y="57"/>
                    </a:lnTo>
                    <a:lnTo>
                      <a:pt x="103" y="57"/>
                    </a:lnTo>
                    <a:lnTo>
                      <a:pt x="101" y="47"/>
                    </a:lnTo>
                    <a:lnTo>
                      <a:pt x="96" y="38"/>
                    </a:lnTo>
                    <a:lnTo>
                      <a:pt x="96" y="38"/>
                    </a:lnTo>
                    <a:lnTo>
                      <a:pt x="88" y="33"/>
                    </a:lnTo>
                    <a:lnTo>
                      <a:pt x="79" y="31"/>
                    </a:lnTo>
                    <a:close/>
                    <a:moveTo>
                      <a:pt x="84" y="169"/>
                    </a:moveTo>
                    <a:lnTo>
                      <a:pt x="84" y="169"/>
                    </a:lnTo>
                    <a:lnTo>
                      <a:pt x="89" y="167"/>
                    </a:lnTo>
                    <a:lnTo>
                      <a:pt x="94" y="166"/>
                    </a:lnTo>
                    <a:lnTo>
                      <a:pt x="100" y="164"/>
                    </a:lnTo>
                    <a:lnTo>
                      <a:pt x="103" y="160"/>
                    </a:lnTo>
                    <a:lnTo>
                      <a:pt x="103" y="160"/>
                    </a:lnTo>
                    <a:lnTo>
                      <a:pt x="107" y="155"/>
                    </a:lnTo>
                    <a:lnTo>
                      <a:pt x="110" y="152"/>
                    </a:lnTo>
                    <a:lnTo>
                      <a:pt x="112" y="147"/>
                    </a:lnTo>
                    <a:lnTo>
                      <a:pt x="112" y="142"/>
                    </a:lnTo>
                    <a:lnTo>
                      <a:pt x="112" y="142"/>
                    </a:lnTo>
                    <a:lnTo>
                      <a:pt x="112" y="135"/>
                    </a:lnTo>
                    <a:lnTo>
                      <a:pt x="110" y="129"/>
                    </a:lnTo>
                    <a:lnTo>
                      <a:pt x="107" y="126"/>
                    </a:lnTo>
                    <a:lnTo>
                      <a:pt x="103" y="121"/>
                    </a:lnTo>
                    <a:lnTo>
                      <a:pt x="103" y="121"/>
                    </a:lnTo>
                    <a:lnTo>
                      <a:pt x="100" y="117"/>
                    </a:lnTo>
                    <a:lnTo>
                      <a:pt x="94" y="116"/>
                    </a:lnTo>
                    <a:lnTo>
                      <a:pt x="89" y="114"/>
                    </a:lnTo>
                    <a:lnTo>
                      <a:pt x="84" y="112"/>
                    </a:lnTo>
                    <a:lnTo>
                      <a:pt x="33" y="112"/>
                    </a:lnTo>
                    <a:lnTo>
                      <a:pt x="33" y="169"/>
                    </a:lnTo>
                    <a:lnTo>
                      <a:pt x="84" y="169"/>
                    </a:lnTo>
                    <a:close/>
                  </a:path>
                </a:pathLst>
              </a:custGeom>
              <a:solidFill>
                <a:srgbClr val="BF2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4" name="Freeform 440"/>
              <p:cNvSpPr>
                <a:spLocks/>
              </p:cNvSpPr>
              <p:nvPr/>
            </p:nvSpPr>
            <p:spPr bwMode="auto">
              <a:xfrm>
                <a:off x="1958975" y="4862513"/>
                <a:ext cx="114300" cy="157163"/>
              </a:xfrm>
              <a:custGeom>
                <a:avLst/>
                <a:gdLst>
                  <a:gd name="T0" fmla="*/ 117 w 144"/>
                  <a:gd name="T1" fmla="*/ 97 h 198"/>
                  <a:gd name="T2" fmla="*/ 117 w 144"/>
                  <a:gd name="T3" fmla="*/ 97 h 198"/>
                  <a:gd name="T4" fmla="*/ 127 w 144"/>
                  <a:gd name="T5" fmla="*/ 104 h 198"/>
                  <a:gd name="T6" fmla="*/ 138 w 144"/>
                  <a:gd name="T7" fmla="*/ 116 h 198"/>
                  <a:gd name="T8" fmla="*/ 138 w 144"/>
                  <a:gd name="T9" fmla="*/ 116 h 198"/>
                  <a:gd name="T10" fmla="*/ 143 w 144"/>
                  <a:gd name="T11" fmla="*/ 128 h 198"/>
                  <a:gd name="T12" fmla="*/ 144 w 144"/>
                  <a:gd name="T13" fmla="*/ 143 h 198"/>
                  <a:gd name="T14" fmla="*/ 144 w 144"/>
                  <a:gd name="T15" fmla="*/ 143 h 198"/>
                  <a:gd name="T16" fmla="*/ 143 w 144"/>
                  <a:gd name="T17" fmla="*/ 154 h 198"/>
                  <a:gd name="T18" fmla="*/ 139 w 144"/>
                  <a:gd name="T19" fmla="*/ 164 h 198"/>
                  <a:gd name="T20" fmla="*/ 134 w 144"/>
                  <a:gd name="T21" fmla="*/ 174 h 198"/>
                  <a:gd name="T22" fmla="*/ 127 w 144"/>
                  <a:gd name="T23" fmla="*/ 183 h 198"/>
                  <a:gd name="T24" fmla="*/ 127 w 144"/>
                  <a:gd name="T25" fmla="*/ 183 h 198"/>
                  <a:gd name="T26" fmla="*/ 117 w 144"/>
                  <a:gd name="T27" fmla="*/ 190 h 198"/>
                  <a:gd name="T28" fmla="*/ 108 w 144"/>
                  <a:gd name="T29" fmla="*/ 195 h 198"/>
                  <a:gd name="T30" fmla="*/ 96 w 144"/>
                  <a:gd name="T31" fmla="*/ 198 h 198"/>
                  <a:gd name="T32" fmla="*/ 84 w 144"/>
                  <a:gd name="T33" fmla="*/ 198 h 198"/>
                  <a:gd name="T34" fmla="*/ 0 w 144"/>
                  <a:gd name="T35" fmla="*/ 198 h 198"/>
                  <a:gd name="T36" fmla="*/ 0 w 144"/>
                  <a:gd name="T37" fmla="*/ 0 h 198"/>
                  <a:gd name="T38" fmla="*/ 79 w 144"/>
                  <a:gd name="T39" fmla="*/ 0 h 198"/>
                  <a:gd name="T40" fmla="*/ 79 w 144"/>
                  <a:gd name="T41" fmla="*/ 0 h 198"/>
                  <a:gd name="T42" fmla="*/ 89 w 144"/>
                  <a:gd name="T43" fmla="*/ 2 h 198"/>
                  <a:gd name="T44" fmla="*/ 101 w 144"/>
                  <a:gd name="T45" fmla="*/ 4 h 198"/>
                  <a:gd name="T46" fmla="*/ 110 w 144"/>
                  <a:gd name="T47" fmla="*/ 9 h 198"/>
                  <a:gd name="T48" fmla="*/ 120 w 144"/>
                  <a:gd name="T49" fmla="*/ 16 h 198"/>
                  <a:gd name="T50" fmla="*/ 120 w 144"/>
                  <a:gd name="T51" fmla="*/ 16 h 198"/>
                  <a:gd name="T52" fmla="*/ 127 w 144"/>
                  <a:gd name="T53" fmla="*/ 25 h 198"/>
                  <a:gd name="T54" fmla="*/ 132 w 144"/>
                  <a:gd name="T55" fmla="*/ 35 h 198"/>
                  <a:gd name="T56" fmla="*/ 136 w 144"/>
                  <a:gd name="T57" fmla="*/ 45 h 198"/>
                  <a:gd name="T58" fmla="*/ 136 w 144"/>
                  <a:gd name="T59" fmla="*/ 55 h 198"/>
                  <a:gd name="T60" fmla="*/ 136 w 144"/>
                  <a:gd name="T61" fmla="*/ 55 h 198"/>
                  <a:gd name="T62" fmla="*/ 136 w 144"/>
                  <a:gd name="T63" fmla="*/ 68 h 198"/>
                  <a:gd name="T64" fmla="*/ 131 w 144"/>
                  <a:gd name="T65" fmla="*/ 78 h 198"/>
                  <a:gd name="T66" fmla="*/ 125 w 144"/>
                  <a:gd name="T67" fmla="*/ 88 h 198"/>
                  <a:gd name="T68" fmla="*/ 117 w 144"/>
                  <a:gd name="T69" fmla="*/ 97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98">
                    <a:moveTo>
                      <a:pt x="117" y="97"/>
                    </a:moveTo>
                    <a:lnTo>
                      <a:pt x="117" y="97"/>
                    </a:lnTo>
                    <a:lnTo>
                      <a:pt x="127" y="104"/>
                    </a:lnTo>
                    <a:lnTo>
                      <a:pt x="138" y="116"/>
                    </a:lnTo>
                    <a:lnTo>
                      <a:pt x="138" y="116"/>
                    </a:lnTo>
                    <a:lnTo>
                      <a:pt x="143" y="128"/>
                    </a:lnTo>
                    <a:lnTo>
                      <a:pt x="144" y="143"/>
                    </a:lnTo>
                    <a:lnTo>
                      <a:pt x="144" y="143"/>
                    </a:lnTo>
                    <a:lnTo>
                      <a:pt x="143" y="154"/>
                    </a:lnTo>
                    <a:lnTo>
                      <a:pt x="139" y="164"/>
                    </a:lnTo>
                    <a:lnTo>
                      <a:pt x="134" y="174"/>
                    </a:lnTo>
                    <a:lnTo>
                      <a:pt x="127" y="183"/>
                    </a:lnTo>
                    <a:lnTo>
                      <a:pt x="127" y="183"/>
                    </a:lnTo>
                    <a:lnTo>
                      <a:pt x="117" y="190"/>
                    </a:lnTo>
                    <a:lnTo>
                      <a:pt x="108" y="195"/>
                    </a:lnTo>
                    <a:lnTo>
                      <a:pt x="96" y="198"/>
                    </a:lnTo>
                    <a:lnTo>
                      <a:pt x="84" y="198"/>
                    </a:lnTo>
                    <a:lnTo>
                      <a:pt x="0" y="198"/>
                    </a:lnTo>
                    <a:lnTo>
                      <a:pt x="0" y="0"/>
                    </a:lnTo>
                    <a:lnTo>
                      <a:pt x="79" y="0"/>
                    </a:lnTo>
                    <a:lnTo>
                      <a:pt x="79" y="0"/>
                    </a:lnTo>
                    <a:lnTo>
                      <a:pt x="89" y="2"/>
                    </a:lnTo>
                    <a:lnTo>
                      <a:pt x="101" y="4"/>
                    </a:lnTo>
                    <a:lnTo>
                      <a:pt x="110" y="9"/>
                    </a:lnTo>
                    <a:lnTo>
                      <a:pt x="120" y="16"/>
                    </a:lnTo>
                    <a:lnTo>
                      <a:pt x="120" y="16"/>
                    </a:lnTo>
                    <a:lnTo>
                      <a:pt x="127" y="25"/>
                    </a:lnTo>
                    <a:lnTo>
                      <a:pt x="132" y="35"/>
                    </a:lnTo>
                    <a:lnTo>
                      <a:pt x="136" y="45"/>
                    </a:lnTo>
                    <a:lnTo>
                      <a:pt x="136" y="55"/>
                    </a:lnTo>
                    <a:lnTo>
                      <a:pt x="136" y="55"/>
                    </a:lnTo>
                    <a:lnTo>
                      <a:pt x="136" y="68"/>
                    </a:lnTo>
                    <a:lnTo>
                      <a:pt x="131" y="78"/>
                    </a:lnTo>
                    <a:lnTo>
                      <a:pt x="125" y="88"/>
                    </a:lnTo>
                    <a:lnTo>
                      <a:pt x="117" y="9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5" name="Freeform 441"/>
              <p:cNvSpPr>
                <a:spLocks/>
              </p:cNvSpPr>
              <p:nvPr/>
            </p:nvSpPr>
            <p:spPr bwMode="auto">
              <a:xfrm>
                <a:off x="1984375" y="4886325"/>
                <a:ext cx="57150" cy="41275"/>
              </a:xfrm>
              <a:custGeom>
                <a:avLst/>
                <a:gdLst>
                  <a:gd name="T0" fmla="*/ 46 w 70"/>
                  <a:gd name="T1" fmla="*/ 0 h 52"/>
                  <a:gd name="T2" fmla="*/ 0 w 70"/>
                  <a:gd name="T3" fmla="*/ 0 h 52"/>
                  <a:gd name="T4" fmla="*/ 0 w 70"/>
                  <a:gd name="T5" fmla="*/ 52 h 52"/>
                  <a:gd name="T6" fmla="*/ 46 w 70"/>
                  <a:gd name="T7" fmla="*/ 52 h 52"/>
                  <a:gd name="T8" fmla="*/ 46 w 70"/>
                  <a:gd name="T9" fmla="*/ 52 h 52"/>
                  <a:gd name="T10" fmla="*/ 55 w 70"/>
                  <a:gd name="T11" fmla="*/ 50 h 52"/>
                  <a:gd name="T12" fmla="*/ 63 w 70"/>
                  <a:gd name="T13" fmla="*/ 45 h 52"/>
                  <a:gd name="T14" fmla="*/ 63 w 70"/>
                  <a:gd name="T15" fmla="*/ 45 h 52"/>
                  <a:gd name="T16" fmla="*/ 68 w 70"/>
                  <a:gd name="T17" fmla="*/ 37 h 52"/>
                  <a:gd name="T18" fmla="*/ 70 w 70"/>
                  <a:gd name="T19" fmla="*/ 26 h 52"/>
                  <a:gd name="T20" fmla="*/ 70 w 70"/>
                  <a:gd name="T21" fmla="*/ 26 h 52"/>
                  <a:gd name="T22" fmla="*/ 68 w 70"/>
                  <a:gd name="T23" fmla="*/ 16 h 52"/>
                  <a:gd name="T24" fmla="*/ 63 w 70"/>
                  <a:gd name="T25" fmla="*/ 7 h 52"/>
                  <a:gd name="T26" fmla="*/ 63 w 70"/>
                  <a:gd name="T27" fmla="*/ 7 h 52"/>
                  <a:gd name="T28" fmla="*/ 55 w 70"/>
                  <a:gd name="T29" fmla="*/ 2 h 52"/>
                  <a:gd name="T30" fmla="*/ 46 w 70"/>
                  <a:gd name="T3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0" h="52">
                    <a:moveTo>
                      <a:pt x="46" y="0"/>
                    </a:moveTo>
                    <a:lnTo>
                      <a:pt x="0" y="0"/>
                    </a:lnTo>
                    <a:lnTo>
                      <a:pt x="0" y="52"/>
                    </a:lnTo>
                    <a:lnTo>
                      <a:pt x="46" y="52"/>
                    </a:lnTo>
                    <a:lnTo>
                      <a:pt x="46" y="52"/>
                    </a:lnTo>
                    <a:lnTo>
                      <a:pt x="55" y="50"/>
                    </a:lnTo>
                    <a:lnTo>
                      <a:pt x="63" y="45"/>
                    </a:lnTo>
                    <a:lnTo>
                      <a:pt x="63" y="45"/>
                    </a:lnTo>
                    <a:lnTo>
                      <a:pt x="68" y="37"/>
                    </a:lnTo>
                    <a:lnTo>
                      <a:pt x="70" y="26"/>
                    </a:lnTo>
                    <a:lnTo>
                      <a:pt x="70" y="26"/>
                    </a:lnTo>
                    <a:lnTo>
                      <a:pt x="68" y="16"/>
                    </a:lnTo>
                    <a:lnTo>
                      <a:pt x="63" y="7"/>
                    </a:lnTo>
                    <a:lnTo>
                      <a:pt x="63" y="7"/>
                    </a:lnTo>
                    <a:lnTo>
                      <a:pt x="55" y="2"/>
                    </a:lnTo>
                    <a:lnTo>
                      <a:pt x="4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6" name="Freeform 442"/>
              <p:cNvSpPr>
                <a:spLocks/>
              </p:cNvSpPr>
              <p:nvPr/>
            </p:nvSpPr>
            <p:spPr bwMode="auto">
              <a:xfrm>
                <a:off x="1984375" y="4951413"/>
                <a:ext cx="63500" cy="44450"/>
              </a:xfrm>
              <a:custGeom>
                <a:avLst/>
                <a:gdLst>
                  <a:gd name="T0" fmla="*/ 51 w 79"/>
                  <a:gd name="T1" fmla="*/ 57 h 57"/>
                  <a:gd name="T2" fmla="*/ 51 w 79"/>
                  <a:gd name="T3" fmla="*/ 57 h 57"/>
                  <a:gd name="T4" fmla="*/ 56 w 79"/>
                  <a:gd name="T5" fmla="*/ 55 h 57"/>
                  <a:gd name="T6" fmla="*/ 61 w 79"/>
                  <a:gd name="T7" fmla="*/ 54 h 57"/>
                  <a:gd name="T8" fmla="*/ 67 w 79"/>
                  <a:gd name="T9" fmla="*/ 52 h 57"/>
                  <a:gd name="T10" fmla="*/ 70 w 79"/>
                  <a:gd name="T11" fmla="*/ 48 h 57"/>
                  <a:gd name="T12" fmla="*/ 70 w 79"/>
                  <a:gd name="T13" fmla="*/ 48 h 57"/>
                  <a:gd name="T14" fmla="*/ 74 w 79"/>
                  <a:gd name="T15" fmla="*/ 43 h 57"/>
                  <a:gd name="T16" fmla="*/ 77 w 79"/>
                  <a:gd name="T17" fmla="*/ 40 h 57"/>
                  <a:gd name="T18" fmla="*/ 79 w 79"/>
                  <a:gd name="T19" fmla="*/ 35 h 57"/>
                  <a:gd name="T20" fmla="*/ 79 w 79"/>
                  <a:gd name="T21" fmla="*/ 30 h 57"/>
                  <a:gd name="T22" fmla="*/ 79 w 79"/>
                  <a:gd name="T23" fmla="*/ 30 h 57"/>
                  <a:gd name="T24" fmla="*/ 79 w 79"/>
                  <a:gd name="T25" fmla="*/ 23 h 57"/>
                  <a:gd name="T26" fmla="*/ 77 w 79"/>
                  <a:gd name="T27" fmla="*/ 17 h 57"/>
                  <a:gd name="T28" fmla="*/ 74 w 79"/>
                  <a:gd name="T29" fmla="*/ 14 h 57"/>
                  <a:gd name="T30" fmla="*/ 70 w 79"/>
                  <a:gd name="T31" fmla="*/ 9 h 57"/>
                  <a:gd name="T32" fmla="*/ 70 w 79"/>
                  <a:gd name="T33" fmla="*/ 9 h 57"/>
                  <a:gd name="T34" fmla="*/ 67 w 79"/>
                  <a:gd name="T35" fmla="*/ 5 h 57"/>
                  <a:gd name="T36" fmla="*/ 61 w 79"/>
                  <a:gd name="T37" fmla="*/ 4 h 57"/>
                  <a:gd name="T38" fmla="*/ 56 w 79"/>
                  <a:gd name="T39" fmla="*/ 2 h 57"/>
                  <a:gd name="T40" fmla="*/ 51 w 79"/>
                  <a:gd name="T41" fmla="*/ 0 h 57"/>
                  <a:gd name="T42" fmla="*/ 0 w 79"/>
                  <a:gd name="T43" fmla="*/ 0 h 57"/>
                  <a:gd name="T44" fmla="*/ 0 w 79"/>
                  <a:gd name="T45" fmla="*/ 57 h 57"/>
                  <a:gd name="T46" fmla="*/ 51 w 79"/>
                  <a:gd name="T4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 h="57">
                    <a:moveTo>
                      <a:pt x="51" y="57"/>
                    </a:moveTo>
                    <a:lnTo>
                      <a:pt x="51" y="57"/>
                    </a:lnTo>
                    <a:lnTo>
                      <a:pt x="56" y="55"/>
                    </a:lnTo>
                    <a:lnTo>
                      <a:pt x="61" y="54"/>
                    </a:lnTo>
                    <a:lnTo>
                      <a:pt x="67" y="52"/>
                    </a:lnTo>
                    <a:lnTo>
                      <a:pt x="70" y="48"/>
                    </a:lnTo>
                    <a:lnTo>
                      <a:pt x="70" y="48"/>
                    </a:lnTo>
                    <a:lnTo>
                      <a:pt x="74" y="43"/>
                    </a:lnTo>
                    <a:lnTo>
                      <a:pt x="77" y="40"/>
                    </a:lnTo>
                    <a:lnTo>
                      <a:pt x="79" y="35"/>
                    </a:lnTo>
                    <a:lnTo>
                      <a:pt x="79" y="30"/>
                    </a:lnTo>
                    <a:lnTo>
                      <a:pt x="79" y="30"/>
                    </a:lnTo>
                    <a:lnTo>
                      <a:pt x="79" y="23"/>
                    </a:lnTo>
                    <a:lnTo>
                      <a:pt x="77" y="17"/>
                    </a:lnTo>
                    <a:lnTo>
                      <a:pt x="74" y="14"/>
                    </a:lnTo>
                    <a:lnTo>
                      <a:pt x="70" y="9"/>
                    </a:lnTo>
                    <a:lnTo>
                      <a:pt x="70" y="9"/>
                    </a:lnTo>
                    <a:lnTo>
                      <a:pt x="67" y="5"/>
                    </a:lnTo>
                    <a:lnTo>
                      <a:pt x="61" y="4"/>
                    </a:lnTo>
                    <a:lnTo>
                      <a:pt x="56" y="2"/>
                    </a:lnTo>
                    <a:lnTo>
                      <a:pt x="51" y="0"/>
                    </a:lnTo>
                    <a:lnTo>
                      <a:pt x="0" y="0"/>
                    </a:lnTo>
                    <a:lnTo>
                      <a:pt x="0" y="57"/>
                    </a:lnTo>
                    <a:lnTo>
                      <a:pt x="51" y="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27" name="Freeform 443"/>
              <p:cNvSpPr>
                <a:spLocks/>
              </p:cNvSpPr>
              <p:nvPr/>
            </p:nvSpPr>
            <p:spPr bwMode="auto">
              <a:xfrm>
                <a:off x="2082800" y="4862513"/>
                <a:ext cx="52388" cy="157163"/>
              </a:xfrm>
              <a:custGeom>
                <a:avLst/>
                <a:gdLst>
                  <a:gd name="T0" fmla="*/ 66 w 66"/>
                  <a:gd name="T1" fmla="*/ 23 h 198"/>
                  <a:gd name="T2" fmla="*/ 66 w 66"/>
                  <a:gd name="T3" fmla="*/ 0 h 198"/>
                  <a:gd name="T4" fmla="*/ 0 w 66"/>
                  <a:gd name="T5" fmla="*/ 0 h 198"/>
                  <a:gd name="T6" fmla="*/ 0 w 66"/>
                  <a:gd name="T7" fmla="*/ 23 h 198"/>
                  <a:gd name="T8" fmla="*/ 16 w 66"/>
                  <a:gd name="T9" fmla="*/ 23 h 198"/>
                  <a:gd name="T10" fmla="*/ 16 w 66"/>
                  <a:gd name="T11" fmla="*/ 176 h 198"/>
                  <a:gd name="T12" fmla="*/ 0 w 66"/>
                  <a:gd name="T13" fmla="*/ 176 h 198"/>
                  <a:gd name="T14" fmla="*/ 0 w 66"/>
                  <a:gd name="T15" fmla="*/ 198 h 198"/>
                  <a:gd name="T16" fmla="*/ 66 w 66"/>
                  <a:gd name="T17" fmla="*/ 198 h 198"/>
                  <a:gd name="T18" fmla="*/ 66 w 66"/>
                  <a:gd name="T19" fmla="*/ 176 h 198"/>
                  <a:gd name="T20" fmla="*/ 49 w 66"/>
                  <a:gd name="T21" fmla="*/ 176 h 198"/>
                  <a:gd name="T22" fmla="*/ 49 w 66"/>
                  <a:gd name="T23" fmla="*/ 23 h 198"/>
                  <a:gd name="T24" fmla="*/ 66 w 66"/>
                  <a:gd name="T25" fmla="*/ 2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198">
                    <a:moveTo>
                      <a:pt x="66" y="23"/>
                    </a:moveTo>
                    <a:lnTo>
                      <a:pt x="66" y="0"/>
                    </a:lnTo>
                    <a:lnTo>
                      <a:pt x="0" y="0"/>
                    </a:lnTo>
                    <a:lnTo>
                      <a:pt x="0" y="23"/>
                    </a:lnTo>
                    <a:lnTo>
                      <a:pt x="16" y="23"/>
                    </a:lnTo>
                    <a:lnTo>
                      <a:pt x="16" y="176"/>
                    </a:lnTo>
                    <a:lnTo>
                      <a:pt x="0" y="176"/>
                    </a:lnTo>
                    <a:lnTo>
                      <a:pt x="0" y="198"/>
                    </a:lnTo>
                    <a:lnTo>
                      <a:pt x="66" y="198"/>
                    </a:lnTo>
                    <a:lnTo>
                      <a:pt x="66" y="176"/>
                    </a:lnTo>
                    <a:lnTo>
                      <a:pt x="49" y="176"/>
                    </a:lnTo>
                    <a:lnTo>
                      <a:pt x="49" y="23"/>
                    </a:lnTo>
                    <a:lnTo>
                      <a:pt x="66" y="23"/>
                    </a:lnTo>
                    <a:close/>
                  </a:path>
                </a:pathLst>
              </a:custGeom>
              <a:solidFill>
                <a:srgbClr val="BF2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nvGrpSpPr>
            <p:cNvPr id="870" name="Group 869"/>
            <p:cNvGrpSpPr/>
            <p:nvPr/>
          </p:nvGrpSpPr>
          <p:grpSpPr>
            <a:xfrm>
              <a:off x="3610927" y="4879975"/>
              <a:ext cx="498475" cy="158750"/>
              <a:chOff x="6556375" y="4862513"/>
              <a:chExt cx="498475" cy="158750"/>
            </a:xfrm>
          </p:grpSpPr>
          <p:sp>
            <p:nvSpPr>
              <p:cNvPr id="911" name="Freeform 444"/>
              <p:cNvSpPr>
                <a:spLocks/>
              </p:cNvSpPr>
              <p:nvPr/>
            </p:nvSpPr>
            <p:spPr bwMode="auto">
              <a:xfrm>
                <a:off x="6556375" y="4862513"/>
                <a:ext cx="119063" cy="157163"/>
              </a:xfrm>
              <a:custGeom>
                <a:avLst/>
                <a:gdLst>
                  <a:gd name="T0" fmla="*/ 86 w 149"/>
                  <a:gd name="T1" fmla="*/ 25 h 198"/>
                  <a:gd name="T2" fmla="*/ 86 w 149"/>
                  <a:gd name="T3" fmla="*/ 198 h 198"/>
                  <a:gd name="T4" fmla="*/ 63 w 149"/>
                  <a:gd name="T5" fmla="*/ 198 h 198"/>
                  <a:gd name="T6" fmla="*/ 63 w 149"/>
                  <a:gd name="T7" fmla="*/ 25 h 198"/>
                  <a:gd name="T8" fmla="*/ 0 w 149"/>
                  <a:gd name="T9" fmla="*/ 25 h 198"/>
                  <a:gd name="T10" fmla="*/ 0 w 149"/>
                  <a:gd name="T11" fmla="*/ 0 h 198"/>
                  <a:gd name="T12" fmla="*/ 149 w 149"/>
                  <a:gd name="T13" fmla="*/ 0 h 198"/>
                  <a:gd name="T14" fmla="*/ 149 w 149"/>
                  <a:gd name="T15" fmla="*/ 25 h 198"/>
                  <a:gd name="T16" fmla="*/ 86 w 149"/>
                  <a:gd name="T17" fmla="*/ 25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98">
                    <a:moveTo>
                      <a:pt x="86" y="25"/>
                    </a:moveTo>
                    <a:lnTo>
                      <a:pt x="86" y="198"/>
                    </a:lnTo>
                    <a:lnTo>
                      <a:pt x="63" y="198"/>
                    </a:lnTo>
                    <a:lnTo>
                      <a:pt x="63" y="25"/>
                    </a:lnTo>
                    <a:lnTo>
                      <a:pt x="0" y="25"/>
                    </a:lnTo>
                    <a:lnTo>
                      <a:pt x="0" y="0"/>
                    </a:lnTo>
                    <a:lnTo>
                      <a:pt x="149" y="0"/>
                    </a:lnTo>
                    <a:lnTo>
                      <a:pt x="149" y="25"/>
                    </a:lnTo>
                    <a:lnTo>
                      <a:pt x="86"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2" name="Freeform 445"/>
              <p:cNvSpPr>
                <a:spLocks/>
              </p:cNvSpPr>
              <p:nvPr/>
            </p:nvSpPr>
            <p:spPr bwMode="auto">
              <a:xfrm>
                <a:off x="6664325" y="4902200"/>
                <a:ext cx="53975" cy="117475"/>
              </a:xfrm>
              <a:custGeom>
                <a:avLst/>
                <a:gdLst>
                  <a:gd name="T0" fmla="*/ 56 w 68"/>
                  <a:gd name="T1" fmla="*/ 23 h 148"/>
                  <a:gd name="T2" fmla="*/ 56 w 68"/>
                  <a:gd name="T3" fmla="*/ 23 h 148"/>
                  <a:gd name="T4" fmla="*/ 42 w 68"/>
                  <a:gd name="T5" fmla="*/ 24 h 148"/>
                  <a:gd name="T6" fmla="*/ 42 w 68"/>
                  <a:gd name="T7" fmla="*/ 24 h 148"/>
                  <a:gd name="T8" fmla="*/ 37 w 68"/>
                  <a:gd name="T9" fmla="*/ 26 h 148"/>
                  <a:gd name="T10" fmla="*/ 31 w 68"/>
                  <a:gd name="T11" fmla="*/ 30 h 148"/>
                  <a:gd name="T12" fmla="*/ 31 w 68"/>
                  <a:gd name="T13" fmla="*/ 30 h 148"/>
                  <a:gd name="T14" fmla="*/ 28 w 68"/>
                  <a:gd name="T15" fmla="*/ 33 h 148"/>
                  <a:gd name="T16" fmla="*/ 25 w 68"/>
                  <a:gd name="T17" fmla="*/ 38 h 148"/>
                  <a:gd name="T18" fmla="*/ 25 w 68"/>
                  <a:gd name="T19" fmla="*/ 38 h 148"/>
                  <a:gd name="T20" fmla="*/ 23 w 68"/>
                  <a:gd name="T21" fmla="*/ 43 h 148"/>
                  <a:gd name="T22" fmla="*/ 23 w 68"/>
                  <a:gd name="T23" fmla="*/ 50 h 148"/>
                  <a:gd name="T24" fmla="*/ 23 w 68"/>
                  <a:gd name="T25" fmla="*/ 148 h 148"/>
                  <a:gd name="T26" fmla="*/ 0 w 68"/>
                  <a:gd name="T27" fmla="*/ 148 h 148"/>
                  <a:gd name="T28" fmla="*/ 0 w 68"/>
                  <a:gd name="T29" fmla="*/ 50 h 148"/>
                  <a:gd name="T30" fmla="*/ 0 w 68"/>
                  <a:gd name="T31" fmla="*/ 50 h 148"/>
                  <a:gd name="T32" fmla="*/ 0 w 68"/>
                  <a:gd name="T33" fmla="*/ 38 h 148"/>
                  <a:gd name="T34" fmla="*/ 6 w 68"/>
                  <a:gd name="T35" fmla="*/ 28 h 148"/>
                  <a:gd name="T36" fmla="*/ 6 w 68"/>
                  <a:gd name="T37" fmla="*/ 28 h 148"/>
                  <a:gd name="T38" fmla="*/ 11 w 68"/>
                  <a:gd name="T39" fmla="*/ 19 h 148"/>
                  <a:gd name="T40" fmla="*/ 18 w 68"/>
                  <a:gd name="T41" fmla="*/ 12 h 148"/>
                  <a:gd name="T42" fmla="*/ 18 w 68"/>
                  <a:gd name="T43" fmla="*/ 12 h 148"/>
                  <a:gd name="T44" fmla="*/ 26 w 68"/>
                  <a:gd name="T45" fmla="*/ 7 h 148"/>
                  <a:gd name="T46" fmla="*/ 35 w 68"/>
                  <a:gd name="T47" fmla="*/ 4 h 148"/>
                  <a:gd name="T48" fmla="*/ 35 w 68"/>
                  <a:gd name="T49" fmla="*/ 4 h 148"/>
                  <a:gd name="T50" fmla="*/ 45 w 68"/>
                  <a:gd name="T51" fmla="*/ 2 h 148"/>
                  <a:gd name="T52" fmla="*/ 54 w 68"/>
                  <a:gd name="T53" fmla="*/ 0 h 148"/>
                  <a:gd name="T54" fmla="*/ 54 w 68"/>
                  <a:gd name="T55" fmla="*/ 0 h 148"/>
                  <a:gd name="T56" fmla="*/ 61 w 68"/>
                  <a:gd name="T57" fmla="*/ 2 h 148"/>
                  <a:gd name="T58" fmla="*/ 61 w 68"/>
                  <a:gd name="T59" fmla="*/ 2 h 148"/>
                  <a:gd name="T60" fmla="*/ 68 w 68"/>
                  <a:gd name="T61" fmla="*/ 2 h 148"/>
                  <a:gd name="T62" fmla="*/ 68 w 68"/>
                  <a:gd name="T63" fmla="*/ 23 h 148"/>
                  <a:gd name="T64" fmla="*/ 68 w 68"/>
                  <a:gd name="T65" fmla="*/ 23 h 148"/>
                  <a:gd name="T66" fmla="*/ 61 w 68"/>
                  <a:gd name="T67" fmla="*/ 23 h 148"/>
                  <a:gd name="T68" fmla="*/ 61 w 68"/>
                  <a:gd name="T69" fmla="*/ 23 h 148"/>
                  <a:gd name="T70" fmla="*/ 56 w 68"/>
                  <a:gd name="T71" fmla="*/ 2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 h="148">
                    <a:moveTo>
                      <a:pt x="56" y="23"/>
                    </a:moveTo>
                    <a:lnTo>
                      <a:pt x="56" y="23"/>
                    </a:lnTo>
                    <a:lnTo>
                      <a:pt x="42" y="24"/>
                    </a:lnTo>
                    <a:lnTo>
                      <a:pt x="42" y="24"/>
                    </a:lnTo>
                    <a:lnTo>
                      <a:pt x="37" y="26"/>
                    </a:lnTo>
                    <a:lnTo>
                      <a:pt x="31" y="30"/>
                    </a:lnTo>
                    <a:lnTo>
                      <a:pt x="31" y="30"/>
                    </a:lnTo>
                    <a:lnTo>
                      <a:pt x="28" y="33"/>
                    </a:lnTo>
                    <a:lnTo>
                      <a:pt x="25" y="38"/>
                    </a:lnTo>
                    <a:lnTo>
                      <a:pt x="25" y="38"/>
                    </a:lnTo>
                    <a:lnTo>
                      <a:pt x="23" y="43"/>
                    </a:lnTo>
                    <a:lnTo>
                      <a:pt x="23" y="50"/>
                    </a:lnTo>
                    <a:lnTo>
                      <a:pt x="23" y="148"/>
                    </a:lnTo>
                    <a:lnTo>
                      <a:pt x="0" y="148"/>
                    </a:lnTo>
                    <a:lnTo>
                      <a:pt x="0" y="50"/>
                    </a:lnTo>
                    <a:lnTo>
                      <a:pt x="0" y="50"/>
                    </a:lnTo>
                    <a:lnTo>
                      <a:pt x="0" y="38"/>
                    </a:lnTo>
                    <a:lnTo>
                      <a:pt x="6" y="28"/>
                    </a:lnTo>
                    <a:lnTo>
                      <a:pt x="6" y="28"/>
                    </a:lnTo>
                    <a:lnTo>
                      <a:pt x="11" y="19"/>
                    </a:lnTo>
                    <a:lnTo>
                      <a:pt x="18" y="12"/>
                    </a:lnTo>
                    <a:lnTo>
                      <a:pt x="18" y="12"/>
                    </a:lnTo>
                    <a:lnTo>
                      <a:pt x="26" y="7"/>
                    </a:lnTo>
                    <a:lnTo>
                      <a:pt x="35" y="4"/>
                    </a:lnTo>
                    <a:lnTo>
                      <a:pt x="35" y="4"/>
                    </a:lnTo>
                    <a:lnTo>
                      <a:pt x="45" y="2"/>
                    </a:lnTo>
                    <a:lnTo>
                      <a:pt x="54" y="0"/>
                    </a:lnTo>
                    <a:lnTo>
                      <a:pt x="54" y="0"/>
                    </a:lnTo>
                    <a:lnTo>
                      <a:pt x="61" y="2"/>
                    </a:lnTo>
                    <a:lnTo>
                      <a:pt x="61" y="2"/>
                    </a:lnTo>
                    <a:lnTo>
                      <a:pt x="68" y="2"/>
                    </a:lnTo>
                    <a:lnTo>
                      <a:pt x="68" y="23"/>
                    </a:lnTo>
                    <a:lnTo>
                      <a:pt x="68" y="23"/>
                    </a:lnTo>
                    <a:lnTo>
                      <a:pt x="61" y="23"/>
                    </a:lnTo>
                    <a:lnTo>
                      <a:pt x="61" y="23"/>
                    </a:lnTo>
                    <a:lnTo>
                      <a:pt x="56"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3" name="Freeform 446"/>
              <p:cNvSpPr>
                <a:spLocks/>
              </p:cNvSpPr>
              <p:nvPr/>
            </p:nvSpPr>
            <p:spPr bwMode="auto">
              <a:xfrm>
                <a:off x="6664325" y="4902200"/>
                <a:ext cx="53975" cy="117475"/>
              </a:xfrm>
              <a:custGeom>
                <a:avLst/>
                <a:gdLst>
                  <a:gd name="T0" fmla="*/ 56 w 68"/>
                  <a:gd name="T1" fmla="*/ 23 h 148"/>
                  <a:gd name="T2" fmla="*/ 56 w 68"/>
                  <a:gd name="T3" fmla="*/ 23 h 148"/>
                  <a:gd name="T4" fmla="*/ 42 w 68"/>
                  <a:gd name="T5" fmla="*/ 24 h 148"/>
                  <a:gd name="T6" fmla="*/ 42 w 68"/>
                  <a:gd name="T7" fmla="*/ 24 h 148"/>
                  <a:gd name="T8" fmla="*/ 37 w 68"/>
                  <a:gd name="T9" fmla="*/ 26 h 148"/>
                  <a:gd name="T10" fmla="*/ 31 w 68"/>
                  <a:gd name="T11" fmla="*/ 30 h 148"/>
                  <a:gd name="T12" fmla="*/ 31 w 68"/>
                  <a:gd name="T13" fmla="*/ 30 h 148"/>
                  <a:gd name="T14" fmla="*/ 28 w 68"/>
                  <a:gd name="T15" fmla="*/ 33 h 148"/>
                  <a:gd name="T16" fmla="*/ 25 w 68"/>
                  <a:gd name="T17" fmla="*/ 38 h 148"/>
                  <a:gd name="T18" fmla="*/ 25 w 68"/>
                  <a:gd name="T19" fmla="*/ 38 h 148"/>
                  <a:gd name="T20" fmla="*/ 23 w 68"/>
                  <a:gd name="T21" fmla="*/ 43 h 148"/>
                  <a:gd name="T22" fmla="*/ 23 w 68"/>
                  <a:gd name="T23" fmla="*/ 50 h 148"/>
                  <a:gd name="T24" fmla="*/ 23 w 68"/>
                  <a:gd name="T25" fmla="*/ 148 h 148"/>
                  <a:gd name="T26" fmla="*/ 0 w 68"/>
                  <a:gd name="T27" fmla="*/ 148 h 148"/>
                  <a:gd name="T28" fmla="*/ 0 w 68"/>
                  <a:gd name="T29" fmla="*/ 50 h 148"/>
                  <a:gd name="T30" fmla="*/ 0 w 68"/>
                  <a:gd name="T31" fmla="*/ 50 h 148"/>
                  <a:gd name="T32" fmla="*/ 0 w 68"/>
                  <a:gd name="T33" fmla="*/ 38 h 148"/>
                  <a:gd name="T34" fmla="*/ 6 w 68"/>
                  <a:gd name="T35" fmla="*/ 28 h 148"/>
                  <a:gd name="T36" fmla="*/ 6 w 68"/>
                  <a:gd name="T37" fmla="*/ 28 h 148"/>
                  <a:gd name="T38" fmla="*/ 11 w 68"/>
                  <a:gd name="T39" fmla="*/ 19 h 148"/>
                  <a:gd name="T40" fmla="*/ 18 w 68"/>
                  <a:gd name="T41" fmla="*/ 12 h 148"/>
                  <a:gd name="T42" fmla="*/ 18 w 68"/>
                  <a:gd name="T43" fmla="*/ 12 h 148"/>
                  <a:gd name="T44" fmla="*/ 26 w 68"/>
                  <a:gd name="T45" fmla="*/ 7 h 148"/>
                  <a:gd name="T46" fmla="*/ 35 w 68"/>
                  <a:gd name="T47" fmla="*/ 4 h 148"/>
                  <a:gd name="T48" fmla="*/ 35 w 68"/>
                  <a:gd name="T49" fmla="*/ 4 h 148"/>
                  <a:gd name="T50" fmla="*/ 45 w 68"/>
                  <a:gd name="T51" fmla="*/ 2 h 148"/>
                  <a:gd name="T52" fmla="*/ 54 w 68"/>
                  <a:gd name="T53" fmla="*/ 0 h 148"/>
                  <a:gd name="T54" fmla="*/ 54 w 68"/>
                  <a:gd name="T55" fmla="*/ 0 h 148"/>
                  <a:gd name="T56" fmla="*/ 61 w 68"/>
                  <a:gd name="T57" fmla="*/ 2 h 148"/>
                  <a:gd name="T58" fmla="*/ 61 w 68"/>
                  <a:gd name="T59" fmla="*/ 2 h 148"/>
                  <a:gd name="T60" fmla="*/ 68 w 68"/>
                  <a:gd name="T61" fmla="*/ 2 h 148"/>
                  <a:gd name="T62" fmla="*/ 68 w 68"/>
                  <a:gd name="T63" fmla="*/ 23 h 148"/>
                  <a:gd name="T64" fmla="*/ 68 w 68"/>
                  <a:gd name="T65" fmla="*/ 23 h 148"/>
                  <a:gd name="T66" fmla="*/ 61 w 68"/>
                  <a:gd name="T67" fmla="*/ 23 h 148"/>
                  <a:gd name="T68" fmla="*/ 61 w 68"/>
                  <a:gd name="T69" fmla="*/ 23 h 148"/>
                  <a:gd name="T70" fmla="*/ 56 w 68"/>
                  <a:gd name="T71" fmla="*/ 2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 h="148">
                    <a:moveTo>
                      <a:pt x="56" y="23"/>
                    </a:moveTo>
                    <a:lnTo>
                      <a:pt x="56" y="23"/>
                    </a:lnTo>
                    <a:lnTo>
                      <a:pt x="42" y="24"/>
                    </a:lnTo>
                    <a:lnTo>
                      <a:pt x="42" y="24"/>
                    </a:lnTo>
                    <a:lnTo>
                      <a:pt x="37" y="26"/>
                    </a:lnTo>
                    <a:lnTo>
                      <a:pt x="31" y="30"/>
                    </a:lnTo>
                    <a:lnTo>
                      <a:pt x="31" y="30"/>
                    </a:lnTo>
                    <a:lnTo>
                      <a:pt x="28" y="33"/>
                    </a:lnTo>
                    <a:lnTo>
                      <a:pt x="25" y="38"/>
                    </a:lnTo>
                    <a:lnTo>
                      <a:pt x="25" y="38"/>
                    </a:lnTo>
                    <a:lnTo>
                      <a:pt x="23" y="43"/>
                    </a:lnTo>
                    <a:lnTo>
                      <a:pt x="23" y="50"/>
                    </a:lnTo>
                    <a:lnTo>
                      <a:pt x="23" y="148"/>
                    </a:lnTo>
                    <a:lnTo>
                      <a:pt x="0" y="148"/>
                    </a:lnTo>
                    <a:lnTo>
                      <a:pt x="0" y="50"/>
                    </a:lnTo>
                    <a:lnTo>
                      <a:pt x="0" y="50"/>
                    </a:lnTo>
                    <a:lnTo>
                      <a:pt x="0" y="38"/>
                    </a:lnTo>
                    <a:lnTo>
                      <a:pt x="6" y="28"/>
                    </a:lnTo>
                    <a:lnTo>
                      <a:pt x="6" y="28"/>
                    </a:lnTo>
                    <a:lnTo>
                      <a:pt x="11" y="19"/>
                    </a:lnTo>
                    <a:lnTo>
                      <a:pt x="18" y="12"/>
                    </a:lnTo>
                    <a:lnTo>
                      <a:pt x="18" y="12"/>
                    </a:lnTo>
                    <a:lnTo>
                      <a:pt x="26" y="7"/>
                    </a:lnTo>
                    <a:lnTo>
                      <a:pt x="35" y="4"/>
                    </a:lnTo>
                    <a:lnTo>
                      <a:pt x="35" y="4"/>
                    </a:lnTo>
                    <a:lnTo>
                      <a:pt x="45" y="2"/>
                    </a:lnTo>
                    <a:lnTo>
                      <a:pt x="54" y="0"/>
                    </a:lnTo>
                    <a:lnTo>
                      <a:pt x="54" y="0"/>
                    </a:lnTo>
                    <a:lnTo>
                      <a:pt x="61" y="2"/>
                    </a:lnTo>
                    <a:lnTo>
                      <a:pt x="61" y="2"/>
                    </a:lnTo>
                    <a:lnTo>
                      <a:pt x="68" y="2"/>
                    </a:lnTo>
                    <a:lnTo>
                      <a:pt x="68" y="23"/>
                    </a:lnTo>
                    <a:lnTo>
                      <a:pt x="68" y="23"/>
                    </a:lnTo>
                    <a:lnTo>
                      <a:pt x="61" y="23"/>
                    </a:lnTo>
                    <a:lnTo>
                      <a:pt x="61" y="23"/>
                    </a:lnTo>
                    <a:lnTo>
                      <a:pt x="56"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4" name="Freeform 447"/>
              <p:cNvSpPr>
                <a:spLocks/>
              </p:cNvSpPr>
              <p:nvPr/>
            </p:nvSpPr>
            <p:spPr bwMode="auto">
              <a:xfrm>
                <a:off x="6734175" y="4903788"/>
                <a:ext cx="87313" cy="117475"/>
              </a:xfrm>
              <a:custGeom>
                <a:avLst/>
                <a:gdLst>
                  <a:gd name="T0" fmla="*/ 54 w 110"/>
                  <a:gd name="T1" fmla="*/ 148 h 148"/>
                  <a:gd name="T2" fmla="*/ 54 w 110"/>
                  <a:gd name="T3" fmla="*/ 148 h 148"/>
                  <a:gd name="T4" fmla="*/ 45 w 110"/>
                  <a:gd name="T5" fmla="*/ 148 h 148"/>
                  <a:gd name="T6" fmla="*/ 35 w 110"/>
                  <a:gd name="T7" fmla="*/ 144 h 148"/>
                  <a:gd name="T8" fmla="*/ 35 w 110"/>
                  <a:gd name="T9" fmla="*/ 144 h 148"/>
                  <a:gd name="T10" fmla="*/ 24 w 110"/>
                  <a:gd name="T11" fmla="*/ 141 h 148"/>
                  <a:gd name="T12" fmla="*/ 17 w 110"/>
                  <a:gd name="T13" fmla="*/ 136 h 148"/>
                  <a:gd name="T14" fmla="*/ 17 w 110"/>
                  <a:gd name="T15" fmla="*/ 136 h 148"/>
                  <a:gd name="T16" fmla="*/ 9 w 110"/>
                  <a:gd name="T17" fmla="*/ 129 h 148"/>
                  <a:gd name="T18" fmla="*/ 4 w 110"/>
                  <a:gd name="T19" fmla="*/ 120 h 148"/>
                  <a:gd name="T20" fmla="*/ 4 w 110"/>
                  <a:gd name="T21" fmla="*/ 120 h 148"/>
                  <a:gd name="T22" fmla="*/ 0 w 110"/>
                  <a:gd name="T23" fmla="*/ 112 h 148"/>
                  <a:gd name="T24" fmla="*/ 0 w 110"/>
                  <a:gd name="T25" fmla="*/ 100 h 148"/>
                  <a:gd name="T26" fmla="*/ 0 w 110"/>
                  <a:gd name="T27" fmla="*/ 0 h 148"/>
                  <a:gd name="T28" fmla="*/ 23 w 110"/>
                  <a:gd name="T29" fmla="*/ 0 h 148"/>
                  <a:gd name="T30" fmla="*/ 23 w 110"/>
                  <a:gd name="T31" fmla="*/ 100 h 148"/>
                  <a:gd name="T32" fmla="*/ 23 w 110"/>
                  <a:gd name="T33" fmla="*/ 100 h 148"/>
                  <a:gd name="T34" fmla="*/ 23 w 110"/>
                  <a:gd name="T35" fmla="*/ 106 h 148"/>
                  <a:gd name="T36" fmla="*/ 24 w 110"/>
                  <a:gd name="T37" fmla="*/ 112 h 148"/>
                  <a:gd name="T38" fmla="*/ 24 w 110"/>
                  <a:gd name="T39" fmla="*/ 112 h 148"/>
                  <a:gd name="T40" fmla="*/ 28 w 110"/>
                  <a:gd name="T41" fmla="*/ 115 h 148"/>
                  <a:gd name="T42" fmla="*/ 33 w 110"/>
                  <a:gd name="T43" fmla="*/ 120 h 148"/>
                  <a:gd name="T44" fmla="*/ 33 w 110"/>
                  <a:gd name="T45" fmla="*/ 120 h 148"/>
                  <a:gd name="T46" fmla="*/ 43 w 110"/>
                  <a:gd name="T47" fmla="*/ 125 h 148"/>
                  <a:gd name="T48" fmla="*/ 43 w 110"/>
                  <a:gd name="T49" fmla="*/ 125 h 148"/>
                  <a:gd name="T50" fmla="*/ 54 w 110"/>
                  <a:gd name="T51" fmla="*/ 127 h 148"/>
                  <a:gd name="T52" fmla="*/ 54 w 110"/>
                  <a:gd name="T53" fmla="*/ 127 h 148"/>
                  <a:gd name="T54" fmla="*/ 73 w 110"/>
                  <a:gd name="T55" fmla="*/ 125 h 148"/>
                  <a:gd name="T56" fmla="*/ 73 w 110"/>
                  <a:gd name="T57" fmla="*/ 125 h 148"/>
                  <a:gd name="T58" fmla="*/ 88 w 110"/>
                  <a:gd name="T59" fmla="*/ 122 h 148"/>
                  <a:gd name="T60" fmla="*/ 88 w 110"/>
                  <a:gd name="T61" fmla="*/ 0 h 148"/>
                  <a:gd name="T62" fmla="*/ 110 w 110"/>
                  <a:gd name="T63" fmla="*/ 0 h 148"/>
                  <a:gd name="T64" fmla="*/ 110 w 110"/>
                  <a:gd name="T65" fmla="*/ 137 h 148"/>
                  <a:gd name="T66" fmla="*/ 110 w 110"/>
                  <a:gd name="T67" fmla="*/ 137 h 148"/>
                  <a:gd name="T68" fmla="*/ 93 w 110"/>
                  <a:gd name="T69" fmla="*/ 143 h 148"/>
                  <a:gd name="T70" fmla="*/ 93 w 110"/>
                  <a:gd name="T71" fmla="*/ 143 h 148"/>
                  <a:gd name="T72" fmla="*/ 78 w 110"/>
                  <a:gd name="T73" fmla="*/ 146 h 148"/>
                  <a:gd name="T74" fmla="*/ 78 w 110"/>
                  <a:gd name="T75" fmla="*/ 146 h 148"/>
                  <a:gd name="T76" fmla="*/ 64 w 110"/>
                  <a:gd name="T77" fmla="*/ 148 h 148"/>
                  <a:gd name="T78" fmla="*/ 64 w 110"/>
                  <a:gd name="T79" fmla="*/ 148 h 148"/>
                  <a:gd name="T80" fmla="*/ 54 w 110"/>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48">
                    <a:moveTo>
                      <a:pt x="54" y="148"/>
                    </a:moveTo>
                    <a:lnTo>
                      <a:pt x="54" y="148"/>
                    </a:lnTo>
                    <a:lnTo>
                      <a:pt x="45" y="148"/>
                    </a:lnTo>
                    <a:lnTo>
                      <a:pt x="35" y="144"/>
                    </a:lnTo>
                    <a:lnTo>
                      <a:pt x="35" y="144"/>
                    </a:lnTo>
                    <a:lnTo>
                      <a:pt x="24" y="141"/>
                    </a:lnTo>
                    <a:lnTo>
                      <a:pt x="17" y="136"/>
                    </a:lnTo>
                    <a:lnTo>
                      <a:pt x="17" y="136"/>
                    </a:lnTo>
                    <a:lnTo>
                      <a:pt x="9" y="129"/>
                    </a:lnTo>
                    <a:lnTo>
                      <a:pt x="4" y="120"/>
                    </a:lnTo>
                    <a:lnTo>
                      <a:pt x="4" y="120"/>
                    </a:lnTo>
                    <a:lnTo>
                      <a:pt x="0" y="112"/>
                    </a:lnTo>
                    <a:lnTo>
                      <a:pt x="0" y="100"/>
                    </a:lnTo>
                    <a:lnTo>
                      <a:pt x="0" y="0"/>
                    </a:lnTo>
                    <a:lnTo>
                      <a:pt x="23" y="0"/>
                    </a:lnTo>
                    <a:lnTo>
                      <a:pt x="23" y="100"/>
                    </a:lnTo>
                    <a:lnTo>
                      <a:pt x="23" y="100"/>
                    </a:lnTo>
                    <a:lnTo>
                      <a:pt x="23" y="106"/>
                    </a:lnTo>
                    <a:lnTo>
                      <a:pt x="24" y="112"/>
                    </a:lnTo>
                    <a:lnTo>
                      <a:pt x="24" y="112"/>
                    </a:lnTo>
                    <a:lnTo>
                      <a:pt x="28" y="115"/>
                    </a:lnTo>
                    <a:lnTo>
                      <a:pt x="33" y="120"/>
                    </a:lnTo>
                    <a:lnTo>
                      <a:pt x="33" y="120"/>
                    </a:lnTo>
                    <a:lnTo>
                      <a:pt x="43" y="125"/>
                    </a:lnTo>
                    <a:lnTo>
                      <a:pt x="43" y="125"/>
                    </a:lnTo>
                    <a:lnTo>
                      <a:pt x="54" y="127"/>
                    </a:lnTo>
                    <a:lnTo>
                      <a:pt x="54" y="127"/>
                    </a:lnTo>
                    <a:lnTo>
                      <a:pt x="73" y="125"/>
                    </a:lnTo>
                    <a:lnTo>
                      <a:pt x="73" y="125"/>
                    </a:lnTo>
                    <a:lnTo>
                      <a:pt x="88" y="122"/>
                    </a:lnTo>
                    <a:lnTo>
                      <a:pt x="88" y="0"/>
                    </a:lnTo>
                    <a:lnTo>
                      <a:pt x="110" y="0"/>
                    </a:lnTo>
                    <a:lnTo>
                      <a:pt x="110" y="137"/>
                    </a:lnTo>
                    <a:lnTo>
                      <a:pt x="110" y="137"/>
                    </a:lnTo>
                    <a:lnTo>
                      <a:pt x="93" y="143"/>
                    </a:lnTo>
                    <a:lnTo>
                      <a:pt x="93" y="143"/>
                    </a:lnTo>
                    <a:lnTo>
                      <a:pt x="78" y="146"/>
                    </a:lnTo>
                    <a:lnTo>
                      <a:pt x="78" y="146"/>
                    </a:lnTo>
                    <a:lnTo>
                      <a:pt x="64" y="148"/>
                    </a:lnTo>
                    <a:lnTo>
                      <a:pt x="64" y="148"/>
                    </a:lnTo>
                    <a:lnTo>
                      <a:pt x="54" y="1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5" name="Freeform 448"/>
              <p:cNvSpPr>
                <a:spLocks/>
              </p:cNvSpPr>
              <p:nvPr/>
            </p:nvSpPr>
            <p:spPr bwMode="auto">
              <a:xfrm>
                <a:off x="6734175" y="4903788"/>
                <a:ext cx="87313" cy="117475"/>
              </a:xfrm>
              <a:custGeom>
                <a:avLst/>
                <a:gdLst>
                  <a:gd name="T0" fmla="*/ 54 w 110"/>
                  <a:gd name="T1" fmla="*/ 148 h 148"/>
                  <a:gd name="T2" fmla="*/ 54 w 110"/>
                  <a:gd name="T3" fmla="*/ 148 h 148"/>
                  <a:gd name="T4" fmla="*/ 45 w 110"/>
                  <a:gd name="T5" fmla="*/ 148 h 148"/>
                  <a:gd name="T6" fmla="*/ 35 w 110"/>
                  <a:gd name="T7" fmla="*/ 144 h 148"/>
                  <a:gd name="T8" fmla="*/ 35 w 110"/>
                  <a:gd name="T9" fmla="*/ 144 h 148"/>
                  <a:gd name="T10" fmla="*/ 24 w 110"/>
                  <a:gd name="T11" fmla="*/ 141 h 148"/>
                  <a:gd name="T12" fmla="*/ 17 w 110"/>
                  <a:gd name="T13" fmla="*/ 136 h 148"/>
                  <a:gd name="T14" fmla="*/ 17 w 110"/>
                  <a:gd name="T15" fmla="*/ 136 h 148"/>
                  <a:gd name="T16" fmla="*/ 9 w 110"/>
                  <a:gd name="T17" fmla="*/ 129 h 148"/>
                  <a:gd name="T18" fmla="*/ 4 w 110"/>
                  <a:gd name="T19" fmla="*/ 120 h 148"/>
                  <a:gd name="T20" fmla="*/ 4 w 110"/>
                  <a:gd name="T21" fmla="*/ 120 h 148"/>
                  <a:gd name="T22" fmla="*/ 0 w 110"/>
                  <a:gd name="T23" fmla="*/ 112 h 148"/>
                  <a:gd name="T24" fmla="*/ 0 w 110"/>
                  <a:gd name="T25" fmla="*/ 100 h 148"/>
                  <a:gd name="T26" fmla="*/ 0 w 110"/>
                  <a:gd name="T27" fmla="*/ 0 h 148"/>
                  <a:gd name="T28" fmla="*/ 23 w 110"/>
                  <a:gd name="T29" fmla="*/ 0 h 148"/>
                  <a:gd name="T30" fmla="*/ 23 w 110"/>
                  <a:gd name="T31" fmla="*/ 100 h 148"/>
                  <a:gd name="T32" fmla="*/ 23 w 110"/>
                  <a:gd name="T33" fmla="*/ 100 h 148"/>
                  <a:gd name="T34" fmla="*/ 23 w 110"/>
                  <a:gd name="T35" fmla="*/ 106 h 148"/>
                  <a:gd name="T36" fmla="*/ 24 w 110"/>
                  <a:gd name="T37" fmla="*/ 112 h 148"/>
                  <a:gd name="T38" fmla="*/ 24 w 110"/>
                  <a:gd name="T39" fmla="*/ 112 h 148"/>
                  <a:gd name="T40" fmla="*/ 28 w 110"/>
                  <a:gd name="T41" fmla="*/ 115 h 148"/>
                  <a:gd name="T42" fmla="*/ 33 w 110"/>
                  <a:gd name="T43" fmla="*/ 120 h 148"/>
                  <a:gd name="T44" fmla="*/ 33 w 110"/>
                  <a:gd name="T45" fmla="*/ 120 h 148"/>
                  <a:gd name="T46" fmla="*/ 43 w 110"/>
                  <a:gd name="T47" fmla="*/ 125 h 148"/>
                  <a:gd name="T48" fmla="*/ 43 w 110"/>
                  <a:gd name="T49" fmla="*/ 125 h 148"/>
                  <a:gd name="T50" fmla="*/ 54 w 110"/>
                  <a:gd name="T51" fmla="*/ 127 h 148"/>
                  <a:gd name="T52" fmla="*/ 54 w 110"/>
                  <a:gd name="T53" fmla="*/ 127 h 148"/>
                  <a:gd name="T54" fmla="*/ 73 w 110"/>
                  <a:gd name="T55" fmla="*/ 125 h 148"/>
                  <a:gd name="T56" fmla="*/ 73 w 110"/>
                  <a:gd name="T57" fmla="*/ 125 h 148"/>
                  <a:gd name="T58" fmla="*/ 88 w 110"/>
                  <a:gd name="T59" fmla="*/ 122 h 148"/>
                  <a:gd name="T60" fmla="*/ 88 w 110"/>
                  <a:gd name="T61" fmla="*/ 0 h 148"/>
                  <a:gd name="T62" fmla="*/ 110 w 110"/>
                  <a:gd name="T63" fmla="*/ 0 h 148"/>
                  <a:gd name="T64" fmla="*/ 110 w 110"/>
                  <a:gd name="T65" fmla="*/ 137 h 148"/>
                  <a:gd name="T66" fmla="*/ 110 w 110"/>
                  <a:gd name="T67" fmla="*/ 137 h 148"/>
                  <a:gd name="T68" fmla="*/ 93 w 110"/>
                  <a:gd name="T69" fmla="*/ 143 h 148"/>
                  <a:gd name="T70" fmla="*/ 93 w 110"/>
                  <a:gd name="T71" fmla="*/ 143 h 148"/>
                  <a:gd name="T72" fmla="*/ 78 w 110"/>
                  <a:gd name="T73" fmla="*/ 146 h 148"/>
                  <a:gd name="T74" fmla="*/ 78 w 110"/>
                  <a:gd name="T75" fmla="*/ 146 h 148"/>
                  <a:gd name="T76" fmla="*/ 64 w 110"/>
                  <a:gd name="T77" fmla="*/ 148 h 148"/>
                  <a:gd name="T78" fmla="*/ 64 w 110"/>
                  <a:gd name="T79" fmla="*/ 148 h 148"/>
                  <a:gd name="T80" fmla="*/ 54 w 110"/>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48">
                    <a:moveTo>
                      <a:pt x="54" y="148"/>
                    </a:moveTo>
                    <a:lnTo>
                      <a:pt x="54" y="148"/>
                    </a:lnTo>
                    <a:lnTo>
                      <a:pt x="45" y="148"/>
                    </a:lnTo>
                    <a:lnTo>
                      <a:pt x="35" y="144"/>
                    </a:lnTo>
                    <a:lnTo>
                      <a:pt x="35" y="144"/>
                    </a:lnTo>
                    <a:lnTo>
                      <a:pt x="24" y="141"/>
                    </a:lnTo>
                    <a:lnTo>
                      <a:pt x="17" y="136"/>
                    </a:lnTo>
                    <a:lnTo>
                      <a:pt x="17" y="136"/>
                    </a:lnTo>
                    <a:lnTo>
                      <a:pt x="9" y="129"/>
                    </a:lnTo>
                    <a:lnTo>
                      <a:pt x="4" y="120"/>
                    </a:lnTo>
                    <a:lnTo>
                      <a:pt x="4" y="120"/>
                    </a:lnTo>
                    <a:lnTo>
                      <a:pt x="0" y="112"/>
                    </a:lnTo>
                    <a:lnTo>
                      <a:pt x="0" y="100"/>
                    </a:lnTo>
                    <a:lnTo>
                      <a:pt x="0" y="0"/>
                    </a:lnTo>
                    <a:lnTo>
                      <a:pt x="23" y="0"/>
                    </a:lnTo>
                    <a:lnTo>
                      <a:pt x="23" y="100"/>
                    </a:lnTo>
                    <a:lnTo>
                      <a:pt x="23" y="100"/>
                    </a:lnTo>
                    <a:lnTo>
                      <a:pt x="23" y="106"/>
                    </a:lnTo>
                    <a:lnTo>
                      <a:pt x="24" y="112"/>
                    </a:lnTo>
                    <a:lnTo>
                      <a:pt x="24" y="112"/>
                    </a:lnTo>
                    <a:lnTo>
                      <a:pt x="28" y="115"/>
                    </a:lnTo>
                    <a:lnTo>
                      <a:pt x="33" y="120"/>
                    </a:lnTo>
                    <a:lnTo>
                      <a:pt x="33" y="120"/>
                    </a:lnTo>
                    <a:lnTo>
                      <a:pt x="43" y="125"/>
                    </a:lnTo>
                    <a:lnTo>
                      <a:pt x="43" y="125"/>
                    </a:lnTo>
                    <a:lnTo>
                      <a:pt x="54" y="127"/>
                    </a:lnTo>
                    <a:lnTo>
                      <a:pt x="54" y="127"/>
                    </a:lnTo>
                    <a:lnTo>
                      <a:pt x="73" y="125"/>
                    </a:lnTo>
                    <a:lnTo>
                      <a:pt x="73" y="125"/>
                    </a:lnTo>
                    <a:lnTo>
                      <a:pt x="88" y="122"/>
                    </a:lnTo>
                    <a:lnTo>
                      <a:pt x="88" y="0"/>
                    </a:lnTo>
                    <a:lnTo>
                      <a:pt x="110" y="0"/>
                    </a:lnTo>
                    <a:lnTo>
                      <a:pt x="110" y="137"/>
                    </a:lnTo>
                    <a:lnTo>
                      <a:pt x="110" y="137"/>
                    </a:lnTo>
                    <a:lnTo>
                      <a:pt x="93" y="143"/>
                    </a:lnTo>
                    <a:lnTo>
                      <a:pt x="93" y="143"/>
                    </a:lnTo>
                    <a:lnTo>
                      <a:pt x="78" y="146"/>
                    </a:lnTo>
                    <a:lnTo>
                      <a:pt x="78" y="146"/>
                    </a:lnTo>
                    <a:lnTo>
                      <a:pt x="64" y="148"/>
                    </a:lnTo>
                    <a:lnTo>
                      <a:pt x="64" y="148"/>
                    </a:lnTo>
                    <a:lnTo>
                      <a:pt x="54" y="1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6" name="Freeform 449"/>
              <p:cNvSpPr>
                <a:spLocks/>
              </p:cNvSpPr>
              <p:nvPr/>
            </p:nvSpPr>
            <p:spPr bwMode="auto">
              <a:xfrm>
                <a:off x="7004050" y="4862513"/>
                <a:ext cx="50800" cy="157163"/>
              </a:xfrm>
              <a:custGeom>
                <a:avLst/>
                <a:gdLst>
                  <a:gd name="T0" fmla="*/ 66 w 66"/>
                  <a:gd name="T1" fmla="*/ 23 h 198"/>
                  <a:gd name="T2" fmla="*/ 66 w 66"/>
                  <a:gd name="T3" fmla="*/ 0 h 198"/>
                  <a:gd name="T4" fmla="*/ 0 w 66"/>
                  <a:gd name="T5" fmla="*/ 0 h 198"/>
                  <a:gd name="T6" fmla="*/ 0 w 66"/>
                  <a:gd name="T7" fmla="*/ 23 h 198"/>
                  <a:gd name="T8" fmla="*/ 17 w 66"/>
                  <a:gd name="T9" fmla="*/ 23 h 198"/>
                  <a:gd name="T10" fmla="*/ 17 w 66"/>
                  <a:gd name="T11" fmla="*/ 176 h 198"/>
                  <a:gd name="T12" fmla="*/ 0 w 66"/>
                  <a:gd name="T13" fmla="*/ 176 h 198"/>
                  <a:gd name="T14" fmla="*/ 0 w 66"/>
                  <a:gd name="T15" fmla="*/ 198 h 198"/>
                  <a:gd name="T16" fmla="*/ 66 w 66"/>
                  <a:gd name="T17" fmla="*/ 198 h 198"/>
                  <a:gd name="T18" fmla="*/ 66 w 66"/>
                  <a:gd name="T19" fmla="*/ 176 h 198"/>
                  <a:gd name="T20" fmla="*/ 50 w 66"/>
                  <a:gd name="T21" fmla="*/ 176 h 198"/>
                  <a:gd name="T22" fmla="*/ 50 w 66"/>
                  <a:gd name="T23" fmla="*/ 23 h 198"/>
                  <a:gd name="T24" fmla="*/ 66 w 66"/>
                  <a:gd name="T25" fmla="*/ 2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198">
                    <a:moveTo>
                      <a:pt x="66" y="23"/>
                    </a:moveTo>
                    <a:lnTo>
                      <a:pt x="66" y="0"/>
                    </a:lnTo>
                    <a:lnTo>
                      <a:pt x="0" y="0"/>
                    </a:lnTo>
                    <a:lnTo>
                      <a:pt x="0" y="23"/>
                    </a:lnTo>
                    <a:lnTo>
                      <a:pt x="17" y="23"/>
                    </a:lnTo>
                    <a:lnTo>
                      <a:pt x="17" y="176"/>
                    </a:lnTo>
                    <a:lnTo>
                      <a:pt x="0" y="176"/>
                    </a:lnTo>
                    <a:lnTo>
                      <a:pt x="0" y="198"/>
                    </a:lnTo>
                    <a:lnTo>
                      <a:pt x="66" y="198"/>
                    </a:lnTo>
                    <a:lnTo>
                      <a:pt x="66" y="176"/>
                    </a:lnTo>
                    <a:lnTo>
                      <a:pt x="50" y="176"/>
                    </a:lnTo>
                    <a:lnTo>
                      <a:pt x="50" y="23"/>
                    </a:lnTo>
                    <a:lnTo>
                      <a:pt x="66" y="23"/>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7" name="Freeform 450"/>
              <p:cNvSpPr>
                <a:spLocks noEditPoints="1"/>
              </p:cNvSpPr>
              <p:nvPr/>
            </p:nvSpPr>
            <p:spPr bwMode="auto">
              <a:xfrm>
                <a:off x="6850063" y="4862513"/>
                <a:ext cx="144463" cy="157163"/>
              </a:xfrm>
              <a:custGeom>
                <a:avLst/>
                <a:gdLst>
                  <a:gd name="T0" fmla="*/ 148 w 182"/>
                  <a:gd name="T1" fmla="*/ 198 h 198"/>
                  <a:gd name="T2" fmla="*/ 134 w 182"/>
                  <a:gd name="T3" fmla="*/ 159 h 198"/>
                  <a:gd name="T4" fmla="*/ 49 w 182"/>
                  <a:gd name="T5" fmla="*/ 159 h 198"/>
                  <a:gd name="T6" fmla="*/ 36 w 182"/>
                  <a:gd name="T7" fmla="*/ 198 h 198"/>
                  <a:gd name="T8" fmla="*/ 0 w 182"/>
                  <a:gd name="T9" fmla="*/ 198 h 198"/>
                  <a:gd name="T10" fmla="*/ 72 w 182"/>
                  <a:gd name="T11" fmla="*/ 0 h 198"/>
                  <a:gd name="T12" fmla="*/ 111 w 182"/>
                  <a:gd name="T13" fmla="*/ 0 h 198"/>
                  <a:gd name="T14" fmla="*/ 182 w 182"/>
                  <a:gd name="T15" fmla="*/ 198 h 198"/>
                  <a:gd name="T16" fmla="*/ 148 w 182"/>
                  <a:gd name="T17" fmla="*/ 198 h 198"/>
                  <a:gd name="T18" fmla="*/ 60 w 182"/>
                  <a:gd name="T19" fmla="*/ 128 h 198"/>
                  <a:gd name="T20" fmla="*/ 122 w 182"/>
                  <a:gd name="T21" fmla="*/ 128 h 198"/>
                  <a:gd name="T22" fmla="*/ 91 w 182"/>
                  <a:gd name="T23" fmla="*/ 38 h 198"/>
                  <a:gd name="T24" fmla="*/ 60 w 182"/>
                  <a:gd name="T25" fmla="*/ 12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98">
                    <a:moveTo>
                      <a:pt x="148" y="198"/>
                    </a:moveTo>
                    <a:lnTo>
                      <a:pt x="134" y="159"/>
                    </a:lnTo>
                    <a:lnTo>
                      <a:pt x="49" y="159"/>
                    </a:lnTo>
                    <a:lnTo>
                      <a:pt x="36" y="198"/>
                    </a:lnTo>
                    <a:lnTo>
                      <a:pt x="0" y="198"/>
                    </a:lnTo>
                    <a:lnTo>
                      <a:pt x="72" y="0"/>
                    </a:lnTo>
                    <a:lnTo>
                      <a:pt x="111" y="0"/>
                    </a:lnTo>
                    <a:lnTo>
                      <a:pt x="182" y="198"/>
                    </a:lnTo>
                    <a:lnTo>
                      <a:pt x="148" y="198"/>
                    </a:lnTo>
                    <a:close/>
                    <a:moveTo>
                      <a:pt x="60" y="128"/>
                    </a:moveTo>
                    <a:lnTo>
                      <a:pt x="122" y="128"/>
                    </a:lnTo>
                    <a:lnTo>
                      <a:pt x="91" y="38"/>
                    </a:lnTo>
                    <a:lnTo>
                      <a:pt x="60" y="128"/>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nvGrpSpPr>
            <p:cNvPr id="871" name="Group 870"/>
            <p:cNvGrpSpPr/>
            <p:nvPr/>
          </p:nvGrpSpPr>
          <p:grpSpPr>
            <a:xfrm>
              <a:off x="2450465" y="4837113"/>
              <a:ext cx="708025" cy="207962"/>
              <a:chOff x="2605088" y="4837113"/>
              <a:chExt cx="708025" cy="207962"/>
            </a:xfrm>
          </p:grpSpPr>
          <p:sp>
            <p:nvSpPr>
              <p:cNvPr id="900" name="Freeform 451"/>
              <p:cNvSpPr>
                <a:spLocks/>
              </p:cNvSpPr>
              <p:nvPr/>
            </p:nvSpPr>
            <p:spPr bwMode="auto">
              <a:xfrm>
                <a:off x="2605088" y="4865688"/>
                <a:ext cx="107950" cy="141288"/>
              </a:xfrm>
              <a:custGeom>
                <a:avLst/>
                <a:gdLst>
                  <a:gd name="T0" fmla="*/ 79 w 136"/>
                  <a:gd name="T1" fmla="*/ 20 h 177"/>
                  <a:gd name="T2" fmla="*/ 79 w 136"/>
                  <a:gd name="T3" fmla="*/ 177 h 177"/>
                  <a:gd name="T4" fmla="*/ 57 w 136"/>
                  <a:gd name="T5" fmla="*/ 177 h 177"/>
                  <a:gd name="T6" fmla="*/ 57 w 136"/>
                  <a:gd name="T7" fmla="*/ 20 h 177"/>
                  <a:gd name="T8" fmla="*/ 0 w 136"/>
                  <a:gd name="T9" fmla="*/ 20 h 177"/>
                  <a:gd name="T10" fmla="*/ 0 w 136"/>
                  <a:gd name="T11" fmla="*/ 0 h 177"/>
                  <a:gd name="T12" fmla="*/ 136 w 136"/>
                  <a:gd name="T13" fmla="*/ 0 h 177"/>
                  <a:gd name="T14" fmla="*/ 136 w 136"/>
                  <a:gd name="T15" fmla="*/ 20 h 177"/>
                  <a:gd name="T16" fmla="*/ 79 w 136"/>
                  <a:gd name="T17" fmla="*/ 2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177">
                    <a:moveTo>
                      <a:pt x="79" y="20"/>
                    </a:moveTo>
                    <a:lnTo>
                      <a:pt x="79" y="177"/>
                    </a:lnTo>
                    <a:lnTo>
                      <a:pt x="57" y="177"/>
                    </a:lnTo>
                    <a:lnTo>
                      <a:pt x="57" y="20"/>
                    </a:lnTo>
                    <a:lnTo>
                      <a:pt x="0" y="20"/>
                    </a:lnTo>
                    <a:lnTo>
                      <a:pt x="0" y="0"/>
                    </a:lnTo>
                    <a:lnTo>
                      <a:pt x="136" y="0"/>
                    </a:lnTo>
                    <a:lnTo>
                      <a:pt x="136" y="20"/>
                    </a:lnTo>
                    <a:lnTo>
                      <a:pt x="79"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1" name="Freeform 452"/>
              <p:cNvSpPr>
                <a:spLocks/>
              </p:cNvSpPr>
              <p:nvPr/>
            </p:nvSpPr>
            <p:spPr bwMode="auto">
              <a:xfrm>
                <a:off x="2701925" y="4902200"/>
                <a:ext cx="47625" cy="104775"/>
              </a:xfrm>
              <a:custGeom>
                <a:avLst/>
                <a:gdLst>
                  <a:gd name="T0" fmla="*/ 50 w 60"/>
                  <a:gd name="T1" fmla="*/ 19 h 133"/>
                  <a:gd name="T2" fmla="*/ 50 w 60"/>
                  <a:gd name="T3" fmla="*/ 19 h 133"/>
                  <a:gd name="T4" fmla="*/ 40 w 60"/>
                  <a:gd name="T5" fmla="*/ 21 h 133"/>
                  <a:gd name="T6" fmla="*/ 40 w 60"/>
                  <a:gd name="T7" fmla="*/ 21 h 133"/>
                  <a:gd name="T8" fmla="*/ 29 w 60"/>
                  <a:gd name="T9" fmla="*/ 26 h 133"/>
                  <a:gd name="T10" fmla="*/ 29 w 60"/>
                  <a:gd name="T11" fmla="*/ 26 h 133"/>
                  <a:gd name="T12" fmla="*/ 26 w 60"/>
                  <a:gd name="T13" fmla="*/ 30 h 133"/>
                  <a:gd name="T14" fmla="*/ 22 w 60"/>
                  <a:gd name="T15" fmla="*/ 33 h 133"/>
                  <a:gd name="T16" fmla="*/ 22 w 60"/>
                  <a:gd name="T17" fmla="*/ 33 h 133"/>
                  <a:gd name="T18" fmla="*/ 21 w 60"/>
                  <a:gd name="T19" fmla="*/ 38 h 133"/>
                  <a:gd name="T20" fmla="*/ 21 w 60"/>
                  <a:gd name="T21" fmla="*/ 43 h 133"/>
                  <a:gd name="T22" fmla="*/ 21 w 60"/>
                  <a:gd name="T23" fmla="*/ 133 h 133"/>
                  <a:gd name="T24" fmla="*/ 0 w 60"/>
                  <a:gd name="T25" fmla="*/ 133 h 133"/>
                  <a:gd name="T26" fmla="*/ 0 w 60"/>
                  <a:gd name="T27" fmla="*/ 43 h 133"/>
                  <a:gd name="T28" fmla="*/ 0 w 60"/>
                  <a:gd name="T29" fmla="*/ 43 h 133"/>
                  <a:gd name="T30" fmla="*/ 2 w 60"/>
                  <a:gd name="T31" fmla="*/ 33 h 133"/>
                  <a:gd name="T32" fmla="*/ 5 w 60"/>
                  <a:gd name="T33" fmla="*/ 24 h 133"/>
                  <a:gd name="T34" fmla="*/ 5 w 60"/>
                  <a:gd name="T35" fmla="*/ 24 h 133"/>
                  <a:gd name="T36" fmla="*/ 10 w 60"/>
                  <a:gd name="T37" fmla="*/ 18 h 133"/>
                  <a:gd name="T38" fmla="*/ 17 w 60"/>
                  <a:gd name="T39" fmla="*/ 11 h 133"/>
                  <a:gd name="T40" fmla="*/ 17 w 60"/>
                  <a:gd name="T41" fmla="*/ 11 h 133"/>
                  <a:gd name="T42" fmla="*/ 24 w 60"/>
                  <a:gd name="T43" fmla="*/ 7 h 133"/>
                  <a:gd name="T44" fmla="*/ 33 w 60"/>
                  <a:gd name="T45" fmla="*/ 4 h 133"/>
                  <a:gd name="T46" fmla="*/ 33 w 60"/>
                  <a:gd name="T47" fmla="*/ 4 h 133"/>
                  <a:gd name="T48" fmla="*/ 41 w 60"/>
                  <a:gd name="T49" fmla="*/ 0 h 133"/>
                  <a:gd name="T50" fmla="*/ 50 w 60"/>
                  <a:gd name="T51" fmla="*/ 0 h 133"/>
                  <a:gd name="T52" fmla="*/ 50 w 60"/>
                  <a:gd name="T53" fmla="*/ 0 h 133"/>
                  <a:gd name="T54" fmla="*/ 55 w 60"/>
                  <a:gd name="T55" fmla="*/ 0 h 133"/>
                  <a:gd name="T56" fmla="*/ 55 w 60"/>
                  <a:gd name="T57" fmla="*/ 0 h 133"/>
                  <a:gd name="T58" fmla="*/ 60 w 60"/>
                  <a:gd name="T59" fmla="*/ 0 h 133"/>
                  <a:gd name="T60" fmla="*/ 60 w 60"/>
                  <a:gd name="T61" fmla="*/ 21 h 133"/>
                  <a:gd name="T62" fmla="*/ 60 w 60"/>
                  <a:gd name="T63" fmla="*/ 21 h 133"/>
                  <a:gd name="T64" fmla="*/ 55 w 60"/>
                  <a:gd name="T65" fmla="*/ 19 h 133"/>
                  <a:gd name="T66" fmla="*/ 55 w 60"/>
                  <a:gd name="T67" fmla="*/ 19 h 133"/>
                  <a:gd name="T68" fmla="*/ 50 w 60"/>
                  <a:gd name="T69" fmla="*/ 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 h="133">
                    <a:moveTo>
                      <a:pt x="50" y="19"/>
                    </a:moveTo>
                    <a:lnTo>
                      <a:pt x="50" y="19"/>
                    </a:lnTo>
                    <a:lnTo>
                      <a:pt x="40" y="21"/>
                    </a:lnTo>
                    <a:lnTo>
                      <a:pt x="40" y="21"/>
                    </a:lnTo>
                    <a:lnTo>
                      <a:pt x="29" y="26"/>
                    </a:lnTo>
                    <a:lnTo>
                      <a:pt x="29" y="26"/>
                    </a:lnTo>
                    <a:lnTo>
                      <a:pt x="26" y="30"/>
                    </a:lnTo>
                    <a:lnTo>
                      <a:pt x="22" y="33"/>
                    </a:lnTo>
                    <a:lnTo>
                      <a:pt x="22" y="33"/>
                    </a:lnTo>
                    <a:lnTo>
                      <a:pt x="21" y="38"/>
                    </a:lnTo>
                    <a:lnTo>
                      <a:pt x="21" y="43"/>
                    </a:lnTo>
                    <a:lnTo>
                      <a:pt x="21" y="133"/>
                    </a:lnTo>
                    <a:lnTo>
                      <a:pt x="0" y="133"/>
                    </a:lnTo>
                    <a:lnTo>
                      <a:pt x="0" y="43"/>
                    </a:lnTo>
                    <a:lnTo>
                      <a:pt x="0" y="43"/>
                    </a:lnTo>
                    <a:lnTo>
                      <a:pt x="2" y="33"/>
                    </a:lnTo>
                    <a:lnTo>
                      <a:pt x="5" y="24"/>
                    </a:lnTo>
                    <a:lnTo>
                      <a:pt x="5" y="24"/>
                    </a:lnTo>
                    <a:lnTo>
                      <a:pt x="10" y="18"/>
                    </a:lnTo>
                    <a:lnTo>
                      <a:pt x="17" y="11"/>
                    </a:lnTo>
                    <a:lnTo>
                      <a:pt x="17" y="11"/>
                    </a:lnTo>
                    <a:lnTo>
                      <a:pt x="24" y="7"/>
                    </a:lnTo>
                    <a:lnTo>
                      <a:pt x="33" y="4"/>
                    </a:lnTo>
                    <a:lnTo>
                      <a:pt x="33" y="4"/>
                    </a:lnTo>
                    <a:lnTo>
                      <a:pt x="41" y="0"/>
                    </a:lnTo>
                    <a:lnTo>
                      <a:pt x="50" y="0"/>
                    </a:lnTo>
                    <a:lnTo>
                      <a:pt x="50" y="0"/>
                    </a:lnTo>
                    <a:lnTo>
                      <a:pt x="55" y="0"/>
                    </a:lnTo>
                    <a:lnTo>
                      <a:pt x="55" y="0"/>
                    </a:lnTo>
                    <a:lnTo>
                      <a:pt x="60" y="0"/>
                    </a:lnTo>
                    <a:lnTo>
                      <a:pt x="60" y="21"/>
                    </a:lnTo>
                    <a:lnTo>
                      <a:pt x="60" y="21"/>
                    </a:lnTo>
                    <a:lnTo>
                      <a:pt x="55" y="19"/>
                    </a:lnTo>
                    <a:lnTo>
                      <a:pt x="55" y="19"/>
                    </a:lnTo>
                    <a:lnTo>
                      <a:pt x="5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2" name="Freeform 453"/>
              <p:cNvSpPr>
                <a:spLocks/>
              </p:cNvSpPr>
              <p:nvPr/>
            </p:nvSpPr>
            <p:spPr bwMode="auto">
              <a:xfrm>
                <a:off x="2701925" y="4902200"/>
                <a:ext cx="47625" cy="104775"/>
              </a:xfrm>
              <a:custGeom>
                <a:avLst/>
                <a:gdLst>
                  <a:gd name="T0" fmla="*/ 50 w 60"/>
                  <a:gd name="T1" fmla="*/ 19 h 133"/>
                  <a:gd name="T2" fmla="*/ 50 w 60"/>
                  <a:gd name="T3" fmla="*/ 19 h 133"/>
                  <a:gd name="T4" fmla="*/ 40 w 60"/>
                  <a:gd name="T5" fmla="*/ 21 h 133"/>
                  <a:gd name="T6" fmla="*/ 40 w 60"/>
                  <a:gd name="T7" fmla="*/ 21 h 133"/>
                  <a:gd name="T8" fmla="*/ 29 w 60"/>
                  <a:gd name="T9" fmla="*/ 26 h 133"/>
                  <a:gd name="T10" fmla="*/ 29 w 60"/>
                  <a:gd name="T11" fmla="*/ 26 h 133"/>
                  <a:gd name="T12" fmla="*/ 26 w 60"/>
                  <a:gd name="T13" fmla="*/ 30 h 133"/>
                  <a:gd name="T14" fmla="*/ 22 w 60"/>
                  <a:gd name="T15" fmla="*/ 33 h 133"/>
                  <a:gd name="T16" fmla="*/ 22 w 60"/>
                  <a:gd name="T17" fmla="*/ 33 h 133"/>
                  <a:gd name="T18" fmla="*/ 21 w 60"/>
                  <a:gd name="T19" fmla="*/ 38 h 133"/>
                  <a:gd name="T20" fmla="*/ 21 w 60"/>
                  <a:gd name="T21" fmla="*/ 43 h 133"/>
                  <a:gd name="T22" fmla="*/ 21 w 60"/>
                  <a:gd name="T23" fmla="*/ 133 h 133"/>
                  <a:gd name="T24" fmla="*/ 0 w 60"/>
                  <a:gd name="T25" fmla="*/ 133 h 133"/>
                  <a:gd name="T26" fmla="*/ 0 w 60"/>
                  <a:gd name="T27" fmla="*/ 43 h 133"/>
                  <a:gd name="T28" fmla="*/ 0 w 60"/>
                  <a:gd name="T29" fmla="*/ 43 h 133"/>
                  <a:gd name="T30" fmla="*/ 2 w 60"/>
                  <a:gd name="T31" fmla="*/ 33 h 133"/>
                  <a:gd name="T32" fmla="*/ 5 w 60"/>
                  <a:gd name="T33" fmla="*/ 24 h 133"/>
                  <a:gd name="T34" fmla="*/ 5 w 60"/>
                  <a:gd name="T35" fmla="*/ 24 h 133"/>
                  <a:gd name="T36" fmla="*/ 10 w 60"/>
                  <a:gd name="T37" fmla="*/ 18 h 133"/>
                  <a:gd name="T38" fmla="*/ 17 w 60"/>
                  <a:gd name="T39" fmla="*/ 11 h 133"/>
                  <a:gd name="T40" fmla="*/ 17 w 60"/>
                  <a:gd name="T41" fmla="*/ 11 h 133"/>
                  <a:gd name="T42" fmla="*/ 24 w 60"/>
                  <a:gd name="T43" fmla="*/ 7 h 133"/>
                  <a:gd name="T44" fmla="*/ 33 w 60"/>
                  <a:gd name="T45" fmla="*/ 4 h 133"/>
                  <a:gd name="T46" fmla="*/ 33 w 60"/>
                  <a:gd name="T47" fmla="*/ 4 h 133"/>
                  <a:gd name="T48" fmla="*/ 41 w 60"/>
                  <a:gd name="T49" fmla="*/ 0 h 133"/>
                  <a:gd name="T50" fmla="*/ 50 w 60"/>
                  <a:gd name="T51" fmla="*/ 0 h 133"/>
                  <a:gd name="T52" fmla="*/ 50 w 60"/>
                  <a:gd name="T53" fmla="*/ 0 h 133"/>
                  <a:gd name="T54" fmla="*/ 55 w 60"/>
                  <a:gd name="T55" fmla="*/ 0 h 133"/>
                  <a:gd name="T56" fmla="*/ 55 w 60"/>
                  <a:gd name="T57" fmla="*/ 0 h 133"/>
                  <a:gd name="T58" fmla="*/ 60 w 60"/>
                  <a:gd name="T59" fmla="*/ 0 h 133"/>
                  <a:gd name="T60" fmla="*/ 60 w 60"/>
                  <a:gd name="T61" fmla="*/ 21 h 133"/>
                  <a:gd name="T62" fmla="*/ 60 w 60"/>
                  <a:gd name="T63" fmla="*/ 21 h 133"/>
                  <a:gd name="T64" fmla="*/ 55 w 60"/>
                  <a:gd name="T65" fmla="*/ 19 h 133"/>
                  <a:gd name="T66" fmla="*/ 55 w 60"/>
                  <a:gd name="T67" fmla="*/ 19 h 133"/>
                  <a:gd name="T68" fmla="*/ 50 w 60"/>
                  <a:gd name="T69" fmla="*/ 1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 h="133">
                    <a:moveTo>
                      <a:pt x="50" y="19"/>
                    </a:moveTo>
                    <a:lnTo>
                      <a:pt x="50" y="19"/>
                    </a:lnTo>
                    <a:lnTo>
                      <a:pt x="40" y="21"/>
                    </a:lnTo>
                    <a:lnTo>
                      <a:pt x="40" y="21"/>
                    </a:lnTo>
                    <a:lnTo>
                      <a:pt x="29" y="26"/>
                    </a:lnTo>
                    <a:lnTo>
                      <a:pt x="29" y="26"/>
                    </a:lnTo>
                    <a:lnTo>
                      <a:pt x="26" y="30"/>
                    </a:lnTo>
                    <a:lnTo>
                      <a:pt x="22" y="33"/>
                    </a:lnTo>
                    <a:lnTo>
                      <a:pt x="22" y="33"/>
                    </a:lnTo>
                    <a:lnTo>
                      <a:pt x="21" y="38"/>
                    </a:lnTo>
                    <a:lnTo>
                      <a:pt x="21" y="43"/>
                    </a:lnTo>
                    <a:lnTo>
                      <a:pt x="21" y="133"/>
                    </a:lnTo>
                    <a:lnTo>
                      <a:pt x="0" y="133"/>
                    </a:lnTo>
                    <a:lnTo>
                      <a:pt x="0" y="43"/>
                    </a:lnTo>
                    <a:lnTo>
                      <a:pt x="0" y="43"/>
                    </a:lnTo>
                    <a:lnTo>
                      <a:pt x="2" y="33"/>
                    </a:lnTo>
                    <a:lnTo>
                      <a:pt x="5" y="24"/>
                    </a:lnTo>
                    <a:lnTo>
                      <a:pt x="5" y="24"/>
                    </a:lnTo>
                    <a:lnTo>
                      <a:pt x="10" y="18"/>
                    </a:lnTo>
                    <a:lnTo>
                      <a:pt x="17" y="11"/>
                    </a:lnTo>
                    <a:lnTo>
                      <a:pt x="17" y="11"/>
                    </a:lnTo>
                    <a:lnTo>
                      <a:pt x="24" y="7"/>
                    </a:lnTo>
                    <a:lnTo>
                      <a:pt x="33" y="4"/>
                    </a:lnTo>
                    <a:lnTo>
                      <a:pt x="33" y="4"/>
                    </a:lnTo>
                    <a:lnTo>
                      <a:pt x="41" y="0"/>
                    </a:lnTo>
                    <a:lnTo>
                      <a:pt x="50" y="0"/>
                    </a:lnTo>
                    <a:lnTo>
                      <a:pt x="50" y="0"/>
                    </a:lnTo>
                    <a:lnTo>
                      <a:pt x="55" y="0"/>
                    </a:lnTo>
                    <a:lnTo>
                      <a:pt x="55" y="0"/>
                    </a:lnTo>
                    <a:lnTo>
                      <a:pt x="60" y="0"/>
                    </a:lnTo>
                    <a:lnTo>
                      <a:pt x="60" y="21"/>
                    </a:lnTo>
                    <a:lnTo>
                      <a:pt x="60" y="21"/>
                    </a:lnTo>
                    <a:lnTo>
                      <a:pt x="55" y="19"/>
                    </a:lnTo>
                    <a:lnTo>
                      <a:pt x="55" y="19"/>
                    </a:lnTo>
                    <a:lnTo>
                      <a:pt x="50" y="1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3" name="Freeform 454"/>
              <p:cNvSpPr>
                <a:spLocks/>
              </p:cNvSpPr>
              <p:nvPr/>
            </p:nvSpPr>
            <p:spPr bwMode="auto">
              <a:xfrm>
                <a:off x="2765425" y="4903788"/>
                <a:ext cx="79375" cy="106363"/>
              </a:xfrm>
              <a:custGeom>
                <a:avLst/>
                <a:gdLst>
                  <a:gd name="T0" fmla="*/ 50 w 100"/>
                  <a:gd name="T1" fmla="*/ 134 h 134"/>
                  <a:gd name="T2" fmla="*/ 50 w 100"/>
                  <a:gd name="T3" fmla="*/ 134 h 134"/>
                  <a:gd name="T4" fmla="*/ 40 w 100"/>
                  <a:gd name="T5" fmla="*/ 133 h 134"/>
                  <a:gd name="T6" fmla="*/ 31 w 100"/>
                  <a:gd name="T7" fmla="*/ 131 h 134"/>
                  <a:gd name="T8" fmla="*/ 31 w 100"/>
                  <a:gd name="T9" fmla="*/ 131 h 134"/>
                  <a:gd name="T10" fmla="*/ 23 w 100"/>
                  <a:gd name="T11" fmla="*/ 127 h 134"/>
                  <a:gd name="T12" fmla="*/ 16 w 100"/>
                  <a:gd name="T13" fmla="*/ 122 h 134"/>
                  <a:gd name="T14" fmla="*/ 16 w 100"/>
                  <a:gd name="T15" fmla="*/ 122 h 134"/>
                  <a:gd name="T16" fmla="*/ 9 w 100"/>
                  <a:gd name="T17" fmla="*/ 117 h 134"/>
                  <a:gd name="T18" fmla="*/ 5 w 100"/>
                  <a:gd name="T19" fmla="*/ 110 h 134"/>
                  <a:gd name="T20" fmla="*/ 5 w 100"/>
                  <a:gd name="T21" fmla="*/ 110 h 134"/>
                  <a:gd name="T22" fmla="*/ 2 w 100"/>
                  <a:gd name="T23" fmla="*/ 102 h 134"/>
                  <a:gd name="T24" fmla="*/ 0 w 100"/>
                  <a:gd name="T25" fmla="*/ 91 h 134"/>
                  <a:gd name="T26" fmla="*/ 0 w 100"/>
                  <a:gd name="T27" fmla="*/ 0 h 134"/>
                  <a:gd name="T28" fmla="*/ 21 w 100"/>
                  <a:gd name="T29" fmla="*/ 0 h 134"/>
                  <a:gd name="T30" fmla="*/ 21 w 100"/>
                  <a:gd name="T31" fmla="*/ 91 h 134"/>
                  <a:gd name="T32" fmla="*/ 21 w 100"/>
                  <a:gd name="T33" fmla="*/ 91 h 134"/>
                  <a:gd name="T34" fmla="*/ 21 w 100"/>
                  <a:gd name="T35" fmla="*/ 96 h 134"/>
                  <a:gd name="T36" fmla="*/ 23 w 100"/>
                  <a:gd name="T37" fmla="*/ 102 h 134"/>
                  <a:gd name="T38" fmla="*/ 23 w 100"/>
                  <a:gd name="T39" fmla="*/ 102 h 134"/>
                  <a:gd name="T40" fmla="*/ 26 w 100"/>
                  <a:gd name="T41" fmla="*/ 105 h 134"/>
                  <a:gd name="T42" fmla="*/ 29 w 100"/>
                  <a:gd name="T43" fmla="*/ 108 h 134"/>
                  <a:gd name="T44" fmla="*/ 29 w 100"/>
                  <a:gd name="T45" fmla="*/ 108 h 134"/>
                  <a:gd name="T46" fmla="*/ 40 w 100"/>
                  <a:gd name="T47" fmla="*/ 114 h 134"/>
                  <a:gd name="T48" fmla="*/ 40 w 100"/>
                  <a:gd name="T49" fmla="*/ 114 h 134"/>
                  <a:gd name="T50" fmla="*/ 50 w 100"/>
                  <a:gd name="T51" fmla="*/ 115 h 134"/>
                  <a:gd name="T52" fmla="*/ 50 w 100"/>
                  <a:gd name="T53" fmla="*/ 115 h 134"/>
                  <a:gd name="T54" fmla="*/ 66 w 100"/>
                  <a:gd name="T55" fmla="*/ 114 h 134"/>
                  <a:gd name="T56" fmla="*/ 66 w 100"/>
                  <a:gd name="T57" fmla="*/ 114 h 134"/>
                  <a:gd name="T58" fmla="*/ 81 w 100"/>
                  <a:gd name="T59" fmla="*/ 110 h 134"/>
                  <a:gd name="T60" fmla="*/ 81 w 100"/>
                  <a:gd name="T61" fmla="*/ 0 h 134"/>
                  <a:gd name="T62" fmla="*/ 100 w 100"/>
                  <a:gd name="T63" fmla="*/ 0 h 134"/>
                  <a:gd name="T64" fmla="*/ 100 w 100"/>
                  <a:gd name="T65" fmla="*/ 124 h 134"/>
                  <a:gd name="T66" fmla="*/ 100 w 100"/>
                  <a:gd name="T67" fmla="*/ 124 h 134"/>
                  <a:gd name="T68" fmla="*/ 85 w 100"/>
                  <a:gd name="T69" fmla="*/ 129 h 134"/>
                  <a:gd name="T70" fmla="*/ 85 w 100"/>
                  <a:gd name="T71" fmla="*/ 129 h 134"/>
                  <a:gd name="T72" fmla="*/ 71 w 100"/>
                  <a:gd name="T73" fmla="*/ 133 h 134"/>
                  <a:gd name="T74" fmla="*/ 71 w 100"/>
                  <a:gd name="T75" fmla="*/ 133 h 134"/>
                  <a:gd name="T76" fmla="*/ 59 w 100"/>
                  <a:gd name="T77" fmla="*/ 134 h 134"/>
                  <a:gd name="T78" fmla="*/ 59 w 100"/>
                  <a:gd name="T79" fmla="*/ 134 h 134"/>
                  <a:gd name="T80" fmla="*/ 50 w 100"/>
                  <a:gd name="T8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 h="134">
                    <a:moveTo>
                      <a:pt x="50" y="134"/>
                    </a:moveTo>
                    <a:lnTo>
                      <a:pt x="50" y="134"/>
                    </a:lnTo>
                    <a:lnTo>
                      <a:pt x="40" y="133"/>
                    </a:lnTo>
                    <a:lnTo>
                      <a:pt x="31" y="131"/>
                    </a:lnTo>
                    <a:lnTo>
                      <a:pt x="31" y="131"/>
                    </a:lnTo>
                    <a:lnTo>
                      <a:pt x="23" y="127"/>
                    </a:lnTo>
                    <a:lnTo>
                      <a:pt x="16" y="122"/>
                    </a:lnTo>
                    <a:lnTo>
                      <a:pt x="16" y="122"/>
                    </a:lnTo>
                    <a:lnTo>
                      <a:pt x="9" y="117"/>
                    </a:lnTo>
                    <a:lnTo>
                      <a:pt x="5" y="110"/>
                    </a:lnTo>
                    <a:lnTo>
                      <a:pt x="5" y="110"/>
                    </a:lnTo>
                    <a:lnTo>
                      <a:pt x="2" y="102"/>
                    </a:lnTo>
                    <a:lnTo>
                      <a:pt x="0" y="91"/>
                    </a:lnTo>
                    <a:lnTo>
                      <a:pt x="0" y="0"/>
                    </a:lnTo>
                    <a:lnTo>
                      <a:pt x="21" y="0"/>
                    </a:lnTo>
                    <a:lnTo>
                      <a:pt x="21" y="91"/>
                    </a:lnTo>
                    <a:lnTo>
                      <a:pt x="21" y="91"/>
                    </a:lnTo>
                    <a:lnTo>
                      <a:pt x="21" y="96"/>
                    </a:lnTo>
                    <a:lnTo>
                      <a:pt x="23" y="102"/>
                    </a:lnTo>
                    <a:lnTo>
                      <a:pt x="23" y="102"/>
                    </a:lnTo>
                    <a:lnTo>
                      <a:pt x="26" y="105"/>
                    </a:lnTo>
                    <a:lnTo>
                      <a:pt x="29" y="108"/>
                    </a:lnTo>
                    <a:lnTo>
                      <a:pt x="29" y="108"/>
                    </a:lnTo>
                    <a:lnTo>
                      <a:pt x="40" y="114"/>
                    </a:lnTo>
                    <a:lnTo>
                      <a:pt x="40" y="114"/>
                    </a:lnTo>
                    <a:lnTo>
                      <a:pt x="50" y="115"/>
                    </a:lnTo>
                    <a:lnTo>
                      <a:pt x="50" y="115"/>
                    </a:lnTo>
                    <a:lnTo>
                      <a:pt x="66" y="114"/>
                    </a:lnTo>
                    <a:lnTo>
                      <a:pt x="66" y="114"/>
                    </a:lnTo>
                    <a:lnTo>
                      <a:pt x="81" y="110"/>
                    </a:lnTo>
                    <a:lnTo>
                      <a:pt x="81" y="0"/>
                    </a:lnTo>
                    <a:lnTo>
                      <a:pt x="100" y="0"/>
                    </a:lnTo>
                    <a:lnTo>
                      <a:pt x="100" y="124"/>
                    </a:lnTo>
                    <a:lnTo>
                      <a:pt x="100" y="124"/>
                    </a:lnTo>
                    <a:lnTo>
                      <a:pt x="85" y="129"/>
                    </a:lnTo>
                    <a:lnTo>
                      <a:pt x="85" y="129"/>
                    </a:lnTo>
                    <a:lnTo>
                      <a:pt x="71" y="133"/>
                    </a:lnTo>
                    <a:lnTo>
                      <a:pt x="71" y="133"/>
                    </a:lnTo>
                    <a:lnTo>
                      <a:pt x="59" y="134"/>
                    </a:lnTo>
                    <a:lnTo>
                      <a:pt x="59" y="134"/>
                    </a:lnTo>
                    <a:lnTo>
                      <a:pt x="50" y="1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4" name="Freeform 455"/>
              <p:cNvSpPr>
                <a:spLocks/>
              </p:cNvSpPr>
              <p:nvPr/>
            </p:nvSpPr>
            <p:spPr bwMode="auto">
              <a:xfrm>
                <a:off x="2765425" y="4903788"/>
                <a:ext cx="79375" cy="106363"/>
              </a:xfrm>
              <a:custGeom>
                <a:avLst/>
                <a:gdLst>
                  <a:gd name="T0" fmla="*/ 50 w 100"/>
                  <a:gd name="T1" fmla="*/ 134 h 134"/>
                  <a:gd name="T2" fmla="*/ 50 w 100"/>
                  <a:gd name="T3" fmla="*/ 134 h 134"/>
                  <a:gd name="T4" fmla="*/ 40 w 100"/>
                  <a:gd name="T5" fmla="*/ 133 h 134"/>
                  <a:gd name="T6" fmla="*/ 31 w 100"/>
                  <a:gd name="T7" fmla="*/ 131 h 134"/>
                  <a:gd name="T8" fmla="*/ 31 w 100"/>
                  <a:gd name="T9" fmla="*/ 131 h 134"/>
                  <a:gd name="T10" fmla="*/ 23 w 100"/>
                  <a:gd name="T11" fmla="*/ 127 h 134"/>
                  <a:gd name="T12" fmla="*/ 16 w 100"/>
                  <a:gd name="T13" fmla="*/ 122 h 134"/>
                  <a:gd name="T14" fmla="*/ 16 w 100"/>
                  <a:gd name="T15" fmla="*/ 122 h 134"/>
                  <a:gd name="T16" fmla="*/ 9 w 100"/>
                  <a:gd name="T17" fmla="*/ 117 h 134"/>
                  <a:gd name="T18" fmla="*/ 5 w 100"/>
                  <a:gd name="T19" fmla="*/ 110 h 134"/>
                  <a:gd name="T20" fmla="*/ 5 w 100"/>
                  <a:gd name="T21" fmla="*/ 110 h 134"/>
                  <a:gd name="T22" fmla="*/ 2 w 100"/>
                  <a:gd name="T23" fmla="*/ 102 h 134"/>
                  <a:gd name="T24" fmla="*/ 0 w 100"/>
                  <a:gd name="T25" fmla="*/ 91 h 134"/>
                  <a:gd name="T26" fmla="*/ 0 w 100"/>
                  <a:gd name="T27" fmla="*/ 0 h 134"/>
                  <a:gd name="T28" fmla="*/ 21 w 100"/>
                  <a:gd name="T29" fmla="*/ 0 h 134"/>
                  <a:gd name="T30" fmla="*/ 21 w 100"/>
                  <a:gd name="T31" fmla="*/ 91 h 134"/>
                  <a:gd name="T32" fmla="*/ 21 w 100"/>
                  <a:gd name="T33" fmla="*/ 91 h 134"/>
                  <a:gd name="T34" fmla="*/ 21 w 100"/>
                  <a:gd name="T35" fmla="*/ 96 h 134"/>
                  <a:gd name="T36" fmla="*/ 23 w 100"/>
                  <a:gd name="T37" fmla="*/ 102 h 134"/>
                  <a:gd name="T38" fmla="*/ 23 w 100"/>
                  <a:gd name="T39" fmla="*/ 102 h 134"/>
                  <a:gd name="T40" fmla="*/ 26 w 100"/>
                  <a:gd name="T41" fmla="*/ 105 h 134"/>
                  <a:gd name="T42" fmla="*/ 29 w 100"/>
                  <a:gd name="T43" fmla="*/ 108 h 134"/>
                  <a:gd name="T44" fmla="*/ 29 w 100"/>
                  <a:gd name="T45" fmla="*/ 108 h 134"/>
                  <a:gd name="T46" fmla="*/ 40 w 100"/>
                  <a:gd name="T47" fmla="*/ 114 h 134"/>
                  <a:gd name="T48" fmla="*/ 40 w 100"/>
                  <a:gd name="T49" fmla="*/ 114 h 134"/>
                  <a:gd name="T50" fmla="*/ 50 w 100"/>
                  <a:gd name="T51" fmla="*/ 115 h 134"/>
                  <a:gd name="T52" fmla="*/ 50 w 100"/>
                  <a:gd name="T53" fmla="*/ 115 h 134"/>
                  <a:gd name="T54" fmla="*/ 66 w 100"/>
                  <a:gd name="T55" fmla="*/ 114 h 134"/>
                  <a:gd name="T56" fmla="*/ 66 w 100"/>
                  <a:gd name="T57" fmla="*/ 114 h 134"/>
                  <a:gd name="T58" fmla="*/ 81 w 100"/>
                  <a:gd name="T59" fmla="*/ 110 h 134"/>
                  <a:gd name="T60" fmla="*/ 81 w 100"/>
                  <a:gd name="T61" fmla="*/ 0 h 134"/>
                  <a:gd name="T62" fmla="*/ 100 w 100"/>
                  <a:gd name="T63" fmla="*/ 0 h 134"/>
                  <a:gd name="T64" fmla="*/ 100 w 100"/>
                  <a:gd name="T65" fmla="*/ 124 h 134"/>
                  <a:gd name="T66" fmla="*/ 100 w 100"/>
                  <a:gd name="T67" fmla="*/ 124 h 134"/>
                  <a:gd name="T68" fmla="*/ 85 w 100"/>
                  <a:gd name="T69" fmla="*/ 129 h 134"/>
                  <a:gd name="T70" fmla="*/ 85 w 100"/>
                  <a:gd name="T71" fmla="*/ 129 h 134"/>
                  <a:gd name="T72" fmla="*/ 71 w 100"/>
                  <a:gd name="T73" fmla="*/ 133 h 134"/>
                  <a:gd name="T74" fmla="*/ 71 w 100"/>
                  <a:gd name="T75" fmla="*/ 133 h 134"/>
                  <a:gd name="T76" fmla="*/ 59 w 100"/>
                  <a:gd name="T77" fmla="*/ 134 h 134"/>
                  <a:gd name="T78" fmla="*/ 59 w 100"/>
                  <a:gd name="T79" fmla="*/ 134 h 134"/>
                  <a:gd name="T80" fmla="*/ 50 w 100"/>
                  <a:gd name="T8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 h="134">
                    <a:moveTo>
                      <a:pt x="50" y="134"/>
                    </a:moveTo>
                    <a:lnTo>
                      <a:pt x="50" y="134"/>
                    </a:lnTo>
                    <a:lnTo>
                      <a:pt x="40" y="133"/>
                    </a:lnTo>
                    <a:lnTo>
                      <a:pt x="31" y="131"/>
                    </a:lnTo>
                    <a:lnTo>
                      <a:pt x="31" y="131"/>
                    </a:lnTo>
                    <a:lnTo>
                      <a:pt x="23" y="127"/>
                    </a:lnTo>
                    <a:lnTo>
                      <a:pt x="16" y="122"/>
                    </a:lnTo>
                    <a:lnTo>
                      <a:pt x="16" y="122"/>
                    </a:lnTo>
                    <a:lnTo>
                      <a:pt x="9" y="117"/>
                    </a:lnTo>
                    <a:lnTo>
                      <a:pt x="5" y="110"/>
                    </a:lnTo>
                    <a:lnTo>
                      <a:pt x="5" y="110"/>
                    </a:lnTo>
                    <a:lnTo>
                      <a:pt x="2" y="102"/>
                    </a:lnTo>
                    <a:lnTo>
                      <a:pt x="0" y="91"/>
                    </a:lnTo>
                    <a:lnTo>
                      <a:pt x="0" y="0"/>
                    </a:lnTo>
                    <a:lnTo>
                      <a:pt x="21" y="0"/>
                    </a:lnTo>
                    <a:lnTo>
                      <a:pt x="21" y="91"/>
                    </a:lnTo>
                    <a:lnTo>
                      <a:pt x="21" y="91"/>
                    </a:lnTo>
                    <a:lnTo>
                      <a:pt x="21" y="96"/>
                    </a:lnTo>
                    <a:lnTo>
                      <a:pt x="23" y="102"/>
                    </a:lnTo>
                    <a:lnTo>
                      <a:pt x="23" y="102"/>
                    </a:lnTo>
                    <a:lnTo>
                      <a:pt x="26" y="105"/>
                    </a:lnTo>
                    <a:lnTo>
                      <a:pt x="29" y="108"/>
                    </a:lnTo>
                    <a:lnTo>
                      <a:pt x="29" y="108"/>
                    </a:lnTo>
                    <a:lnTo>
                      <a:pt x="40" y="114"/>
                    </a:lnTo>
                    <a:lnTo>
                      <a:pt x="40" y="114"/>
                    </a:lnTo>
                    <a:lnTo>
                      <a:pt x="50" y="115"/>
                    </a:lnTo>
                    <a:lnTo>
                      <a:pt x="50" y="115"/>
                    </a:lnTo>
                    <a:lnTo>
                      <a:pt x="66" y="114"/>
                    </a:lnTo>
                    <a:lnTo>
                      <a:pt x="66" y="114"/>
                    </a:lnTo>
                    <a:lnTo>
                      <a:pt x="81" y="110"/>
                    </a:lnTo>
                    <a:lnTo>
                      <a:pt x="81" y="0"/>
                    </a:lnTo>
                    <a:lnTo>
                      <a:pt x="100" y="0"/>
                    </a:lnTo>
                    <a:lnTo>
                      <a:pt x="100" y="124"/>
                    </a:lnTo>
                    <a:lnTo>
                      <a:pt x="100" y="124"/>
                    </a:lnTo>
                    <a:lnTo>
                      <a:pt x="85" y="129"/>
                    </a:lnTo>
                    <a:lnTo>
                      <a:pt x="85" y="129"/>
                    </a:lnTo>
                    <a:lnTo>
                      <a:pt x="71" y="133"/>
                    </a:lnTo>
                    <a:lnTo>
                      <a:pt x="71" y="133"/>
                    </a:lnTo>
                    <a:lnTo>
                      <a:pt x="59" y="134"/>
                    </a:lnTo>
                    <a:lnTo>
                      <a:pt x="59" y="134"/>
                    </a:lnTo>
                    <a:lnTo>
                      <a:pt x="50" y="13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5" name="Freeform 456"/>
              <p:cNvSpPr>
                <a:spLocks/>
              </p:cNvSpPr>
              <p:nvPr/>
            </p:nvSpPr>
            <p:spPr bwMode="auto">
              <a:xfrm>
                <a:off x="2863850" y="4860925"/>
                <a:ext cx="134938" cy="147638"/>
              </a:xfrm>
              <a:custGeom>
                <a:avLst/>
                <a:gdLst>
                  <a:gd name="T0" fmla="*/ 93 w 168"/>
                  <a:gd name="T1" fmla="*/ 186 h 186"/>
                  <a:gd name="T2" fmla="*/ 55 w 168"/>
                  <a:gd name="T3" fmla="*/ 179 h 186"/>
                  <a:gd name="T4" fmla="*/ 26 w 168"/>
                  <a:gd name="T5" fmla="*/ 158 h 186"/>
                  <a:gd name="T6" fmla="*/ 14 w 168"/>
                  <a:gd name="T7" fmla="*/ 144 h 186"/>
                  <a:gd name="T8" fmla="*/ 2 w 168"/>
                  <a:gd name="T9" fmla="*/ 112 h 186"/>
                  <a:gd name="T10" fmla="*/ 0 w 168"/>
                  <a:gd name="T11" fmla="*/ 93 h 186"/>
                  <a:gd name="T12" fmla="*/ 5 w 168"/>
                  <a:gd name="T13" fmla="*/ 56 h 186"/>
                  <a:gd name="T14" fmla="*/ 26 w 168"/>
                  <a:gd name="T15" fmla="*/ 26 h 186"/>
                  <a:gd name="T16" fmla="*/ 39 w 168"/>
                  <a:gd name="T17" fmla="*/ 15 h 186"/>
                  <a:gd name="T18" fmla="*/ 74 w 168"/>
                  <a:gd name="T19" fmla="*/ 1 h 186"/>
                  <a:gd name="T20" fmla="*/ 93 w 168"/>
                  <a:gd name="T21" fmla="*/ 0 h 186"/>
                  <a:gd name="T22" fmla="*/ 115 w 168"/>
                  <a:gd name="T23" fmla="*/ 3 h 186"/>
                  <a:gd name="T24" fmla="*/ 137 w 168"/>
                  <a:gd name="T25" fmla="*/ 12 h 186"/>
                  <a:gd name="T26" fmla="*/ 146 w 168"/>
                  <a:gd name="T27" fmla="*/ 17 h 186"/>
                  <a:gd name="T28" fmla="*/ 163 w 168"/>
                  <a:gd name="T29" fmla="*/ 32 h 186"/>
                  <a:gd name="T30" fmla="*/ 144 w 168"/>
                  <a:gd name="T31" fmla="*/ 56 h 186"/>
                  <a:gd name="T32" fmla="*/ 139 w 168"/>
                  <a:gd name="T33" fmla="*/ 51 h 186"/>
                  <a:gd name="T34" fmla="*/ 129 w 168"/>
                  <a:gd name="T35" fmla="*/ 39 h 186"/>
                  <a:gd name="T36" fmla="*/ 124 w 168"/>
                  <a:gd name="T37" fmla="*/ 36 h 186"/>
                  <a:gd name="T38" fmla="*/ 108 w 168"/>
                  <a:gd name="T39" fmla="*/ 31 h 186"/>
                  <a:gd name="T40" fmla="*/ 93 w 168"/>
                  <a:gd name="T41" fmla="*/ 27 h 186"/>
                  <a:gd name="T42" fmla="*/ 67 w 168"/>
                  <a:gd name="T43" fmla="*/ 32 h 186"/>
                  <a:gd name="T44" fmla="*/ 46 w 168"/>
                  <a:gd name="T45" fmla="*/ 46 h 186"/>
                  <a:gd name="T46" fmla="*/ 38 w 168"/>
                  <a:gd name="T47" fmla="*/ 56 h 186"/>
                  <a:gd name="T48" fmla="*/ 29 w 168"/>
                  <a:gd name="T49" fmla="*/ 79 h 186"/>
                  <a:gd name="T50" fmla="*/ 29 w 168"/>
                  <a:gd name="T51" fmla="*/ 93 h 186"/>
                  <a:gd name="T52" fmla="*/ 33 w 168"/>
                  <a:gd name="T53" fmla="*/ 117 h 186"/>
                  <a:gd name="T54" fmla="*/ 46 w 168"/>
                  <a:gd name="T55" fmla="*/ 137 h 186"/>
                  <a:gd name="T56" fmla="*/ 55 w 168"/>
                  <a:gd name="T57" fmla="*/ 146 h 186"/>
                  <a:gd name="T58" fmla="*/ 79 w 168"/>
                  <a:gd name="T59" fmla="*/ 155 h 186"/>
                  <a:gd name="T60" fmla="*/ 93 w 168"/>
                  <a:gd name="T61" fmla="*/ 156 h 186"/>
                  <a:gd name="T62" fmla="*/ 117 w 168"/>
                  <a:gd name="T63" fmla="*/ 151 h 186"/>
                  <a:gd name="T64" fmla="*/ 124 w 168"/>
                  <a:gd name="T65" fmla="*/ 148 h 186"/>
                  <a:gd name="T66" fmla="*/ 136 w 168"/>
                  <a:gd name="T67" fmla="*/ 139 h 186"/>
                  <a:gd name="T68" fmla="*/ 144 w 168"/>
                  <a:gd name="T69" fmla="*/ 127 h 186"/>
                  <a:gd name="T70" fmla="*/ 168 w 168"/>
                  <a:gd name="T71" fmla="*/ 143 h 186"/>
                  <a:gd name="T72" fmla="*/ 156 w 168"/>
                  <a:gd name="T73" fmla="*/ 160 h 186"/>
                  <a:gd name="T74" fmla="*/ 137 w 168"/>
                  <a:gd name="T75" fmla="*/ 173 h 186"/>
                  <a:gd name="T76" fmla="*/ 127 w 168"/>
                  <a:gd name="T77" fmla="*/ 179 h 186"/>
                  <a:gd name="T78" fmla="*/ 105 w 168"/>
                  <a:gd name="T79" fmla="*/ 184 h 186"/>
                  <a:gd name="T80" fmla="*/ 93 w 168"/>
                  <a:gd name="T81" fmla="*/ 18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8" h="186">
                    <a:moveTo>
                      <a:pt x="93" y="186"/>
                    </a:moveTo>
                    <a:lnTo>
                      <a:pt x="93" y="186"/>
                    </a:lnTo>
                    <a:lnTo>
                      <a:pt x="74" y="184"/>
                    </a:lnTo>
                    <a:lnTo>
                      <a:pt x="55" y="179"/>
                    </a:lnTo>
                    <a:lnTo>
                      <a:pt x="39" y="170"/>
                    </a:lnTo>
                    <a:lnTo>
                      <a:pt x="26" y="158"/>
                    </a:lnTo>
                    <a:lnTo>
                      <a:pt x="26" y="158"/>
                    </a:lnTo>
                    <a:lnTo>
                      <a:pt x="14" y="144"/>
                    </a:lnTo>
                    <a:lnTo>
                      <a:pt x="5" y="129"/>
                    </a:lnTo>
                    <a:lnTo>
                      <a:pt x="2" y="112"/>
                    </a:lnTo>
                    <a:lnTo>
                      <a:pt x="0" y="93"/>
                    </a:lnTo>
                    <a:lnTo>
                      <a:pt x="0" y="93"/>
                    </a:lnTo>
                    <a:lnTo>
                      <a:pt x="2" y="74"/>
                    </a:lnTo>
                    <a:lnTo>
                      <a:pt x="5" y="56"/>
                    </a:lnTo>
                    <a:lnTo>
                      <a:pt x="14" y="41"/>
                    </a:lnTo>
                    <a:lnTo>
                      <a:pt x="26" y="26"/>
                    </a:lnTo>
                    <a:lnTo>
                      <a:pt x="26" y="26"/>
                    </a:lnTo>
                    <a:lnTo>
                      <a:pt x="39" y="15"/>
                    </a:lnTo>
                    <a:lnTo>
                      <a:pt x="55" y="7"/>
                    </a:lnTo>
                    <a:lnTo>
                      <a:pt x="74" y="1"/>
                    </a:lnTo>
                    <a:lnTo>
                      <a:pt x="93" y="0"/>
                    </a:lnTo>
                    <a:lnTo>
                      <a:pt x="93" y="0"/>
                    </a:lnTo>
                    <a:lnTo>
                      <a:pt x="105" y="0"/>
                    </a:lnTo>
                    <a:lnTo>
                      <a:pt x="115" y="3"/>
                    </a:lnTo>
                    <a:lnTo>
                      <a:pt x="127" y="7"/>
                    </a:lnTo>
                    <a:lnTo>
                      <a:pt x="137" y="12"/>
                    </a:lnTo>
                    <a:lnTo>
                      <a:pt x="137" y="12"/>
                    </a:lnTo>
                    <a:lnTo>
                      <a:pt x="146" y="17"/>
                    </a:lnTo>
                    <a:lnTo>
                      <a:pt x="155" y="24"/>
                    </a:lnTo>
                    <a:lnTo>
                      <a:pt x="163" y="32"/>
                    </a:lnTo>
                    <a:lnTo>
                      <a:pt x="168" y="43"/>
                    </a:lnTo>
                    <a:lnTo>
                      <a:pt x="144" y="56"/>
                    </a:lnTo>
                    <a:lnTo>
                      <a:pt x="144" y="56"/>
                    </a:lnTo>
                    <a:lnTo>
                      <a:pt x="139" y="51"/>
                    </a:lnTo>
                    <a:lnTo>
                      <a:pt x="136" y="44"/>
                    </a:lnTo>
                    <a:lnTo>
                      <a:pt x="129" y="39"/>
                    </a:lnTo>
                    <a:lnTo>
                      <a:pt x="124" y="36"/>
                    </a:lnTo>
                    <a:lnTo>
                      <a:pt x="124" y="36"/>
                    </a:lnTo>
                    <a:lnTo>
                      <a:pt x="115" y="32"/>
                    </a:lnTo>
                    <a:lnTo>
                      <a:pt x="108" y="31"/>
                    </a:lnTo>
                    <a:lnTo>
                      <a:pt x="93" y="27"/>
                    </a:lnTo>
                    <a:lnTo>
                      <a:pt x="93" y="27"/>
                    </a:lnTo>
                    <a:lnTo>
                      <a:pt x="79" y="29"/>
                    </a:lnTo>
                    <a:lnTo>
                      <a:pt x="67" y="32"/>
                    </a:lnTo>
                    <a:lnTo>
                      <a:pt x="55" y="38"/>
                    </a:lnTo>
                    <a:lnTo>
                      <a:pt x="46" y="46"/>
                    </a:lnTo>
                    <a:lnTo>
                      <a:pt x="46" y="46"/>
                    </a:lnTo>
                    <a:lnTo>
                      <a:pt x="38" y="56"/>
                    </a:lnTo>
                    <a:lnTo>
                      <a:pt x="33" y="67"/>
                    </a:lnTo>
                    <a:lnTo>
                      <a:pt x="29" y="79"/>
                    </a:lnTo>
                    <a:lnTo>
                      <a:pt x="29" y="93"/>
                    </a:lnTo>
                    <a:lnTo>
                      <a:pt x="29" y="93"/>
                    </a:lnTo>
                    <a:lnTo>
                      <a:pt x="29" y="105"/>
                    </a:lnTo>
                    <a:lnTo>
                      <a:pt x="33" y="117"/>
                    </a:lnTo>
                    <a:lnTo>
                      <a:pt x="38" y="129"/>
                    </a:lnTo>
                    <a:lnTo>
                      <a:pt x="46" y="137"/>
                    </a:lnTo>
                    <a:lnTo>
                      <a:pt x="46" y="137"/>
                    </a:lnTo>
                    <a:lnTo>
                      <a:pt x="55" y="146"/>
                    </a:lnTo>
                    <a:lnTo>
                      <a:pt x="67" y="151"/>
                    </a:lnTo>
                    <a:lnTo>
                      <a:pt x="79" y="155"/>
                    </a:lnTo>
                    <a:lnTo>
                      <a:pt x="93" y="156"/>
                    </a:lnTo>
                    <a:lnTo>
                      <a:pt x="93" y="156"/>
                    </a:lnTo>
                    <a:lnTo>
                      <a:pt x="108" y="155"/>
                    </a:lnTo>
                    <a:lnTo>
                      <a:pt x="117" y="151"/>
                    </a:lnTo>
                    <a:lnTo>
                      <a:pt x="124" y="148"/>
                    </a:lnTo>
                    <a:lnTo>
                      <a:pt x="124" y="148"/>
                    </a:lnTo>
                    <a:lnTo>
                      <a:pt x="129" y="144"/>
                    </a:lnTo>
                    <a:lnTo>
                      <a:pt x="136" y="139"/>
                    </a:lnTo>
                    <a:lnTo>
                      <a:pt x="139" y="134"/>
                    </a:lnTo>
                    <a:lnTo>
                      <a:pt x="144" y="127"/>
                    </a:lnTo>
                    <a:lnTo>
                      <a:pt x="168" y="143"/>
                    </a:lnTo>
                    <a:lnTo>
                      <a:pt x="168" y="143"/>
                    </a:lnTo>
                    <a:lnTo>
                      <a:pt x="163" y="151"/>
                    </a:lnTo>
                    <a:lnTo>
                      <a:pt x="156" y="160"/>
                    </a:lnTo>
                    <a:lnTo>
                      <a:pt x="148" y="167"/>
                    </a:lnTo>
                    <a:lnTo>
                      <a:pt x="137" y="173"/>
                    </a:lnTo>
                    <a:lnTo>
                      <a:pt x="137" y="173"/>
                    </a:lnTo>
                    <a:lnTo>
                      <a:pt x="127" y="179"/>
                    </a:lnTo>
                    <a:lnTo>
                      <a:pt x="115" y="182"/>
                    </a:lnTo>
                    <a:lnTo>
                      <a:pt x="105" y="184"/>
                    </a:lnTo>
                    <a:lnTo>
                      <a:pt x="93" y="186"/>
                    </a:lnTo>
                    <a:lnTo>
                      <a:pt x="93" y="186"/>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6" name="Freeform 457"/>
              <p:cNvSpPr>
                <a:spLocks noEditPoints="1"/>
              </p:cNvSpPr>
              <p:nvPr/>
            </p:nvSpPr>
            <p:spPr bwMode="auto">
              <a:xfrm>
                <a:off x="3009900" y="4902200"/>
                <a:ext cx="107950" cy="106363"/>
              </a:xfrm>
              <a:custGeom>
                <a:avLst/>
                <a:gdLst>
                  <a:gd name="T0" fmla="*/ 136 w 136"/>
                  <a:gd name="T1" fmla="*/ 2 h 135"/>
                  <a:gd name="T2" fmla="*/ 108 w 136"/>
                  <a:gd name="T3" fmla="*/ 131 h 135"/>
                  <a:gd name="T4" fmla="*/ 108 w 136"/>
                  <a:gd name="T5" fmla="*/ 112 h 135"/>
                  <a:gd name="T6" fmla="*/ 89 w 136"/>
                  <a:gd name="T7" fmla="*/ 128 h 135"/>
                  <a:gd name="T8" fmla="*/ 64 w 136"/>
                  <a:gd name="T9" fmla="*/ 135 h 135"/>
                  <a:gd name="T10" fmla="*/ 52 w 136"/>
                  <a:gd name="T11" fmla="*/ 133 h 135"/>
                  <a:gd name="T12" fmla="*/ 29 w 136"/>
                  <a:gd name="T13" fmla="*/ 122 h 135"/>
                  <a:gd name="T14" fmla="*/ 19 w 136"/>
                  <a:gd name="T15" fmla="*/ 114 h 135"/>
                  <a:gd name="T16" fmla="*/ 5 w 136"/>
                  <a:gd name="T17" fmla="*/ 93 h 135"/>
                  <a:gd name="T18" fmla="*/ 0 w 136"/>
                  <a:gd name="T19" fmla="*/ 67 h 135"/>
                  <a:gd name="T20" fmla="*/ 2 w 136"/>
                  <a:gd name="T21" fmla="*/ 54 h 135"/>
                  <a:gd name="T22" fmla="*/ 10 w 136"/>
                  <a:gd name="T23" fmla="*/ 30 h 135"/>
                  <a:gd name="T24" fmla="*/ 19 w 136"/>
                  <a:gd name="T25" fmla="*/ 19 h 135"/>
                  <a:gd name="T26" fmla="*/ 40 w 136"/>
                  <a:gd name="T27" fmla="*/ 4 h 135"/>
                  <a:gd name="T28" fmla="*/ 64 w 136"/>
                  <a:gd name="T29" fmla="*/ 0 h 135"/>
                  <a:gd name="T30" fmla="*/ 77 w 136"/>
                  <a:gd name="T31" fmla="*/ 0 h 135"/>
                  <a:gd name="T32" fmla="*/ 100 w 136"/>
                  <a:gd name="T33" fmla="*/ 12 h 135"/>
                  <a:gd name="T34" fmla="*/ 108 w 136"/>
                  <a:gd name="T35" fmla="*/ 2 h 135"/>
                  <a:gd name="T36" fmla="*/ 40 w 136"/>
                  <a:gd name="T37" fmla="*/ 97 h 135"/>
                  <a:gd name="T38" fmla="*/ 52 w 136"/>
                  <a:gd name="T39" fmla="*/ 105 h 135"/>
                  <a:gd name="T40" fmla="*/ 69 w 136"/>
                  <a:gd name="T41" fmla="*/ 107 h 135"/>
                  <a:gd name="T42" fmla="*/ 76 w 136"/>
                  <a:gd name="T43" fmla="*/ 107 h 135"/>
                  <a:gd name="T44" fmla="*/ 91 w 136"/>
                  <a:gd name="T45" fmla="*/ 100 h 135"/>
                  <a:gd name="T46" fmla="*/ 96 w 136"/>
                  <a:gd name="T47" fmla="*/ 97 h 135"/>
                  <a:gd name="T48" fmla="*/ 105 w 136"/>
                  <a:gd name="T49" fmla="*/ 83 h 135"/>
                  <a:gd name="T50" fmla="*/ 108 w 136"/>
                  <a:gd name="T51" fmla="*/ 67 h 135"/>
                  <a:gd name="T52" fmla="*/ 108 w 136"/>
                  <a:gd name="T53" fmla="*/ 59 h 135"/>
                  <a:gd name="T54" fmla="*/ 101 w 136"/>
                  <a:gd name="T55" fmla="*/ 43 h 135"/>
                  <a:gd name="T56" fmla="*/ 96 w 136"/>
                  <a:gd name="T57" fmla="*/ 38 h 135"/>
                  <a:gd name="T58" fmla="*/ 84 w 136"/>
                  <a:gd name="T59" fmla="*/ 28 h 135"/>
                  <a:gd name="T60" fmla="*/ 69 w 136"/>
                  <a:gd name="T61" fmla="*/ 26 h 135"/>
                  <a:gd name="T62" fmla="*/ 60 w 136"/>
                  <a:gd name="T63" fmla="*/ 26 h 135"/>
                  <a:gd name="T64" fmla="*/ 45 w 136"/>
                  <a:gd name="T65" fmla="*/ 33 h 135"/>
                  <a:gd name="T66" fmla="*/ 40 w 136"/>
                  <a:gd name="T67" fmla="*/ 38 h 135"/>
                  <a:gd name="T68" fmla="*/ 31 w 136"/>
                  <a:gd name="T69" fmla="*/ 50 h 135"/>
                  <a:gd name="T70" fmla="*/ 27 w 136"/>
                  <a:gd name="T71" fmla="*/ 67 h 135"/>
                  <a:gd name="T72" fmla="*/ 29 w 136"/>
                  <a:gd name="T73" fmla="*/ 74 h 135"/>
                  <a:gd name="T74" fmla="*/ 34 w 136"/>
                  <a:gd name="T75" fmla="*/ 90 h 135"/>
                  <a:gd name="T76" fmla="*/ 40 w 136"/>
                  <a:gd name="T77" fmla="*/ 9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135">
                    <a:moveTo>
                      <a:pt x="108" y="2"/>
                    </a:moveTo>
                    <a:lnTo>
                      <a:pt x="136" y="2"/>
                    </a:lnTo>
                    <a:lnTo>
                      <a:pt x="136" y="131"/>
                    </a:lnTo>
                    <a:lnTo>
                      <a:pt x="108" y="131"/>
                    </a:lnTo>
                    <a:lnTo>
                      <a:pt x="108" y="112"/>
                    </a:lnTo>
                    <a:lnTo>
                      <a:pt x="108" y="112"/>
                    </a:lnTo>
                    <a:lnTo>
                      <a:pt x="100" y="121"/>
                    </a:lnTo>
                    <a:lnTo>
                      <a:pt x="89" y="128"/>
                    </a:lnTo>
                    <a:lnTo>
                      <a:pt x="77" y="133"/>
                    </a:lnTo>
                    <a:lnTo>
                      <a:pt x="64" y="135"/>
                    </a:lnTo>
                    <a:lnTo>
                      <a:pt x="64" y="135"/>
                    </a:lnTo>
                    <a:lnTo>
                      <a:pt x="52" y="133"/>
                    </a:lnTo>
                    <a:lnTo>
                      <a:pt x="40" y="129"/>
                    </a:lnTo>
                    <a:lnTo>
                      <a:pt x="29" y="122"/>
                    </a:lnTo>
                    <a:lnTo>
                      <a:pt x="19" y="114"/>
                    </a:lnTo>
                    <a:lnTo>
                      <a:pt x="19" y="114"/>
                    </a:lnTo>
                    <a:lnTo>
                      <a:pt x="10" y="104"/>
                    </a:lnTo>
                    <a:lnTo>
                      <a:pt x="5" y="93"/>
                    </a:lnTo>
                    <a:lnTo>
                      <a:pt x="2" y="79"/>
                    </a:lnTo>
                    <a:lnTo>
                      <a:pt x="0" y="67"/>
                    </a:lnTo>
                    <a:lnTo>
                      <a:pt x="0" y="67"/>
                    </a:lnTo>
                    <a:lnTo>
                      <a:pt x="2" y="54"/>
                    </a:lnTo>
                    <a:lnTo>
                      <a:pt x="5" y="40"/>
                    </a:lnTo>
                    <a:lnTo>
                      <a:pt x="10" y="30"/>
                    </a:lnTo>
                    <a:lnTo>
                      <a:pt x="19" y="19"/>
                    </a:lnTo>
                    <a:lnTo>
                      <a:pt x="19" y="19"/>
                    </a:lnTo>
                    <a:lnTo>
                      <a:pt x="29" y="11"/>
                    </a:lnTo>
                    <a:lnTo>
                      <a:pt x="40" y="4"/>
                    </a:lnTo>
                    <a:lnTo>
                      <a:pt x="52" y="0"/>
                    </a:lnTo>
                    <a:lnTo>
                      <a:pt x="64" y="0"/>
                    </a:lnTo>
                    <a:lnTo>
                      <a:pt x="64" y="0"/>
                    </a:lnTo>
                    <a:lnTo>
                      <a:pt x="77" y="0"/>
                    </a:lnTo>
                    <a:lnTo>
                      <a:pt x="89" y="5"/>
                    </a:lnTo>
                    <a:lnTo>
                      <a:pt x="100" y="12"/>
                    </a:lnTo>
                    <a:lnTo>
                      <a:pt x="108" y="21"/>
                    </a:lnTo>
                    <a:lnTo>
                      <a:pt x="108" y="2"/>
                    </a:lnTo>
                    <a:close/>
                    <a:moveTo>
                      <a:pt x="40" y="97"/>
                    </a:moveTo>
                    <a:lnTo>
                      <a:pt x="40" y="97"/>
                    </a:lnTo>
                    <a:lnTo>
                      <a:pt x="45" y="100"/>
                    </a:lnTo>
                    <a:lnTo>
                      <a:pt x="52" y="105"/>
                    </a:lnTo>
                    <a:lnTo>
                      <a:pt x="60" y="107"/>
                    </a:lnTo>
                    <a:lnTo>
                      <a:pt x="69" y="107"/>
                    </a:lnTo>
                    <a:lnTo>
                      <a:pt x="69" y="107"/>
                    </a:lnTo>
                    <a:lnTo>
                      <a:pt x="76" y="107"/>
                    </a:lnTo>
                    <a:lnTo>
                      <a:pt x="84" y="105"/>
                    </a:lnTo>
                    <a:lnTo>
                      <a:pt x="91" y="100"/>
                    </a:lnTo>
                    <a:lnTo>
                      <a:pt x="96" y="97"/>
                    </a:lnTo>
                    <a:lnTo>
                      <a:pt x="96" y="97"/>
                    </a:lnTo>
                    <a:lnTo>
                      <a:pt x="101" y="90"/>
                    </a:lnTo>
                    <a:lnTo>
                      <a:pt x="105" y="83"/>
                    </a:lnTo>
                    <a:lnTo>
                      <a:pt x="108" y="74"/>
                    </a:lnTo>
                    <a:lnTo>
                      <a:pt x="108" y="67"/>
                    </a:lnTo>
                    <a:lnTo>
                      <a:pt x="108" y="67"/>
                    </a:lnTo>
                    <a:lnTo>
                      <a:pt x="108" y="59"/>
                    </a:lnTo>
                    <a:lnTo>
                      <a:pt x="105" y="50"/>
                    </a:lnTo>
                    <a:lnTo>
                      <a:pt x="101" y="43"/>
                    </a:lnTo>
                    <a:lnTo>
                      <a:pt x="96" y="38"/>
                    </a:lnTo>
                    <a:lnTo>
                      <a:pt x="96" y="38"/>
                    </a:lnTo>
                    <a:lnTo>
                      <a:pt x="91" y="33"/>
                    </a:lnTo>
                    <a:lnTo>
                      <a:pt x="84" y="28"/>
                    </a:lnTo>
                    <a:lnTo>
                      <a:pt x="76" y="26"/>
                    </a:lnTo>
                    <a:lnTo>
                      <a:pt x="69" y="26"/>
                    </a:lnTo>
                    <a:lnTo>
                      <a:pt x="69" y="26"/>
                    </a:lnTo>
                    <a:lnTo>
                      <a:pt x="60" y="26"/>
                    </a:lnTo>
                    <a:lnTo>
                      <a:pt x="52" y="28"/>
                    </a:lnTo>
                    <a:lnTo>
                      <a:pt x="45" y="33"/>
                    </a:lnTo>
                    <a:lnTo>
                      <a:pt x="40" y="38"/>
                    </a:lnTo>
                    <a:lnTo>
                      <a:pt x="40" y="38"/>
                    </a:lnTo>
                    <a:lnTo>
                      <a:pt x="34" y="43"/>
                    </a:lnTo>
                    <a:lnTo>
                      <a:pt x="31" y="50"/>
                    </a:lnTo>
                    <a:lnTo>
                      <a:pt x="29" y="59"/>
                    </a:lnTo>
                    <a:lnTo>
                      <a:pt x="27" y="67"/>
                    </a:lnTo>
                    <a:lnTo>
                      <a:pt x="27" y="67"/>
                    </a:lnTo>
                    <a:lnTo>
                      <a:pt x="29" y="74"/>
                    </a:lnTo>
                    <a:lnTo>
                      <a:pt x="31" y="83"/>
                    </a:lnTo>
                    <a:lnTo>
                      <a:pt x="34" y="90"/>
                    </a:lnTo>
                    <a:lnTo>
                      <a:pt x="40" y="97"/>
                    </a:lnTo>
                    <a:lnTo>
                      <a:pt x="40" y="97"/>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7" name="Freeform 458"/>
              <p:cNvSpPr>
                <a:spLocks noEditPoints="1"/>
              </p:cNvSpPr>
              <p:nvPr/>
            </p:nvSpPr>
            <p:spPr bwMode="auto">
              <a:xfrm>
                <a:off x="3144838" y="4902200"/>
                <a:ext cx="107950" cy="142875"/>
              </a:xfrm>
              <a:custGeom>
                <a:avLst/>
                <a:gdLst>
                  <a:gd name="T0" fmla="*/ 72 w 136"/>
                  <a:gd name="T1" fmla="*/ 0 h 181"/>
                  <a:gd name="T2" fmla="*/ 96 w 136"/>
                  <a:gd name="T3" fmla="*/ 4 h 181"/>
                  <a:gd name="T4" fmla="*/ 117 w 136"/>
                  <a:gd name="T5" fmla="*/ 19 h 181"/>
                  <a:gd name="T6" fmla="*/ 125 w 136"/>
                  <a:gd name="T7" fmla="*/ 30 h 181"/>
                  <a:gd name="T8" fmla="*/ 134 w 136"/>
                  <a:gd name="T9" fmla="*/ 54 h 181"/>
                  <a:gd name="T10" fmla="*/ 136 w 136"/>
                  <a:gd name="T11" fmla="*/ 67 h 181"/>
                  <a:gd name="T12" fmla="*/ 130 w 136"/>
                  <a:gd name="T13" fmla="*/ 93 h 181"/>
                  <a:gd name="T14" fmla="*/ 117 w 136"/>
                  <a:gd name="T15" fmla="*/ 114 h 181"/>
                  <a:gd name="T16" fmla="*/ 106 w 136"/>
                  <a:gd name="T17" fmla="*/ 122 h 181"/>
                  <a:gd name="T18" fmla="*/ 84 w 136"/>
                  <a:gd name="T19" fmla="*/ 133 h 181"/>
                  <a:gd name="T20" fmla="*/ 72 w 136"/>
                  <a:gd name="T21" fmla="*/ 135 h 181"/>
                  <a:gd name="T22" fmla="*/ 46 w 136"/>
                  <a:gd name="T23" fmla="*/ 128 h 181"/>
                  <a:gd name="T24" fmla="*/ 27 w 136"/>
                  <a:gd name="T25" fmla="*/ 112 h 181"/>
                  <a:gd name="T26" fmla="*/ 0 w 136"/>
                  <a:gd name="T27" fmla="*/ 181 h 181"/>
                  <a:gd name="T28" fmla="*/ 27 w 136"/>
                  <a:gd name="T29" fmla="*/ 2 h 181"/>
                  <a:gd name="T30" fmla="*/ 27 w 136"/>
                  <a:gd name="T31" fmla="*/ 21 h 181"/>
                  <a:gd name="T32" fmla="*/ 46 w 136"/>
                  <a:gd name="T33" fmla="*/ 5 h 181"/>
                  <a:gd name="T34" fmla="*/ 72 w 136"/>
                  <a:gd name="T35" fmla="*/ 0 h 181"/>
                  <a:gd name="T36" fmla="*/ 37 w 136"/>
                  <a:gd name="T37" fmla="*/ 97 h 181"/>
                  <a:gd name="T38" fmla="*/ 44 w 136"/>
                  <a:gd name="T39" fmla="*/ 100 h 181"/>
                  <a:gd name="T40" fmla="*/ 58 w 136"/>
                  <a:gd name="T41" fmla="*/ 107 h 181"/>
                  <a:gd name="T42" fmla="*/ 67 w 136"/>
                  <a:gd name="T43" fmla="*/ 107 h 181"/>
                  <a:gd name="T44" fmla="*/ 82 w 136"/>
                  <a:gd name="T45" fmla="*/ 105 h 181"/>
                  <a:gd name="T46" fmla="*/ 96 w 136"/>
                  <a:gd name="T47" fmla="*/ 97 h 181"/>
                  <a:gd name="T48" fmla="*/ 101 w 136"/>
                  <a:gd name="T49" fmla="*/ 90 h 181"/>
                  <a:gd name="T50" fmla="*/ 106 w 136"/>
                  <a:gd name="T51" fmla="*/ 74 h 181"/>
                  <a:gd name="T52" fmla="*/ 108 w 136"/>
                  <a:gd name="T53" fmla="*/ 67 h 181"/>
                  <a:gd name="T54" fmla="*/ 105 w 136"/>
                  <a:gd name="T55" fmla="*/ 50 h 181"/>
                  <a:gd name="T56" fmla="*/ 96 w 136"/>
                  <a:gd name="T57" fmla="*/ 38 h 181"/>
                  <a:gd name="T58" fmla="*/ 89 w 136"/>
                  <a:gd name="T59" fmla="*/ 33 h 181"/>
                  <a:gd name="T60" fmla="*/ 75 w 136"/>
                  <a:gd name="T61" fmla="*/ 26 h 181"/>
                  <a:gd name="T62" fmla="*/ 67 w 136"/>
                  <a:gd name="T63" fmla="*/ 26 h 181"/>
                  <a:gd name="T64" fmla="*/ 51 w 136"/>
                  <a:gd name="T65" fmla="*/ 28 h 181"/>
                  <a:gd name="T66" fmla="*/ 37 w 136"/>
                  <a:gd name="T67" fmla="*/ 38 h 181"/>
                  <a:gd name="T68" fmla="*/ 34 w 136"/>
                  <a:gd name="T69" fmla="*/ 43 h 181"/>
                  <a:gd name="T70" fmla="*/ 27 w 136"/>
                  <a:gd name="T71" fmla="*/ 59 h 181"/>
                  <a:gd name="T72" fmla="*/ 27 w 136"/>
                  <a:gd name="T73" fmla="*/ 67 h 181"/>
                  <a:gd name="T74" fmla="*/ 29 w 136"/>
                  <a:gd name="T75" fmla="*/ 83 h 181"/>
                  <a:gd name="T76" fmla="*/ 37 w 136"/>
                  <a:gd name="T77" fmla="*/ 9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181">
                    <a:moveTo>
                      <a:pt x="72" y="0"/>
                    </a:moveTo>
                    <a:lnTo>
                      <a:pt x="72" y="0"/>
                    </a:lnTo>
                    <a:lnTo>
                      <a:pt x="84" y="0"/>
                    </a:lnTo>
                    <a:lnTo>
                      <a:pt x="96" y="4"/>
                    </a:lnTo>
                    <a:lnTo>
                      <a:pt x="106" y="11"/>
                    </a:lnTo>
                    <a:lnTo>
                      <a:pt x="117" y="19"/>
                    </a:lnTo>
                    <a:lnTo>
                      <a:pt x="117" y="19"/>
                    </a:lnTo>
                    <a:lnTo>
                      <a:pt x="125" y="30"/>
                    </a:lnTo>
                    <a:lnTo>
                      <a:pt x="130" y="40"/>
                    </a:lnTo>
                    <a:lnTo>
                      <a:pt x="134" y="54"/>
                    </a:lnTo>
                    <a:lnTo>
                      <a:pt x="136" y="67"/>
                    </a:lnTo>
                    <a:lnTo>
                      <a:pt x="136" y="67"/>
                    </a:lnTo>
                    <a:lnTo>
                      <a:pt x="134" y="79"/>
                    </a:lnTo>
                    <a:lnTo>
                      <a:pt x="130" y="93"/>
                    </a:lnTo>
                    <a:lnTo>
                      <a:pt x="125" y="104"/>
                    </a:lnTo>
                    <a:lnTo>
                      <a:pt x="117" y="114"/>
                    </a:lnTo>
                    <a:lnTo>
                      <a:pt x="117" y="114"/>
                    </a:lnTo>
                    <a:lnTo>
                      <a:pt x="106" y="122"/>
                    </a:lnTo>
                    <a:lnTo>
                      <a:pt x="96" y="129"/>
                    </a:lnTo>
                    <a:lnTo>
                      <a:pt x="84" y="133"/>
                    </a:lnTo>
                    <a:lnTo>
                      <a:pt x="72" y="135"/>
                    </a:lnTo>
                    <a:lnTo>
                      <a:pt x="72" y="135"/>
                    </a:lnTo>
                    <a:lnTo>
                      <a:pt x="58" y="133"/>
                    </a:lnTo>
                    <a:lnTo>
                      <a:pt x="46" y="128"/>
                    </a:lnTo>
                    <a:lnTo>
                      <a:pt x="36" y="122"/>
                    </a:lnTo>
                    <a:lnTo>
                      <a:pt x="27" y="112"/>
                    </a:lnTo>
                    <a:lnTo>
                      <a:pt x="27" y="181"/>
                    </a:lnTo>
                    <a:lnTo>
                      <a:pt x="0" y="181"/>
                    </a:lnTo>
                    <a:lnTo>
                      <a:pt x="0" y="2"/>
                    </a:lnTo>
                    <a:lnTo>
                      <a:pt x="27" y="2"/>
                    </a:lnTo>
                    <a:lnTo>
                      <a:pt x="27" y="21"/>
                    </a:lnTo>
                    <a:lnTo>
                      <a:pt x="27" y="21"/>
                    </a:lnTo>
                    <a:lnTo>
                      <a:pt x="36" y="12"/>
                    </a:lnTo>
                    <a:lnTo>
                      <a:pt x="46" y="5"/>
                    </a:lnTo>
                    <a:lnTo>
                      <a:pt x="58" y="0"/>
                    </a:lnTo>
                    <a:lnTo>
                      <a:pt x="72" y="0"/>
                    </a:lnTo>
                    <a:lnTo>
                      <a:pt x="72" y="0"/>
                    </a:lnTo>
                    <a:close/>
                    <a:moveTo>
                      <a:pt x="37" y="97"/>
                    </a:moveTo>
                    <a:lnTo>
                      <a:pt x="37" y="97"/>
                    </a:lnTo>
                    <a:lnTo>
                      <a:pt x="44" y="100"/>
                    </a:lnTo>
                    <a:lnTo>
                      <a:pt x="51" y="105"/>
                    </a:lnTo>
                    <a:lnTo>
                      <a:pt x="58" y="107"/>
                    </a:lnTo>
                    <a:lnTo>
                      <a:pt x="67" y="107"/>
                    </a:lnTo>
                    <a:lnTo>
                      <a:pt x="67" y="107"/>
                    </a:lnTo>
                    <a:lnTo>
                      <a:pt x="75" y="107"/>
                    </a:lnTo>
                    <a:lnTo>
                      <a:pt x="82" y="105"/>
                    </a:lnTo>
                    <a:lnTo>
                      <a:pt x="89" y="100"/>
                    </a:lnTo>
                    <a:lnTo>
                      <a:pt x="96" y="97"/>
                    </a:lnTo>
                    <a:lnTo>
                      <a:pt x="96" y="97"/>
                    </a:lnTo>
                    <a:lnTo>
                      <a:pt x="101" y="90"/>
                    </a:lnTo>
                    <a:lnTo>
                      <a:pt x="105" y="83"/>
                    </a:lnTo>
                    <a:lnTo>
                      <a:pt x="106" y="74"/>
                    </a:lnTo>
                    <a:lnTo>
                      <a:pt x="108" y="67"/>
                    </a:lnTo>
                    <a:lnTo>
                      <a:pt x="108" y="67"/>
                    </a:lnTo>
                    <a:lnTo>
                      <a:pt x="106" y="59"/>
                    </a:lnTo>
                    <a:lnTo>
                      <a:pt x="105" y="50"/>
                    </a:lnTo>
                    <a:lnTo>
                      <a:pt x="101" y="43"/>
                    </a:lnTo>
                    <a:lnTo>
                      <a:pt x="96" y="38"/>
                    </a:lnTo>
                    <a:lnTo>
                      <a:pt x="96" y="38"/>
                    </a:lnTo>
                    <a:lnTo>
                      <a:pt x="89" y="33"/>
                    </a:lnTo>
                    <a:lnTo>
                      <a:pt x="82" y="28"/>
                    </a:lnTo>
                    <a:lnTo>
                      <a:pt x="75" y="26"/>
                    </a:lnTo>
                    <a:lnTo>
                      <a:pt x="67" y="26"/>
                    </a:lnTo>
                    <a:lnTo>
                      <a:pt x="67" y="26"/>
                    </a:lnTo>
                    <a:lnTo>
                      <a:pt x="58" y="26"/>
                    </a:lnTo>
                    <a:lnTo>
                      <a:pt x="51" y="28"/>
                    </a:lnTo>
                    <a:lnTo>
                      <a:pt x="44" y="33"/>
                    </a:lnTo>
                    <a:lnTo>
                      <a:pt x="37" y="38"/>
                    </a:lnTo>
                    <a:lnTo>
                      <a:pt x="37" y="38"/>
                    </a:lnTo>
                    <a:lnTo>
                      <a:pt x="34" y="43"/>
                    </a:lnTo>
                    <a:lnTo>
                      <a:pt x="29" y="50"/>
                    </a:lnTo>
                    <a:lnTo>
                      <a:pt x="27" y="59"/>
                    </a:lnTo>
                    <a:lnTo>
                      <a:pt x="27" y="67"/>
                    </a:lnTo>
                    <a:lnTo>
                      <a:pt x="27" y="67"/>
                    </a:lnTo>
                    <a:lnTo>
                      <a:pt x="27" y="74"/>
                    </a:lnTo>
                    <a:lnTo>
                      <a:pt x="29" y="83"/>
                    </a:lnTo>
                    <a:lnTo>
                      <a:pt x="34" y="90"/>
                    </a:lnTo>
                    <a:lnTo>
                      <a:pt x="37" y="97"/>
                    </a:lnTo>
                    <a:lnTo>
                      <a:pt x="37" y="97"/>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8" name="Freeform 459"/>
              <p:cNvSpPr>
                <a:spLocks/>
              </p:cNvSpPr>
              <p:nvPr/>
            </p:nvSpPr>
            <p:spPr bwMode="auto">
              <a:xfrm>
                <a:off x="3262313" y="4837113"/>
                <a:ext cx="50800" cy="52388"/>
              </a:xfrm>
              <a:custGeom>
                <a:avLst/>
                <a:gdLst>
                  <a:gd name="T0" fmla="*/ 22 w 63"/>
                  <a:gd name="T1" fmla="*/ 0 h 66"/>
                  <a:gd name="T2" fmla="*/ 22 w 63"/>
                  <a:gd name="T3" fmla="*/ 42 h 66"/>
                  <a:gd name="T4" fmla="*/ 63 w 63"/>
                  <a:gd name="T5" fmla="*/ 42 h 66"/>
                  <a:gd name="T6" fmla="*/ 48 w 63"/>
                  <a:gd name="T7" fmla="*/ 66 h 66"/>
                  <a:gd name="T8" fmla="*/ 0 w 63"/>
                  <a:gd name="T9" fmla="*/ 66 h 66"/>
                  <a:gd name="T10" fmla="*/ 0 w 63"/>
                  <a:gd name="T11" fmla="*/ 16 h 66"/>
                  <a:gd name="T12" fmla="*/ 22 w 63"/>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63" h="66">
                    <a:moveTo>
                      <a:pt x="22" y="0"/>
                    </a:moveTo>
                    <a:lnTo>
                      <a:pt x="22" y="42"/>
                    </a:lnTo>
                    <a:lnTo>
                      <a:pt x="63" y="42"/>
                    </a:lnTo>
                    <a:lnTo>
                      <a:pt x="48" y="66"/>
                    </a:lnTo>
                    <a:lnTo>
                      <a:pt x="0" y="66"/>
                    </a:lnTo>
                    <a:lnTo>
                      <a:pt x="0" y="16"/>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09" name="Freeform 460"/>
              <p:cNvSpPr>
                <a:spLocks/>
              </p:cNvSpPr>
              <p:nvPr/>
            </p:nvSpPr>
            <p:spPr bwMode="auto">
              <a:xfrm>
                <a:off x="3227388" y="4870450"/>
                <a:ext cx="28575" cy="19050"/>
              </a:xfrm>
              <a:custGeom>
                <a:avLst/>
                <a:gdLst>
                  <a:gd name="T0" fmla="*/ 36 w 36"/>
                  <a:gd name="T1" fmla="*/ 0 h 24"/>
                  <a:gd name="T2" fmla="*/ 36 w 36"/>
                  <a:gd name="T3" fmla="*/ 24 h 24"/>
                  <a:gd name="T4" fmla="*/ 0 w 36"/>
                  <a:gd name="T5" fmla="*/ 24 h 24"/>
                  <a:gd name="T6" fmla="*/ 15 w 36"/>
                  <a:gd name="T7" fmla="*/ 0 h 24"/>
                  <a:gd name="T8" fmla="*/ 36 w 36"/>
                  <a:gd name="T9" fmla="*/ 0 h 24"/>
                </a:gdLst>
                <a:ahLst/>
                <a:cxnLst>
                  <a:cxn ang="0">
                    <a:pos x="T0" y="T1"/>
                  </a:cxn>
                  <a:cxn ang="0">
                    <a:pos x="T2" y="T3"/>
                  </a:cxn>
                  <a:cxn ang="0">
                    <a:pos x="T4" y="T5"/>
                  </a:cxn>
                  <a:cxn ang="0">
                    <a:pos x="T6" y="T7"/>
                  </a:cxn>
                  <a:cxn ang="0">
                    <a:pos x="T8" y="T9"/>
                  </a:cxn>
                </a:cxnLst>
                <a:rect l="0" t="0" r="r" b="b"/>
                <a:pathLst>
                  <a:path w="36" h="24">
                    <a:moveTo>
                      <a:pt x="36" y="0"/>
                    </a:moveTo>
                    <a:lnTo>
                      <a:pt x="36" y="24"/>
                    </a:lnTo>
                    <a:lnTo>
                      <a:pt x="0" y="24"/>
                    </a:lnTo>
                    <a:lnTo>
                      <a:pt x="15" y="0"/>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10" name="Freeform 461"/>
              <p:cNvSpPr>
                <a:spLocks/>
              </p:cNvSpPr>
              <p:nvPr/>
            </p:nvSpPr>
            <p:spPr bwMode="auto">
              <a:xfrm>
                <a:off x="3262313" y="4892675"/>
                <a:ext cx="17463" cy="30163"/>
              </a:xfrm>
              <a:custGeom>
                <a:avLst/>
                <a:gdLst>
                  <a:gd name="T0" fmla="*/ 0 w 22"/>
                  <a:gd name="T1" fmla="*/ 0 h 38"/>
                  <a:gd name="T2" fmla="*/ 0 w 22"/>
                  <a:gd name="T3" fmla="*/ 38 h 38"/>
                  <a:gd name="T4" fmla="*/ 22 w 22"/>
                  <a:gd name="T5" fmla="*/ 23 h 38"/>
                  <a:gd name="T6" fmla="*/ 22 w 22"/>
                  <a:gd name="T7" fmla="*/ 0 h 38"/>
                  <a:gd name="T8" fmla="*/ 0 w 22"/>
                  <a:gd name="T9" fmla="*/ 0 h 38"/>
                </a:gdLst>
                <a:ahLst/>
                <a:cxnLst>
                  <a:cxn ang="0">
                    <a:pos x="T0" y="T1"/>
                  </a:cxn>
                  <a:cxn ang="0">
                    <a:pos x="T2" y="T3"/>
                  </a:cxn>
                  <a:cxn ang="0">
                    <a:pos x="T4" y="T5"/>
                  </a:cxn>
                  <a:cxn ang="0">
                    <a:pos x="T6" y="T7"/>
                  </a:cxn>
                  <a:cxn ang="0">
                    <a:pos x="T8" y="T9"/>
                  </a:cxn>
                </a:cxnLst>
                <a:rect l="0" t="0" r="r" b="b"/>
                <a:pathLst>
                  <a:path w="22" h="38">
                    <a:moveTo>
                      <a:pt x="0" y="0"/>
                    </a:moveTo>
                    <a:lnTo>
                      <a:pt x="0" y="38"/>
                    </a:lnTo>
                    <a:lnTo>
                      <a:pt x="22" y="23"/>
                    </a:lnTo>
                    <a:lnTo>
                      <a:pt x="2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nvGrpSpPr>
            <p:cNvPr id="872" name="Group 871"/>
            <p:cNvGrpSpPr/>
            <p:nvPr/>
          </p:nvGrpSpPr>
          <p:grpSpPr>
            <a:xfrm>
              <a:off x="1369378" y="4860925"/>
              <a:ext cx="628650" cy="160338"/>
              <a:chOff x="3686175" y="4860925"/>
              <a:chExt cx="628650" cy="160338"/>
            </a:xfrm>
          </p:grpSpPr>
          <p:sp>
            <p:nvSpPr>
              <p:cNvPr id="887" name="Freeform 462"/>
              <p:cNvSpPr>
                <a:spLocks/>
              </p:cNvSpPr>
              <p:nvPr/>
            </p:nvSpPr>
            <p:spPr bwMode="auto">
              <a:xfrm>
                <a:off x="3686175" y="4860925"/>
                <a:ext cx="119063" cy="158750"/>
              </a:xfrm>
              <a:custGeom>
                <a:avLst/>
                <a:gdLst>
                  <a:gd name="T0" fmla="*/ 88 w 152"/>
                  <a:gd name="T1" fmla="*/ 24 h 199"/>
                  <a:gd name="T2" fmla="*/ 88 w 152"/>
                  <a:gd name="T3" fmla="*/ 199 h 199"/>
                  <a:gd name="T4" fmla="*/ 64 w 152"/>
                  <a:gd name="T5" fmla="*/ 199 h 199"/>
                  <a:gd name="T6" fmla="*/ 64 w 152"/>
                  <a:gd name="T7" fmla="*/ 24 h 199"/>
                  <a:gd name="T8" fmla="*/ 0 w 152"/>
                  <a:gd name="T9" fmla="*/ 24 h 199"/>
                  <a:gd name="T10" fmla="*/ 0 w 152"/>
                  <a:gd name="T11" fmla="*/ 0 h 199"/>
                  <a:gd name="T12" fmla="*/ 152 w 152"/>
                  <a:gd name="T13" fmla="*/ 0 h 199"/>
                  <a:gd name="T14" fmla="*/ 152 w 152"/>
                  <a:gd name="T15" fmla="*/ 24 h 199"/>
                  <a:gd name="T16" fmla="*/ 88 w 152"/>
                  <a:gd name="T17" fmla="*/ 24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199">
                    <a:moveTo>
                      <a:pt x="88" y="24"/>
                    </a:moveTo>
                    <a:lnTo>
                      <a:pt x="88" y="199"/>
                    </a:lnTo>
                    <a:lnTo>
                      <a:pt x="64" y="199"/>
                    </a:lnTo>
                    <a:lnTo>
                      <a:pt x="64" y="24"/>
                    </a:lnTo>
                    <a:lnTo>
                      <a:pt x="0" y="24"/>
                    </a:lnTo>
                    <a:lnTo>
                      <a:pt x="0" y="0"/>
                    </a:lnTo>
                    <a:lnTo>
                      <a:pt x="152" y="0"/>
                    </a:lnTo>
                    <a:lnTo>
                      <a:pt x="152" y="24"/>
                    </a:lnTo>
                    <a:lnTo>
                      <a:pt x="8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8" name="Freeform 463"/>
              <p:cNvSpPr>
                <a:spLocks/>
              </p:cNvSpPr>
              <p:nvPr/>
            </p:nvSpPr>
            <p:spPr bwMode="auto">
              <a:xfrm>
                <a:off x="3794125" y="4900613"/>
                <a:ext cx="52388" cy="119063"/>
              </a:xfrm>
              <a:custGeom>
                <a:avLst/>
                <a:gdLst>
                  <a:gd name="T0" fmla="*/ 55 w 67"/>
                  <a:gd name="T1" fmla="*/ 22 h 149"/>
                  <a:gd name="T2" fmla="*/ 55 w 67"/>
                  <a:gd name="T3" fmla="*/ 22 h 149"/>
                  <a:gd name="T4" fmla="*/ 43 w 67"/>
                  <a:gd name="T5" fmla="*/ 24 h 149"/>
                  <a:gd name="T6" fmla="*/ 43 w 67"/>
                  <a:gd name="T7" fmla="*/ 24 h 149"/>
                  <a:gd name="T8" fmla="*/ 38 w 67"/>
                  <a:gd name="T9" fmla="*/ 25 h 149"/>
                  <a:gd name="T10" fmla="*/ 33 w 67"/>
                  <a:gd name="T11" fmla="*/ 29 h 149"/>
                  <a:gd name="T12" fmla="*/ 33 w 67"/>
                  <a:gd name="T13" fmla="*/ 29 h 149"/>
                  <a:gd name="T14" fmla="*/ 29 w 67"/>
                  <a:gd name="T15" fmla="*/ 32 h 149"/>
                  <a:gd name="T16" fmla="*/ 26 w 67"/>
                  <a:gd name="T17" fmla="*/ 37 h 149"/>
                  <a:gd name="T18" fmla="*/ 26 w 67"/>
                  <a:gd name="T19" fmla="*/ 37 h 149"/>
                  <a:gd name="T20" fmla="*/ 24 w 67"/>
                  <a:gd name="T21" fmla="*/ 43 h 149"/>
                  <a:gd name="T22" fmla="*/ 22 w 67"/>
                  <a:gd name="T23" fmla="*/ 50 h 149"/>
                  <a:gd name="T24" fmla="*/ 22 w 67"/>
                  <a:gd name="T25" fmla="*/ 149 h 149"/>
                  <a:gd name="T26" fmla="*/ 0 w 67"/>
                  <a:gd name="T27" fmla="*/ 149 h 149"/>
                  <a:gd name="T28" fmla="*/ 0 w 67"/>
                  <a:gd name="T29" fmla="*/ 50 h 149"/>
                  <a:gd name="T30" fmla="*/ 0 w 67"/>
                  <a:gd name="T31" fmla="*/ 50 h 149"/>
                  <a:gd name="T32" fmla="*/ 2 w 67"/>
                  <a:gd name="T33" fmla="*/ 37 h 149"/>
                  <a:gd name="T34" fmla="*/ 5 w 67"/>
                  <a:gd name="T35" fmla="*/ 27 h 149"/>
                  <a:gd name="T36" fmla="*/ 5 w 67"/>
                  <a:gd name="T37" fmla="*/ 27 h 149"/>
                  <a:gd name="T38" fmla="*/ 10 w 67"/>
                  <a:gd name="T39" fmla="*/ 19 h 149"/>
                  <a:gd name="T40" fmla="*/ 17 w 67"/>
                  <a:gd name="T41" fmla="*/ 12 h 149"/>
                  <a:gd name="T42" fmla="*/ 17 w 67"/>
                  <a:gd name="T43" fmla="*/ 12 h 149"/>
                  <a:gd name="T44" fmla="*/ 26 w 67"/>
                  <a:gd name="T45" fmla="*/ 6 h 149"/>
                  <a:gd name="T46" fmla="*/ 36 w 67"/>
                  <a:gd name="T47" fmla="*/ 3 h 149"/>
                  <a:gd name="T48" fmla="*/ 36 w 67"/>
                  <a:gd name="T49" fmla="*/ 3 h 149"/>
                  <a:gd name="T50" fmla="*/ 45 w 67"/>
                  <a:gd name="T51" fmla="*/ 1 h 149"/>
                  <a:gd name="T52" fmla="*/ 55 w 67"/>
                  <a:gd name="T53" fmla="*/ 0 h 149"/>
                  <a:gd name="T54" fmla="*/ 55 w 67"/>
                  <a:gd name="T55" fmla="*/ 0 h 149"/>
                  <a:gd name="T56" fmla="*/ 62 w 67"/>
                  <a:gd name="T57" fmla="*/ 1 h 149"/>
                  <a:gd name="T58" fmla="*/ 62 w 67"/>
                  <a:gd name="T59" fmla="*/ 1 h 149"/>
                  <a:gd name="T60" fmla="*/ 67 w 67"/>
                  <a:gd name="T61" fmla="*/ 1 h 149"/>
                  <a:gd name="T62" fmla="*/ 67 w 67"/>
                  <a:gd name="T63" fmla="*/ 22 h 149"/>
                  <a:gd name="T64" fmla="*/ 67 w 67"/>
                  <a:gd name="T65" fmla="*/ 22 h 149"/>
                  <a:gd name="T66" fmla="*/ 62 w 67"/>
                  <a:gd name="T67" fmla="*/ 22 h 149"/>
                  <a:gd name="T68" fmla="*/ 62 w 67"/>
                  <a:gd name="T69" fmla="*/ 22 h 149"/>
                  <a:gd name="T70" fmla="*/ 55 w 67"/>
                  <a:gd name="T71"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 h="149">
                    <a:moveTo>
                      <a:pt x="55" y="22"/>
                    </a:moveTo>
                    <a:lnTo>
                      <a:pt x="55" y="22"/>
                    </a:lnTo>
                    <a:lnTo>
                      <a:pt x="43" y="24"/>
                    </a:lnTo>
                    <a:lnTo>
                      <a:pt x="43" y="24"/>
                    </a:lnTo>
                    <a:lnTo>
                      <a:pt x="38" y="25"/>
                    </a:lnTo>
                    <a:lnTo>
                      <a:pt x="33" y="29"/>
                    </a:lnTo>
                    <a:lnTo>
                      <a:pt x="33" y="29"/>
                    </a:lnTo>
                    <a:lnTo>
                      <a:pt x="29" y="32"/>
                    </a:lnTo>
                    <a:lnTo>
                      <a:pt x="26" y="37"/>
                    </a:lnTo>
                    <a:lnTo>
                      <a:pt x="26" y="37"/>
                    </a:lnTo>
                    <a:lnTo>
                      <a:pt x="24" y="43"/>
                    </a:lnTo>
                    <a:lnTo>
                      <a:pt x="22" y="50"/>
                    </a:lnTo>
                    <a:lnTo>
                      <a:pt x="22" y="149"/>
                    </a:lnTo>
                    <a:lnTo>
                      <a:pt x="0" y="149"/>
                    </a:lnTo>
                    <a:lnTo>
                      <a:pt x="0" y="50"/>
                    </a:lnTo>
                    <a:lnTo>
                      <a:pt x="0" y="50"/>
                    </a:lnTo>
                    <a:lnTo>
                      <a:pt x="2" y="37"/>
                    </a:lnTo>
                    <a:lnTo>
                      <a:pt x="5" y="27"/>
                    </a:lnTo>
                    <a:lnTo>
                      <a:pt x="5" y="27"/>
                    </a:lnTo>
                    <a:lnTo>
                      <a:pt x="10" y="19"/>
                    </a:lnTo>
                    <a:lnTo>
                      <a:pt x="17" y="12"/>
                    </a:lnTo>
                    <a:lnTo>
                      <a:pt x="17" y="12"/>
                    </a:lnTo>
                    <a:lnTo>
                      <a:pt x="26" y="6"/>
                    </a:lnTo>
                    <a:lnTo>
                      <a:pt x="36" y="3"/>
                    </a:lnTo>
                    <a:lnTo>
                      <a:pt x="36" y="3"/>
                    </a:lnTo>
                    <a:lnTo>
                      <a:pt x="45" y="1"/>
                    </a:lnTo>
                    <a:lnTo>
                      <a:pt x="55" y="0"/>
                    </a:lnTo>
                    <a:lnTo>
                      <a:pt x="55" y="0"/>
                    </a:lnTo>
                    <a:lnTo>
                      <a:pt x="62" y="1"/>
                    </a:lnTo>
                    <a:lnTo>
                      <a:pt x="62" y="1"/>
                    </a:lnTo>
                    <a:lnTo>
                      <a:pt x="67" y="1"/>
                    </a:lnTo>
                    <a:lnTo>
                      <a:pt x="67" y="22"/>
                    </a:lnTo>
                    <a:lnTo>
                      <a:pt x="67" y="22"/>
                    </a:lnTo>
                    <a:lnTo>
                      <a:pt x="62" y="22"/>
                    </a:lnTo>
                    <a:lnTo>
                      <a:pt x="62" y="22"/>
                    </a:lnTo>
                    <a:lnTo>
                      <a:pt x="55"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9" name="Freeform 464"/>
              <p:cNvSpPr>
                <a:spLocks/>
              </p:cNvSpPr>
              <p:nvPr/>
            </p:nvSpPr>
            <p:spPr bwMode="auto">
              <a:xfrm>
                <a:off x="3794125" y="4900613"/>
                <a:ext cx="52388" cy="119063"/>
              </a:xfrm>
              <a:custGeom>
                <a:avLst/>
                <a:gdLst>
                  <a:gd name="T0" fmla="*/ 55 w 67"/>
                  <a:gd name="T1" fmla="*/ 22 h 149"/>
                  <a:gd name="T2" fmla="*/ 55 w 67"/>
                  <a:gd name="T3" fmla="*/ 22 h 149"/>
                  <a:gd name="T4" fmla="*/ 43 w 67"/>
                  <a:gd name="T5" fmla="*/ 24 h 149"/>
                  <a:gd name="T6" fmla="*/ 43 w 67"/>
                  <a:gd name="T7" fmla="*/ 24 h 149"/>
                  <a:gd name="T8" fmla="*/ 38 w 67"/>
                  <a:gd name="T9" fmla="*/ 25 h 149"/>
                  <a:gd name="T10" fmla="*/ 33 w 67"/>
                  <a:gd name="T11" fmla="*/ 29 h 149"/>
                  <a:gd name="T12" fmla="*/ 33 w 67"/>
                  <a:gd name="T13" fmla="*/ 29 h 149"/>
                  <a:gd name="T14" fmla="*/ 29 w 67"/>
                  <a:gd name="T15" fmla="*/ 32 h 149"/>
                  <a:gd name="T16" fmla="*/ 26 w 67"/>
                  <a:gd name="T17" fmla="*/ 37 h 149"/>
                  <a:gd name="T18" fmla="*/ 26 w 67"/>
                  <a:gd name="T19" fmla="*/ 37 h 149"/>
                  <a:gd name="T20" fmla="*/ 24 w 67"/>
                  <a:gd name="T21" fmla="*/ 43 h 149"/>
                  <a:gd name="T22" fmla="*/ 22 w 67"/>
                  <a:gd name="T23" fmla="*/ 50 h 149"/>
                  <a:gd name="T24" fmla="*/ 22 w 67"/>
                  <a:gd name="T25" fmla="*/ 149 h 149"/>
                  <a:gd name="T26" fmla="*/ 0 w 67"/>
                  <a:gd name="T27" fmla="*/ 149 h 149"/>
                  <a:gd name="T28" fmla="*/ 0 w 67"/>
                  <a:gd name="T29" fmla="*/ 50 h 149"/>
                  <a:gd name="T30" fmla="*/ 0 w 67"/>
                  <a:gd name="T31" fmla="*/ 50 h 149"/>
                  <a:gd name="T32" fmla="*/ 2 w 67"/>
                  <a:gd name="T33" fmla="*/ 37 h 149"/>
                  <a:gd name="T34" fmla="*/ 5 w 67"/>
                  <a:gd name="T35" fmla="*/ 27 h 149"/>
                  <a:gd name="T36" fmla="*/ 5 w 67"/>
                  <a:gd name="T37" fmla="*/ 27 h 149"/>
                  <a:gd name="T38" fmla="*/ 10 w 67"/>
                  <a:gd name="T39" fmla="*/ 19 h 149"/>
                  <a:gd name="T40" fmla="*/ 17 w 67"/>
                  <a:gd name="T41" fmla="*/ 12 h 149"/>
                  <a:gd name="T42" fmla="*/ 17 w 67"/>
                  <a:gd name="T43" fmla="*/ 12 h 149"/>
                  <a:gd name="T44" fmla="*/ 26 w 67"/>
                  <a:gd name="T45" fmla="*/ 6 h 149"/>
                  <a:gd name="T46" fmla="*/ 36 w 67"/>
                  <a:gd name="T47" fmla="*/ 3 h 149"/>
                  <a:gd name="T48" fmla="*/ 36 w 67"/>
                  <a:gd name="T49" fmla="*/ 3 h 149"/>
                  <a:gd name="T50" fmla="*/ 45 w 67"/>
                  <a:gd name="T51" fmla="*/ 1 h 149"/>
                  <a:gd name="T52" fmla="*/ 55 w 67"/>
                  <a:gd name="T53" fmla="*/ 0 h 149"/>
                  <a:gd name="T54" fmla="*/ 55 w 67"/>
                  <a:gd name="T55" fmla="*/ 0 h 149"/>
                  <a:gd name="T56" fmla="*/ 62 w 67"/>
                  <a:gd name="T57" fmla="*/ 1 h 149"/>
                  <a:gd name="T58" fmla="*/ 62 w 67"/>
                  <a:gd name="T59" fmla="*/ 1 h 149"/>
                  <a:gd name="T60" fmla="*/ 67 w 67"/>
                  <a:gd name="T61" fmla="*/ 1 h 149"/>
                  <a:gd name="T62" fmla="*/ 67 w 67"/>
                  <a:gd name="T63" fmla="*/ 22 h 149"/>
                  <a:gd name="T64" fmla="*/ 67 w 67"/>
                  <a:gd name="T65" fmla="*/ 22 h 149"/>
                  <a:gd name="T66" fmla="*/ 62 w 67"/>
                  <a:gd name="T67" fmla="*/ 22 h 149"/>
                  <a:gd name="T68" fmla="*/ 62 w 67"/>
                  <a:gd name="T69" fmla="*/ 22 h 149"/>
                  <a:gd name="T70" fmla="*/ 55 w 67"/>
                  <a:gd name="T71"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 h="149">
                    <a:moveTo>
                      <a:pt x="55" y="22"/>
                    </a:moveTo>
                    <a:lnTo>
                      <a:pt x="55" y="22"/>
                    </a:lnTo>
                    <a:lnTo>
                      <a:pt x="43" y="24"/>
                    </a:lnTo>
                    <a:lnTo>
                      <a:pt x="43" y="24"/>
                    </a:lnTo>
                    <a:lnTo>
                      <a:pt x="38" y="25"/>
                    </a:lnTo>
                    <a:lnTo>
                      <a:pt x="33" y="29"/>
                    </a:lnTo>
                    <a:lnTo>
                      <a:pt x="33" y="29"/>
                    </a:lnTo>
                    <a:lnTo>
                      <a:pt x="29" y="32"/>
                    </a:lnTo>
                    <a:lnTo>
                      <a:pt x="26" y="37"/>
                    </a:lnTo>
                    <a:lnTo>
                      <a:pt x="26" y="37"/>
                    </a:lnTo>
                    <a:lnTo>
                      <a:pt x="24" y="43"/>
                    </a:lnTo>
                    <a:lnTo>
                      <a:pt x="22" y="50"/>
                    </a:lnTo>
                    <a:lnTo>
                      <a:pt x="22" y="149"/>
                    </a:lnTo>
                    <a:lnTo>
                      <a:pt x="0" y="149"/>
                    </a:lnTo>
                    <a:lnTo>
                      <a:pt x="0" y="50"/>
                    </a:lnTo>
                    <a:lnTo>
                      <a:pt x="0" y="50"/>
                    </a:lnTo>
                    <a:lnTo>
                      <a:pt x="2" y="37"/>
                    </a:lnTo>
                    <a:lnTo>
                      <a:pt x="5" y="27"/>
                    </a:lnTo>
                    <a:lnTo>
                      <a:pt x="5" y="27"/>
                    </a:lnTo>
                    <a:lnTo>
                      <a:pt x="10" y="19"/>
                    </a:lnTo>
                    <a:lnTo>
                      <a:pt x="17" y="12"/>
                    </a:lnTo>
                    <a:lnTo>
                      <a:pt x="17" y="12"/>
                    </a:lnTo>
                    <a:lnTo>
                      <a:pt x="26" y="6"/>
                    </a:lnTo>
                    <a:lnTo>
                      <a:pt x="36" y="3"/>
                    </a:lnTo>
                    <a:lnTo>
                      <a:pt x="36" y="3"/>
                    </a:lnTo>
                    <a:lnTo>
                      <a:pt x="45" y="1"/>
                    </a:lnTo>
                    <a:lnTo>
                      <a:pt x="55" y="0"/>
                    </a:lnTo>
                    <a:lnTo>
                      <a:pt x="55" y="0"/>
                    </a:lnTo>
                    <a:lnTo>
                      <a:pt x="62" y="1"/>
                    </a:lnTo>
                    <a:lnTo>
                      <a:pt x="62" y="1"/>
                    </a:lnTo>
                    <a:lnTo>
                      <a:pt x="67" y="1"/>
                    </a:lnTo>
                    <a:lnTo>
                      <a:pt x="67" y="22"/>
                    </a:lnTo>
                    <a:lnTo>
                      <a:pt x="67" y="22"/>
                    </a:lnTo>
                    <a:lnTo>
                      <a:pt x="62" y="22"/>
                    </a:lnTo>
                    <a:lnTo>
                      <a:pt x="62" y="22"/>
                    </a:lnTo>
                    <a:lnTo>
                      <a:pt x="55"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0" name="Freeform 465"/>
              <p:cNvSpPr>
                <a:spLocks/>
              </p:cNvSpPr>
              <p:nvPr/>
            </p:nvSpPr>
            <p:spPr bwMode="auto">
              <a:xfrm>
                <a:off x="3862388" y="4903788"/>
                <a:ext cx="88900" cy="117475"/>
              </a:xfrm>
              <a:custGeom>
                <a:avLst/>
                <a:gdLst>
                  <a:gd name="T0" fmla="*/ 55 w 112"/>
                  <a:gd name="T1" fmla="*/ 148 h 148"/>
                  <a:gd name="T2" fmla="*/ 55 w 112"/>
                  <a:gd name="T3" fmla="*/ 148 h 148"/>
                  <a:gd name="T4" fmla="*/ 45 w 112"/>
                  <a:gd name="T5" fmla="*/ 148 h 148"/>
                  <a:gd name="T6" fmla="*/ 34 w 112"/>
                  <a:gd name="T7" fmla="*/ 146 h 148"/>
                  <a:gd name="T8" fmla="*/ 34 w 112"/>
                  <a:gd name="T9" fmla="*/ 146 h 148"/>
                  <a:gd name="T10" fmla="*/ 26 w 112"/>
                  <a:gd name="T11" fmla="*/ 141 h 148"/>
                  <a:gd name="T12" fmla="*/ 17 w 112"/>
                  <a:gd name="T13" fmla="*/ 136 h 148"/>
                  <a:gd name="T14" fmla="*/ 17 w 112"/>
                  <a:gd name="T15" fmla="*/ 136 h 148"/>
                  <a:gd name="T16" fmla="*/ 10 w 112"/>
                  <a:gd name="T17" fmla="*/ 129 h 148"/>
                  <a:gd name="T18" fmla="*/ 5 w 112"/>
                  <a:gd name="T19" fmla="*/ 122 h 148"/>
                  <a:gd name="T20" fmla="*/ 5 w 112"/>
                  <a:gd name="T21" fmla="*/ 122 h 148"/>
                  <a:gd name="T22" fmla="*/ 2 w 112"/>
                  <a:gd name="T23" fmla="*/ 112 h 148"/>
                  <a:gd name="T24" fmla="*/ 0 w 112"/>
                  <a:gd name="T25" fmla="*/ 100 h 148"/>
                  <a:gd name="T26" fmla="*/ 0 w 112"/>
                  <a:gd name="T27" fmla="*/ 0 h 148"/>
                  <a:gd name="T28" fmla="*/ 22 w 112"/>
                  <a:gd name="T29" fmla="*/ 0 h 148"/>
                  <a:gd name="T30" fmla="*/ 22 w 112"/>
                  <a:gd name="T31" fmla="*/ 100 h 148"/>
                  <a:gd name="T32" fmla="*/ 22 w 112"/>
                  <a:gd name="T33" fmla="*/ 100 h 148"/>
                  <a:gd name="T34" fmla="*/ 24 w 112"/>
                  <a:gd name="T35" fmla="*/ 107 h 148"/>
                  <a:gd name="T36" fmla="*/ 26 w 112"/>
                  <a:gd name="T37" fmla="*/ 112 h 148"/>
                  <a:gd name="T38" fmla="*/ 26 w 112"/>
                  <a:gd name="T39" fmla="*/ 112 h 148"/>
                  <a:gd name="T40" fmla="*/ 29 w 112"/>
                  <a:gd name="T41" fmla="*/ 117 h 148"/>
                  <a:gd name="T42" fmla="*/ 33 w 112"/>
                  <a:gd name="T43" fmla="*/ 120 h 148"/>
                  <a:gd name="T44" fmla="*/ 33 w 112"/>
                  <a:gd name="T45" fmla="*/ 120 h 148"/>
                  <a:gd name="T46" fmla="*/ 43 w 112"/>
                  <a:gd name="T47" fmla="*/ 126 h 148"/>
                  <a:gd name="T48" fmla="*/ 43 w 112"/>
                  <a:gd name="T49" fmla="*/ 126 h 148"/>
                  <a:gd name="T50" fmla="*/ 55 w 112"/>
                  <a:gd name="T51" fmla="*/ 127 h 148"/>
                  <a:gd name="T52" fmla="*/ 55 w 112"/>
                  <a:gd name="T53" fmla="*/ 127 h 148"/>
                  <a:gd name="T54" fmla="*/ 74 w 112"/>
                  <a:gd name="T55" fmla="*/ 126 h 148"/>
                  <a:gd name="T56" fmla="*/ 74 w 112"/>
                  <a:gd name="T57" fmla="*/ 126 h 148"/>
                  <a:gd name="T58" fmla="*/ 89 w 112"/>
                  <a:gd name="T59" fmla="*/ 122 h 148"/>
                  <a:gd name="T60" fmla="*/ 89 w 112"/>
                  <a:gd name="T61" fmla="*/ 0 h 148"/>
                  <a:gd name="T62" fmla="*/ 112 w 112"/>
                  <a:gd name="T63" fmla="*/ 0 h 148"/>
                  <a:gd name="T64" fmla="*/ 112 w 112"/>
                  <a:gd name="T65" fmla="*/ 138 h 148"/>
                  <a:gd name="T66" fmla="*/ 112 w 112"/>
                  <a:gd name="T67" fmla="*/ 138 h 148"/>
                  <a:gd name="T68" fmla="*/ 93 w 112"/>
                  <a:gd name="T69" fmla="*/ 145 h 148"/>
                  <a:gd name="T70" fmla="*/ 93 w 112"/>
                  <a:gd name="T71" fmla="*/ 145 h 148"/>
                  <a:gd name="T72" fmla="*/ 77 w 112"/>
                  <a:gd name="T73" fmla="*/ 146 h 148"/>
                  <a:gd name="T74" fmla="*/ 77 w 112"/>
                  <a:gd name="T75" fmla="*/ 146 h 148"/>
                  <a:gd name="T76" fmla="*/ 65 w 112"/>
                  <a:gd name="T77" fmla="*/ 148 h 148"/>
                  <a:gd name="T78" fmla="*/ 65 w 112"/>
                  <a:gd name="T79" fmla="*/ 148 h 148"/>
                  <a:gd name="T80" fmla="*/ 55 w 112"/>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48">
                    <a:moveTo>
                      <a:pt x="55" y="148"/>
                    </a:moveTo>
                    <a:lnTo>
                      <a:pt x="55" y="148"/>
                    </a:lnTo>
                    <a:lnTo>
                      <a:pt x="45" y="148"/>
                    </a:lnTo>
                    <a:lnTo>
                      <a:pt x="34" y="146"/>
                    </a:lnTo>
                    <a:lnTo>
                      <a:pt x="34" y="146"/>
                    </a:lnTo>
                    <a:lnTo>
                      <a:pt x="26" y="141"/>
                    </a:lnTo>
                    <a:lnTo>
                      <a:pt x="17" y="136"/>
                    </a:lnTo>
                    <a:lnTo>
                      <a:pt x="17" y="136"/>
                    </a:lnTo>
                    <a:lnTo>
                      <a:pt x="10" y="129"/>
                    </a:lnTo>
                    <a:lnTo>
                      <a:pt x="5" y="122"/>
                    </a:lnTo>
                    <a:lnTo>
                      <a:pt x="5" y="122"/>
                    </a:lnTo>
                    <a:lnTo>
                      <a:pt x="2" y="112"/>
                    </a:lnTo>
                    <a:lnTo>
                      <a:pt x="0" y="100"/>
                    </a:lnTo>
                    <a:lnTo>
                      <a:pt x="0" y="0"/>
                    </a:lnTo>
                    <a:lnTo>
                      <a:pt x="22" y="0"/>
                    </a:lnTo>
                    <a:lnTo>
                      <a:pt x="22" y="100"/>
                    </a:lnTo>
                    <a:lnTo>
                      <a:pt x="22" y="100"/>
                    </a:lnTo>
                    <a:lnTo>
                      <a:pt x="24" y="107"/>
                    </a:lnTo>
                    <a:lnTo>
                      <a:pt x="26" y="112"/>
                    </a:lnTo>
                    <a:lnTo>
                      <a:pt x="26" y="112"/>
                    </a:lnTo>
                    <a:lnTo>
                      <a:pt x="29" y="117"/>
                    </a:lnTo>
                    <a:lnTo>
                      <a:pt x="33" y="120"/>
                    </a:lnTo>
                    <a:lnTo>
                      <a:pt x="33" y="120"/>
                    </a:lnTo>
                    <a:lnTo>
                      <a:pt x="43" y="126"/>
                    </a:lnTo>
                    <a:lnTo>
                      <a:pt x="43" y="126"/>
                    </a:lnTo>
                    <a:lnTo>
                      <a:pt x="55" y="127"/>
                    </a:lnTo>
                    <a:lnTo>
                      <a:pt x="55" y="127"/>
                    </a:lnTo>
                    <a:lnTo>
                      <a:pt x="74" y="126"/>
                    </a:lnTo>
                    <a:lnTo>
                      <a:pt x="74" y="126"/>
                    </a:lnTo>
                    <a:lnTo>
                      <a:pt x="89" y="122"/>
                    </a:lnTo>
                    <a:lnTo>
                      <a:pt x="89" y="0"/>
                    </a:lnTo>
                    <a:lnTo>
                      <a:pt x="112" y="0"/>
                    </a:lnTo>
                    <a:lnTo>
                      <a:pt x="112" y="138"/>
                    </a:lnTo>
                    <a:lnTo>
                      <a:pt x="112" y="138"/>
                    </a:lnTo>
                    <a:lnTo>
                      <a:pt x="93" y="145"/>
                    </a:lnTo>
                    <a:lnTo>
                      <a:pt x="93" y="145"/>
                    </a:lnTo>
                    <a:lnTo>
                      <a:pt x="77" y="146"/>
                    </a:lnTo>
                    <a:lnTo>
                      <a:pt x="77" y="146"/>
                    </a:lnTo>
                    <a:lnTo>
                      <a:pt x="65" y="148"/>
                    </a:lnTo>
                    <a:lnTo>
                      <a:pt x="65" y="148"/>
                    </a:lnTo>
                    <a:lnTo>
                      <a:pt x="55" y="1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1" name="Freeform 466"/>
              <p:cNvSpPr>
                <a:spLocks/>
              </p:cNvSpPr>
              <p:nvPr/>
            </p:nvSpPr>
            <p:spPr bwMode="auto">
              <a:xfrm>
                <a:off x="3862388" y="4903788"/>
                <a:ext cx="88900" cy="117475"/>
              </a:xfrm>
              <a:custGeom>
                <a:avLst/>
                <a:gdLst>
                  <a:gd name="T0" fmla="*/ 55 w 112"/>
                  <a:gd name="T1" fmla="*/ 148 h 148"/>
                  <a:gd name="T2" fmla="*/ 55 w 112"/>
                  <a:gd name="T3" fmla="*/ 148 h 148"/>
                  <a:gd name="T4" fmla="*/ 45 w 112"/>
                  <a:gd name="T5" fmla="*/ 148 h 148"/>
                  <a:gd name="T6" fmla="*/ 34 w 112"/>
                  <a:gd name="T7" fmla="*/ 146 h 148"/>
                  <a:gd name="T8" fmla="*/ 34 w 112"/>
                  <a:gd name="T9" fmla="*/ 146 h 148"/>
                  <a:gd name="T10" fmla="*/ 26 w 112"/>
                  <a:gd name="T11" fmla="*/ 141 h 148"/>
                  <a:gd name="T12" fmla="*/ 17 w 112"/>
                  <a:gd name="T13" fmla="*/ 136 h 148"/>
                  <a:gd name="T14" fmla="*/ 17 w 112"/>
                  <a:gd name="T15" fmla="*/ 136 h 148"/>
                  <a:gd name="T16" fmla="*/ 10 w 112"/>
                  <a:gd name="T17" fmla="*/ 129 h 148"/>
                  <a:gd name="T18" fmla="*/ 5 w 112"/>
                  <a:gd name="T19" fmla="*/ 122 h 148"/>
                  <a:gd name="T20" fmla="*/ 5 w 112"/>
                  <a:gd name="T21" fmla="*/ 122 h 148"/>
                  <a:gd name="T22" fmla="*/ 2 w 112"/>
                  <a:gd name="T23" fmla="*/ 112 h 148"/>
                  <a:gd name="T24" fmla="*/ 0 w 112"/>
                  <a:gd name="T25" fmla="*/ 100 h 148"/>
                  <a:gd name="T26" fmla="*/ 0 w 112"/>
                  <a:gd name="T27" fmla="*/ 0 h 148"/>
                  <a:gd name="T28" fmla="*/ 22 w 112"/>
                  <a:gd name="T29" fmla="*/ 0 h 148"/>
                  <a:gd name="T30" fmla="*/ 22 w 112"/>
                  <a:gd name="T31" fmla="*/ 100 h 148"/>
                  <a:gd name="T32" fmla="*/ 22 w 112"/>
                  <a:gd name="T33" fmla="*/ 100 h 148"/>
                  <a:gd name="T34" fmla="*/ 24 w 112"/>
                  <a:gd name="T35" fmla="*/ 107 h 148"/>
                  <a:gd name="T36" fmla="*/ 26 w 112"/>
                  <a:gd name="T37" fmla="*/ 112 h 148"/>
                  <a:gd name="T38" fmla="*/ 26 w 112"/>
                  <a:gd name="T39" fmla="*/ 112 h 148"/>
                  <a:gd name="T40" fmla="*/ 29 w 112"/>
                  <a:gd name="T41" fmla="*/ 117 h 148"/>
                  <a:gd name="T42" fmla="*/ 33 w 112"/>
                  <a:gd name="T43" fmla="*/ 120 h 148"/>
                  <a:gd name="T44" fmla="*/ 33 w 112"/>
                  <a:gd name="T45" fmla="*/ 120 h 148"/>
                  <a:gd name="T46" fmla="*/ 43 w 112"/>
                  <a:gd name="T47" fmla="*/ 126 h 148"/>
                  <a:gd name="T48" fmla="*/ 43 w 112"/>
                  <a:gd name="T49" fmla="*/ 126 h 148"/>
                  <a:gd name="T50" fmla="*/ 55 w 112"/>
                  <a:gd name="T51" fmla="*/ 127 h 148"/>
                  <a:gd name="T52" fmla="*/ 55 w 112"/>
                  <a:gd name="T53" fmla="*/ 127 h 148"/>
                  <a:gd name="T54" fmla="*/ 74 w 112"/>
                  <a:gd name="T55" fmla="*/ 126 h 148"/>
                  <a:gd name="T56" fmla="*/ 74 w 112"/>
                  <a:gd name="T57" fmla="*/ 126 h 148"/>
                  <a:gd name="T58" fmla="*/ 89 w 112"/>
                  <a:gd name="T59" fmla="*/ 122 h 148"/>
                  <a:gd name="T60" fmla="*/ 89 w 112"/>
                  <a:gd name="T61" fmla="*/ 0 h 148"/>
                  <a:gd name="T62" fmla="*/ 112 w 112"/>
                  <a:gd name="T63" fmla="*/ 0 h 148"/>
                  <a:gd name="T64" fmla="*/ 112 w 112"/>
                  <a:gd name="T65" fmla="*/ 138 h 148"/>
                  <a:gd name="T66" fmla="*/ 112 w 112"/>
                  <a:gd name="T67" fmla="*/ 138 h 148"/>
                  <a:gd name="T68" fmla="*/ 93 w 112"/>
                  <a:gd name="T69" fmla="*/ 145 h 148"/>
                  <a:gd name="T70" fmla="*/ 93 w 112"/>
                  <a:gd name="T71" fmla="*/ 145 h 148"/>
                  <a:gd name="T72" fmla="*/ 77 w 112"/>
                  <a:gd name="T73" fmla="*/ 146 h 148"/>
                  <a:gd name="T74" fmla="*/ 77 w 112"/>
                  <a:gd name="T75" fmla="*/ 146 h 148"/>
                  <a:gd name="T76" fmla="*/ 65 w 112"/>
                  <a:gd name="T77" fmla="*/ 148 h 148"/>
                  <a:gd name="T78" fmla="*/ 65 w 112"/>
                  <a:gd name="T79" fmla="*/ 148 h 148"/>
                  <a:gd name="T80" fmla="*/ 55 w 112"/>
                  <a:gd name="T8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48">
                    <a:moveTo>
                      <a:pt x="55" y="148"/>
                    </a:moveTo>
                    <a:lnTo>
                      <a:pt x="55" y="148"/>
                    </a:lnTo>
                    <a:lnTo>
                      <a:pt x="45" y="148"/>
                    </a:lnTo>
                    <a:lnTo>
                      <a:pt x="34" y="146"/>
                    </a:lnTo>
                    <a:lnTo>
                      <a:pt x="34" y="146"/>
                    </a:lnTo>
                    <a:lnTo>
                      <a:pt x="26" y="141"/>
                    </a:lnTo>
                    <a:lnTo>
                      <a:pt x="17" y="136"/>
                    </a:lnTo>
                    <a:lnTo>
                      <a:pt x="17" y="136"/>
                    </a:lnTo>
                    <a:lnTo>
                      <a:pt x="10" y="129"/>
                    </a:lnTo>
                    <a:lnTo>
                      <a:pt x="5" y="122"/>
                    </a:lnTo>
                    <a:lnTo>
                      <a:pt x="5" y="122"/>
                    </a:lnTo>
                    <a:lnTo>
                      <a:pt x="2" y="112"/>
                    </a:lnTo>
                    <a:lnTo>
                      <a:pt x="0" y="100"/>
                    </a:lnTo>
                    <a:lnTo>
                      <a:pt x="0" y="0"/>
                    </a:lnTo>
                    <a:lnTo>
                      <a:pt x="22" y="0"/>
                    </a:lnTo>
                    <a:lnTo>
                      <a:pt x="22" y="100"/>
                    </a:lnTo>
                    <a:lnTo>
                      <a:pt x="22" y="100"/>
                    </a:lnTo>
                    <a:lnTo>
                      <a:pt x="24" y="107"/>
                    </a:lnTo>
                    <a:lnTo>
                      <a:pt x="26" y="112"/>
                    </a:lnTo>
                    <a:lnTo>
                      <a:pt x="26" y="112"/>
                    </a:lnTo>
                    <a:lnTo>
                      <a:pt x="29" y="117"/>
                    </a:lnTo>
                    <a:lnTo>
                      <a:pt x="33" y="120"/>
                    </a:lnTo>
                    <a:lnTo>
                      <a:pt x="33" y="120"/>
                    </a:lnTo>
                    <a:lnTo>
                      <a:pt x="43" y="126"/>
                    </a:lnTo>
                    <a:lnTo>
                      <a:pt x="43" y="126"/>
                    </a:lnTo>
                    <a:lnTo>
                      <a:pt x="55" y="127"/>
                    </a:lnTo>
                    <a:lnTo>
                      <a:pt x="55" y="127"/>
                    </a:lnTo>
                    <a:lnTo>
                      <a:pt x="74" y="126"/>
                    </a:lnTo>
                    <a:lnTo>
                      <a:pt x="74" y="126"/>
                    </a:lnTo>
                    <a:lnTo>
                      <a:pt x="89" y="122"/>
                    </a:lnTo>
                    <a:lnTo>
                      <a:pt x="89" y="0"/>
                    </a:lnTo>
                    <a:lnTo>
                      <a:pt x="112" y="0"/>
                    </a:lnTo>
                    <a:lnTo>
                      <a:pt x="112" y="138"/>
                    </a:lnTo>
                    <a:lnTo>
                      <a:pt x="112" y="138"/>
                    </a:lnTo>
                    <a:lnTo>
                      <a:pt x="93" y="145"/>
                    </a:lnTo>
                    <a:lnTo>
                      <a:pt x="93" y="145"/>
                    </a:lnTo>
                    <a:lnTo>
                      <a:pt x="77" y="146"/>
                    </a:lnTo>
                    <a:lnTo>
                      <a:pt x="77" y="146"/>
                    </a:lnTo>
                    <a:lnTo>
                      <a:pt x="65" y="148"/>
                    </a:lnTo>
                    <a:lnTo>
                      <a:pt x="65" y="148"/>
                    </a:lnTo>
                    <a:lnTo>
                      <a:pt x="55" y="14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2" name="Freeform 467"/>
              <p:cNvSpPr>
                <a:spLocks noEditPoints="1"/>
              </p:cNvSpPr>
              <p:nvPr/>
            </p:nvSpPr>
            <p:spPr bwMode="auto">
              <a:xfrm>
                <a:off x="3981450" y="4860925"/>
                <a:ext cx="115888" cy="158750"/>
              </a:xfrm>
              <a:custGeom>
                <a:avLst/>
                <a:gdLst>
                  <a:gd name="T0" fmla="*/ 117 w 144"/>
                  <a:gd name="T1" fmla="*/ 96 h 199"/>
                  <a:gd name="T2" fmla="*/ 137 w 144"/>
                  <a:gd name="T3" fmla="*/ 115 h 199"/>
                  <a:gd name="T4" fmla="*/ 141 w 144"/>
                  <a:gd name="T5" fmla="*/ 120 h 199"/>
                  <a:gd name="T6" fmla="*/ 144 w 144"/>
                  <a:gd name="T7" fmla="*/ 143 h 199"/>
                  <a:gd name="T8" fmla="*/ 144 w 144"/>
                  <a:gd name="T9" fmla="*/ 155 h 199"/>
                  <a:gd name="T10" fmla="*/ 136 w 144"/>
                  <a:gd name="T11" fmla="*/ 173 h 199"/>
                  <a:gd name="T12" fmla="*/ 127 w 144"/>
                  <a:gd name="T13" fmla="*/ 184 h 199"/>
                  <a:gd name="T14" fmla="*/ 108 w 144"/>
                  <a:gd name="T15" fmla="*/ 196 h 199"/>
                  <a:gd name="T16" fmla="*/ 84 w 144"/>
                  <a:gd name="T17" fmla="*/ 199 h 199"/>
                  <a:gd name="T18" fmla="*/ 0 w 144"/>
                  <a:gd name="T19" fmla="*/ 0 h 199"/>
                  <a:gd name="T20" fmla="*/ 79 w 144"/>
                  <a:gd name="T21" fmla="*/ 0 h 199"/>
                  <a:gd name="T22" fmla="*/ 101 w 144"/>
                  <a:gd name="T23" fmla="*/ 3 h 199"/>
                  <a:gd name="T24" fmla="*/ 120 w 144"/>
                  <a:gd name="T25" fmla="*/ 15 h 199"/>
                  <a:gd name="T26" fmla="*/ 127 w 144"/>
                  <a:gd name="T27" fmla="*/ 24 h 199"/>
                  <a:gd name="T28" fmla="*/ 136 w 144"/>
                  <a:gd name="T29" fmla="*/ 44 h 199"/>
                  <a:gd name="T30" fmla="*/ 137 w 144"/>
                  <a:gd name="T31" fmla="*/ 55 h 199"/>
                  <a:gd name="T32" fmla="*/ 132 w 144"/>
                  <a:gd name="T33" fmla="*/ 79 h 199"/>
                  <a:gd name="T34" fmla="*/ 117 w 144"/>
                  <a:gd name="T35" fmla="*/ 96 h 199"/>
                  <a:gd name="T36" fmla="*/ 32 w 144"/>
                  <a:gd name="T37" fmla="*/ 31 h 199"/>
                  <a:gd name="T38" fmla="*/ 79 w 144"/>
                  <a:gd name="T39" fmla="*/ 82 h 199"/>
                  <a:gd name="T40" fmla="*/ 89 w 144"/>
                  <a:gd name="T41" fmla="*/ 81 h 199"/>
                  <a:gd name="T42" fmla="*/ 96 w 144"/>
                  <a:gd name="T43" fmla="*/ 75 h 199"/>
                  <a:gd name="T44" fmla="*/ 105 w 144"/>
                  <a:gd name="T45" fmla="*/ 56 h 199"/>
                  <a:gd name="T46" fmla="*/ 103 w 144"/>
                  <a:gd name="T47" fmla="*/ 46 h 199"/>
                  <a:gd name="T48" fmla="*/ 96 w 144"/>
                  <a:gd name="T49" fmla="*/ 38 h 199"/>
                  <a:gd name="T50" fmla="*/ 79 w 144"/>
                  <a:gd name="T51" fmla="*/ 31 h 199"/>
                  <a:gd name="T52" fmla="*/ 84 w 144"/>
                  <a:gd name="T53" fmla="*/ 168 h 199"/>
                  <a:gd name="T54" fmla="*/ 96 w 144"/>
                  <a:gd name="T55" fmla="*/ 167 h 199"/>
                  <a:gd name="T56" fmla="*/ 105 w 144"/>
                  <a:gd name="T57" fmla="*/ 160 h 199"/>
                  <a:gd name="T58" fmla="*/ 108 w 144"/>
                  <a:gd name="T59" fmla="*/ 156 h 199"/>
                  <a:gd name="T60" fmla="*/ 111 w 144"/>
                  <a:gd name="T61" fmla="*/ 146 h 199"/>
                  <a:gd name="T62" fmla="*/ 111 w 144"/>
                  <a:gd name="T63" fmla="*/ 141 h 199"/>
                  <a:gd name="T64" fmla="*/ 110 w 144"/>
                  <a:gd name="T65" fmla="*/ 130 h 199"/>
                  <a:gd name="T66" fmla="*/ 105 w 144"/>
                  <a:gd name="T67" fmla="*/ 120 h 199"/>
                  <a:gd name="T68" fmla="*/ 99 w 144"/>
                  <a:gd name="T69" fmla="*/ 117 h 199"/>
                  <a:gd name="T70" fmla="*/ 91 w 144"/>
                  <a:gd name="T71" fmla="*/ 113 h 199"/>
                  <a:gd name="T72" fmla="*/ 32 w 144"/>
                  <a:gd name="T73" fmla="*/ 113 h 199"/>
                  <a:gd name="T74" fmla="*/ 84 w 144"/>
                  <a:gd name="T75" fmla="*/ 16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99">
                    <a:moveTo>
                      <a:pt x="117" y="96"/>
                    </a:moveTo>
                    <a:lnTo>
                      <a:pt x="117" y="96"/>
                    </a:lnTo>
                    <a:lnTo>
                      <a:pt x="129" y="105"/>
                    </a:lnTo>
                    <a:lnTo>
                      <a:pt x="137" y="115"/>
                    </a:lnTo>
                    <a:lnTo>
                      <a:pt x="137" y="115"/>
                    </a:lnTo>
                    <a:lnTo>
                      <a:pt x="141" y="120"/>
                    </a:lnTo>
                    <a:lnTo>
                      <a:pt x="142" y="127"/>
                    </a:lnTo>
                    <a:lnTo>
                      <a:pt x="144" y="143"/>
                    </a:lnTo>
                    <a:lnTo>
                      <a:pt x="144" y="143"/>
                    </a:lnTo>
                    <a:lnTo>
                      <a:pt x="144" y="155"/>
                    </a:lnTo>
                    <a:lnTo>
                      <a:pt x="141" y="165"/>
                    </a:lnTo>
                    <a:lnTo>
                      <a:pt x="136" y="173"/>
                    </a:lnTo>
                    <a:lnTo>
                      <a:pt x="127" y="184"/>
                    </a:lnTo>
                    <a:lnTo>
                      <a:pt x="127" y="184"/>
                    </a:lnTo>
                    <a:lnTo>
                      <a:pt x="118" y="191"/>
                    </a:lnTo>
                    <a:lnTo>
                      <a:pt x="108" y="196"/>
                    </a:lnTo>
                    <a:lnTo>
                      <a:pt x="96" y="198"/>
                    </a:lnTo>
                    <a:lnTo>
                      <a:pt x="84" y="199"/>
                    </a:lnTo>
                    <a:lnTo>
                      <a:pt x="0" y="199"/>
                    </a:lnTo>
                    <a:lnTo>
                      <a:pt x="0" y="0"/>
                    </a:lnTo>
                    <a:lnTo>
                      <a:pt x="79" y="0"/>
                    </a:lnTo>
                    <a:lnTo>
                      <a:pt x="79" y="0"/>
                    </a:lnTo>
                    <a:lnTo>
                      <a:pt x="91" y="1"/>
                    </a:lnTo>
                    <a:lnTo>
                      <a:pt x="101" y="3"/>
                    </a:lnTo>
                    <a:lnTo>
                      <a:pt x="111" y="8"/>
                    </a:lnTo>
                    <a:lnTo>
                      <a:pt x="120" y="15"/>
                    </a:lnTo>
                    <a:lnTo>
                      <a:pt x="120" y="15"/>
                    </a:lnTo>
                    <a:lnTo>
                      <a:pt x="127" y="24"/>
                    </a:lnTo>
                    <a:lnTo>
                      <a:pt x="132" y="34"/>
                    </a:lnTo>
                    <a:lnTo>
                      <a:pt x="136" y="44"/>
                    </a:lnTo>
                    <a:lnTo>
                      <a:pt x="137" y="55"/>
                    </a:lnTo>
                    <a:lnTo>
                      <a:pt x="137" y="55"/>
                    </a:lnTo>
                    <a:lnTo>
                      <a:pt x="136" y="67"/>
                    </a:lnTo>
                    <a:lnTo>
                      <a:pt x="132" y="79"/>
                    </a:lnTo>
                    <a:lnTo>
                      <a:pt x="125" y="87"/>
                    </a:lnTo>
                    <a:lnTo>
                      <a:pt x="117" y="96"/>
                    </a:lnTo>
                    <a:close/>
                    <a:moveTo>
                      <a:pt x="79" y="31"/>
                    </a:moveTo>
                    <a:lnTo>
                      <a:pt x="32" y="31"/>
                    </a:lnTo>
                    <a:lnTo>
                      <a:pt x="32" y="82"/>
                    </a:lnTo>
                    <a:lnTo>
                      <a:pt x="79" y="82"/>
                    </a:lnTo>
                    <a:lnTo>
                      <a:pt x="79" y="82"/>
                    </a:lnTo>
                    <a:lnTo>
                      <a:pt x="89" y="81"/>
                    </a:lnTo>
                    <a:lnTo>
                      <a:pt x="96" y="75"/>
                    </a:lnTo>
                    <a:lnTo>
                      <a:pt x="96" y="75"/>
                    </a:lnTo>
                    <a:lnTo>
                      <a:pt x="103" y="67"/>
                    </a:lnTo>
                    <a:lnTo>
                      <a:pt x="105" y="56"/>
                    </a:lnTo>
                    <a:lnTo>
                      <a:pt x="105" y="56"/>
                    </a:lnTo>
                    <a:lnTo>
                      <a:pt x="103" y="46"/>
                    </a:lnTo>
                    <a:lnTo>
                      <a:pt x="96" y="38"/>
                    </a:lnTo>
                    <a:lnTo>
                      <a:pt x="96" y="38"/>
                    </a:lnTo>
                    <a:lnTo>
                      <a:pt x="89" y="32"/>
                    </a:lnTo>
                    <a:lnTo>
                      <a:pt x="79" y="31"/>
                    </a:lnTo>
                    <a:close/>
                    <a:moveTo>
                      <a:pt x="84" y="168"/>
                    </a:moveTo>
                    <a:lnTo>
                      <a:pt x="84" y="168"/>
                    </a:lnTo>
                    <a:lnTo>
                      <a:pt x="91" y="168"/>
                    </a:lnTo>
                    <a:lnTo>
                      <a:pt x="96" y="167"/>
                    </a:lnTo>
                    <a:lnTo>
                      <a:pt x="99" y="163"/>
                    </a:lnTo>
                    <a:lnTo>
                      <a:pt x="105" y="160"/>
                    </a:lnTo>
                    <a:lnTo>
                      <a:pt x="105" y="160"/>
                    </a:lnTo>
                    <a:lnTo>
                      <a:pt x="108" y="156"/>
                    </a:lnTo>
                    <a:lnTo>
                      <a:pt x="110" y="151"/>
                    </a:lnTo>
                    <a:lnTo>
                      <a:pt x="111" y="146"/>
                    </a:lnTo>
                    <a:lnTo>
                      <a:pt x="111" y="141"/>
                    </a:lnTo>
                    <a:lnTo>
                      <a:pt x="111" y="141"/>
                    </a:lnTo>
                    <a:lnTo>
                      <a:pt x="111" y="136"/>
                    </a:lnTo>
                    <a:lnTo>
                      <a:pt x="110" y="130"/>
                    </a:lnTo>
                    <a:lnTo>
                      <a:pt x="108" y="125"/>
                    </a:lnTo>
                    <a:lnTo>
                      <a:pt x="105" y="120"/>
                    </a:lnTo>
                    <a:lnTo>
                      <a:pt x="105" y="120"/>
                    </a:lnTo>
                    <a:lnTo>
                      <a:pt x="99" y="117"/>
                    </a:lnTo>
                    <a:lnTo>
                      <a:pt x="96" y="115"/>
                    </a:lnTo>
                    <a:lnTo>
                      <a:pt x="91" y="113"/>
                    </a:lnTo>
                    <a:lnTo>
                      <a:pt x="84" y="113"/>
                    </a:lnTo>
                    <a:lnTo>
                      <a:pt x="32" y="113"/>
                    </a:lnTo>
                    <a:lnTo>
                      <a:pt x="32" y="168"/>
                    </a:lnTo>
                    <a:lnTo>
                      <a:pt x="84" y="168"/>
                    </a:lnTo>
                    <a:close/>
                  </a:path>
                </a:pathLst>
              </a:custGeom>
              <a:solidFill>
                <a:srgbClr val="BF2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3" name="Freeform 468"/>
              <p:cNvSpPr>
                <a:spLocks/>
              </p:cNvSpPr>
              <p:nvPr/>
            </p:nvSpPr>
            <p:spPr bwMode="auto">
              <a:xfrm>
                <a:off x="3981450" y="4860925"/>
                <a:ext cx="115888" cy="158750"/>
              </a:xfrm>
              <a:custGeom>
                <a:avLst/>
                <a:gdLst>
                  <a:gd name="T0" fmla="*/ 117 w 144"/>
                  <a:gd name="T1" fmla="*/ 96 h 199"/>
                  <a:gd name="T2" fmla="*/ 117 w 144"/>
                  <a:gd name="T3" fmla="*/ 96 h 199"/>
                  <a:gd name="T4" fmla="*/ 129 w 144"/>
                  <a:gd name="T5" fmla="*/ 105 h 199"/>
                  <a:gd name="T6" fmla="*/ 137 w 144"/>
                  <a:gd name="T7" fmla="*/ 115 h 199"/>
                  <a:gd name="T8" fmla="*/ 137 w 144"/>
                  <a:gd name="T9" fmla="*/ 115 h 199"/>
                  <a:gd name="T10" fmla="*/ 141 w 144"/>
                  <a:gd name="T11" fmla="*/ 120 h 199"/>
                  <a:gd name="T12" fmla="*/ 142 w 144"/>
                  <a:gd name="T13" fmla="*/ 127 h 199"/>
                  <a:gd name="T14" fmla="*/ 144 w 144"/>
                  <a:gd name="T15" fmla="*/ 143 h 199"/>
                  <a:gd name="T16" fmla="*/ 144 w 144"/>
                  <a:gd name="T17" fmla="*/ 143 h 199"/>
                  <a:gd name="T18" fmla="*/ 144 w 144"/>
                  <a:gd name="T19" fmla="*/ 155 h 199"/>
                  <a:gd name="T20" fmla="*/ 141 w 144"/>
                  <a:gd name="T21" fmla="*/ 165 h 199"/>
                  <a:gd name="T22" fmla="*/ 136 w 144"/>
                  <a:gd name="T23" fmla="*/ 173 h 199"/>
                  <a:gd name="T24" fmla="*/ 127 w 144"/>
                  <a:gd name="T25" fmla="*/ 184 h 199"/>
                  <a:gd name="T26" fmla="*/ 127 w 144"/>
                  <a:gd name="T27" fmla="*/ 184 h 199"/>
                  <a:gd name="T28" fmla="*/ 118 w 144"/>
                  <a:gd name="T29" fmla="*/ 191 h 199"/>
                  <a:gd name="T30" fmla="*/ 108 w 144"/>
                  <a:gd name="T31" fmla="*/ 196 h 199"/>
                  <a:gd name="T32" fmla="*/ 96 w 144"/>
                  <a:gd name="T33" fmla="*/ 198 h 199"/>
                  <a:gd name="T34" fmla="*/ 84 w 144"/>
                  <a:gd name="T35" fmla="*/ 199 h 199"/>
                  <a:gd name="T36" fmla="*/ 0 w 144"/>
                  <a:gd name="T37" fmla="*/ 199 h 199"/>
                  <a:gd name="T38" fmla="*/ 0 w 144"/>
                  <a:gd name="T39" fmla="*/ 0 h 199"/>
                  <a:gd name="T40" fmla="*/ 79 w 144"/>
                  <a:gd name="T41" fmla="*/ 0 h 199"/>
                  <a:gd name="T42" fmla="*/ 79 w 144"/>
                  <a:gd name="T43" fmla="*/ 0 h 199"/>
                  <a:gd name="T44" fmla="*/ 91 w 144"/>
                  <a:gd name="T45" fmla="*/ 1 h 199"/>
                  <a:gd name="T46" fmla="*/ 101 w 144"/>
                  <a:gd name="T47" fmla="*/ 3 h 199"/>
                  <a:gd name="T48" fmla="*/ 111 w 144"/>
                  <a:gd name="T49" fmla="*/ 8 h 199"/>
                  <a:gd name="T50" fmla="*/ 120 w 144"/>
                  <a:gd name="T51" fmla="*/ 15 h 199"/>
                  <a:gd name="T52" fmla="*/ 120 w 144"/>
                  <a:gd name="T53" fmla="*/ 15 h 199"/>
                  <a:gd name="T54" fmla="*/ 127 w 144"/>
                  <a:gd name="T55" fmla="*/ 24 h 199"/>
                  <a:gd name="T56" fmla="*/ 132 w 144"/>
                  <a:gd name="T57" fmla="*/ 34 h 199"/>
                  <a:gd name="T58" fmla="*/ 136 w 144"/>
                  <a:gd name="T59" fmla="*/ 44 h 199"/>
                  <a:gd name="T60" fmla="*/ 137 w 144"/>
                  <a:gd name="T61" fmla="*/ 55 h 199"/>
                  <a:gd name="T62" fmla="*/ 137 w 144"/>
                  <a:gd name="T63" fmla="*/ 55 h 199"/>
                  <a:gd name="T64" fmla="*/ 136 w 144"/>
                  <a:gd name="T65" fmla="*/ 67 h 199"/>
                  <a:gd name="T66" fmla="*/ 132 w 144"/>
                  <a:gd name="T67" fmla="*/ 79 h 199"/>
                  <a:gd name="T68" fmla="*/ 125 w 144"/>
                  <a:gd name="T69" fmla="*/ 87 h 199"/>
                  <a:gd name="T70" fmla="*/ 117 w 144"/>
                  <a:gd name="T71" fmla="*/ 96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199">
                    <a:moveTo>
                      <a:pt x="117" y="96"/>
                    </a:moveTo>
                    <a:lnTo>
                      <a:pt x="117" y="96"/>
                    </a:lnTo>
                    <a:lnTo>
                      <a:pt x="129" y="105"/>
                    </a:lnTo>
                    <a:lnTo>
                      <a:pt x="137" y="115"/>
                    </a:lnTo>
                    <a:lnTo>
                      <a:pt x="137" y="115"/>
                    </a:lnTo>
                    <a:lnTo>
                      <a:pt x="141" y="120"/>
                    </a:lnTo>
                    <a:lnTo>
                      <a:pt x="142" y="127"/>
                    </a:lnTo>
                    <a:lnTo>
                      <a:pt x="144" y="143"/>
                    </a:lnTo>
                    <a:lnTo>
                      <a:pt x="144" y="143"/>
                    </a:lnTo>
                    <a:lnTo>
                      <a:pt x="144" y="155"/>
                    </a:lnTo>
                    <a:lnTo>
                      <a:pt x="141" y="165"/>
                    </a:lnTo>
                    <a:lnTo>
                      <a:pt x="136" y="173"/>
                    </a:lnTo>
                    <a:lnTo>
                      <a:pt x="127" y="184"/>
                    </a:lnTo>
                    <a:lnTo>
                      <a:pt x="127" y="184"/>
                    </a:lnTo>
                    <a:lnTo>
                      <a:pt x="118" y="191"/>
                    </a:lnTo>
                    <a:lnTo>
                      <a:pt x="108" y="196"/>
                    </a:lnTo>
                    <a:lnTo>
                      <a:pt x="96" y="198"/>
                    </a:lnTo>
                    <a:lnTo>
                      <a:pt x="84" y="199"/>
                    </a:lnTo>
                    <a:lnTo>
                      <a:pt x="0" y="199"/>
                    </a:lnTo>
                    <a:lnTo>
                      <a:pt x="0" y="0"/>
                    </a:lnTo>
                    <a:lnTo>
                      <a:pt x="79" y="0"/>
                    </a:lnTo>
                    <a:lnTo>
                      <a:pt x="79" y="0"/>
                    </a:lnTo>
                    <a:lnTo>
                      <a:pt x="91" y="1"/>
                    </a:lnTo>
                    <a:lnTo>
                      <a:pt x="101" y="3"/>
                    </a:lnTo>
                    <a:lnTo>
                      <a:pt x="111" y="8"/>
                    </a:lnTo>
                    <a:lnTo>
                      <a:pt x="120" y="15"/>
                    </a:lnTo>
                    <a:lnTo>
                      <a:pt x="120" y="15"/>
                    </a:lnTo>
                    <a:lnTo>
                      <a:pt x="127" y="24"/>
                    </a:lnTo>
                    <a:lnTo>
                      <a:pt x="132" y="34"/>
                    </a:lnTo>
                    <a:lnTo>
                      <a:pt x="136" y="44"/>
                    </a:lnTo>
                    <a:lnTo>
                      <a:pt x="137" y="55"/>
                    </a:lnTo>
                    <a:lnTo>
                      <a:pt x="137" y="55"/>
                    </a:lnTo>
                    <a:lnTo>
                      <a:pt x="136" y="67"/>
                    </a:lnTo>
                    <a:lnTo>
                      <a:pt x="132" y="79"/>
                    </a:lnTo>
                    <a:lnTo>
                      <a:pt x="125" y="87"/>
                    </a:lnTo>
                    <a:lnTo>
                      <a:pt x="117" y="9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4" name="Freeform 469"/>
              <p:cNvSpPr>
                <a:spLocks/>
              </p:cNvSpPr>
              <p:nvPr/>
            </p:nvSpPr>
            <p:spPr bwMode="auto">
              <a:xfrm>
                <a:off x="4008438" y="4884738"/>
                <a:ext cx="57150" cy="41275"/>
              </a:xfrm>
              <a:custGeom>
                <a:avLst/>
                <a:gdLst>
                  <a:gd name="T0" fmla="*/ 47 w 73"/>
                  <a:gd name="T1" fmla="*/ 0 h 51"/>
                  <a:gd name="T2" fmla="*/ 0 w 73"/>
                  <a:gd name="T3" fmla="*/ 0 h 51"/>
                  <a:gd name="T4" fmla="*/ 0 w 73"/>
                  <a:gd name="T5" fmla="*/ 51 h 51"/>
                  <a:gd name="T6" fmla="*/ 47 w 73"/>
                  <a:gd name="T7" fmla="*/ 51 h 51"/>
                  <a:gd name="T8" fmla="*/ 47 w 73"/>
                  <a:gd name="T9" fmla="*/ 51 h 51"/>
                  <a:gd name="T10" fmla="*/ 57 w 73"/>
                  <a:gd name="T11" fmla="*/ 50 h 51"/>
                  <a:gd name="T12" fmla="*/ 64 w 73"/>
                  <a:gd name="T13" fmla="*/ 44 h 51"/>
                  <a:gd name="T14" fmla="*/ 64 w 73"/>
                  <a:gd name="T15" fmla="*/ 44 h 51"/>
                  <a:gd name="T16" fmla="*/ 71 w 73"/>
                  <a:gd name="T17" fmla="*/ 36 h 51"/>
                  <a:gd name="T18" fmla="*/ 73 w 73"/>
                  <a:gd name="T19" fmla="*/ 25 h 51"/>
                  <a:gd name="T20" fmla="*/ 73 w 73"/>
                  <a:gd name="T21" fmla="*/ 25 h 51"/>
                  <a:gd name="T22" fmla="*/ 71 w 73"/>
                  <a:gd name="T23" fmla="*/ 15 h 51"/>
                  <a:gd name="T24" fmla="*/ 64 w 73"/>
                  <a:gd name="T25" fmla="*/ 7 h 51"/>
                  <a:gd name="T26" fmla="*/ 64 w 73"/>
                  <a:gd name="T27" fmla="*/ 7 h 51"/>
                  <a:gd name="T28" fmla="*/ 57 w 73"/>
                  <a:gd name="T29" fmla="*/ 1 h 51"/>
                  <a:gd name="T30" fmla="*/ 47 w 73"/>
                  <a:gd name="T3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3" h="51">
                    <a:moveTo>
                      <a:pt x="47" y="0"/>
                    </a:moveTo>
                    <a:lnTo>
                      <a:pt x="0" y="0"/>
                    </a:lnTo>
                    <a:lnTo>
                      <a:pt x="0" y="51"/>
                    </a:lnTo>
                    <a:lnTo>
                      <a:pt x="47" y="51"/>
                    </a:lnTo>
                    <a:lnTo>
                      <a:pt x="47" y="51"/>
                    </a:lnTo>
                    <a:lnTo>
                      <a:pt x="57" y="50"/>
                    </a:lnTo>
                    <a:lnTo>
                      <a:pt x="64" y="44"/>
                    </a:lnTo>
                    <a:lnTo>
                      <a:pt x="64" y="44"/>
                    </a:lnTo>
                    <a:lnTo>
                      <a:pt x="71" y="36"/>
                    </a:lnTo>
                    <a:lnTo>
                      <a:pt x="73" y="25"/>
                    </a:lnTo>
                    <a:lnTo>
                      <a:pt x="73" y="25"/>
                    </a:lnTo>
                    <a:lnTo>
                      <a:pt x="71" y="15"/>
                    </a:lnTo>
                    <a:lnTo>
                      <a:pt x="64" y="7"/>
                    </a:lnTo>
                    <a:lnTo>
                      <a:pt x="64" y="7"/>
                    </a:lnTo>
                    <a:lnTo>
                      <a:pt x="57" y="1"/>
                    </a:lnTo>
                    <a:lnTo>
                      <a:pt x="4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5" name="Freeform 470"/>
              <p:cNvSpPr>
                <a:spLocks/>
              </p:cNvSpPr>
              <p:nvPr/>
            </p:nvSpPr>
            <p:spPr bwMode="auto">
              <a:xfrm>
                <a:off x="4008438" y="4951413"/>
                <a:ext cx="61913" cy="42863"/>
              </a:xfrm>
              <a:custGeom>
                <a:avLst/>
                <a:gdLst>
                  <a:gd name="T0" fmla="*/ 52 w 79"/>
                  <a:gd name="T1" fmla="*/ 55 h 55"/>
                  <a:gd name="T2" fmla="*/ 52 w 79"/>
                  <a:gd name="T3" fmla="*/ 55 h 55"/>
                  <a:gd name="T4" fmla="*/ 59 w 79"/>
                  <a:gd name="T5" fmla="*/ 55 h 55"/>
                  <a:gd name="T6" fmla="*/ 64 w 79"/>
                  <a:gd name="T7" fmla="*/ 54 h 55"/>
                  <a:gd name="T8" fmla="*/ 67 w 79"/>
                  <a:gd name="T9" fmla="*/ 50 h 55"/>
                  <a:gd name="T10" fmla="*/ 73 w 79"/>
                  <a:gd name="T11" fmla="*/ 47 h 55"/>
                  <a:gd name="T12" fmla="*/ 73 w 79"/>
                  <a:gd name="T13" fmla="*/ 47 h 55"/>
                  <a:gd name="T14" fmla="*/ 76 w 79"/>
                  <a:gd name="T15" fmla="*/ 43 h 55"/>
                  <a:gd name="T16" fmla="*/ 78 w 79"/>
                  <a:gd name="T17" fmla="*/ 38 h 55"/>
                  <a:gd name="T18" fmla="*/ 79 w 79"/>
                  <a:gd name="T19" fmla="*/ 33 h 55"/>
                  <a:gd name="T20" fmla="*/ 79 w 79"/>
                  <a:gd name="T21" fmla="*/ 28 h 55"/>
                  <a:gd name="T22" fmla="*/ 79 w 79"/>
                  <a:gd name="T23" fmla="*/ 28 h 55"/>
                  <a:gd name="T24" fmla="*/ 79 w 79"/>
                  <a:gd name="T25" fmla="*/ 23 h 55"/>
                  <a:gd name="T26" fmla="*/ 78 w 79"/>
                  <a:gd name="T27" fmla="*/ 17 h 55"/>
                  <a:gd name="T28" fmla="*/ 76 w 79"/>
                  <a:gd name="T29" fmla="*/ 12 h 55"/>
                  <a:gd name="T30" fmla="*/ 73 w 79"/>
                  <a:gd name="T31" fmla="*/ 7 h 55"/>
                  <a:gd name="T32" fmla="*/ 73 w 79"/>
                  <a:gd name="T33" fmla="*/ 7 h 55"/>
                  <a:gd name="T34" fmla="*/ 67 w 79"/>
                  <a:gd name="T35" fmla="*/ 4 h 55"/>
                  <a:gd name="T36" fmla="*/ 64 w 79"/>
                  <a:gd name="T37" fmla="*/ 2 h 55"/>
                  <a:gd name="T38" fmla="*/ 59 w 79"/>
                  <a:gd name="T39" fmla="*/ 0 h 55"/>
                  <a:gd name="T40" fmla="*/ 52 w 79"/>
                  <a:gd name="T41" fmla="*/ 0 h 55"/>
                  <a:gd name="T42" fmla="*/ 0 w 79"/>
                  <a:gd name="T43" fmla="*/ 0 h 55"/>
                  <a:gd name="T44" fmla="*/ 0 w 79"/>
                  <a:gd name="T45" fmla="*/ 55 h 55"/>
                  <a:gd name="T46" fmla="*/ 52 w 79"/>
                  <a:gd name="T4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9" h="55">
                    <a:moveTo>
                      <a:pt x="52" y="55"/>
                    </a:moveTo>
                    <a:lnTo>
                      <a:pt x="52" y="55"/>
                    </a:lnTo>
                    <a:lnTo>
                      <a:pt x="59" y="55"/>
                    </a:lnTo>
                    <a:lnTo>
                      <a:pt x="64" y="54"/>
                    </a:lnTo>
                    <a:lnTo>
                      <a:pt x="67" y="50"/>
                    </a:lnTo>
                    <a:lnTo>
                      <a:pt x="73" y="47"/>
                    </a:lnTo>
                    <a:lnTo>
                      <a:pt x="73" y="47"/>
                    </a:lnTo>
                    <a:lnTo>
                      <a:pt x="76" y="43"/>
                    </a:lnTo>
                    <a:lnTo>
                      <a:pt x="78" y="38"/>
                    </a:lnTo>
                    <a:lnTo>
                      <a:pt x="79" y="33"/>
                    </a:lnTo>
                    <a:lnTo>
                      <a:pt x="79" y="28"/>
                    </a:lnTo>
                    <a:lnTo>
                      <a:pt x="79" y="28"/>
                    </a:lnTo>
                    <a:lnTo>
                      <a:pt x="79" y="23"/>
                    </a:lnTo>
                    <a:lnTo>
                      <a:pt x="78" y="17"/>
                    </a:lnTo>
                    <a:lnTo>
                      <a:pt x="76" y="12"/>
                    </a:lnTo>
                    <a:lnTo>
                      <a:pt x="73" y="7"/>
                    </a:lnTo>
                    <a:lnTo>
                      <a:pt x="73" y="7"/>
                    </a:lnTo>
                    <a:lnTo>
                      <a:pt x="67" y="4"/>
                    </a:lnTo>
                    <a:lnTo>
                      <a:pt x="64" y="2"/>
                    </a:lnTo>
                    <a:lnTo>
                      <a:pt x="59" y="0"/>
                    </a:lnTo>
                    <a:lnTo>
                      <a:pt x="52" y="0"/>
                    </a:lnTo>
                    <a:lnTo>
                      <a:pt x="0" y="0"/>
                    </a:lnTo>
                    <a:lnTo>
                      <a:pt x="0" y="55"/>
                    </a:lnTo>
                    <a:lnTo>
                      <a:pt x="52" y="5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6" name="Freeform 471"/>
              <p:cNvSpPr>
                <a:spLocks noEditPoints="1"/>
              </p:cNvSpPr>
              <p:nvPr/>
            </p:nvSpPr>
            <p:spPr bwMode="auto">
              <a:xfrm>
                <a:off x="4113213" y="4903788"/>
                <a:ext cx="119063" cy="117475"/>
              </a:xfrm>
              <a:custGeom>
                <a:avLst/>
                <a:gdLst>
                  <a:gd name="T0" fmla="*/ 74 w 149"/>
                  <a:gd name="T1" fmla="*/ 150 h 150"/>
                  <a:gd name="T2" fmla="*/ 46 w 149"/>
                  <a:gd name="T3" fmla="*/ 145 h 150"/>
                  <a:gd name="T4" fmla="*/ 22 w 149"/>
                  <a:gd name="T5" fmla="*/ 129 h 150"/>
                  <a:gd name="T6" fmla="*/ 12 w 149"/>
                  <a:gd name="T7" fmla="*/ 117 h 150"/>
                  <a:gd name="T8" fmla="*/ 1 w 149"/>
                  <a:gd name="T9" fmla="*/ 90 h 150"/>
                  <a:gd name="T10" fmla="*/ 0 w 149"/>
                  <a:gd name="T11" fmla="*/ 76 h 150"/>
                  <a:gd name="T12" fmla="*/ 5 w 149"/>
                  <a:gd name="T13" fmla="*/ 47 h 150"/>
                  <a:gd name="T14" fmla="*/ 22 w 149"/>
                  <a:gd name="T15" fmla="*/ 22 h 150"/>
                  <a:gd name="T16" fmla="*/ 32 w 149"/>
                  <a:gd name="T17" fmla="*/ 12 h 150"/>
                  <a:gd name="T18" fmla="*/ 60 w 149"/>
                  <a:gd name="T19" fmla="*/ 2 h 150"/>
                  <a:gd name="T20" fmla="*/ 74 w 149"/>
                  <a:gd name="T21" fmla="*/ 0 h 150"/>
                  <a:gd name="T22" fmla="*/ 103 w 149"/>
                  <a:gd name="T23" fmla="*/ 5 h 150"/>
                  <a:gd name="T24" fmla="*/ 129 w 149"/>
                  <a:gd name="T25" fmla="*/ 22 h 150"/>
                  <a:gd name="T26" fmla="*/ 137 w 149"/>
                  <a:gd name="T27" fmla="*/ 33 h 150"/>
                  <a:gd name="T28" fmla="*/ 148 w 149"/>
                  <a:gd name="T29" fmla="*/ 60 h 150"/>
                  <a:gd name="T30" fmla="*/ 149 w 149"/>
                  <a:gd name="T31" fmla="*/ 76 h 150"/>
                  <a:gd name="T32" fmla="*/ 144 w 149"/>
                  <a:gd name="T33" fmla="*/ 103 h 150"/>
                  <a:gd name="T34" fmla="*/ 129 w 149"/>
                  <a:gd name="T35" fmla="*/ 129 h 150"/>
                  <a:gd name="T36" fmla="*/ 117 w 149"/>
                  <a:gd name="T37" fmla="*/ 138 h 150"/>
                  <a:gd name="T38" fmla="*/ 89 w 149"/>
                  <a:gd name="T39" fmla="*/ 148 h 150"/>
                  <a:gd name="T40" fmla="*/ 43 w 149"/>
                  <a:gd name="T41" fmla="*/ 107 h 150"/>
                  <a:gd name="T42" fmla="*/ 50 w 149"/>
                  <a:gd name="T43" fmla="*/ 114 h 150"/>
                  <a:gd name="T44" fmla="*/ 65 w 149"/>
                  <a:gd name="T45" fmla="*/ 119 h 150"/>
                  <a:gd name="T46" fmla="*/ 74 w 149"/>
                  <a:gd name="T47" fmla="*/ 120 h 150"/>
                  <a:gd name="T48" fmla="*/ 93 w 149"/>
                  <a:gd name="T49" fmla="*/ 117 h 150"/>
                  <a:gd name="T50" fmla="*/ 106 w 149"/>
                  <a:gd name="T51" fmla="*/ 107 h 150"/>
                  <a:gd name="T52" fmla="*/ 112 w 149"/>
                  <a:gd name="T53" fmla="*/ 100 h 150"/>
                  <a:gd name="T54" fmla="*/ 119 w 149"/>
                  <a:gd name="T55" fmla="*/ 84 h 150"/>
                  <a:gd name="T56" fmla="*/ 119 w 149"/>
                  <a:gd name="T57" fmla="*/ 76 h 150"/>
                  <a:gd name="T58" fmla="*/ 115 w 149"/>
                  <a:gd name="T59" fmla="*/ 57 h 150"/>
                  <a:gd name="T60" fmla="*/ 106 w 149"/>
                  <a:gd name="T61" fmla="*/ 43 h 150"/>
                  <a:gd name="T62" fmla="*/ 100 w 149"/>
                  <a:gd name="T63" fmla="*/ 38 h 150"/>
                  <a:gd name="T64" fmla="*/ 84 w 149"/>
                  <a:gd name="T65" fmla="*/ 31 h 150"/>
                  <a:gd name="T66" fmla="*/ 74 w 149"/>
                  <a:gd name="T67" fmla="*/ 29 h 150"/>
                  <a:gd name="T68" fmla="*/ 57 w 149"/>
                  <a:gd name="T69" fmla="*/ 33 h 150"/>
                  <a:gd name="T70" fmla="*/ 43 w 149"/>
                  <a:gd name="T71" fmla="*/ 43 h 150"/>
                  <a:gd name="T72" fmla="*/ 38 w 149"/>
                  <a:gd name="T73" fmla="*/ 50 h 150"/>
                  <a:gd name="T74" fmla="*/ 31 w 149"/>
                  <a:gd name="T75" fmla="*/ 65 h 150"/>
                  <a:gd name="T76" fmla="*/ 31 w 149"/>
                  <a:gd name="T77" fmla="*/ 76 h 150"/>
                  <a:gd name="T78" fmla="*/ 34 w 149"/>
                  <a:gd name="T79" fmla="*/ 93 h 150"/>
                  <a:gd name="T80" fmla="*/ 43 w 149"/>
                  <a:gd name="T81" fmla="*/ 10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9" h="150">
                    <a:moveTo>
                      <a:pt x="74" y="150"/>
                    </a:moveTo>
                    <a:lnTo>
                      <a:pt x="74" y="150"/>
                    </a:lnTo>
                    <a:lnTo>
                      <a:pt x="60" y="148"/>
                    </a:lnTo>
                    <a:lnTo>
                      <a:pt x="46" y="145"/>
                    </a:lnTo>
                    <a:lnTo>
                      <a:pt x="32" y="138"/>
                    </a:lnTo>
                    <a:lnTo>
                      <a:pt x="22" y="129"/>
                    </a:lnTo>
                    <a:lnTo>
                      <a:pt x="22" y="129"/>
                    </a:lnTo>
                    <a:lnTo>
                      <a:pt x="12" y="117"/>
                    </a:lnTo>
                    <a:lnTo>
                      <a:pt x="5" y="103"/>
                    </a:lnTo>
                    <a:lnTo>
                      <a:pt x="1" y="90"/>
                    </a:lnTo>
                    <a:lnTo>
                      <a:pt x="0" y="76"/>
                    </a:lnTo>
                    <a:lnTo>
                      <a:pt x="0" y="76"/>
                    </a:lnTo>
                    <a:lnTo>
                      <a:pt x="1" y="60"/>
                    </a:lnTo>
                    <a:lnTo>
                      <a:pt x="5" y="47"/>
                    </a:lnTo>
                    <a:lnTo>
                      <a:pt x="12" y="33"/>
                    </a:lnTo>
                    <a:lnTo>
                      <a:pt x="22" y="22"/>
                    </a:lnTo>
                    <a:lnTo>
                      <a:pt x="22" y="22"/>
                    </a:lnTo>
                    <a:lnTo>
                      <a:pt x="32" y="12"/>
                    </a:lnTo>
                    <a:lnTo>
                      <a:pt x="46" y="5"/>
                    </a:lnTo>
                    <a:lnTo>
                      <a:pt x="60" y="2"/>
                    </a:lnTo>
                    <a:lnTo>
                      <a:pt x="74" y="0"/>
                    </a:lnTo>
                    <a:lnTo>
                      <a:pt x="74" y="0"/>
                    </a:lnTo>
                    <a:lnTo>
                      <a:pt x="89" y="2"/>
                    </a:lnTo>
                    <a:lnTo>
                      <a:pt x="103" y="5"/>
                    </a:lnTo>
                    <a:lnTo>
                      <a:pt x="117" y="12"/>
                    </a:lnTo>
                    <a:lnTo>
                      <a:pt x="129" y="22"/>
                    </a:lnTo>
                    <a:lnTo>
                      <a:pt x="129" y="22"/>
                    </a:lnTo>
                    <a:lnTo>
                      <a:pt x="137" y="33"/>
                    </a:lnTo>
                    <a:lnTo>
                      <a:pt x="144" y="47"/>
                    </a:lnTo>
                    <a:lnTo>
                      <a:pt x="148" y="60"/>
                    </a:lnTo>
                    <a:lnTo>
                      <a:pt x="149" y="76"/>
                    </a:lnTo>
                    <a:lnTo>
                      <a:pt x="149" y="76"/>
                    </a:lnTo>
                    <a:lnTo>
                      <a:pt x="148" y="90"/>
                    </a:lnTo>
                    <a:lnTo>
                      <a:pt x="144" y="103"/>
                    </a:lnTo>
                    <a:lnTo>
                      <a:pt x="137" y="117"/>
                    </a:lnTo>
                    <a:lnTo>
                      <a:pt x="129" y="129"/>
                    </a:lnTo>
                    <a:lnTo>
                      <a:pt x="129" y="129"/>
                    </a:lnTo>
                    <a:lnTo>
                      <a:pt x="117" y="138"/>
                    </a:lnTo>
                    <a:lnTo>
                      <a:pt x="103" y="145"/>
                    </a:lnTo>
                    <a:lnTo>
                      <a:pt x="89" y="148"/>
                    </a:lnTo>
                    <a:lnTo>
                      <a:pt x="74" y="150"/>
                    </a:lnTo>
                    <a:close/>
                    <a:moveTo>
                      <a:pt x="43" y="107"/>
                    </a:moveTo>
                    <a:lnTo>
                      <a:pt x="43" y="107"/>
                    </a:lnTo>
                    <a:lnTo>
                      <a:pt x="50" y="114"/>
                    </a:lnTo>
                    <a:lnTo>
                      <a:pt x="57" y="117"/>
                    </a:lnTo>
                    <a:lnTo>
                      <a:pt x="65" y="119"/>
                    </a:lnTo>
                    <a:lnTo>
                      <a:pt x="74" y="120"/>
                    </a:lnTo>
                    <a:lnTo>
                      <a:pt x="74" y="120"/>
                    </a:lnTo>
                    <a:lnTo>
                      <a:pt x="84" y="119"/>
                    </a:lnTo>
                    <a:lnTo>
                      <a:pt x="93" y="117"/>
                    </a:lnTo>
                    <a:lnTo>
                      <a:pt x="100" y="114"/>
                    </a:lnTo>
                    <a:lnTo>
                      <a:pt x="106" y="107"/>
                    </a:lnTo>
                    <a:lnTo>
                      <a:pt x="106" y="107"/>
                    </a:lnTo>
                    <a:lnTo>
                      <a:pt x="112" y="100"/>
                    </a:lnTo>
                    <a:lnTo>
                      <a:pt x="115" y="93"/>
                    </a:lnTo>
                    <a:lnTo>
                      <a:pt x="119" y="84"/>
                    </a:lnTo>
                    <a:lnTo>
                      <a:pt x="119" y="76"/>
                    </a:lnTo>
                    <a:lnTo>
                      <a:pt x="119" y="76"/>
                    </a:lnTo>
                    <a:lnTo>
                      <a:pt x="119" y="65"/>
                    </a:lnTo>
                    <a:lnTo>
                      <a:pt x="115" y="57"/>
                    </a:lnTo>
                    <a:lnTo>
                      <a:pt x="112" y="50"/>
                    </a:lnTo>
                    <a:lnTo>
                      <a:pt x="106" y="43"/>
                    </a:lnTo>
                    <a:lnTo>
                      <a:pt x="106" y="43"/>
                    </a:lnTo>
                    <a:lnTo>
                      <a:pt x="100" y="38"/>
                    </a:lnTo>
                    <a:lnTo>
                      <a:pt x="93" y="33"/>
                    </a:lnTo>
                    <a:lnTo>
                      <a:pt x="84" y="31"/>
                    </a:lnTo>
                    <a:lnTo>
                      <a:pt x="74" y="29"/>
                    </a:lnTo>
                    <a:lnTo>
                      <a:pt x="74" y="29"/>
                    </a:lnTo>
                    <a:lnTo>
                      <a:pt x="65" y="31"/>
                    </a:lnTo>
                    <a:lnTo>
                      <a:pt x="57" y="33"/>
                    </a:lnTo>
                    <a:lnTo>
                      <a:pt x="50" y="38"/>
                    </a:lnTo>
                    <a:lnTo>
                      <a:pt x="43" y="43"/>
                    </a:lnTo>
                    <a:lnTo>
                      <a:pt x="43" y="43"/>
                    </a:lnTo>
                    <a:lnTo>
                      <a:pt x="38" y="50"/>
                    </a:lnTo>
                    <a:lnTo>
                      <a:pt x="34" y="57"/>
                    </a:lnTo>
                    <a:lnTo>
                      <a:pt x="31" y="65"/>
                    </a:lnTo>
                    <a:lnTo>
                      <a:pt x="31" y="76"/>
                    </a:lnTo>
                    <a:lnTo>
                      <a:pt x="31" y="76"/>
                    </a:lnTo>
                    <a:lnTo>
                      <a:pt x="31" y="84"/>
                    </a:lnTo>
                    <a:lnTo>
                      <a:pt x="34" y="93"/>
                    </a:lnTo>
                    <a:lnTo>
                      <a:pt x="38" y="100"/>
                    </a:lnTo>
                    <a:lnTo>
                      <a:pt x="43" y="107"/>
                    </a:lnTo>
                    <a:close/>
                  </a:path>
                </a:pathLst>
              </a:custGeom>
              <a:solidFill>
                <a:srgbClr val="BF2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7" name="Freeform 472"/>
              <p:cNvSpPr>
                <a:spLocks/>
              </p:cNvSpPr>
              <p:nvPr/>
            </p:nvSpPr>
            <p:spPr bwMode="auto">
              <a:xfrm>
                <a:off x="4113213" y="4903788"/>
                <a:ext cx="119063" cy="117475"/>
              </a:xfrm>
              <a:custGeom>
                <a:avLst/>
                <a:gdLst>
                  <a:gd name="T0" fmla="*/ 74 w 149"/>
                  <a:gd name="T1" fmla="*/ 150 h 150"/>
                  <a:gd name="T2" fmla="*/ 74 w 149"/>
                  <a:gd name="T3" fmla="*/ 150 h 150"/>
                  <a:gd name="T4" fmla="*/ 60 w 149"/>
                  <a:gd name="T5" fmla="*/ 148 h 150"/>
                  <a:gd name="T6" fmla="*/ 46 w 149"/>
                  <a:gd name="T7" fmla="*/ 145 h 150"/>
                  <a:gd name="T8" fmla="*/ 32 w 149"/>
                  <a:gd name="T9" fmla="*/ 138 h 150"/>
                  <a:gd name="T10" fmla="*/ 22 w 149"/>
                  <a:gd name="T11" fmla="*/ 129 h 150"/>
                  <a:gd name="T12" fmla="*/ 22 w 149"/>
                  <a:gd name="T13" fmla="*/ 129 h 150"/>
                  <a:gd name="T14" fmla="*/ 12 w 149"/>
                  <a:gd name="T15" fmla="*/ 117 h 150"/>
                  <a:gd name="T16" fmla="*/ 5 w 149"/>
                  <a:gd name="T17" fmla="*/ 103 h 150"/>
                  <a:gd name="T18" fmla="*/ 1 w 149"/>
                  <a:gd name="T19" fmla="*/ 90 h 150"/>
                  <a:gd name="T20" fmla="*/ 0 w 149"/>
                  <a:gd name="T21" fmla="*/ 76 h 150"/>
                  <a:gd name="T22" fmla="*/ 0 w 149"/>
                  <a:gd name="T23" fmla="*/ 76 h 150"/>
                  <a:gd name="T24" fmla="*/ 1 w 149"/>
                  <a:gd name="T25" fmla="*/ 60 h 150"/>
                  <a:gd name="T26" fmla="*/ 5 w 149"/>
                  <a:gd name="T27" fmla="*/ 47 h 150"/>
                  <a:gd name="T28" fmla="*/ 12 w 149"/>
                  <a:gd name="T29" fmla="*/ 33 h 150"/>
                  <a:gd name="T30" fmla="*/ 22 w 149"/>
                  <a:gd name="T31" fmla="*/ 22 h 150"/>
                  <a:gd name="T32" fmla="*/ 22 w 149"/>
                  <a:gd name="T33" fmla="*/ 22 h 150"/>
                  <a:gd name="T34" fmla="*/ 32 w 149"/>
                  <a:gd name="T35" fmla="*/ 12 h 150"/>
                  <a:gd name="T36" fmla="*/ 46 w 149"/>
                  <a:gd name="T37" fmla="*/ 5 h 150"/>
                  <a:gd name="T38" fmla="*/ 60 w 149"/>
                  <a:gd name="T39" fmla="*/ 2 h 150"/>
                  <a:gd name="T40" fmla="*/ 74 w 149"/>
                  <a:gd name="T41" fmla="*/ 0 h 150"/>
                  <a:gd name="T42" fmla="*/ 74 w 149"/>
                  <a:gd name="T43" fmla="*/ 0 h 150"/>
                  <a:gd name="T44" fmla="*/ 89 w 149"/>
                  <a:gd name="T45" fmla="*/ 2 h 150"/>
                  <a:gd name="T46" fmla="*/ 103 w 149"/>
                  <a:gd name="T47" fmla="*/ 5 h 150"/>
                  <a:gd name="T48" fmla="*/ 117 w 149"/>
                  <a:gd name="T49" fmla="*/ 12 h 150"/>
                  <a:gd name="T50" fmla="*/ 129 w 149"/>
                  <a:gd name="T51" fmla="*/ 22 h 150"/>
                  <a:gd name="T52" fmla="*/ 129 w 149"/>
                  <a:gd name="T53" fmla="*/ 22 h 150"/>
                  <a:gd name="T54" fmla="*/ 137 w 149"/>
                  <a:gd name="T55" fmla="*/ 33 h 150"/>
                  <a:gd name="T56" fmla="*/ 144 w 149"/>
                  <a:gd name="T57" fmla="*/ 47 h 150"/>
                  <a:gd name="T58" fmla="*/ 148 w 149"/>
                  <a:gd name="T59" fmla="*/ 60 h 150"/>
                  <a:gd name="T60" fmla="*/ 149 w 149"/>
                  <a:gd name="T61" fmla="*/ 76 h 150"/>
                  <a:gd name="T62" fmla="*/ 149 w 149"/>
                  <a:gd name="T63" fmla="*/ 76 h 150"/>
                  <a:gd name="T64" fmla="*/ 148 w 149"/>
                  <a:gd name="T65" fmla="*/ 90 h 150"/>
                  <a:gd name="T66" fmla="*/ 144 w 149"/>
                  <a:gd name="T67" fmla="*/ 103 h 150"/>
                  <a:gd name="T68" fmla="*/ 137 w 149"/>
                  <a:gd name="T69" fmla="*/ 117 h 150"/>
                  <a:gd name="T70" fmla="*/ 129 w 149"/>
                  <a:gd name="T71" fmla="*/ 129 h 150"/>
                  <a:gd name="T72" fmla="*/ 129 w 149"/>
                  <a:gd name="T73" fmla="*/ 129 h 150"/>
                  <a:gd name="T74" fmla="*/ 117 w 149"/>
                  <a:gd name="T75" fmla="*/ 138 h 150"/>
                  <a:gd name="T76" fmla="*/ 103 w 149"/>
                  <a:gd name="T77" fmla="*/ 145 h 150"/>
                  <a:gd name="T78" fmla="*/ 89 w 149"/>
                  <a:gd name="T79" fmla="*/ 148 h 150"/>
                  <a:gd name="T80" fmla="*/ 74 w 149"/>
                  <a:gd name="T8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9" h="150">
                    <a:moveTo>
                      <a:pt x="74" y="150"/>
                    </a:moveTo>
                    <a:lnTo>
                      <a:pt x="74" y="150"/>
                    </a:lnTo>
                    <a:lnTo>
                      <a:pt x="60" y="148"/>
                    </a:lnTo>
                    <a:lnTo>
                      <a:pt x="46" y="145"/>
                    </a:lnTo>
                    <a:lnTo>
                      <a:pt x="32" y="138"/>
                    </a:lnTo>
                    <a:lnTo>
                      <a:pt x="22" y="129"/>
                    </a:lnTo>
                    <a:lnTo>
                      <a:pt x="22" y="129"/>
                    </a:lnTo>
                    <a:lnTo>
                      <a:pt x="12" y="117"/>
                    </a:lnTo>
                    <a:lnTo>
                      <a:pt x="5" y="103"/>
                    </a:lnTo>
                    <a:lnTo>
                      <a:pt x="1" y="90"/>
                    </a:lnTo>
                    <a:lnTo>
                      <a:pt x="0" y="76"/>
                    </a:lnTo>
                    <a:lnTo>
                      <a:pt x="0" y="76"/>
                    </a:lnTo>
                    <a:lnTo>
                      <a:pt x="1" y="60"/>
                    </a:lnTo>
                    <a:lnTo>
                      <a:pt x="5" y="47"/>
                    </a:lnTo>
                    <a:lnTo>
                      <a:pt x="12" y="33"/>
                    </a:lnTo>
                    <a:lnTo>
                      <a:pt x="22" y="22"/>
                    </a:lnTo>
                    <a:lnTo>
                      <a:pt x="22" y="22"/>
                    </a:lnTo>
                    <a:lnTo>
                      <a:pt x="32" y="12"/>
                    </a:lnTo>
                    <a:lnTo>
                      <a:pt x="46" y="5"/>
                    </a:lnTo>
                    <a:lnTo>
                      <a:pt x="60" y="2"/>
                    </a:lnTo>
                    <a:lnTo>
                      <a:pt x="74" y="0"/>
                    </a:lnTo>
                    <a:lnTo>
                      <a:pt x="74" y="0"/>
                    </a:lnTo>
                    <a:lnTo>
                      <a:pt x="89" y="2"/>
                    </a:lnTo>
                    <a:lnTo>
                      <a:pt x="103" y="5"/>
                    </a:lnTo>
                    <a:lnTo>
                      <a:pt x="117" y="12"/>
                    </a:lnTo>
                    <a:lnTo>
                      <a:pt x="129" y="22"/>
                    </a:lnTo>
                    <a:lnTo>
                      <a:pt x="129" y="22"/>
                    </a:lnTo>
                    <a:lnTo>
                      <a:pt x="137" y="33"/>
                    </a:lnTo>
                    <a:lnTo>
                      <a:pt x="144" y="47"/>
                    </a:lnTo>
                    <a:lnTo>
                      <a:pt x="148" y="60"/>
                    </a:lnTo>
                    <a:lnTo>
                      <a:pt x="149" y="76"/>
                    </a:lnTo>
                    <a:lnTo>
                      <a:pt x="149" y="76"/>
                    </a:lnTo>
                    <a:lnTo>
                      <a:pt x="148" y="90"/>
                    </a:lnTo>
                    <a:lnTo>
                      <a:pt x="144" y="103"/>
                    </a:lnTo>
                    <a:lnTo>
                      <a:pt x="137" y="117"/>
                    </a:lnTo>
                    <a:lnTo>
                      <a:pt x="129" y="129"/>
                    </a:lnTo>
                    <a:lnTo>
                      <a:pt x="129" y="129"/>
                    </a:lnTo>
                    <a:lnTo>
                      <a:pt x="117" y="138"/>
                    </a:lnTo>
                    <a:lnTo>
                      <a:pt x="103" y="145"/>
                    </a:lnTo>
                    <a:lnTo>
                      <a:pt x="89" y="148"/>
                    </a:lnTo>
                    <a:lnTo>
                      <a:pt x="74" y="1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8" name="Freeform 473"/>
              <p:cNvSpPr>
                <a:spLocks/>
              </p:cNvSpPr>
              <p:nvPr/>
            </p:nvSpPr>
            <p:spPr bwMode="auto">
              <a:xfrm>
                <a:off x="4137025" y="4926013"/>
                <a:ext cx="69850" cy="73025"/>
              </a:xfrm>
              <a:custGeom>
                <a:avLst/>
                <a:gdLst>
                  <a:gd name="T0" fmla="*/ 12 w 88"/>
                  <a:gd name="T1" fmla="*/ 78 h 91"/>
                  <a:gd name="T2" fmla="*/ 12 w 88"/>
                  <a:gd name="T3" fmla="*/ 78 h 91"/>
                  <a:gd name="T4" fmla="*/ 19 w 88"/>
                  <a:gd name="T5" fmla="*/ 85 h 91"/>
                  <a:gd name="T6" fmla="*/ 26 w 88"/>
                  <a:gd name="T7" fmla="*/ 88 h 91"/>
                  <a:gd name="T8" fmla="*/ 34 w 88"/>
                  <a:gd name="T9" fmla="*/ 90 h 91"/>
                  <a:gd name="T10" fmla="*/ 43 w 88"/>
                  <a:gd name="T11" fmla="*/ 91 h 91"/>
                  <a:gd name="T12" fmla="*/ 43 w 88"/>
                  <a:gd name="T13" fmla="*/ 91 h 91"/>
                  <a:gd name="T14" fmla="*/ 53 w 88"/>
                  <a:gd name="T15" fmla="*/ 90 h 91"/>
                  <a:gd name="T16" fmla="*/ 62 w 88"/>
                  <a:gd name="T17" fmla="*/ 88 h 91"/>
                  <a:gd name="T18" fmla="*/ 69 w 88"/>
                  <a:gd name="T19" fmla="*/ 85 h 91"/>
                  <a:gd name="T20" fmla="*/ 75 w 88"/>
                  <a:gd name="T21" fmla="*/ 78 h 91"/>
                  <a:gd name="T22" fmla="*/ 75 w 88"/>
                  <a:gd name="T23" fmla="*/ 78 h 91"/>
                  <a:gd name="T24" fmla="*/ 81 w 88"/>
                  <a:gd name="T25" fmla="*/ 71 h 91"/>
                  <a:gd name="T26" fmla="*/ 84 w 88"/>
                  <a:gd name="T27" fmla="*/ 64 h 91"/>
                  <a:gd name="T28" fmla="*/ 88 w 88"/>
                  <a:gd name="T29" fmla="*/ 55 h 91"/>
                  <a:gd name="T30" fmla="*/ 88 w 88"/>
                  <a:gd name="T31" fmla="*/ 47 h 91"/>
                  <a:gd name="T32" fmla="*/ 88 w 88"/>
                  <a:gd name="T33" fmla="*/ 47 h 91"/>
                  <a:gd name="T34" fmla="*/ 88 w 88"/>
                  <a:gd name="T35" fmla="*/ 36 h 91"/>
                  <a:gd name="T36" fmla="*/ 84 w 88"/>
                  <a:gd name="T37" fmla="*/ 28 h 91"/>
                  <a:gd name="T38" fmla="*/ 81 w 88"/>
                  <a:gd name="T39" fmla="*/ 21 h 91"/>
                  <a:gd name="T40" fmla="*/ 75 w 88"/>
                  <a:gd name="T41" fmla="*/ 14 h 91"/>
                  <a:gd name="T42" fmla="*/ 75 w 88"/>
                  <a:gd name="T43" fmla="*/ 14 h 91"/>
                  <a:gd name="T44" fmla="*/ 69 w 88"/>
                  <a:gd name="T45" fmla="*/ 9 h 91"/>
                  <a:gd name="T46" fmla="*/ 62 w 88"/>
                  <a:gd name="T47" fmla="*/ 4 h 91"/>
                  <a:gd name="T48" fmla="*/ 53 w 88"/>
                  <a:gd name="T49" fmla="*/ 2 h 91"/>
                  <a:gd name="T50" fmla="*/ 43 w 88"/>
                  <a:gd name="T51" fmla="*/ 0 h 91"/>
                  <a:gd name="T52" fmla="*/ 43 w 88"/>
                  <a:gd name="T53" fmla="*/ 0 h 91"/>
                  <a:gd name="T54" fmla="*/ 34 w 88"/>
                  <a:gd name="T55" fmla="*/ 2 h 91"/>
                  <a:gd name="T56" fmla="*/ 26 w 88"/>
                  <a:gd name="T57" fmla="*/ 4 h 91"/>
                  <a:gd name="T58" fmla="*/ 19 w 88"/>
                  <a:gd name="T59" fmla="*/ 9 h 91"/>
                  <a:gd name="T60" fmla="*/ 12 w 88"/>
                  <a:gd name="T61" fmla="*/ 14 h 91"/>
                  <a:gd name="T62" fmla="*/ 12 w 88"/>
                  <a:gd name="T63" fmla="*/ 14 h 91"/>
                  <a:gd name="T64" fmla="*/ 7 w 88"/>
                  <a:gd name="T65" fmla="*/ 21 h 91"/>
                  <a:gd name="T66" fmla="*/ 3 w 88"/>
                  <a:gd name="T67" fmla="*/ 28 h 91"/>
                  <a:gd name="T68" fmla="*/ 0 w 88"/>
                  <a:gd name="T69" fmla="*/ 36 h 91"/>
                  <a:gd name="T70" fmla="*/ 0 w 88"/>
                  <a:gd name="T71" fmla="*/ 47 h 91"/>
                  <a:gd name="T72" fmla="*/ 0 w 88"/>
                  <a:gd name="T73" fmla="*/ 47 h 91"/>
                  <a:gd name="T74" fmla="*/ 0 w 88"/>
                  <a:gd name="T75" fmla="*/ 55 h 91"/>
                  <a:gd name="T76" fmla="*/ 3 w 88"/>
                  <a:gd name="T77" fmla="*/ 64 h 91"/>
                  <a:gd name="T78" fmla="*/ 7 w 88"/>
                  <a:gd name="T79" fmla="*/ 71 h 91"/>
                  <a:gd name="T80" fmla="*/ 12 w 88"/>
                  <a:gd name="T81" fmla="*/ 78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 h="91">
                    <a:moveTo>
                      <a:pt x="12" y="78"/>
                    </a:moveTo>
                    <a:lnTo>
                      <a:pt x="12" y="78"/>
                    </a:lnTo>
                    <a:lnTo>
                      <a:pt x="19" y="85"/>
                    </a:lnTo>
                    <a:lnTo>
                      <a:pt x="26" y="88"/>
                    </a:lnTo>
                    <a:lnTo>
                      <a:pt x="34" y="90"/>
                    </a:lnTo>
                    <a:lnTo>
                      <a:pt x="43" y="91"/>
                    </a:lnTo>
                    <a:lnTo>
                      <a:pt x="43" y="91"/>
                    </a:lnTo>
                    <a:lnTo>
                      <a:pt x="53" y="90"/>
                    </a:lnTo>
                    <a:lnTo>
                      <a:pt x="62" y="88"/>
                    </a:lnTo>
                    <a:lnTo>
                      <a:pt x="69" y="85"/>
                    </a:lnTo>
                    <a:lnTo>
                      <a:pt x="75" y="78"/>
                    </a:lnTo>
                    <a:lnTo>
                      <a:pt x="75" y="78"/>
                    </a:lnTo>
                    <a:lnTo>
                      <a:pt x="81" y="71"/>
                    </a:lnTo>
                    <a:lnTo>
                      <a:pt x="84" y="64"/>
                    </a:lnTo>
                    <a:lnTo>
                      <a:pt x="88" y="55"/>
                    </a:lnTo>
                    <a:lnTo>
                      <a:pt x="88" y="47"/>
                    </a:lnTo>
                    <a:lnTo>
                      <a:pt x="88" y="47"/>
                    </a:lnTo>
                    <a:lnTo>
                      <a:pt x="88" y="36"/>
                    </a:lnTo>
                    <a:lnTo>
                      <a:pt x="84" y="28"/>
                    </a:lnTo>
                    <a:lnTo>
                      <a:pt x="81" y="21"/>
                    </a:lnTo>
                    <a:lnTo>
                      <a:pt x="75" y="14"/>
                    </a:lnTo>
                    <a:lnTo>
                      <a:pt x="75" y="14"/>
                    </a:lnTo>
                    <a:lnTo>
                      <a:pt x="69" y="9"/>
                    </a:lnTo>
                    <a:lnTo>
                      <a:pt x="62" y="4"/>
                    </a:lnTo>
                    <a:lnTo>
                      <a:pt x="53" y="2"/>
                    </a:lnTo>
                    <a:lnTo>
                      <a:pt x="43" y="0"/>
                    </a:lnTo>
                    <a:lnTo>
                      <a:pt x="43" y="0"/>
                    </a:lnTo>
                    <a:lnTo>
                      <a:pt x="34" y="2"/>
                    </a:lnTo>
                    <a:lnTo>
                      <a:pt x="26" y="4"/>
                    </a:lnTo>
                    <a:lnTo>
                      <a:pt x="19" y="9"/>
                    </a:lnTo>
                    <a:lnTo>
                      <a:pt x="12" y="14"/>
                    </a:lnTo>
                    <a:lnTo>
                      <a:pt x="12" y="14"/>
                    </a:lnTo>
                    <a:lnTo>
                      <a:pt x="7" y="21"/>
                    </a:lnTo>
                    <a:lnTo>
                      <a:pt x="3" y="28"/>
                    </a:lnTo>
                    <a:lnTo>
                      <a:pt x="0" y="36"/>
                    </a:lnTo>
                    <a:lnTo>
                      <a:pt x="0" y="47"/>
                    </a:lnTo>
                    <a:lnTo>
                      <a:pt x="0" y="47"/>
                    </a:lnTo>
                    <a:lnTo>
                      <a:pt x="0" y="55"/>
                    </a:lnTo>
                    <a:lnTo>
                      <a:pt x="3" y="64"/>
                    </a:lnTo>
                    <a:lnTo>
                      <a:pt x="7" y="71"/>
                    </a:lnTo>
                    <a:lnTo>
                      <a:pt x="12" y="7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99" name="Freeform 474"/>
              <p:cNvSpPr>
                <a:spLocks/>
              </p:cNvSpPr>
              <p:nvPr/>
            </p:nvSpPr>
            <p:spPr bwMode="auto">
              <a:xfrm>
                <a:off x="4241800" y="4873625"/>
                <a:ext cx="73025" cy="147638"/>
              </a:xfrm>
              <a:custGeom>
                <a:avLst/>
                <a:gdLst>
                  <a:gd name="T0" fmla="*/ 92 w 92"/>
                  <a:gd name="T1" fmla="*/ 69 h 184"/>
                  <a:gd name="T2" fmla="*/ 56 w 92"/>
                  <a:gd name="T3" fmla="*/ 69 h 184"/>
                  <a:gd name="T4" fmla="*/ 56 w 92"/>
                  <a:gd name="T5" fmla="*/ 138 h 184"/>
                  <a:gd name="T6" fmla="*/ 56 w 92"/>
                  <a:gd name="T7" fmla="*/ 138 h 184"/>
                  <a:gd name="T8" fmla="*/ 58 w 92"/>
                  <a:gd name="T9" fmla="*/ 146 h 184"/>
                  <a:gd name="T10" fmla="*/ 61 w 92"/>
                  <a:gd name="T11" fmla="*/ 150 h 184"/>
                  <a:gd name="T12" fmla="*/ 61 w 92"/>
                  <a:gd name="T13" fmla="*/ 150 h 184"/>
                  <a:gd name="T14" fmla="*/ 67 w 92"/>
                  <a:gd name="T15" fmla="*/ 153 h 184"/>
                  <a:gd name="T16" fmla="*/ 74 w 92"/>
                  <a:gd name="T17" fmla="*/ 155 h 184"/>
                  <a:gd name="T18" fmla="*/ 74 w 92"/>
                  <a:gd name="T19" fmla="*/ 155 h 184"/>
                  <a:gd name="T20" fmla="*/ 92 w 92"/>
                  <a:gd name="T21" fmla="*/ 155 h 184"/>
                  <a:gd name="T22" fmla="*/ 92 w 92"/>
                  <a:gd name="T23" fmla="*/ 182 h 184"/>
                  <a:gd name="T24" fmla="*/ 92 w 92"/>
                  <a:gd name="T25" fmla="*/ 182 h 184"/>
                  <a:gd name="T26" fmla="*/ 75 w 92"/>
                  <a:gd name="T27" fmla="*/ 184 h 184"/>
                  <a:gd name="T28" fmla="*/ 61 w 92"/>
                  <a:gd name="T29" fmla="*/ 182 h 184"/>
                  <a:gd name="T30" fmla="*/ 51 w 92"/>
                  <a:gd name="T31" fmla="*/ 181 h 184"/>
                  <a:gd name="T32" fmla="*/ 41 w 92"/>
                  <a:gd name="T33" fmla="*/ 175 h 184"/>
                  <a:gd name="T34" fmla="*/ 41 w 92"/>
                  <a:gd name="T35" fmla="*/ 175 h 184"/>
                  <a:gd name="T36" fmla="*/ 36 w 92"/>
                  <a:gd name="T37" fmla="*/ 170 h 184"/>
                  <a:gd name="T38" fmla="*/ 31 w 92"/>
                  <a:gd name="T39" fmla="*/ 162 h 184"/>
                  <a:gd name="T40" fmla="*/ 27 w 92"/>
                  <a:gd name="T41" fmla="*/ 151 h 184"/>
                  <a:gd name="T42" fmla="*/ 27 w 92"/>
                  <a:gd name="T43" fmla="*/ 138 h 184"/>
                  <a:gd name="T44" fmla="*/ 27 w 92"/>
                  <a:gd name="T45" fmla="*/ 69 h 184"/>
                  <a:gd name="T46" fmla="*/ 0 w 92"/>
                  <a:gd name="T47" fmla="*/ 69 h 184"/>
                  <a:gd name="T48" fmla="*/ 0 w 92"/>
                  <a:gd name="T49" fmla="*/ 39 h 184"/>
                  <a:gd name="T50" fmla="*/ 27 w 92"/>
                  <a:gd name="T51" fmla="*/ 39 h 184"/>
                  <a:gd name="T52" fmla="*/ 27 w 92"/>
                  <a:gd name="T53" fmla="*/ 9 h 184"/>
                  <a:gd name="T54" fmla="*/ 56 w 92"/>
                  <a:gd name="T55" fmla="*/ 0 h 184"/>
                  <a:gd name="T56" fmla="*/ 56 w 92"/>
                  <a:gd name="T57" fmla="*/ 39 h 184"/>
                  <a:gd name="T58" fmla="*/ 92 w 92"/>
                  <a:gd name="T59" fmla="*/ 39 h 184"/>
                  <a:gd name="T60" fmla="*/ 92 w 92"/>
                  <a:gd name="T61" fmla="*/ 69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2" h="184">
                    <a:moveTo>
                      <a:pt x="92" y="69"/>
                    </a:moveTo>
                    <a:lnTo>
                      <a:pt x="56" y="69"/>
                    </a:lnTo>
                    <a:lnTo>
                      <a:pt x="56" y="138"/>
                    </a:lnTo>
                    <a:lnTo>
                      <a:pt x="56" y="138"/>
                    </a:lnTo>
                    <a:lnTo>
                      <a:pt x="58" y="146"/>
                    </a:lnTo>
                    <a:lnTo>
                      <a:pt x="61" y="150"/>
                    </a:lnTo>
                    <a:lnTo>
                      <a:pt x="61" y="150"/>
                    </a:lnTo>
                    <a:lnTo>
                      <a:pt x="67" y="153"/>
                    </a:lnTo>
                    <a:lnTo>
                      <a:pt x="74" y="155"/>
                    </a:lnTo>
                    <a:lnTo>
                      <a:pt x="74" y="155"/>
                    </a:lnTo>
                    <a:lnTo>
                      <a:pt x="92" y="155"/>
                    </a:lnTo>
                    <a:lnTo>
                      <a:pt x="92" y="182"/>
                    </a:lnTo>
                    <a:lnTo>
                      <a:pt x="92" y="182"/>
                    </a:lnTo>
                    <a:lnTo>
                      <a:pt x="75" y="184"/>
                    </a:lnTo>
                    <a:lnTo>
                      <a:pt x="61" y="182"/>
                    </a:lnTo>
                    <a:lnTo>
                      <a:pt x="51" y="181"/>
                    </a:lnTo>
                    <a:lnTo>
                      <a:pt x="41" y="175"/>
                    </a:lnTo>
                    <a:lnTo>
                      <a:pt x="41" y="175"/>
                    </a:lnTo>
                    <a:lnTo>
                      <a:pt x="36" y="170"/>
                    </a:lnTo>
                    <a:lnTo>
                      <a:pt x="31" y="162"/>
                    </a:lnTo>
                    <a:lnTo>
                      <a:pt x="27" y="151"/>
                    </a:lnTo>
                    <a:lnTo>
                      <a:pt x="27" y="138"/>
                    </a:lnTo>
                    <a:lnTo>
                      <a:pt x="27" y="69"/>
                    </a:lnTo>
                    <a:lnTo>
                      <a:pt x="0" y="69"/>
                    </a:lnTo>
                    <a:lnTo>
                      <a:pt x="0" y="39"/>
                    </a:lnTo>
                    <a:lnTo>
                      <a:pt x="27" y="39"/>
                    </a:lnTo>
                    <a:lnTo>
                      <a:pt x="27" y="9"/>
                    </a:lnTo>
                    <a:lnTo>
                      <a:pt x="56" y="0"/>
                    </a:lnTo>
                    <a:lnTo>
                      <a:pt x="56" y="39"/>
                    </a:lnTo>
                    <a:lnTo>
                      <a:pt x="92" y="39"/>
                    </a:lnTo>
                    <a:lnTo>
                      <a:pt x="92" y="69"/>
                    </a:lnTo>
                    <a:close/>
                  </a:path>
                </a:pathLst>
              </a:custGeom>
              <a:solidFill>
                <a:srgbClr val="BF20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nvGrpSpPr>
            <p:cNvPr id="873" name="Group 872"/>
            <p:cNvGrpSpPr/>
            <p:nvPr/>
          </p:nvGrpSpPr>
          <p:grpSpPr>
            <a:xfrm>
              <a:off x="5485764" y="4886326"/>
              <a:ext cx="333375" cy="157163"/>
              <a:chOff x="4694238" y="4864100"/>
              <a:chExt cx="333375" cy="157163"/>
            </a:xfrm>
          </p:grpSpPr>
          <p:sp>
            <p:nvSpPr>
              <p:cNvPr id="884" name="Freeform 475"/>
              <p:cNvSpPr>
                <a:spLocks noEditPoints="1"/>
              </p:cNvSpPr>
              <p:nvPr/>
            </p:nvSpPr>
            <p:spPr bwMode="auto">
              <a:xfrm>
                <a:off x="4694238" y="4864100"/>
                <a:ext cx="30163" cy="157163"/>
              </a:xfrm>
              <a:custGeom>
                <a:avLst/>
                <a:gdLst>
                  <a:gd name="T0" fmla="*/ 33 w 38"/>
                  <a:gd name="T1" fmla="*/ 33 h 198"/>
                  <a:gd name="T2" fmla="*/ 33 w 38"/>
                  <a:gd name="T3" fmla="*/ 33 h 198"/>
                  <a:gd name="T4" fmla="*/ 26 w 38"/>
                  <a:gd name="T5" fmla="*/ 38 h 198"/>
                  <a:gd name="T6" fmla="*/ 19 w 38"/>
                  <a:gd name="T7" fmla="*/ 39 h 198"/>
                  <a:gd name="T8" fmla="*/ 19 w 38"/>
                  <a:gd name="T9" fmla="*/ 39 h 198"/>
                  <a:gd name="T10" fmla="*/ 12 w 38"/>
                  <a:gd name="T11" fmla="*/ 38 h 198"/>
                  <a:gd name="T12" fmla="*/ 5 w 38"/>
                  <a:gd name="T13" fmla="*/ 33 h 198"/>
                  <a:gd name="T14" fmla="*/ 5 w 38"/>
                  <a:gd name="T15" fmla="*/ 33 h 198"/>
                  <a:gd name="T16" fmla="*/ 2 w 38"/>
                  <a:gd name="T17" fmla="*/ 27 h 198"/>
                  <a:gd name="T18" fmla="*/ 0 w 38"/>
                  <a:gd name="T19" fmla="*/ 19 h 198"/>
                  <a:gd name="T20" fmla="*/ 0 w 38"/>
                  <a:gd name="T21" fmla="*/ 19 h 198"/>
                  <a:gd name="T22" fmla="*/ 2 w 38"/>
                  <a:gd name="T23" fmla="*/ 12 h 198"/>
                  <a:gd name="T24" fmla="*/ 5 w 38"/>
                  <a:gd name="T25" fmla="*/ 7 h 198"/>
                  <a:gd name="T26" fmla="*/ 5 w 38"/>
                  <a:gd name="T27" fmla="*/ 7 h 198"/>
                  <a:gd name="T28" fmla="*/ 12 w 38"/>
                  <a:gd name="T29" fmla="*/ 2 h 198"/>
                  <a:gd name="T30" fmla="*/ 19 w 38"/>
                  <a:gd name="T31" fmla="*/ 0 h 198"/>
                  <a:gd name="T32" fmla="*/ 19 w 38"/>
                  <a:gd name="T33" fmla="*/ 0 h 198"/>
                  <a:gd name="T34" fmla="*/ 26 w 38"/>
                  <a:gd name="T35" fmla="*/ 2 h 198"/>
                  <a:gd name="T36" fmla="*/ 33 w 38"/>
                  <a:gd name="T37" fmla="*/ 7 h 198"/>
                  <a:gd name="T38" fmla="*/ 33 w 38"/>
                  <a:gd name="T39" fmla="*/ 7 h 198"/>
                  <a:gd name="T40" fmla="*/ 36 w 38"/>
                  <a:gd name="T41" fmla="*/ 12 h 198"/>
                  <a:gd name="T42" fmla="*/ 38 w 38"/>
                  <a:gd name="T43" fmla="*/ 19 h 198"/>
                  <a:gd name="T44" fmla="*/ 38 w 38"/>
                  <a:gd name="T45" fmla="*/ 19 h 198"/>
                  <a:gd name="T46" fmla="*/ 36 w 38"/>
                  <a:gd name="T47" fmla="*/ 27 h 198"/>
                  <a:gd name="T48" fmla="*/ 33 w 38"/>
                  <a:gd name="T49" fmla="*/ 33 h 198"/>
                  <a:gd name="T50" fmla="*/ 33 w 38"/>
                  <a:gd name="T51" fmla="*/ 33 h 198"/>
                  <a:gd name="T52" fmla="*/ 3 w 38"/>
                  <a:gd name="T53" fmla="*/ 198 h 198"/>
                  <a:gd name="T54" fmla="*/ 3 w 38"/>
                  <a:gd name="T55" fmla="*/ 60 h 198"/>
                  <a:gd name="T56" fmla="*/ 34 w 38"/>
                  <a:gd name="T57" fmla="*/ 60 h 198"/>
                  <a:gd name="T58" fmla="*/ 34 w 38"/>
                  <a:gd name="T59" fmla="*/ 198 h 198"/>
                  <a:gd name="T60" fmla="*/ 3 w 38"/>
                  <a:gd name="T61"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 h="198">
                    <a:moveTo>
                      <a:pt x="33" y="33"/>
                    </a:moveTo>
                    <a:lnTo>
                      <a:pt x="33" y="33"/>
                    </a:lnTo>
                    <a:lnTo>
                      <a:pt x="26" y="38"/>
                    </a:lnTo>
                    <a:lnTo>
                      <a:pt x="19" y="39"/>
                    </a:lnTo>
                    <a:lnTo>
                      <a:pt x="19" y="39"/>
                    </a:lnTo>
                    <a:lnTo>
                      <a:pt x="12" y="38"/>
                    </a:lnTo>
                    <a:lnTo>
                      <a:pt x="5" y="33"/>
                    </a:lnTo>
                    <a:lnTo>
                      <a:pt x="5" y="33"/>
                    </a:lnTo>
                    <a:lnTo>
                      <a:pt x="2" y="27"/>
                    </a:lnTo>
                    <a:lnTo>
                      <a:pt x="0" y="19"/>
                    </a:lnTo>
                    <a:lnTo>
                      <a:pt x="0" y="19"/>
                    </a:lnTo>
                    <a:lnTo>
                      <a:pt x="2" y="12"/>
                    </a:lnTo>
                    <a:lnTo>
                      <a:pt x="5" y="7"/>
                    </a:lnTo>
                    <a:lnTo>
                      <a:pt x="5" y="7"/>
                    </a:lnTo>
                    <a:lnTo>
                      <a:pt x="12" y="2"/>
                    </a:lnTo>
                    <a:lnTo>
                      <a:pt x="19" y="0"/>
                    </a:lnTo>
                    <a:lnTo>
                      <a:pt x="19" y="0"/>
                    </a:lnTo>
                    <a:lnTo>
                      <a:pt x="26" y="2"/>
                    </a:lnTo>
                    <a:lnTo>
                      <a:pt x="33" y="7"/>
                    </a:lnTo>
                    <a:lnTo>
                      <a:pt x="33" y="7"/>
                    </a:lnTo>
                    <a:lnTo>
                      <a:pt x="36" y="12"/>
                    </a:lnTo>
                    <a:lnTo>
                      <a:pt x="38" y="19"/>
                    </a:lnTo>
                    <a:lnTo>
                      <a:pt x="38" y="19"/>
                    </a:lnTo>
                    <a:lnTo>
                      <a:pt x="36" y="27"/>
                    </a:lnTo>
                    <a:lnTo>
                      <a:pt x="33" y="33"/>
                    </a:lnTo>
                    <a:lnTo>
                      <a:pt x="33" y="33"/>
                    </a:lnTo>
                    <a:close/>
                    <a:moveTo>
                      <a:pt x="3" y="198"/>
                    </a:moveTo>
                    <a:lnTo>
                      <a:pt x="3" y="60"/>
                    </a:lnTo>
                    <a:lnTo>
                      <a:pt x="34" y="60"/>
                    </a:lnTo>
                    <a:lnTo>
                      <a:pt x="34" y="198"/>
                    </a:lnTo>
                    <a:lnTo>
                      <a:pt x="3" y="198"/>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5" name="Freeform 476"/>
              <p:cNvSpPr>
                <a:spLocks noEditPoints="1"/>
              </p:cNvSpPr>
              <p:nvPr/>
            </p:nvSpPr>
            <p:spPr bwMode="auto">
              <a:xfrm>
                <a:off x="4751388" y="4867275"/>
                <a:ext cx="107950" cy="153988"/>
              </a:xfrm>
              <a:custGeom>
                <a:avLst/>
                <a:gdLst>
                  <a:gd name="T0" fmla="*/ 71 w 136"/>
                  <a:gd name="T1" fmla="*/ 0 h 195"/>
                  <a:gd name="T2" fmla="*/ 71 w 136"/>
                  <a:gd name="T3" fmla="*/ 0 h 195"/>
                  <a:gd name="T4" fmla="*/ 85 w 136"/>
                  <a:gd name="T5" fmla="*/ 2 h 195"/>
                  <a:gd name="T6" fmla="*/ 97 w 136"/>
                  <a:gd name="T7" fmla="*/ 5 h 195"/>
                  <a:gd name="T8" fmla="*/ 107 w 136"/>
                  <a:gd name="T9" fmla="*/ 11 h 195"/>
                  <a:gd name="T10" fmla="*/ 117 w 136"/>
                  <a:gd name="T11" fmla="*/ 19 h 195"/>
                  <a:gd name="T12" fmla="*/ 117 w 136"/>
                  <a:gd name="T13" fmla="*/ 19 h 195"/>
                  <a:gd name="T14" fmla="*/ 126 w 136"/>
                  <a:gd name="T15" fmla="*/ 30 h 195"/>
                  <a:gd name="T16" fmla="*/ 131 w 136"/>
                  <a:gd name="T17" fmla="*/ 40 h 195"/>
                  <a:gd name="T18" fmla="*/ 135 w 136"/>
                  <a:gd name="T19" fmla="*/ 52 h 195"/>
                  <a:gd name="T20" fmla="*/ 136 w 136"/>
                  <a:gd name="T21" fmla="*/ 64 h 195"/>
                  <a:gd name="T22" fmla="*/ 136 w 136"/>
                  <a:gd name="T23" fmla="*/ 64 h 195"/>
                  <a:gd name="T24" fmla="*/ 135 w 136"/>
                  <a:gd name="T25" fmla="*/ 78 h 195"/>
                  <a:gd name="T26" fmla="*/ 131 w 136"/>
                  <a:gd name="T27" fmla="*/ 90 h 195"/>
                  <a:gd name="T28" fmla="*/ 126 w 136"/>
                  <a:gd name="T29" fmla="*/ 100 h 195"/>
                  <a:gd name="T30" fmla="*/ 117 w 136"/>
                  <a:gd name="T31" fmla="*/ 110 h 195"/>
                  <a:gd name="T32" fmla="*/ 117 w 136"/>
                  <a:gd name="T33" fmla="*/ 110 h 195"/>
                  <a:gd name="T34" fmla="*/ 107 w 136"/>
                  <a:gd name="T35" fmla="*/ 117 h 195"/>
                  <a:gd name="T36" fmla="*/ 97 w 136"/>
                  <a:gd name="T37" fmla="*/ 124 h 195"/>
                  <a:gd name="T38" fmla="*/ 85 w 136"/>
                  <a:gd name="T39" fmla="*/ 128 h 195"/>
                  <a:gd name="T40" fmla="*/ 71 w 136"/>
                  <a:gd name="T41" fmla="*/ 128 h 195"/>
                  <a:gd name="T42" fmla="*/ 31 w 136"/>
                  <a:gd name="T43" fmla="*/ 128 h 195"/>
                  <a:gd name="T44" fmla="*/ 31 w 136"/>
                  <a:gd name="T45" fmla="*/ 195 h 195"/>
                  <a:gd name="T46" fmla="*/ 0 w 136"/>
                  <a:gd name="T47" fmla="*/ 195 h 195"/>
                  <a:gd name="T48" fmla="*/ 0 w 136"/>
                  <a:gd name="T49" fmla="*/ 0 h 195"/>
                  <a:gd name="T50" fmla="*/ 71 w 136"/>
                  <a:gd name="T51" fmla="*/ 0 h 195"/>
                  <a:gd name="T52" fmla="*/ 71 w 136"/>
                  <a:gd name="T53" fmla="*/ 98 h 195"/>
                  <a:gd name="T54" fmla="*/ 71 w 136"/>
                  <a:gd name="T55" fmla="*/ 98 h 195"/>
                  <a:gd name="T56" fmla="*/ 78 w 136"/>
                  <a:gd name="T57" fmla="*/ 98 h 195"/>
                  <a:gd name="T58" fmla="*/ 85 w 136"/>
                  <a:gd name="T59" fmla="*/ 97 h 195"/>
                  <a:gd name="T60" fmla="*/ 90 w 136"/>
                  <a:gd name="T61" fmla="*/ 93 h 195"/>
                  <a:gd name="T62" fmla="*/ 95 w 136"/>
                  <a:gd name="T63" fmla="*/ 90 h 195"/>
                  <a:gd name="T64" fmla="*/ 95 w 136"/>
                  <a:gd name="T65" fmla="*/ 90 h 195"/>
                  <a:gd name="T66" fmla="*/ 99 w 136"/>
                  <a:gd name="T67" fmla="*/ 85 h 195"/>
                  <a:gd name="T68" fmla="*/ 102 w 136"/>
                  <a:gd name="T69" fmla="*/ 78 h 195"/>
                  <a:gd name="T70" fmla="*/ 104 w 136"/>
                  <a:gd name="T71" fmla="*/ 73 h 195"/>
                  <a:gd name="T72" fmla="*/ 104 w 136"/>
                  <a:gd name="T73" fmla="*/ 64 h 195"/>
                  <a:gd name="T74" fmla="*/ 104 w 136"/>
                  <a:gd name="T75" fmla="*/ 64 h 195"/>
                  <a:gd name="T76" fmla="*/ 104 w 136"/>
                  <a:gd name="T77" fmla="*/ 57 h 195"/>
                  <a:gd name="T78" fmla="*/ 102 w 136"/>
                  <a:gd name="T79" fmla="*/ 52 h 195"/>
                  <a:gd name="T80" fmla="*/ 99 w 136"/>
                  <a:gd name="T81" fmla="*/ 45 h 195"/>
                  <a:gd name="T82" fmla="*/ 95 w 136"/>
                  <a:gd name="T83" fmla="*/ 40 h 195"/>
                  <a:gd name="T84" fmla="*/ 95 w 136"/>
                  <a:gd name="T85" fmla="*/ 40 h 195"/>
                  <a:gd name="T86" fmla="*/ 90 w 136"/>
                  <a:gd name="T87" fmla="*/ 36 h 195"/>
                  <a:gd name="T88" fmla="*/ 85 w 136"/>
                  <a:gd name="T89" fmla="*/ 33 h 195"/>
                  <a:gd name="T90" fmla="*/ 78 w 136"/>
                  <a:gd name="T91" fmla="*/ 31 h 195"/>
                  <a:gd name="T92" fmla="*/ 71 w 136"/>
                  <a:gd name="T93" fmla="*/ 31 h 195"/>
                  <a:gd name="T94" fmla="*/ 31 w 136"/>
                  <a:gd name="T95" fmla="*/ 31 h 195"/>
                  <a:gd name="T96" fmla="*/ 31 w 136"/>
                  <a:gd name="T97" fmla="*/ 98 h 195"/>
                  <a:gd name="T98" fmla="*/ 71 w 136"/>
                  <a:gd name="T99" fmla="*/ 9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6" h="195">
                    <a:moveTo>
                      <a:pt x="71" y="0"/>
                    </a:moveTo>
                    <a:lnTo>
                      <a:pt x="71" y="0"/>
                    </a:lnTo>
                    <a:lnTo>
                      <a:pt x="85" y="2"/>
                    </a:lnTo>
                    <a:lnTo>
                      <a:pt x="97" y="5"/>
                    </a:lnTo>
                    <a:lnTo>
                      <a:pt x="107" y="11"/>
                    </a:lnTo>
                    <a:lnTo>
                      <a:pt x="117" y="19"/>
                    </a:lnTo>
                    <a:lnTo>
                      <a:pt x="117" y="19"/>
                    </a:lnTo>
                    <a:lnTo>
                      <a:pt x="126" y="30"/>
                    </a:lnTo>
                    <a:lnTo>
                      <a:pt x="131" y="40"/>
                    </a:lnTo>
                    <a:lnTo>
                      <a:pt x="135" y="52"/>
                    </a:lnTo>
                    <a:lnTo>
                      <a:pt x="136" y="64"/>
                    </a:lnTo>
                    <a:lnTo>
                      <a:pt x="136" y="64"/>
                    </a:lnTo>
                    <a:lnTo>
                      <a:pt x="135" y="78"/>
                    </a:lnTo>
                    <a:lnTo>
                      <a:pt x="131" y="90"/>
                    </a:lnTo>
                    <a:lnTo>
                      <a:pt x="126" y="100"/>
                    </a:lnTo>
                    <a:lnTo>
                      <a:pt x="117" y="110"/>
                    </a:lnTo>
                    <a:lnTo>
                      <a:pt x="117" y="110"/>
                    </a:lnTo>
                    <a:lnTo>
                      <a:pt x="107" y="117"/>
                    </a:lnTo>
                    <a:lnTo>
                      <a:pt x="97" y="124"/>
                    </a:lnTo>
                    <a:lnTo>
                      <a:pt x="85" y="128"/>
                    </a:lnTo>
                    <a:lnTo>
                      <a:pt x="71" y="128"/>
                    </a:lnTo>
                    <a:lnTo>
                      <a:pt x="31" y="128"/>
                    </a:lnTo>
                    <a:lnTo>
                      <a:pt x="31" y="195"/>
                    </a:lnTo>
                    <a:lnTo>
                      <a:pt x="0" y="195"/>
                    </a:lnTo>
                    <a:lnTo>
                      <a:pt x="0" y="0"/>
                    </a:lnTo>
                    <a:lnTo>
                      <a:pt x="71" y="0"/>
                    </a:lnTo>
                    <a:close/>
                    <a:moveTo>
                      <a:pt x="71" y="98"/>
                    </a:moveTo>
                    <a:lnTo>
                      <a:pt x="71" y="98"/>
                    </a:lnTo>
                    <a:lnTo>
                      <a:pt x="78" y="98"/>
                    </a:lnTo>
                    <a:lnTo>
                      <a:pt x="85" y="97"/>
                    </a:lnTo>
                    <a:lnTo>
                      <a:pt x="90" y="93"/>
                    </a:lnTo>
                    <a:lnTo>
                      <a:pt x="95" y="90"/>
                    </a:lnTo>
                    <a:lnTo>
                      <a:pt x="95" y="90"/>
                    </a:lnTo>
                    <a:lnTo>
                      <a:pt x="99" y="85"/>
                    </a:lnTo>
                    <a:lnTo>
                      <a:pt x="102" y="78"/>
                    </a:lnTo>
                    <a:lnTo>
                      <a:pt x="104" y="73"/>
                    </a:lnTo>
                    <a:lnTo>
                      <a:pt x="104" y="64"/>
                    </a:lnTo>
                    <a:lnTo>
                      <a:pt x="104" y="64"/>
                    </a:lnTo>
                    <a:lnTo>
                      <a:pt x="104" y="57"/>
                    </a:lnTo>
                    <a:lnTo>
                      <a:pt x="102" y="52"/>
                    </a:lnTo>
                    <a:lnTo>
                      <a:pt x="99" y="45"/>
                    </a:lnTo>
                    <a:lnTo>
                      <a:pt x="95" y="40"/>
                    </a:lnTo>
                    <a:lnTo>
                      <a:pt x="95" y="40"/>
                    </a:lnTo>
                    <a:lnTo>
                      <a:pt x="90" y="36"/>
                    </a:lnTo>
                    <a:lnTo>
                      <a:pt x="85" y="33"/>
                    </a:lnTo>
                    <a:lnTo>
                      <a:pt x="78" y="31"/>
                    </a:lnTo>
                    <a:lnTo>
                      <a:pt x="71" y="31"/>
                    </a:lnTo>
                    <a:lnTo>
                      <a:pt x="31" y="31"/>
                    </a:lnTo>
                    <a:lnTo>
                      <a:pt x="31" y="98"/>
                    </a:lnTo>
                    <a:lnTo>
                      <a:pt x="71" y="98"/>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6" name="Freeform 477"/>
              <p:cNvSpPr>
                <a:spLocks/>
              </p:cNvSpPr>
              <p:nvPr/>
            </p:nvSpPr>
            <p:spPr bwMode="auto">
              <a:xfrm>
                <a:off x="4879975" y="4867275"/>
                <a:ext cx="147638" cy="153988"/>
              </a:xfrm>
              <a:custGeom>
                <a:avLst/>
                <a:gdLst>
                  <a:gd name="T0" fmla="*/ 186 w 186"/>
                  <a:gd name="T1" fmla="*/ 0 h 195"/>
                  <a:gd name="T2" fmla="*/ 186 w 186"/>
                  <a:gd name="T3" fmla="*/ 195 h 195"/>
                  <a:gd name="T4" fmla="*/ 153 w 186"/>
                  <a:gd name="T5" fmla="*/ 195 h 195"/>
                  <a:gd name="T6" fmla="*/ 153 w 186"/>
                  <a:gd name="T7" fmla="*/ 57 h 195"/>
                  <a:gd name="T8" fmla="*/ 95 w 186"/>
                  <a:gd name="T9" fmla="*/ 153 h 195"/>
                  <a:gd name="T10" fmla="*/ 91 w 186"/>
                  <a:gd name="T11" fmla="*/ 153 h 195"/>
                  <a:gd name="T12" fmla="*/ 31 w 186"/>
                  <a:gd name="T13" fmla="*/ 57 h 195"/>
                  <a:gd name="T14" fmla="*/ 31 w 186"/>
                  <a:gd name="T15" fmla="*/ 195 h 195"/>
                  <a:gd name="T16" fmla="*/ 0 w 186"/>
                  <a:gd name="T17" fmla="*/ 195 h 195"/>
                  <a:gd name="T18" fmla="*/ 0 w 186"/>
                  <a:gd name="T19" fmla="*/ 0 h 195"/>
                  <a:gd name="T20" fmla="*/ 34 w 186"/>
                  <a:gd name="T21" fmla="*/ 0 h 195"/>
                  <a:gd name="T22" fmla="*/ 93 w 186"/>
                  <a:gd name="T23" fmla="*/ 98 h 195"/>
                  <a:gd name="T24" fmla="*/ 151 w 186"/>
                  <a:gd name="T25" fmla="*/ 0 h 195"/>
                  <a:gd name="T26" fmla="*/ 186 w 186"/>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6" h="195">
                    <a:moveTo>
                      <a:pt x="186" y="0"/>
                    </a:moveTo>
                    <a:lnTo>
                      <a:pt x="186" y="195"/>
                    </a:lnTo>
                    <a:lnTo>
                      <a:pt x="153" y="195"/>
                    </a:lnTo>
                    <a:lnTo>
                      <a:pt x="153" y="57"/>
                    </a:lnTo>
                    <a:lnTo>
                      <a:pt x="95" y="153"/>
                    </a:lnTo>
                    <a:lnTo>
                      <a:pt x="91" y="153"/>
                    </a:lnTo>
                    <a:lnTo>
                      <a:pt x="31" y="57"/>
                    </a:lnTo>
                    <a:lnTo>
                      <a:pt x="31" y="195"/>
                    </a:lnTo>
                    <a:lnTo>
                      <a:pt x="0" y="195"/>
                    </a:lnTo>
                    <a:lnTo>
                      <a:pt x="0" y="0"/>
                    </a:lnTo>
                    <a:lnTo>
                      <a:pt x="34" y="0"/>
                    </a:lnTo>
                    <a:lnTo>
                      <a:pt x="93" y="98"/>
                    </a:lnTo>
                    <a:lnTo>
                      <a:pt x="151" y="0"/>
                    </a:lnTo>
                    <a:lnTo>
                      <a:pt x="186" y="0"/>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nvGrpSpPr>
            <p:cNvPr id="874" name="Group 873"/>
            <p:cNvGrpSpPr/>
            <p:nvPr/>
          </p:nvGrpSpPr>
          <p:grpSpPr>
            <a:xfrm>
              <a:off x="6271578" y="4866481"/>
              <a:ext cx="688975" cy="149225"/>
              <a:chOff x="5478463" y="4872038"/>
              <a:chExt cx="688975" cy="149225"/>
            </a:xfrm>
          </p:grpSpPr>
          <p:sp>
            <p:nvSpPr>
              <p:cNvPr id="875" name="Freeform 478"/>
              <p:cNvSpPr>
                <a:spLocks/>
              </p:cNvSpPr>
              <p:nvPr/>
            </p:nvSpPr>
            <p:spPr bwMode="auto">
              <a:xfrm>
                <a:off x="5478463" y="4873625"/>
                <a:ext cx="112713" cy="147638"/>
              </a:xfrm>
              <a:custGeom>
                <a:avLst/>
                <a:gdLst>
                  <a:gd name="T0" fmla="*/ 81 w 141"/>
                  <a:gd name="T1" fmla="*/ 21 h 186"/>
                  <a:gd name="T2" fmla="*/ 81 w 141"/>
                  <a:gd name="T3" fmla="*/ 186 h 186"/>
                  <a:gd name="T4" fmla="*/ 58 w 141"/>
                  <a:gd name="T5" fmla="*/ 186 h 186"/>
                  <a:gd name="T6" fmla="*/ 58 w 141"/>
                  <a:gd name="T7" fmla="*/ 21 h 186"/>
                  <a:gd name="T8" fmla="*/ 0 w 141"/>
                  <a:gd name="T9" fmla="*/ 21 h 186"/>
                  <a:gd name="T10" fmla="*/ 0 w 141"/>
                  <a:gd name="T11" fmla="*/ 0 h 186"/>
                  <a:gd name="T12" fmla="*/ 141 w 141"/>
                  <a:gd name="T13" fmla="*/ 0 h 186"/>
                  <a:gd name="T14" fmla="*/ 141 w 141"/>
                  <a:gd name="T15" fmla="*/ 21 h 186"/>
                  <a:gd name="T16" fmla="*/ 81 w 141"/>
                  <a:gd name="T17" fmla="*/ 2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86">
                    <a:moveTo>
                      <a:pt x="81" y="21"/>
                    </a:moveTo>
                    <a:lnTo>
                      <a:pt x="81" y="186"/>
                    </a:lnTo>
                    <a:lnTo>
                      <a:pt x="58" y="186"/>
                    </a:lnTo>
                    <a:lnTo>
                      <a:pt x="58" y="21"/>
                    </a:lnTo>
                    <a:lnTo>
                      <a:pt x="0" y="21"/>
                    </a:lnTo>
                    <a:lnTo>
                      <a:pt x="0" y="0"/>
                    </a:lnTo>
                    <a:lnTo>
                      <a:pt x="141" y="0"/>
                    </a:lnTo>
                    <a:lnTo>
                      <a:pt x="141" y="21"/>
                    </a:lnTo>
                    <a:lnTo>
                      <a:pt x="81"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76" name="Freeform 479"/>
              <p:cNvSpPr>
                <a:spLocks/>
              </p:cNvSpPr>
              <p:nvPr/>
            </p:nvSpPr>
            <p:spPr bwMode="auto">
              <a:xfrm>
                <a:off x="5580063" y="4908550"/>
                <a:ext cx="49213" cy="111125"/>
              </a:xfrm>
              <a:custGeom>
                <a:avLst/>
                <a:gdLst>
                  <a:gd name="T0" fmla="*/ 52 w 62"/>
                  <a:gd name="T1" fmla="*/ 21 h 139"/>
                  <a:gd name="T2" fmla="*/ 52 w 62"/>
                  <a:gd name="T3" fmla="*/ 21 h 139"/>
                  <a:gd name="T4" fmla="*/ 40 w 62"/>
                  <a:gd name="T5" fmla="*/ 22 h 139"/>
                  <a:gd name="T6" fmla="*/ 40 w 62"/>
                  <a:gd name="T7" fmla="*/ 22 h 139"/>
                  <a:gd name="T8" fmla="*/ 34 w 62"/>
                  <a:gd name="T9" fmla="*/ 24 h 139"/>
                  <a:gd name="T10" fmla="*/ 31 w 62"/>
                  <a:gd name="T11" fmla="*/ 27 h 139"/>
                  <a:gd name="T12" fmla="*/ 31 w 62"/>
                  <a:gd name="T13" fmla="*/ 27 h 139"/>
                  <a:gd name="T14" fmla="*/ 26 w 62"/>
                  <a:gd name="T15" fmla="*/ 31 h 139"/>
                  <a:gd name="T16" fmla="*/ 24 w 62"/>
                  <a:gd name="T17" fmla="*/ 34 h 139"/>
                  <a:gd name="T18" fmla="*/ 24 w 62"/>
                  <a:gd name="T19" fmla="*/ 34 h 139"/>
                  <a:gd name="T20" fmla="*/ 22 w 62"/>
                  <a:gd name="T21" fmla="*/ 40 h 139"/>
                  <a:gd name="T22" fmla="*/ 21 w 62"/>
                  <a:gd name="T23" fmla="*/ 46 h 139"/>
                  <a:gd name="T24" fmla="*/ 21 w 62"/>
                  <a:gd name="T25" fmla="*/ 139 h 139"/>
                  <a:gd name="T26" fmla="*/ 0 w 62"/>
                  <a:gd name="T27" fmla="*/ 139 h 139"/>
                  <a:gd name="T28" fmla="*/ 0 w 62"/>
                  <a:gd name="T29" fmla="*/ 46 h 139"/>
                  <a:gd name="T30" fmla="*/ 0 w 62"/>
                  <a:gd name="T31" fmla="*/ 46 h 139"/>
                  <a:gd name="T32" fmla="*/ 2 w 62"/>
                  <a:gd name="T33" fmla="*/ 36 h 139"/>
                  <a:gd name="T34" fmla="*/ 5 w 62"/>
                  <a:gd name="T35" fmla="*/ 26 h 139"/>
                  <a:gd name="T36" fmla="*/ 5 w 62"/>
                  <a:gd name="T37" fmla="*/ 26 h 139"/>
                  <a:gd name="T38" fmla="*/ 10 w 62"/>
                  <a:gd name="T39" fmla="*/ 19 h 139"/>
                  <a:gd name="T40" fmla="*/ 17 w 62"/>
                  <a:gd name="T41" fmla="*/ 12 h 139"/>
                  <a:gd name="T42" fmla="*/ 17 w 62"/>
                  <a:gd name="T43" fmla="*/ 12 h 139"/>
                  <a:gd name="T44" fmla="*/ 24 w 62"/>
                  <a:gd name="T45" fmla="*/ 7 h 139"/>
                  <a:gd name="T46" fmla="*/ 33 w 62"/>
                  <a:gd name="T47" fmla="*/ 3 h 139"/>
                  <a:gd name="T48" fmla="*/ 33 w 62"/>
                  <a:gd name="T49" fmla="*/ 3 h 139"/>
                  <a:gd name="T50" fmla="*/ 41 w 62"/>
                  <a:gd name="T51" fmla="*/ 2 h 139"/>
                  <a:gd name="T52" fmla="*/ 52 w 62"/>
                  <a:gd name="T53" fmla="*/ 0 h 139"/>
                  <a:gd name="T54" fmla="*/ 52 w 62"/>
                  <a:gd name="T55" fmla="*/ 0 h 139"/>
                  <a:gd name="T56" fmla="*/ 57 w 62"/>
                  <a:gd name="T57" fmla="*/ 2 h 139"/>
                  <a:gd name="T58" fmla="*/ 57 w 62"/>
                  <a:gd name="T59" fmla="*/ 2 h 139"/>
                  <a:gd name="T60" fmla="*/ 62 w 62"/>
                  <a:gd name="T61" fmla="*/ 2 h 139"/>
                  <a:gd name="T62" fmla="*/ 62 w 62"/>
                  <a:gd name="T63" fmla="*/ 22 h 139"/>
                  <a:gd name="T64" fmla="*/ 62 w 62"/>
                  <a:gd name="T65" fmla="*/ 22 h 139"/>
                  <a:gd name="T66" fmla="*/ 57 w 62"/>
                  <a:gd name="T67" fmla="*/ 21 h 139"/>
                  <a:gd name="T68" fmla="*/ 57 w 62"/>
                  <a:gd name="T69" fmla="*/ 21 h 139"/>
                  <a:gd name="T70" fmla="*/ 52 w 62"/>
                  <a:gd name="T71"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 h="139">
                    <a:moveTo>
                      <a:pt x="52" y="21"/>
                    </a:moveTo>
                    <a:lnTo>
                      <a:pt x="52" y="21"/>
                    </a:lnTo>
                    <a:lnTo>
                      <a:pt x="40" y="22"/>
                    </a:lnTo>
                    <a:lnTo>
                      <a:pt x="40" y="22"/>
                    </a:lnTo>
                    <a:lnTo>
                      <a:pt x="34" y="24"/>
                    </a:lnTo>
                    <a:lnTo>
                      <a:pt x="31" y="27"/>
                    </a:lnTo>
                    <a:lnTo>
                      <a:pt x="31" y="27"/>
                    </a:lnTo>
                    <a:lnTo>
                      <a:pt x="26" y="31"/>
                    </a:lnTo>
                    <a:lnTo>
                      <a:pt x="24" y="34"/>
                    </a:lnTo>
                    <a:lnTo>
                      <a:pt x="24" y="34"/>
                    </a:lnTo>
                    <a:lnTo>
                      <a:pt x="22" y="40"/>
                    </a:lnTo>
                    <a:lnTo>
                      <a:pt x="21" y="46"/>
                    </a:lnTo>
                    <a:lnTo>
                      <a:pt x="21" y="139"/>
                    </a:lnTo>
                    <a:lnTo>
                      <a:pt x="0" y="139"/>
                    </a:lnTo>
                    <a:lnTo>
                      <a:pt x="0" y="46"/>
                    </a:lnTo>
                    <a:lnTo>
                      <a:pt x="0" y="46"/>
                    </a:lnTo>
                    <a:lnTo>
                      <a:pt x="2" y="36"/>
                    </a:lnTo>
                    <a:lnTo>
                      <a:pt x="5" y="26"/>
                    </a:lnTo>
                    <a:lnTo>
                      <a:pt x="5" y="26"/>
                    </a:lnTo>
                    <a:lnTo>
                      <a:pt x="10" y="19"/>
                    </a:lnTo>
                    <a:lnTo>
                      <a:pt x="17" y="12"/>
                    </a:lnTo>
                    <a:lnTo>
                      <a:pt x="17" y="12"/>
                    </a:lnTo>
                    <a:lnTo>
                      <a:pt x="24" y="7"/>
                    </a:lnTo>
                    <a:lnTo>
                      <a:pt x="33" y="3"/>
                    </a:lnTo>
                    <a:lnTo>
                      <a:pt x="33" y="3"/>
                    </a:lnTo>
                    <a:lnTo>
                      <a:pt x="41" y="2"/>
                    </a:lnTo>
                    <a:lnTo>
                      <a:pt x="52" y="0"/>
                    </a:lnTo>
                    <a:lnTo>
                      <a:pt x="52" y="0"/>
                    </a:lnTo>
                    <a:lnTo>
                      <a:pt x="57" y="2"/>
                    </a:lnTo>
                    <a:lnTo>
                      <a:pt x="57" y="2"/>
                    </a:lnTo>
                    <a:lnTo>
                      <a:pt x="62" y="2"/>
                    </a:lnTo>
                    <a:lnTo>
                      <a:pt x="62" y="22"/>
                    </a:lnTo>
                    <a:lnTo>
                      <a:pt x="62" y="22"/>
                    </a:lnTo>
                    <a:lnTo>
                      <a:pt x="57" y="21"/>
                    </a:lnTo>
                    <a:lnTo>
                      <a:pt x="57" y="21"/>
                    </a:lnTo>
                    <a:lnTo>
                      <a:pt x="5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77" name="Freeform 480"/>
              <p:cNvSpPr>
                <a:spLocks/>
              </p:cNvSpPr>
              <p:nvPr/>
            </p:nvSpPr>
            <p:spPr bwMode="auto">
              <a:xfrm>
                <a:off x="5580063" y="4908550"/>
                <a:ext cx="49213" cy="111125"/>
              </a:xfrm>
              <a:custGeom>
                <a:avLst/>
                <a:gdLst>
                  <a:gd name="T0" fmla="*/ 52 w 62"/>
                  <a:gd name="T1" fmla="*/ 21 h 139"/>
                  <a:gd name="T2" fmla="*/ 52 w 62"/>
                  <a:gd name="T3" fmla="*/ 21 h 139"/>
                  <a:gd name="T4" fmla="*/ 40 w 62"/>
                  <a:gd name="T5" fmla="*/ 22 h 139"/>
                  <a:gd name="T6" fmla="*/ 40 w 62"/>
                  <a:gd name="T7" fmla="*/ 22 h 139"/>
                  <a:gd name="T8" fmla="*/ 34 w 62"/>
                  <a:gd name="T9" fmla="*/ 24 h 139"/>
                  <a:gd name="T10" fmla="*/ 31 w 62"/>
                  <a:gd name="T11" fmla="*/ 27 h 139"/>
                  <a:gd name="T12" fmla="*/ 31 w 62"/>
                  <a:gd name="T13" fmla="*/ 27 h 139"/>
                  <a:gd name="T14" fmla="*/ 26 w 62"/>
                  <a:gd name="T15" fmla="*/ 31 h 139"/>
                  <a:gd name="T16" fmla="*/ 24 w 62"/>
                  <a:gd name="T17" fmla="*/ 34 h 139"/>
                  <a:gd name="T18" fmla="*/ 24 w 62"/>
                  <a:gd name="T19" fmla="*/ 34 h 139"/>
                  <a:gd name="T20" fmla="*/ 22 w 62"/>
                  <a:gd name="T21" fmla="*/ 40 h 139"/>
                  <a:gd name="T22" fmla="*/ 21 w 62"/>
                  <a:gd name="T23" fmla="*/ 46 h 139"/>
                  <a:gd name="T24" fmla="*/ 21 w 62"/>
                  <a:gd name="T25" fmla="*/ 139 h 139"/>
                  <a:gd name="T26" fmla="*/ 0 w 62"/>
                  <a:gd name="T27" fmla="*/ 139 h 139"/>
                  <a:gd name="T28" fmla="*/ 0 w 62"/>
                  <a:gd name="T29" fmla="*/ 46 h 139"/>
                  <a:gd name="T30" fmla="*/ 0 w 62"/>
                  <a:gd name="T31" fmla="*/ 46 h 139"/>
                  <a:gd name="T32" fmla="*/ 2 w 62"/>
                  <a:gd name="T33" fmla="*/ 36 h 139"/>
                  <a:gd name="T34" fmla="*/ 5 w 62"/>
                  <a:gd name="T35" fmla="*/ 26 h 139"/>
                  <a:gd name="T36" fmla="*/ 5 w 62"/>
                  <a:gd name="T37" fmla="*/ 26 h 139"/>
                  <a:gd name="T38" fmla="*/ 10 w 62"/>
                  <a:gd name="T39" fmla="*/ 19 h 139"/>
                  <a:gd name="T40" fmla="*/ 17 w 62"/>
                  <a:gd name="T41" fmla="*/ 12 h 139"/>
                  <a:gd name="T42" fmla="*/ 17 w 62"/>
                  <a:gd name="T43" fmla="*/ 12 h 139"/>
                  <a:gd name="T44" fmla="*/ 24 w 62"/>
                  <a:gd name="T45" fmla="*/ 7 h 139"/>
                  <a:gd name="T46" fmla="*/ 33 w 62"/>
                  <a:gd name="T47" fmla="*/ 3 h 139"/>
                  <a:gd name="T48" fmla="*/ 33 w 62"/>
                  <a:gd name="T49" fmla="*/ 3 h 139"/>
                  <a:gd name="T50" fmla="*/ 41 w 62"/>
                  <a:gd name="T51" fmla="*/ 2 h 139"/>
                  <a:gd name="T52" fmla="*/ 52 w 62"/>
                  <a:gd name="T53" fmla="*/ 0 h 139"/>
                  <a:gd name="T54" fmla="*/ 52 w 62"/>
                  <a:gd name="T55" fmla="*/ 0 h 139"/>
                  <a:gd name="T56" fmla="*/ 57 w 62"/>
                  <a:gd name="T57" fmla="*/ 2 h 139"/>
                  <a:gd name="T58" fmla="*/ 57 w 62"/>
                  <a:gd name="T59" fmla="*/ 2 h 139"/>
                  <a:gd name="T60" fmla="*/ 62 w 62"/>
                  <a:gd name="T61" fmla="*/ 2 h 139"/>
                  <a:gd name="T62" fmla="*/ 62 w 62"/>
                  <a:gd name="T63" fmla="*/ 22 h 139"/>
                  <a:gd name="T64" fmla="*/ 62 w 62"/>
                  <a:gd name="T65" fmla="*/ 22 h 139"/>
                  <a:gd name="T66" fmla="*/ 57 w 62"/>
                  <a:gd name="T67" fmla="*/ 21 h 139"/>
                  <a:gd name="T68" fmla="*/ 57 w 62"/>
                  <a:gd name="T69" fmla="*/ 21 h 139"/>
                  <a:gd name="T70" fmla="*/ 52 w 62"/>
                  <a:gd name="T71"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 h="139">
                    <a:moveTo>
                      <a:pt x="52" y="21"/>
                    </a:moveTo>
                    <a:lnTo>
                      <a:pt x="52" y="21"/>
                    </a:lnTo>
                    <a:lnTo>
                      <a:pt x="40" y="22"/>
                    </a:lnTo>
                    <a:lnTo>
                      <a:pt x="40" y="22"/>
                    </a:lnTo>
                    <a:lnTo>
                      <a:pt x="34" y="24"/>
                    </a:lnTo>
                    <a:lnTo>
                      <a:pt x="31" y="27"/>
                    </a:lnTo>
                    <a:lnTo>
                      <a:pt x="31" y="27"/>
                    </a:lnTo>
                    <a:lnTo>
                      <a:pt x="26" y="31"/>
                    </a:lnTo>
                    <a:lnTo>
                      <a:pt x="24" y="34"/>
                    </a:lnTo>
                    <a:lnTo>
                      <a:pt x="24" y="34"/>
                    </a:lnTo>
                    <a:lnTo>
                      <a:pt x="22" y="40"/>
                    </a:lnTo>
                    <a:lnTo>
                      <a:pt x="21" y="46"/>
                    </a:lnTo>
                    <a:lnTo>
                      <a:pt x="21" y="139"/>
                    </a:lnTo>
                    <a:lnTo>
                      <a:pt x="0" y="139"/>
                    </a:lnTo>
                    <a:lnTo>
                      <a:pt x="0" y="46"/>
                    </a:lnTo>
                    <a:lnTo>
                      <a:pt x="0" y="46"/>
                    </a:lnTo>
                    <a:lnTo>
                      <a:pt x="2" y="36"/>
                    </a:lnTo>
                    <a:lnTo>
                      <a:pt x="5" y="26"/>
                    </a:lnTo>
                    <a:lnTo>
                      <a:pt x="5" y="26"/>
                    </a:lnTo>
                    <a:lnTo>
                      <a:pt x="10" y="19"/>
                    </a:lnTo>
                    <a:lnTo>
                      <a:pt x="17" y="12"/>
                    </a:lnTo>
                    <a:lnTo>
                      <a:pt x="17" y="12"/>
                    </a:lnTo>
                    <a:lnTo>
                      <a:pt x="24" y="7"/>
                    </a:lnTo>
                    <a:lnTo>
                      <a:pt x="33" y="3"/>
                    </a:lnTo>
                    <a:lnTo>
                      <a:pt x="33" y="3"/>
                    </a:lnTo>
                    <a:lnTo>
                      <a:pt x="41" y="2"/>
                    </a:lnTo>
                    <a:lnTo>
                      <a:pt x="52" y="0"/>
                    </a:lnTo>
                    <a:lnTo>
                      <a:pt x="52" y="0"/>
                    </a:lnTo>
                    <a:lnTo>
                      <a:pt x="57" y="2"/>
                    </a:lnTo>
                    <a:lnTo>
                      <a:pt x="57" y="2"/>
                    </a:lnTo>
                    <a:lnTo>
                      <a:pt x="62" y="2"/>
                    </a:lnTo>
                    <a:lnTo>
                      <a:pt x="62" y="22"/>
                    </a:lnTo>
                    <a:lnTo>
                      <a:pt x="62" y="22"/>
                    </a:lnTo>
                    <a:lnTo>
                      <a:pt x="57" y="21"/>
                    </a:lnTo>
                    <a:lnTo>
                      <a:pt x="57" y="21"/>
                    </a:lnTo>
                    <a:lnTo>
                      <a:pt x="52" y="2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78" name="Freeform 481"/>
              <p:cNvSpPr>
                <a:spLocks/>
              </p:cNvSpPr>
              <p:nvPr/>
            </p:nvSpPr>
            <p:spPr bwMode="auto">
              <a:xfrm>
                <a:off x="5645150" y="4911725"/>
                <a:ext cx="84138" cy="109538"/>
              </a:xfrm>
              <a:custGeom>
                <a:avLst/>
                <a:gdLst>
                  <a:gd name="T0" fmla="*/ 51 w 105"/>
                  <a:gd name="T1" fmla="*/ 140 h 140"/>
                  <a:gd name="T2" fmla="*/ 51 w 105"/>
                  <a:gd name="T3" fmla="*/ 140 h 140"/>
                  <a:gd name="T4" fmla="*/ 41 w 105"/>
                  <a:gd name="T5" fmla="*/ 138 h 140"/>
                  <a:gd name="T6" fmla="*/ 32 w 105"/>
                  <a:gd name="T7" fmla="*/ 136 h 140"/>
                  <a:gd name="T8" fmla="*/ 32 w 105"/>
                  <a:gd name="T9" fmla="*/ 136 h 140"/>
                  <a:gd name="T10" fmla="*/ 24 w 105"/>
                  <a:gd name="T11" fmla="*/ 133 h 140"/>
                  <a:gd name="T12" fmla="*/ 15 w 105"/>
                  <a:gd name="T13" fmla="*/ 128 h 140"/>
                  <a:gd name="T14" fmla="*/ 15 w 105"/>
                  <a:gd name="T15" fmla="*/ 128 h 140"/>
                  <a:gd name="T16" fmla="*/ 8 w 105"/>
                  <a:gd name="T17" fmla="*/ 121 h 140"/>
                  <a:gd name="T18" fmla="*/ 3 w 105"/>
                  <a:gd name="T19" fmla="*/ 114 h 140"/>
                  <a:gd name="T20" fmla="*/ 3 w 105"/>
                  <a:gd name="T21" fmla="*/ 114 h 140"/>
                  <a:gd name="T22" fmla="*/ 0 w 105"/>
                  <a:gd name="T23" fmla="*/ 105 h 140"/>
                  <a:gd name="T24" fmla="*/ 0 w 105"/>
                  <a:gd name="T25" fmla="*/ 93 h 140"/>
                  <a:gd name="T26" fmla="*/ 0 w 105"/>
                  <a:gd name="T27" fmla="*/ 0 h 140"/>
                  <a:gd name="T28" fmla="*/ 20 w 105"/>
                  <a:gd name="T29" fmla="*/ 0 h 140"/>
                  <a:gd name="T30" fmla="*/ 20 w 105"/>
                  <a:gd name="T31" fmla="*/ 95 h 140"/>
                  <a:gd name="T32" fmla="*/ 20 w 105"/>
                  <a:gd name="T33" fmla="*/ 95 h 140"/>
                  <a:gd name="T34" fmla="*/ 20 w 105"/>
                  <a:gd name="T35" fmla="*/ 100 h 140"/>
                  <a:gd name="T36" fmla="*/ 22 w 105"/>
                  <a:gd name="T37" fmla="*/ 105 h 140"/>
                  <a:gd name="T38" fmla="*/ 22 w 105"/>
                  <a:gd name="T39" fmla="*/ 105 h 140"/>
                  <a:gd name="T40" fmla="*/ 25 w 105"/>
                  <a:gd name="T41" fmla="*/ 109 h 140"/>
                  <a:gd name="T42" fmla="*/ 29 w 105"/>
                  <a:gd name="T43" fmla="*/ 112 h 140"/>
                  <a:gd name="T44" fmla="*/ 29 w 105"/>
                  <a:gd name="T45" fmla="*/ 112 h 140"/>
                  <a:gd name="T46" fmla="*/ 39 w 105"/>
                  <a:gd name="T47" fmla="*/ 117 h 140"/>
                  <a:gd name="T48" fmla="*/ 39 w 105"/>
                  <a:gd name="T49" fmla="*/ 117 h 140"/>
                  <a:gd name="T50" fmla="*/ 51 w 105"/>
                  <a:gd name="T51" fmla="*/ 119 h 140"/>
                  <a:gd name="T52" fmla="*/ 51 w 105"/>
                  <a:gd name="T53" fmla="*/ 119 h 140"/>
                  <a:gd name="T54" fmla="*/ 68 w 105"/>
                  <a:gd name="T55" fmla="*/ 119 h 140"/>
                  <a:gd name="T56" fmla="*/ 68 w 105"/>
                  <a:gd name="T57" fmla="*/ 119 h 140"/>
                  <a:gd name="T58" fmla="*/ 82 w 105"/>
                  <a:gd name="T59" fmla="*/ 116 h 140"/>
                  <a:gd name="T60" fmla="*/ 82 w 105"/>
                  <a:gd name="T61" fmla="*/ 0 h 140"/>
                  <a:gd name="T62" fmla="*/ 105 w 105"/>
                  <a:gd name="T63" fmla="*/ 0 h 140"/>
                  <a:gd name="T64" fmla="*/ 105 w 105"/>
                  <a:gd name="T65" fmla="*/ 129 h 140"/>
                  <a:gd name="T66" fmla="*/ 105 w 105"/>
                  <a:gd name="T67" fmla="*/ 129 h 140"/>
                  <a:gd name="T68" fmla="*/ 86 w 105"/>
                  <a:gd name="T69" fmla="*/ 135 h 140"/>
                  <a:gd name="T70" fmla="*/ 86 w 105"/>
                  <a:gd name="T71" fmla="*/ 135 h 140"/>
                  <a:gd name="T72" fmla="*/ 72 w 105"/>
                  <a:gd name="T73" fmla="*/ 138 h 140"/>
                  <a:gd name="T74" fmla="*/ 72 w 105"/>
                  <a:gd name="T75" fmla="*/ 138 h 140"/>
                  <a:gd name="T76" fmla="*/ 60 w 105"/>
                  <a:gd name="T77" fmla="*/ 140 h 140"/>
                  <a:gd name="T78" fmla="*/ 60 w 105"/>
                  <a:gd name="T79" fmla="*/ 140 h 140"/>
                  <a:gd name="T80" fmla="*/ 51 w 105"/>
                  <a:gd name="T81"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5" h="140">
                    <a:moveTo>
                      <a:pt x="51" y="140"/>
                    </a:moveTo>
                    <a:lnTo>
                      <a:pt x="51" y="140"/>
                    </a:lnTo>
                    <a:lnTo>
                      <a:pt x="41" y="138"/>
                    </a:lnTo>
                    <a:lnTo>
                      <a:pt x="32" y="136"/>
                    </a:lnTo>
                    <a:lnTo>
                      <a:pt x="32" y="136"/>
                    </a:lnTo>
                    <a:lnTo>
                      <a:pt x="24" y="133"/>
                    </a:lnTo>
                    <a:lnTo>
                      <a:pt x="15" y="128"/>
                    </a:lnTo>
                    <a:lnTo>
                      <a:pt x="15" y="128"/>
                    </a:lnTo>
                    <a:lnTo>
                      <a:pt x="8" y="121"/>
                    </a:lnTo>
                    <a:lnTo>
                      <a:pt x="3" y="114"/>
                    </a:lnTo>
                    <a:lnTo>
                      <a:pt x="3" y="114"/>
                    </a:lnTo>
                    <a:lnTo>
                      <a:pt x="0" y="105"/>
                    </a:lnTo>
                    <a:lnTo>
                      <a:pt x="0" y="93"/>
                    </a:lnTo>
                    <a:lnTo>
                      <a:pt x="0" y="0"/>
                    </a:lnTo>
                    <a:lnTo>
                      <a:pt x="20" y="0"/>
                    </a:lnTo>
                    <a:lnTo>
                      <a:pt x="20" y="95"/>
                    </a:lnTo>
                    <a:lnTo>
                      <a:pt x="20" y="95"/>
                    </a:lnTo>
                    <a:lnTo>
                      <a:pt x="20" y="100"/>
                    </a:lnTo>
                    <a:lnTo>
                      <a:pt x="22" y="105"/>
                    </a:lnTo>
                    <a:lnTo>
                      <a:pt x="22" y="105"/>
                    </a:lnTo>
                    <a:lnTo>
                      <a:pt x="25" y="109"/>
                    </a:lnTo>
                    <a:lnTo>
                      <a:pt x="29" y="112"/>
                    </a:lnTo>
                    <a:lnTo>
                      <a:pt x="29" y="112"/>
                    </a:lnTo>
                    <a:lnTo>
                      <a:pt x="39" y="117"/>
                    </a:lnTo>
                    <a:lnTo>
                      <a:pt x="39" y="117"/>
                    </a:lnTo>
                    <a:lnTo>
                      <a:pt x="51" y="119"/>
                    </a:lnTo>
                    <a:lnTo>
                      <a:pt x="51" y="119"/>
                    </a:lnTo>
                    <a:lnTo>
                      <a:pt x="68" y="119"/>
                    </a:lnTo>
                    <a:lnTo>
                      <a:pt x="68" y="119"/>
                    </a:lnTo>
                    <a:lnTo>
                      <a:pt x="82" y="116"/>
                    </a:lnTo>
                    <a:lnTo>
                      <a:pt x="82" y="0"/>
                    </a:lnTo>
                    <a:lnTo>
                      <a:pt x="105" y="0"/>
                    </a:lnTo>
                    <a:lnTo>
                      <a:pt x="105" y="129"/>
                    </a:lnTo>
                    <a:lnTo>
                      <a:pt x="105" y="129"/>
                    </a:lnTo>
                    <a:lnTo>
                      <a:pt x="86" y="135"/>
                    </a:lnTo>
                    <a:lnTo>
                      <a:pt x="86" y="135"/>
                    </a:lnTo>
                    <a:lnTo>
                      <a:pt x="72" y="138"/>
                    </a:lnTo>
                    <a:lnTo>
                      <a:pt x="72" y="138"/>
                    </a:lnTo>
                    <a:lnTo>
                      <a:pt x="60" y="140"/>
                    </a:lnTo>
                    <a:lnTo>
                      <a:pt x="60" y="140"/>
                    </a:lnTo>
                    <a:lnTo>
                      <a:pt x="51"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79" name="Freeform 482"/>
              <p:cNvSpPr>
                <a:spLocks/>
              </p:cNvSpPr>
              <p:nvPr/>
            </p:nvSpPr>
            <p:spPr bwMode="auto">
              <a:xfrm>
                <a:off x="5645150" y="4911725"/>
                <a:ext cx="84138" cy="109538"/>
              </a:xfrm>
              <a:custGeom>
                <a:avLst/>
                <a:gdLst>
                  <a:gd name="T0" fmla="*/ 51 w 105"/>
                  <a:gd name="T1" fmla="*/ 140 h 140"/>
                  <a:gd name="T2" fmla="*/ 51 w 105"/>
                  <a:gd name="T3" fmla="*/ 140 h 140"/>
                  <a:gd name="T4" fmla="*/ 41 w 105"/>
                  <a:gd name="T5" fmla="*/ 138 h 140"/>
                  <a:gd name="T6" fmla="*/ 32 w 105"/>
                  <a:gd name="T7" fmla="*/ 136 h 140"/>
                  <a:gd name="T8" fmla="*/ 32 w 105"/>
                  <a:gd name="T9" fmla="*/ 136 h 140"/>
                  <a:gd name="T10" fmla="*/ 24 w 105"/>
                  <a:gd name="T11" fmla="*/ 133 h 140"/>
                  <a:gd name="T12" fmla="*/ 15 w 105"/>
                  <a:gd name="T13" fmla="*/ 128 h 140"/>
                  <a:gd name="T14" fmla="*/ 15 w 105"/>
                  <a:gd name="T15" fmla="*/ 128 h 140"/>
                  <a:gd name="T16" fmla="*/ 8 w 105"/>
                  <a:gd name="T17" fmla="*/ 121 h 140"/>
                  <a:gd name="T18" fmla="*/ 3 w 105"/>
                  <a:gd name="T19" fmla="*/ 114 h 140"/>
                  <a:gd name="T20" fmla="*/ 3 w 105"/>
                  <a:gd name="T21" fmla="*/ 114 h 140"/>
                  <a:gd name="T22" fmla="*/ 0 w 105"/>
                  <a:gd name="T23" fmla="*/ 105 h 140"/>
                  <a:gd name="T24" fmla="*/ 0 w 105"/>
                  <a:gd name="T25" fmla="*/ 93 h 140"/>
                  <a:gd name="T26" fmla="*/ 0 w 105"/>
                  <a:gd name="T27" fmla="*/ 0 h 140"/>
                  <a:gd name="T28" fmla="*/ 20 w 105"/>
                  <a:gd name="T29" fmla="*/ 0 h 140"/>
                  <a:gd name="T30" fmla="*/ 20 w 105"/>
                  <a:gd name="T31" fmla="*/ 95 h 140"/>
                  <a:gd name="T32" fmla="*/ 20 w 105"/>
                  <a:gd name="T33" fmla="*/ 95 h 140"/>
                  <a:gd name="T34" fmla="*/ 20 w 105"/>
                  <a:gd name="T35" fmla="*/ 100 h 140"/>
                  <a:gd name="T36" fmla="*/ 22 w 105"/>
                  <a:gd name="T37" fmla="*/ 105 h 140"/>
                  <a:gd name="T38" fmla="*/ 22 w 105"/>
                  <a:gd name="T39" fmla="*/ 105 h 140"/>
                  <a:gd name="T40" fmla="*/ 25 w 105"/>
                  <a:gd name="T41" fmla="*/ 109 h 140"/>
                  <a:gd name="T42" fmla="*/ 29 w 105"/>
                  <a:gd name="T43" fmla="*/ 112 h 140"/>
                  <a:gd name="T44" fmla="*/ 29 w 105"/>
                  <a:gd name="T45" fmla="*/ 112 h 140"/>
                  <a:gd name="T46" fmla="*/ 39 w 105"/>
                  <a:gd name="T47" fmla="*/ 117 h 140"/>
                  <a:gd name="T48" fmla="*/ 39 w 105"/>
                  <a:gd name="T49" fmla="*/ 117 h 140"/>
                  <a:gd name="T50" fmla="*/ 51 w 105"/>
                  <a:gd name="T51" fmla="*/ 119 h 140"/>
                  <a:gd name="T52" fmla="*/ 51 w 105"/>
                  <a:gd name="T53" fmla="*/ 119 h 140"/>
                  <a:gd name="T54" fmla="*/ 68 w 105"/>
                  <a:gd name="T55" fmla="*/ 119 h 140"/>
                  <a:gd name="T56" fmla="*/ 68 w 105"/>
                  <a:gd name="T57" fmla="*/ 119 h 140"/>
                  <a:gd name="T58" fmla="*/ 82 w 105"/>
                  <a:gd name="T59" fmla="*/ 116 h 140"/>
                  <a:gd name="T60" fmla="*/ 82 w 105"/>
                  <a:gd name="T61" fmla="*/ 0 h 140"/>
                  <a:gd name="T62" fmla="*/ 105 w 105"/>
                  <a:gd name="T63" fmla="*/ 0 h 140"/>
                  <a:gd name="T64" fmla="*/ 105 w 105"/>
                  <a:gd name="T65" fmla="*/ 129 h 140"/>
                  <a:gd name="T66" fmla="*/ 105 w 105"/>
                  <a:gd name="T67" fmla="*/ 129 h 140"/>
                  <a:gd name="T68" fmla="*/ 86 w 105"/>
                  <a:gd name="T69" fmla="*/ 135 h 140"/>
                  <a:gd name="T70" fmla="*/ 86 w 105"/>
                  <a:gd name="T71" fmla="*/ 135 h 140"/>
                  <a:gd name="T72" fmla="*/ 72 w 105"/>
                  <a:gd name="T73" fmla="*/ 138 h 140"/>
                  <a:gd name="T74" fmla="*/ 72 w 105"/>
                  <a:gd name="T75" fmla="*/ 138 h 140"/>
                  <a:gd name="T76" fmla="*/ 60 w 105"/>
                  <a:gd name="T77" fmla="*/ 140 h 140"/>
                  <a:gd name="T78" fmla="*/ 60 w 105"/>
                  <a:gd name="T79" fmla="*/ 140 h 140"/>
                  <a:gd name="T80" fmla="*/ 51 w 105"/>
                  <a:gd name="T81"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5" h="140">
                    <a:moveTo>
                      <a:pt x="51" y="140"/>
                    </a:moveTo>
                    <a:lnTo>
                      <a:pt x="51" y="140"/>
                    </a:lnTo>
                    <a:lnTo>
                      <a:pt x="41" y="138"/>
                    </a:lnTo>
                    <a:lnTo>
                      <a:pt x="32" y="136"/>
                    </a:lnTo>
                    <a:lnTo>
                      <a:pt x="32" y="136"/>
                    </a:lnTo>
                    <a:lnTo>
                      <a:pt x="24" y="133"/>
                    </a:lnTo>
                    <a:lnTo>
                      <a:pt x="15" y="128"/>
                    </a:lnTo>
                    <a:lnTo>
                      <a:pt x="15" y="128"/>
                    </a:lnTo>
                    <a:lnTo>
                      <a:pt x="8" y="121"/>
                    </a:lnTo>
                    <a:lnTo>
                      <a:pt x="3" y="114"/>
                    </a:lnTo>
                    <a:lnTo>
                      <a:pt x="3" y="114"/>
                    </a:lnTo>
                    <a:lnTo>
                      <a:pt x="0" y="105"/>
                    </a:lnTo>
                    <a:lnTo>
                      <a:pt x="0" y="93"/>
                    </a:lnTo>
                    <a:lnTo>
                      <a:pt x="0" y="0"/>
                    </a:lnTo>
                    <a:lnTo>
                      <a:pt x="20" y="0"/>
                    </a:lnTo>
                    <a:lnTo>
                      <a:pt x="20" y="95"/>
                    </a:lnTo>
                    <a:lnTo>
                      <a:pt x="20" y="95"/>
                    </a:lnTo>
                    <a:lnTo>
                      <a:pt x="20" y="100"/>
                    </a:lnTo>
                    <a:lnTo>
                      <a:pt x="22" y="105"/>
                    </a:lnTo>
                    <a:lnTo>
                      <a:pt x="22" y="105"/>
                    </a:lnTo>
                    <a:lnTo>
                      <a:pt x="25" y="109"/>
                    </a:lnTo>
                    <a:lnTo>
                      <a:pt x="29" y="112"/>
                    </a:lnTo>
                    <a:lnTo>
                      <a:pt x="29" y="112"/>
                    </a:lnTo>
                    <a:lnTo>
                      <a:pt x="39" y="117"/>
                    </a:lnTo>
                    <a:lnTo>
                      <a:pt x="39" y="117"/>
                    </a:lnTo>
                    <a:lnTo>
                      <a:pt x="51" y="119"/>
                    </a:lnTo>
                    <a:lnTo>
                      <a:pt x="51" y="119"/>
                    </a:lnTo>
                    <a:lnTo>
                      <a:pt x="68" y="119"/>
                    </a:lnTo>
                    <a:lnTo>
                      <a:pt x="68" y="119"/>
                    </a:lnTo>
                    <a:lnTo>
                      <a:pt x="82" y="116"/>
                    </a:lnTo>
                    <a:lnTo>
                      <a:pt x="82" y="0"/>
                    </a:lnTo>
                    <a:lnTo>
                      <a:pt x="105" y="0"/>
                    </a:lnTo>
                    <a:lnTo>
                      <a:pt x="105" y="129"/>
                    </a:lnTo>
                    <a:lnTo>
                      <a:pt x="105" y="129"/>
                    </a:lnTo>
                    <a:lnTo>
                      <a:pt x="86" y="135"/>
                    </a:lnTo>
                    <a:lnTo>
                      <a:pt x="86" y="135"/>
                    </a:lnTo>
                    <a:lnTo>
                      <a:pt x="72" y="138"/>
                    </a:lnTo>
                    <a:lnTo>
                      <a:pt x="72" y="138"/>
                    </a:lnTo>
                    <a:lnTo>
                      <a:pt x="60" y="140"/>
                    </a:lnTo>
                    <a:lnTo>
                      <a:pt x="60" y="140"/>
                    </a:lnTo>
                    <a:lnTo>
                      <a:pt x="51"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0" name="Freeform 483"/>
              <p:cNvSpPr>
                <a:spLocks/>
              </p:cNvSpPr>
              <p:nvPr/>
            </p:nvSpPr>
            <p:spPr bwMode="auto">
              <a:xfrm>
                <a:off x="5756275" y="4872038"/>
                <a:ext cx="85725" cy="147638"/>
              </a:xfrm>
              <a:custGeom>
                <a:avLst/>
                <a:gdLst>
                  <a:gd name="T0" fmla="*/ 108 w 108"/>
                  <a:gd name="T1" fmla="*/ 30 h 186"/>
                  <a:gd name="T2" fmla="*/ 29 w 108"/>
                  <a:gd name="T3" fmla="*/ 30 h 186"/>
                  <a:gd name="T4" fmla="*/ 29 w 108"/>
                  <a:gd name="T5" fmla="*/ 81 h 186"/>
                  <a:gd name="T6" fmla="*/ 107 w 108"/>
                  <a:gd name="T7" fmla="*/ 81 h 186"/>
                  <a:gd name="T8" fmla="*/ 107 w 108"/>
                  <a:gd name="T9" fmla="*/ 111 h 186"/>
                  <a:gd name="T10" fmla="*/ 29 w 108"/>
                  <a:gd name="T11" fmla="*/ 111 h 186"/>
                  <a:gd name="T12" fmla="*/ 29 w 108"/>
                  <a:gd name="T13" fmla="*/ 186 h 186"/>
                  <a:gd name="T14" fmla="*/ 0 w 108"/>
                  <a:gd name="T15" fmla="*/ 186 h 186"/>
                  <a:gd name="T16" fmla="*/ 0 w 108"/>
                  <a:gd name="T17" fmla="*/ 0 h 186"/>
                  <a:gd name="T18" fmla="*/ 108 w 108"/>
                  <a:gd name="T19" fmla="*/ 0 h 186"/>
                  <a:gd name="T20" fmla="*/ 108 w 108"/>
                  <a:gd name="T21" fmla="*/ 3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86">
                    <a:moveTo>
                      <a:pt x="108" y="30"/>
                    </a:moveTo>
                    <a:lnTo>
                      <a:pt x="29" y="30"/>
                    </a:lnTo>
                    <a:lnTo>
                      <a:pt x="29" y="81"/>
                    </a:lnTo>
                    <a:lnTo>
                      <a:pt x="107" y="81"/>
                    </a:lnTo>
                    <a:lnTo>
                      <a:pt x="107" y="111"/>
                    </a:lnTo>
                    <a:lnTo>
                      <a:pt x="29" y="111"/>
                    </a:lnTo>
                    <a:lnTo>
                      <a:pt x="29" y="186"/>
                    </a:lnTo>
                    <a:lnTo>
                      <a:pt x="0" y="186"/>
                    </a:lnTo>
                    <a:lnTo>
                      <a:pt x="0" y="0"/>
                    </a:lnTo>
                    <a:lnTo>
                      <a:pt x="108" y="0"/>
                    </a:lnTo>
                    <a:lnTo>
                      <a:pt x="108" y="30"/>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1" name="Freeform 484"/>
              <p:cNvSpPr>
                <a:spLocks noEditPoints="1"/>
              </p:cNvSpPr>
              <p:nvPr/>
            </p:nvSpPr>
            <p:spPr bwMode="auto">
              <a:xfrm>
                <a:off x="5857875" y="4911725"/>
                <a:ext cx="112713" cy="109538"/>
              </a:xfrm>
              <a:custGeom>
                <a:avLst/>
                <a:gdLst>
                  <a:gd name="T0" fmla="*/ 143 w 143"/>
                  <a:gd name="T1" fmla="*/ 4 h 140"/>
                  <a:gd name="T2" fmla="*/ 114 w 143"/>
                  <a:gd name="T3" fmla="*/ 136 h 140"/>
                  <a:gd name="T4" fmla="*/ 114 w 143"/>
                  <a:gd name="T5" fmla="*/ 117 h 140"/>
                  <a:gd name="T6" fmla="*/ 93 w 143"/>
                  <a:gd name="T7" fmla="*/ 135 h 140"/>
                  <a:gd name="T8" fmla="*/ 68 w 143"/>
                  <a:gd name="T9" fmla="*/ 140 h 140"/>
                  <a:gd name="T10" fmla="*/ 54 w 143"/>
                  <a:gd name="T11" fmla="*/ 138 h 140"/>
                  <a:gd name="T12" fmla="*/ 31 w 143"/>
                  <a:gd name="T13" fmla="*/ 128 h 140"/>
                  <a:gd name="T14" fmla="*/ 21 w 143"/>
                  <a:gd name="T15" fmla="*/ 119 h 140"/>
                  <a:gd name="T16" fmla="*/ 6 w 143"/>
                  <a:gd name="T17" fmla="*/ 97 h 140"/>
                  <a:gd name="T18" fmla="*/ 0 w 143"/>
                  <a:gd name="T19" fmla="*/ 69 h 140"/>
                  <a:gd name="T20" fmla="*/ 2 w 143"/>
                  <a:gd name="T21" fmla="*/ 55 h 140"/>
                  <a:gd name="T22" fmla="*/ 12 w 143"/>
                  <a:gd name="T23" fmla="*/ 31 h 140"/>
                  <a:gd name="T24" fmla="*/ 21 w 143"/>
                  <a:gd name="T25" fmla="*/ 21 h 140"/>
                  <a:gd name="T26" fmla="*/ 42 w 143"/>
                  <a:gd name="T27" fmla="*/ 6 h 140"/>
                  <a:gd name="T28" fmla="*/ 68 w 143"/>
                  <a:gd name="T29" fmla="*/ 0 h 140"/>
                  <a:gd name="T30" fmla="*/ 81 w 143"/>
                  <a:gd name="T31" fmla="*/ 2 h 140"/>
                  <a:gd name="T32" fmla="*/ 105 w 143"/>
                  <a:gd name="T33" fmla="*/ 12 h 140"/>
                  <a:gd name="T34" fmla="*/ 114 w 143"/>
                  <a:gd name="T35" fmla="*/ 4 h 140"/>
                  <a:gd name="T36" fmla="*/ 42 w 143"/>
                  <a:gd name="T37" fmla="*/ 100 h 140"/>
                  <a:gd name="T38" fmla="*/ 55 w 143"/>
                  <a:gd name="T39" fmla="*/ 109 h 140"/>
                  <a:gd name="T40" fmla="*/ 73 w 143"/>
                  <a:gd name="T41" fmla="*/ 112 h 140"/>
                  <a:gd name="T42" fmla="*/ 81 w 143"/>
                  <a:gd name="T43" fmla="*/ 112 h 140"/>
                  <a:gd name="T44" fmla="*/ 95 w 143"/>
                  <a:gd name="T45" fmla="*/ 105 h 140"/>
                  <a:gd name="T46" fmla="*/ 102 w 143"/>
                  <a:gd name="T47" fmla="*/ 100 h 140"/>
                  <a:gd name="T48" fmla="*/ 111 w 143"/>
                  <a:gd name="T49" fmla="*/ 86 h 140"/>
                  <a:gd name="T50" fmla="*/ 114 w 143"/>
                  <a:gd name="T51" fmla="*/ 69 h 140"/>
                  <a:gd name="T52" fmla="*/ 114 w 143"/>
                  <a:gd name="T53" fmla="*/ 61 h 140"/>
                  <a:gd name="T54" fmla="*/ 107 w 143"/>
                  <a:gd name="T55" fmla="*/ 45 h 140"/>
                  <a:gd name="T56" fmla="*/ 102 w 143"/>
                  <a:gd name="T57" fmla="*/ 40 h 140"/>
                  <a:gd name="T58" fmla="*/ 88 w 143"/>
                  <a:gd name="T59" fmla="*/ 30 h 140"/>
                  <a:gd name="T60" fmla="*/ 73 w 143"/>
                  <a:gd name="T61" fmla="*/ 28 h 140"/>
                  <a:gd name="T62" fmla="*/ 62 w 143"/>
                  <a:gd name="T63" fmla="*/ 28 h 140"/>
                  <a:gd name="T64" fmla="*/ 49 w 143"/>
                  <a:gd name="T65" fmla="*/ 35 h 140"/>
                  <a:gd name="T66" fmla="*/ 42 w 143"/>
                  <a:gd name="T67" fmla="*/ 40 h 140"/>
                  <a:gd name="T68" fmla="*/ 33 w 143"/>
                  <a:gd name="T69" fmla="*/ 54 h 140"/>
                  <a:gd name="T70" fmla="*/ 30 w 143"/>
                  <a:gd name="T71" fmla="*/ 69 h 140"/>
                  <a:gd name="T72" fmla="*/ 31 w 143"/>
                  <a:gd name="T73" fmla="*/ 80 h 140"/>
                  <a:gd name="T74" fmla="*/ 37 w 143"/>
                  <a:gd name="T75" fmla="*/ 93 h 140"/>
                  <a:gd name="T76" fmla="*/ 42 w 143"/>
                  <a:gd name="T77" fmla="*/ 10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3" h="140">
                    <a:moveTo>
                      <a:pt x="114" y="4"/>
                    </a:moveTo>
                    <a:lnTo>
                      <a:pt x="143" y="4"/>
                    </a:lnTo>
                    <a:lnTo>
                      <a:pt x="143" y="136"/>
                    </a:lnTo>
                    <a:lnTo>
                      <a:pt x="114" y="136"/>
                    </a:lnTo>
                    <a:lnTo>
                      <a:pt x="114" y="117"/>
                    </a:lnTo>
                    <a:lnTo>
                      <a:pt x="114" y="117"/>
                    </a:lnTo>
                    <a:lnTo>
                      <a:pt x="105" y="128"/>
                    </a:lnTo>
                    <a:lnTo>
                      <a:pt x="93" y="135"/>
                    </a:lnTo>
                    <a:lnTo>
                      <a:pt x="81" y="138"/>
                    </a:lnTo>
                    <a:lnTo>
                      <a:pt x="68" y="140"/>
                    </a:lnTo>
                    <a:lnTo>
                      <a:pt x="68" y="140"/>
                    </a:lnTo>
                    <a:lnTo>
                      <a:pt x="54" y="138"/>
                    </a:lnTo>
                    <a:lnTo>
                      <a:pt x="42" y="135"/>
                    </a:lnTo>
                    <a:lnTo>
                      <a:pt x="31" y="128"/>
                    </a:lnTo>
                    <a:lnTo>
                      <a:pt x="21" y="119"/>
                    </a:lnTo>
                    <a:lnTo>
                      <a:pt x="21" y="119"/>
                    </a:lnTo>
                    <a:lnTo>
                      <a:pt x="12" y="109"/>
                    </a:lnTo>
                    <a:lnTo>
                      <a:pt x="6" y="97"/>
                    </a:lnTo>
                    <a:lnTo>
                      <a:pt x="2" y="85"/>
                    </a:lnTo>
                    <a:lnTo>
                      <a:pt x="0" y="69"/>
                    </a:lnTo>
                    <a:lnTo>
                      <a:pt x="0" y="69"/>
                    </a:lnTo>
                    <a:lnTo>
                      <a:pt x="2" y="55"/>
                    </a:lnTo>
                    <a:lnTo>
                      <a:pt x="6" y="43"/>
                    </a:lnTo>
                    <a:lnTo>
                      <a:pt x="12" y="31"/>
                    </a:lnTo>
                    <a:lnTo>
                      <a:pt x="21" y="21"/>
                    </a:lnTo>
                    <a:lnTo>
                      <a:pt x="21" y="21"/>
                    </a:lnTo>
                    <a:lnTo>
                      <a:pt x="31" y="11"/>
                    </a:lnTo>
                    <a:lnTo>
                      <a:pt x="42" y="6"/>
                    </a:lnTo>
                    <a:lnTo>
                      <a:pt x="54" y="0"/>
                    </a:lnTo>
                    <a:lnTo>
                      <a:pt x="68" y="0"/>
                    </a:lnTo>
                    <a:lnTo>
                      <a:pt x="68" y="0"/>
                    </a:lnTo>
                    <a:lnTo>
                      <a:pt x="81" y="2"/>
                    </a:lnTo>
                    <a:lnTo>
                      <a:pt x="93" y="6"/>
                    </a:lnTo>
                    <a:lnTo>
                      <a:pt x="105" y="12"/>
                    </a:lnTo>
                    <a:lnTo>
                      <a:pt x="114" y="23"/>
                    </a:lnTo>
                    <a:lnTo>
                      <a:pt x="114" y="4"/>
                    </a:lnTo>
                    <a:close/>
                    <a:moveTo>
                      <a:pt x="42" y="100"/>
                    </a:moveTo>
                    <a:lnTo>
                      <a:pt x="42" y="100"/>
                    </a:lnTo>
                    <a:lnTo>
                      <a:pt x="49" y="105"/>
                    </a:lnTo>
                    <a:lnTo>
                      <a:pt x="55" y="109"/>
                    </a:lnTo>
                    <a:lnTo>
                      <a:pt x="62" y="112"/>
                    </a:lnTo>
                    <a:lnTo>
                      <a:pt x="73" y="112"/>
                    </a:lnTo>
                    <a:lnTo>
                      <a:pt x="73" y="112"/>
                    </a:lnTo>
                    <a:lnTo>
                      <a:pt x="81" y="112"/>
                    </a:lnTo>
                    <a:lnTo>
                      <a:pt x="88" y="109"/>
                    </a:lnTo>
                    <a:lnTo>
                      <a:pt x="95" y="105"/>
                    </a:lnTo>
                    <a:lnTo>
                      <a:pt x="102" y="100"/>
                    </a:lnTo>
                    <a:lnTo>
                      <a:pt x="102" y="100"/>
                    </a:lnTo>
                    <a:lnTo>
                      <a:pt x="107" y="93"/>
                    </a:lnTo>
                    <a:lnTo>
                      <a:pt x="111" y="86"/>
                    </a:lnTo>
                    <a:lnTo>
                      <a:pt x="114" y="80"/>
                    </a:lnTo>
                    <a:lnTo>
                      <a:pt x="114" y="69"/>
                    </a:lnTo>
                    <a:lnTo>
                      <a:pt x="114" y="69"/>
                    </a:lnTo>
                    <a:lnTo>
                      <a:pt x="114" y="61"/>
                    </a:lnTo>
                    <a:lnTo>
                      <a:pt x="111" y="54"/>
                    </a:lnTo>
                    <a:lnTo>
                      <a:pt x="107" y="45"/>
                    </a:lnTo>
                    <a:lnTo>
                      <a:pt x="102" y="40"/>
                    </a:lnTo>
                    <a:lnTo>
                      <a:pt x="102" y="40"/>
                    </a:lnTo>
                    <a:lnTo>
                      <a:pt x="95" y="35"/>
                    </a:lnTo>
                    <a:lnTo>
                      <a:pt x="88" y="30"/>
                    </a:lnTo>
                    <a:lnTo>
                      <a:pt x="81" y="28"/>
                    </a:lnTo>
                    <a:lnTo>
                      <a:pt x="73" y="28"/>
                    </a:lnTo>
                    <a:lnTo>
                      <a:pt x="73" y="28"/>
                    </a:lnTo>
                    <a:lnTo>
                      <a:pt x="62" y="28"/>
                    </a:lnTo>
                    <a:lnTo>
                      <a:pt x="55" y="30"/>
                    </a:lnTo>
                    <a:lnTo>
                      <a:pt x="49" y="35"/>
                    </a:lnTo>
                    <a:lnTo>
                      <a:pt x="42" y="40"/>
                    </a:lnTo>
                    <a:lnTo>
                      <a:pt x="42" y="40"/>
                    </a:lnTo>
                    <a:lnTo>
                      <a:pt x="37" y="45"/>
                    </a:lnTo>
                    <a:lnTo>
                      <a:pt x="33" y="54"/>
                    </a:lnTo>
                    <a:lnTo>
                      <a:pt x="31" y="61"/>
                    </a:lnTo>
                    <a:lnTo>
                      <a:pt x="30" y="69"/>
                    </a:lnTo>
                    <a:lnTo>
                      <a:pt x="30" y="69"/>
                    </a:lnTo>
                    <a:lnTo>
                      <a:pt x="31" y="80"/>
                    </a:lnTo>
                    <a:lnTo>
                      <a:pt x="33" y="86"/>
                    </a:lnTo>
                    <a:lnTo>
                      <a:pt x="37" y="93"/>
                    </a:lnTo>
                    <a:lnTo>
                      <a:pt x="42" y="100"/>
                    </a:lnTo>
                    <a:lnTo>
                      <a:pt x="42" y="100"/>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2" name="Freeform 485"/>
              <p:cNvSpPr>
                <a:spLocks/>
              </p:cNvSpPr>
              <p:nvPr/>
            </p:nvSpPr>
            <p:spPr bwMode="auto">
              <a:xfrm>
                <a:off x="5995988" y="4911725"/>
                <a:ext cx="57150" cy="107950"/>
              </a:xfrm>
              <a:custGeom>
                <a:avLst/>
                <a:gdLst>
                  <a:gd name="T0" fmla="*/ 29 w 71"/>
                  <a:gd name="T1" fmla="*/ 26 h 136"/>
                  <a:gd name="T2" fmla="*/ 29 w 71"/>
                  <a:gd name="T3" fmla="*/ 26 h 136"/>
                  <a:gd name="T4" fmla="*/ 36 w 71"/>
                  <a:gd name="T5" fmla="*/ 14 h 136"/>
                  <a:gd name="T6" fmla="*/ 45 w 71"/>
                  <a:gd name="T7" fmla="*/ 7 h 136"/>
                  <a:gd name="T8" fmla="*/ 57 w 71"/>
                  <a:gd name="T9" fmla="*/ 2 h 136"/>
                  <a:gd name="T10" fmla="*/ 71 w 71"/>
                  <a:gd name="T11" fmla="*/ 0 h 136"/>
                  <a:gd name="T12" fmla="*/ 71 w 71"/>
                  <a:gd name="T13" fmla="*/ 31 h 136"/>
                  <a:gd name="T14" fmla="*/ 71 w 71"/>
                  <a:gd name="T15" fmla="*/ 31 h 136"/>
                  <a:gd name="T16" fmla="*/ 62 w 71"/>
                  <a:gd name="T17" fmla="*/ 33 h 136"/>
                  <a:gd name="T18" fmla="*/ 55 w 71"/>
                  <a:gd name="T19" fmla="*/ 33 h 136"/>
                  <a:gd name="T20" fmla="*/ 48 w 71"/>
                  <a:gd name="T21" fmla="*/ 37 h 136"/>
                  <a:gd name="T22" fmla="*/ 41 w 71"/>
                  <a:gd name="T23" fmla="*/ 40 h 136"/>
                  <a:gd name="T24" fmla="*/ 41 w 71"/>
                  <a:gd name="T25" fmla="*/ 40 h 136"/>
                  <a:gd name="T26" fmla="*/ 36 w 71"/>
                  <a:gd name="T27" fmla="*/ 45 h 136"/>
                  <a:gd name="T28" fmla="*/ 33 w 71"/>
                  <a:gd name="T29" fmla="*/ 52 h 136"/>
                  <a:gd name="T30" fmla="*/ 29 w 71"/>
                  <a:gd name="T31" fmla="*/ 61 h 136"/>
                  <a:gd name="T32" fmla="*/ 29 w 71"/>
                  <a:gd name="T33" fmla="*/ 69 h 136"/>
                  <a:gd name="T34" fmla="*/ 29 w 71"/>
                  <a:gd name="T35" fmla="*/ 136 h 136"/>
                  <a:gd name="T36" fmla="*/ 0 w 71"/>
                  <a:gd name="T37" fmla="*/ 136 h 136"/>
                  <a:gd name="T38" fmla="*/ 0 w 71"/>
                  <a:gd name="T39" fmla="*/ 4 h 136"/>
                  <a:gd name="T40" fmla="*/ 29 w 71"/>
                  <a:gd name="T41" fmla="*/ 4 h 136"/>
                  <a:gd name="T42" fmla="*/ 29 w 71"/>
                  <a:gd name="T43" fmla="*/ 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136">
                    <a:moveTo>
                      <a:pt x="29" y="26"/>
                    </a:moveTo>
                    <a:lnTo>
                      <a:pt x="29" y="26"/>
                    </a:lnTo>
                    <a:lnTo>
                      <a:pt x="36" y="14"/>
                    </a:lnTo>
                    <a:lnTo>
                      <a:pt x="45" y="7"/>
                    </a:lnTo>
                    <a:lnTo>
                      <a:pt x="57" y="2"/>
                    </a:lnTo>
                    <a:lnTo>
                      <a:pt x="71" y="0"/>
                    </a:lnTo>
                    <a:lnTo>
                      <a:pt x="71" y="31"/>
                    </a:lnTo>
                    <a:lnTo>
                      <a:pt x="71" y="31"/>
                    </a:lnTo>
                    <a:lnTo>
                      <a:pt x="62" y="33"/>
                    </a:lnTo>
                    <a:lnTo>
                      <a:pt x="55" y="33"/>
                    </a:lnTo>
                    <a:lnTo>
                      <a:pt x="48" y="37"/>
                    </a:lnTo>
                    <a:lnTo>
                      <a:pt x="41" y="40"/>
                    </a:lnTo>
                    <a:lnTo>
                      <a:pt x="41" y="40"/>
                    </a:lnTo>
                    <a:lnTo>
                      <a:pt x="36" y="45"/>
                    </a:lnTo>
                    <a:lnTo>
                      <a:pt x="33" y="52"/>
                    </a:lnTo>
                    <a:lnTo>
                      <a:pt x="29" y="61"/>
                    </a:lnTo>
                    <a:lnTo>
                      <a:pt x="29" y="69"/>
                    </a:lnTo>
                    <a:lnTo>
                      <a:pt x="29" y="136"/>
                    </a:lnTo>
                    <a:lnTo>
                      <a:pt x="0" y="136"/>
                    </a:lnTo>
                    <a:lnTo>
                      <a:pt x="0" y="4"/>
                    </a:lnTo>
                    <a:lnTo>
                      <a:pt x="29" y="4"/>
                    </a:lnTo>
                    <a:lnTo>
                      <a:pt x="29" y="26"/>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883" name="Freeform 486"/>
              <p:cNvSpPr>
                <a:spLocks noEditPoints="1"/>
              </p:cNvSpPr>
              <p:nvPr/>
            </p:nvSpPr>
            <p:spPr bwMode="auto">
              <a:xfrm>
                <a:off x="6057900" y="4911725"/>
                <a:ext cx="109538" cy="109538"/>
              </a:xfrm>
              <a:custGeom>
                <a:avLst/>
                <a:gdLst>
                  <a:gd name="T0" fmla="*/ 31 w 138"/>
                  <a:gd name="T1" fmla="*/ 83 h 140"/>
                  <a:gd name="T2" fmla="*/ 37 w 138"/>
                  <a:gd name="T3" fmla="*/ 95 h 140"/>
                  <a:gd name="T4" fmla="*/ 45 w 138"/>
                  <a:gd name="T5" fmla="*/ 105 h 140"/>
                  <a:gd name="T6" fmla="*/ 52 w 138"/>
                  <a:gd name="T7" fmla="*/ 109 h 140"/>
                  <a:gd name="T8" fmla="*/ 66 w 138"/>
                  <a:gd name="T9" fmla="*/ 112 h 140"/>
                  <a:gd name="T10" fmla="*/ 73 w 138"/>
                  <a:gd name="T11" fmla="*/ 114 h 140"/>
                  <a:gd name="T12" fmla="*/ 93 w 138"/>
                  <a:gd name="T13" fmla="*/ 109 h 140"/>
                  <a:gd name="T14" fmla="*/ 107 w 138"/>
                  <a:gd name="T15" fmla="*/ 97 h 140"/>
                  <a:gd name="T16" fmla="*/ 131 w 138"/>
                  <a:gd name="T17" fmla="*/ 110 h 140"/>
                  <a:gd name="T18" fmla="*/ 121 w 138"/>
                  <a:gd name="T19" fmla="*/ 124 h 140"/>
                  <a:gd name="T20" fmla="*/ 107 w 138"/>
                  <a:gd name="T21" fmla="*/ 133 h 140"/>
                  <a:gd name="T22" fmla="*/ 92 w 138"/>
                  <a:gd name="T23" fmla="*/ 138 h 140"/>
                  <a:gd name="T24" fmla="*/ 73 w 138"/>
                  <a:gd name="T25" fmla="*/ 140 h 140"/>
                  <a:gd name="T26" fmla="*/ 43 w 138"/>
                  <a:gd name="T27" fmla="*/ 135 h 140"/>
                  <a:gd name="T28" fmla="*/ 21 w 138"/>
                  <a:gd name="T29" fmla="*/ 121 h 140"/>
                  <a:gd name="T30" fmla="*/ 12 w 138"/>
                  <a:gd name="T31" fmla="*/ 109 h 140"/>
                  <a:gd name="T32" fmla="*/ 2 w 138"/>
                  <a:gd name="T33" fmla="*/ 85 h 140"/>
                  <a:gd name="T34" fmla="*/ 0 w 138"/>
                  <a:gd name="T35" fmla="*/ 69 h 140"/>
                  <a:gd name="T36" fmla="*/ 6 w 138"/>
                  <a:gd name="T37" fmla="*/ 43 h 140"/>
                  <a:gd name="T38" fmla="*/ 21 w 138"/>
                  <a:gd name="T39" fmla="*/ 19 h 140"/>
                  <a:gd name="T40" fmla="*/ 31 w 138"/>
                  <a:gd name="T41" fmla="*/ 11 h 140"/>
                  <a:gd name="T42" fmla="*/ 55 w 138"/>
                  <a:gd name="T43" fmla="*/ 0 h 140"/>
                  <a:gd name="T44" fmla="*/ 71 w 138"/>
                  <a:gd name="T45" fmla="*/ 0 h 140"/>
                  <a:gd name="T46" fmla="*/ 97 w 138"/>
                  <a:gd name="T47" fmla="*/ 6 h 140"/>
                  <a:gd name="T48" fmla="*/ 119 w 138"/>
                  <a:gd name="T49" fmla="*/ 21 h 140"/>
                  <a:gd name="T50" fmla="*/ 128 w 138"/>
                  <a:gd name="T51" fmla="*/ 31 h 140"/>
                  <a:gd name="T52" fmla="*/ 136 w 138"/>
                  <a:gd name="T53" fmla="*/ 55 h 140"/>
                  <a:gd name="T54" fmla="*/ 138 w 138"/>
                  <a:gd name="T55" fmla="*/ 71 h 140"/>
                  <a:gd name="T56" fmla="*/ 31 w 138"/>
                  <a:gd name="T57" fmla="*/ 83 h 140"/>
                  <a:gd name="T58" fmla="*/ 109 w 138"/>
                  <a:gd name="T59" fmla="*/ 59 h 140"/>
                  <a:gd name="T60" fmla="*/ 107 w 138"/>
                  <a:gd name="T61" fmla="*/ 52 h 140"/>
                  <a:gd name="T62" fmla="*/ 100 w 138"/>
                  <a:gd name="T63" fmla="*/ 38 h 140"/>
                  <a:gd name="T64" fmla="*/ 95 w 138"/>
                  <a:gd name="T65" fmla="*/ 35 h 140"/>
                  <a:gd name="T66" fmla="*/ 83 w 138"/>
                  <a:gd name="T67" fmla="*/ 28 h 140"/>
                  <a:gd name="T68" fmla="*/ 71 w 138"/>
                  <a:gd name="T69" fmla="*/ 26 h 140"/>
                  <a:gd name="T70" fmla="*/ 62 w 138"/>
                  <a:gd name="T71" fmla="*/ 26 h 140"/>
                  <a:gd name="T72" fmla="*/ 50 w 138"/>
                  <a:gd name="T73" fmla="*/ 31 h 140"/>
                  <a:gd name="T74" fmla="*/ 43 w 138"/>
                  <a:gd name="T75" fmla="*/ 35 h 140"/>
                  <a:gd name="T76" fmla="*/ 35 w 138"/>
                  <a:gd name="T77" fmla="*/ 45 h 140"/>
                  <a:gd name="T78" fmla="*/ 30 w 138"/>
                  <a:gd name="T79" fmla="*/ 5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40">
                    <a:moveTo>
                      <a:pt x="31" y="83"/>
                    </a:moveTo>
                    <a:lnTo>
                      <a:pt x="31" y="83"/>
                    </a:lnTo>
                    <a:lnTo>
                      <a:pt x="33" y="90"/>
                    </a:lnTo>
                    <a:lnTo>
                      <a:pt x="37" y="95"/>
                    </a:lnTo>
                    <a:lnTo>
                      <a:pt x="40" y="100"/>
                    </a:lnTo>
                    <a:lnTo>
                      <a:pt x="45" y="105"/>
                    </a:lnTo>
                    <a:lnTo>
                      <a:pt x="45" y="105"/>
                    </a:lnTo>
                    <a:lnTo>
                      <a:pt x="52" y="109"/>
                    </a:lnTo>
                    <a:lnTo>
                      <a:pt x="57" y="112"/>
                    </a:lnTo>
                    <a:lnTo>
                      <a:pt x="66" y="112"/>
                    </a:lnTo>
                    <a:lnTo>
                      <a:pt x="73" y="114"/>
                    </a:lnTo>
                    <a:lnTo>
                      <a:pt x="73" y="114"/>
                    </a:lnTo>
                    <a:lnTo>
                      <a:pt x="85" y="112"/>
                    </a:lnTo>
                    <a:lnTo>
                      <a:pt x="93" y="109"/>
                    </a:lnTo>
                    <a:lnTo>
                      <a:pt x="102" y="104"/>
                    </a:lnTo>
                    <a:lnTo>
                      <a:pt x="107" y="97"/>
                    </a:lnTo>
                    <a:lnTo>
                      <a:pt x="131" y="110"/>
                    </a:lnTo>
                    <a:lnTo>
                      <a:pt x="131" y="110"/>
                    </a:lnTo>
                    <a:lnTo>
                      <a:pt x="126" y="117"/>
                    </a:lnTo>
                    <a:lnTo>
                      <a:pt x="121" y="124"/>
                    </a:lnTo>
                    <a:lnTo>
                      <a:pt x="114" y="129"/>
                    </a:lnTo>
                    <a:lnTo>
                      <a:pt x="107" y="133"/>
                    </a:lnTo>
                    <a:lnTo>
                      <a:pt x="98" y="136"/>
                    </a:lnTo>
                    <a:lnTo>
                      <a:pt x="92" y="138"/>
                    </a:lnTo>
                    <a:lnTo>
                      <a:pt x="73" y="140"/>
                    </a:lnTo>
                    <a:lnTo>
                      <a:pt x="73" y="140"/>
                    </a:lnTo>
                    <a:lnTo>
                      <a:pt x="57" y="138"/>
                    </a:lnTo>
                    <a:lnTo>
                      <a:pt x="43" y="135"/>
                    </a:lnTo>
                    <a:lnTo>
                      <a:pt x="31" y="129"/>
                    </a:lnTo>
                    <a:lnTo>
                      <a:pt x="21" y="121"/>
                    </a:lnTo>
                    <a:lnTo>
                      <a:pt x="21" y="121"/>
                    </a:lnTo>
                    <a:lnTo>
                      <a:pt x="12" y="109"/>
                    </a:lnTo>
                    <a:lnTo>
                      <a:pt x="6" y="98"/>
                    </a:lnTo>
                    <a:lnTo>
                      <a:pt x="2" y="85"/>
                    </a:lnTo>
                    <a:lnTo>
                      <a:pt x="0" y="69"/>
                    </a:lnTo>
                    <a:lnTo>
                      <a:pt x="0" y="69"/>
                    </a:lnTo>
                    <a:lnTo>
                      <a:pt x="2" y="55"/>
                    </a:lnTo>
                    <a:lnTo>
                      <a:pt x="6" y="43"/>
                    </a:lnTo>
                    <a:lnTo>
                      <a:pt x="12" y="31"/>
                    </a:lnTo>
                    <a:lnTo>
                      <a:pt x="21" y="19"/>
                    </a:lnTo>
                    <a:lnTo>
                      <a:pt x="21" y="19"/>
                    </a:lnTo>
                    <a:lnTo>
                      <a:pt x="31" y="11"/>
                    </a:lnTo>
                    <a:lnTo>
                      <a:pt x="43" y="6"/>
                    </a:lnTo>
                    <a:lnTo>
                      <a:pt x="55" y="0"/>
                    </a:lnTo>
                    <a:lnTo>
                      <a:pt x="71" y="0"/>
                    </a:lnTo>
                    <a:lnTo>
                      <a:pt x="71" y="0"/>
                    </a:lnTo>
                    <a:lnTo>
                      <a:pt x="85" y="2"/>
                    </a:lnTo>
                    <a:lnTo>
                      <a:pt x="97" y="6"/>
                    </a:lnTo>
                    <a:lnTo>
                      <a:pt x="109" y="11"/>
                    </a:lnTo>
                    <a:lnTo>
                      <a:pt x="119" y="21"/>
                    </a:lnTo>
                    <a:lnTo>
                      <a:pt x="119" y="21"/>
                    </a:lnTo>
                    <a:lnTo>
                      <a:pt x="128" y="31"/>
                    </a:lnTo>
                    <a:lnTo>
                      <a:pt x="133" y="43"/>
                    </a:lnTo>
                    <a:lnTo>
                      <a:pt x="136" y="55"/>
                    </a:lnTo>
                    <a:lnTo>
                      <a:pt x="138" y="71"/>
                    </a:lnTo>
                    <a:lnTo>
                      <a:pt x="138" y="71"/>
                    </a:lnTo>
                    <a:lnTo>
                      <a:pt x="136" y="83"/>
                    </a:lnTo>
                    <a:lnTo>
                      <a:pt x="31" y="83"/>
                    </a:lnTo>
                    <a:close/>
                    <a:moveTo>
                      <a:pt x="30" y="59"/>
                    </a:moveTo>
                    <a:lnTo>
                      <a:pt x="109" y="59"/>
                    </a:lnTo>
                    <a:lnTo>
                      <a:pt x="109" y="59"/>
                    </a:lnTo>
                    <a:lnTo>
                      <a:pt x="107" y="52"/>
                    </a:lnTo>
                    <a:lnTo>
                      <a:pt x="104" y="45"/>
                    </a:lnTo>
                    <a:lnTo>
                      <a:pt x="100" y="38"/>
                    </a:lnTo>
                    <a:lnTo>
                      <a:pt x="95" y="35"/>
                    </a:lnTo>
                    <a:lnTo>
                      <a:pt x="95" y="35"/>
                    </a:lnTo>
                    <a:lnTo>
                      <a:pt x="90" y="31"/>
                    </a:lnTo>
                    <a:lnTo>
                      <a:pt x="83" y="28"/>
                    </a:lnTo>
                    <a:lnTo>
                      <a:pt x="78" y="26"/>
                    </a:lnTo>
                    <a:lnTo>
                      <a:pt x="71" y="26"/>
                    </a:lnTo>
                    <a:lnTo>
                      <a:pt x="71" y="26"/>
                    </a:lnTo>
                    <a:lnTo>
                      <a:pt x="62" y="26"/>
                    </a:lnTo>
                    <a:lnTo>
                      <a:pt x="55" y="28"/>
                    </a:lnTo>
                    <a:lnTo>
                      <a:pt x="50" y="31"/>
                    </a:lnTo>
                    <a:lnTo>
                      <a:pt x="43" y="35"/>
                    </a:lnTo>
                    <a:lnTo>
                      <a:pt x="43" y="35"/>
                    </a:lnTo>
                    <a:lnTo>
                      <a:pt x="40" y="40"/>
                    </a:lnTo>
                    <a:lnTo>
                      <a:pt x="35" y="45"/>
                    </a:lnTo>
                    <a:lnTo>
                      <a:pt x="33" y="52"/>
                    </a:lnTo>
                    <a:lnTo>
                      <a:pt x="30" y="59"/>
                    </a:lnTo>
                    <a:lnTo>
                      <a:pt x="30" y="59"/>
                    </a:lnTo>
                    <a:close/>
                  </a:path>
                </a:pathLst>
              </a:custGeom>
              <a:solidFill>
                <a:srgbClr val="C2212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grpSp>
      <p:pic>
        <p:nvPicPr>
          <p:cNvPr id="5" name="Picture 4">
            <a:extLst>
              <a:ext uri="{FF2B5EF4-FFF2-40B4-BE49-F238E27FC236}">
                <a16:creationId xmlns:a16="http://schemas.microsoft.com/office/drawing/2014/main" id="{BBDC1C89-E565-5F4A-BD04-75DB3C56DC03}"/>
              </a:ext>
            </a:extLst>
          </p:cNvPr>
          <p:cNvPicPr>
            <a:picLocks noChangeAspect="1"/>
          </p:cNvPicPr>
          <p:nvPr/>
        </p:nvPicPr>
        <p:blipFill>
          <a:blip r:embed="rId3"/>
          <a:stretch>
            <a:fillRect/>
          </a:stretch>
        </p:blipFill>
        <p:spPr>
          <a:xfrm>
            <a:off x="3665088" y="339502"/>
            <a:ext cx="1979583" cy="1141269"/>
          </a:xfrm>
          <a:prstGeom prst="rect">
            <a:avLst/>
          </a:prstGeom>
        </p:spPr>
      </p:pic>
      <p:sp>
        <p:nvSpPr>
          <p:cNvPr id="2" name="Rounded Rectangle 1">
            <a:extLst>
              <a:ext uri="{FF2B5EF4-FFF2-40B4-BE49-F238E27FC236}">
                <a16:creationId xmlns:a16="http://schemas.microsoft.com/office/drawing/2014/main" id="{760B16B0-5E8B-EB4C-8C2A-B81FC18D51F7}"/>
              </a:ext>
            </a:extLst>
          </p:cNvPr>
          <p:cNvSpPr/>
          <p:nvPr/>
        </p:nvSpPr>
        <p:spPr>
          <a:xfrm>
            <a:off x="1082643" y="951191"/>
            <a:ext cx="1860106"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0" name="Rounded Rectangle 129">
            <a:extLst>
              <a:ext uri="{FF2B5EF4-FFF2-40B4-BE49-F238E27FC236}">
                <a16:creationId xmlns:a16="http://schemas.microsoft.com/office/drawing/2014/main" id="{756F37F4-D640-584E-AA39-9E2505576C05}"/>
              </a:ext>
            </a:extLst>
          </p:cNvPr>
          <p:cNvSpPr/>
          <p:nvPr/>
        </p:nvSpPr>
        <p:spPr>
          <a:xfrm>
            <a:off x="1675309" y="1370913"/>
            <a:ext cx="1267440"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1" name="Rounded Rectangle 130">
            <a:extLst>
              <a:ext uri="{FF2B5EF4-FFF2-40B4-BE49-F238E27FC236}">
                <a16:creationId xmlns:a16="http://schemas.microsoft.com/office/drawing/2014/main" id="{8FB72EA4-1452-AD46-B04C-20571F974634}"/>
              </a:ext>
            </a:extLst>
          </p:cNvPr>
          <p:cNvSpPr/>
          <p:nvPr/>
        </p:nvSpPr>
        <p:spPr>
          <a:xfrm>
            <a:off x="1429776" y="1790635"/>
            <a:ext cx="1512973"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2" name="Rounded Rectangle 131">
            <a:extLst>
              <a:ext uri="{FF2B5EF4-FFF2-40B4-BE49-F238E27FC236}">
                <a16:creationId xmlns:a16="http://schemas.microsoft.com/office/drawing/2014/main" id="{C5597854-3BEC-B14C-8914-04CEC0AF7F6B}"/>
              </a:ext>
            </a:extLst>
          </p:cNvPr>
          <p:cNvSpPr/>
          <p:nvPr/>
        </p:nvSpPr>
        <p:spPr>
          <a:xfrm>
            <a:off x="261376" y="2210357"/>
            <a:ext cx="2681373"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4" name="Rounded Rectangle 133">
            <a:extLst>
              <a:ext uri="{FF2B5EF4-FFF2-40B4-BE49-F238E27FC236}">
                <a16:creationId xmlns:a16="http://schemas.microsoft.com/office/drawing/2014/main" id="{310F841C-59B8-A745-B65A-5B1F43A967BB}"/>
              </a:ext>
            </a:extLst>
          </p:cNvPr>
          <p:cNvSpPr/>
          <p:nvPr/>
        </p:nvSpPr>
        <p:spPr>
          <a:xfrm>
            <a:off x="1268909" y="2630079"/>
            <a:ext cx="1673840"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5" name="Rounded Rectangle 134">
            <a:extLst>
              <a:ext uri="{FF2B5EF4-FFF2-40B4-BE49-F238E27FC236}">
                <a16:creationId xmlns:a16="http://schemas.microsoft.com/office/drawing/2014/main" id="{BCFB8F34-C137-B147-B6C4-6034B7494651}"/>
              </a:ext>
            </a:extLst>
          </p:cNvPr>
          <p:cNvSpPr/>
          <p:nvPr/>
        </p:nvSpPr>
        <p:spPr>
          <a:xfrm>
            <a:off x="1556776" y="3049801"/>
            <a:ext cx="1385973"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6" name="Rounded Rectangle 135">
            <a:extLst>
              <a:ext uri="{FF2B5EF4-FFF2-40B4-BE49-F238E27FC236}">
                <a16:creationId xmlns:a16="http://schemas.microsoft.com/office/drawing/2014/main" id="{D55756E3-3447-6542-AD57-09DFCEED1129}"/>
              </a:ext>
            </a:extLst>
          </p:cNvPr>
          <p:cNvSpPr/>
          <p:nvPr/>
        </p:nvSpPr>
        <p:spPr>
          <a:xfrm>
            <a:off x="820176" y="3469523"/>
            <a:ext cx="2122573"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7" name="Rounded Rectangle 136">
            <a:extLst>
              <a:ext uri="{FF2B5EF4-FFF2-40B4-BE49-F238E27FC236}">
                <a16:creationId xmlns:a16="http://schemas.microsoft.com/office/drawing/2014/main" id="{3DFF96EB-5865-DE43-9F5C-1D97236361C2}"/>
              </a:ext>
            </a:extLst>
          </p:cNvPr>
          <p:cNvSpPr/>
          <p:nvPr/>
        </p:nvSpPr>
        <p:spPr>
          <a:xfrm>
            <a:off x="1099576" y="3889245"/>
            <a:ext cx="1843173"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8" name="Rounded Rectangle 137">
            <a:extLst>
              <a:ext uri="{FF2B5EF4-FFF2-40B4-BE49-F238E27FC236}">
                <a16:creationId xmlns:a16="http://schemas.microsoft.com/office/drawing/2014/main" id="{F0688548-BF7E-7843-A7B2-20DA8F27E089}"/>
              </a:ext>
            </a:extLst>
          </p:cNvPr>
          <p:cNvSpPr/>
          <p:nvPr/>
        </p:nvSpPr>
        <p:spPr>
          <a:xfrm>
            <a:off x="6523406" y="3913824"/>
            <a:ext cx="1285776"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39" name="Rounded Rectangle 138">
            <a:extLst>
              <a:ext uri="{FF2B5EF4-FFF2-40B4-BE49-F238E27FC236}">
                <a16:creationId xmlns:a16="http://schemas.microsoft.com/office/drawing/2014/main" id="{8784055B-B7B5-D74E-AA29-3DFFBC3B5B5C}"/>
              </a:ext>
            </a:extLst>
          </p:cNvPr>
          <p:cNvSpPr/>
          <p:nvPr/>
        </p:nvSpPr>
        <p:spPr>
          <a:xfrm>
            <a:off x="6523406" y="3198351"/>
            <a:ext cx="2377976" cy="254153"/>
          </a:xfrm>
          <a:prstGeom prst="roundRect">
            <a:avLst>
              <a:gd name="adj" fmla="val 50000"/>
            </a:avLst>
          </a:prstGeom>
          <a:ln w="11088">
            <a:solidFill>
              <a:srgbClr val="999999"/>
            </a:solidFill>
          </a:ln>
        </p:spPr>
        <p:txBody>
          <a:bodyPr wrap="square" lIns="0" tIns="0" rIns="0" bIns="0" rtlCol="0"/>
          <a:lstStyle/>
          <a:p>
            <a:endParaRPr lang="en-US" dirty="0">
              <a:solidFill>
                <a:schemeClr val="tx1"/>
              </a:solidFill>
            </a:endParaRPr>
          </a:p>
        </p:txBody>
      </p:sp>
      <p:sp>
        <p:nvSpPr>
          <p:cNvPr id="145" name="Rounded Rectangle 144">
            <a:extLst>
              <a:ext uri="{FF2B5EF4-FFF2-40B4-BE49-F238E27FC236}">
                <a16:creationId xmlns:a16="http://schemas.microsoft.com/office/drawing/2014/main" id="{8FF06BC2-A800-0545-AA7C-80E84EED7850}"/>
              </a:ext>
            </a:extLst>
          </p:cNvPr>
          <p:cNvSpPr/>
          <p:nvPr/>
        </p:nvSpPr>
        <p:spPr>
          <a:xfrm>
            <a:off x="6523406" y="2403194"/>
            <a:ext cx="701576" cy="254153"/>
          </a:xfrm>
          <a:prstGeom prst="roundRect">
            <a:avLst>
              <a:gd name="adj" fmla="val 50000"/>
            </a:avLst>
          </a:prstGeom>
          <a:ln w="11088">
            <a:solidFill>
              <a:srgbClr val="999999"/>
            </a:solidFill>
          </a:ln>
        </p:spPr>
        <p:txBody>
          <a:bodyPr wrap="square" lIns="0" tIns="0" rIns="0" bIns="0" rtlCol="0"/>
          <a:lstStyle/>
          <a:p>
            <a:endParaRPr lang="en-US" dirty="0">
              <a:solidFill>
                <a:schemeClr val="tx1"/>
              </a:solidFill>
            </a:endParaRPr>
          </a:p>
        </p:txBody>
      </p:sp>
      <p:sp>
        <p:nvSpPr>
          <p:cNvPr id="146" name="Rounded Rectangle 145">
            <a:extLst>
              <a:ext uri="{FF2B5EF4-FFF2-40B4-BE49-F238E27FC236}">
                <a16:creationId xmlns:a16="http://schemas.microsoft.com/office/drawing/2014/main" id="{BDBD00E1-1805-4848-A038-2C453024E207}"/>
              </a:ext>
            </a:extLst>
          </p:cNvPr>
          <p:cNvSpPr/>
          <p:nvPr/>
        </p:nvSpPr>
        <p:spPr>
          <a:xfrm>
            <a:off x="6523406" y="3552625"/>
            <a:ext cx="2094208"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49" name="Rounded Rectangle 148">
            <a:extLst>
              <a:ext uri="{FF2B5EF4-FFF2-40B4-BE49-F238E27FC236}">
                <a16:creationId xmlns:a16="http://schemas.microsoft.com/office/drawing/2014/main" id="{1EAB5F68-F26C-F74E-A962-6EB73F3CDB9D}"/>
              </a:ext>
            </a:extLst>
          </p:cNvPr>
          <p:cNvSpPr/>
          <p:nvPr/>
        </p:nvSpPr>
        <p:spPr>
          <a:xfrm>
            <a:off x="6523406" y="1680216"/>
            <a:ext cx="2123976"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50" name="Rounded Rectangle 149">
            <a:extLst>
              <a:ext uri="{FF2B5EF4-FFF2-40B4-BE49-F238E27FC236}">
                <a16:creationId xmlns:a16="http://schemas.microsoft.com/office/drawing/2014/main" id="{575ED87F-A3B5-6D44-A0E5-3BEB12620A30}"/>
              </a:ext>
            </a:extLst>
          </p:cNvPr>
          <p:cNvSpPr/>
          <p:nvPr/>
        </p:nvSpPr>
        <p:spPr>
          <a:xfrm>
            <a:off x="6523406" y="1318043"/>
            <a:ext cx="2039309"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51" name="Rounded Rectangle 150">
            <a:extLst>
              <a:ext uri="{FF2B5EF4-FFF2-40B4-BE49-F238E27FC236}">
                <a16:creationId xmlns:a16="http://schemas.microsoft.com/office/drawing/2014/main" id="{0988EE20-13B5-6B41-AF68-60465250F887}"/>
              </a:ext>
            </a:extLst>
          </p:cNvPr>
          <p:cNvSpPr/>
          <p:nvPr/>
        </p:nvSpPr>
        <p:spPr>
          <a:xfrm>
            <a:off x="6523406" y="955870"/>
            <a:ext cx="1590576" cy="254153"/>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18" name="Rounded Rectangle 117">
            <a:extLst>
              <a:ext uri="{FF2B5EF4-FFF2-40B4-BE49-F238E27FC236}">
                <a16:creationId xmlns:a16="http://schemas.microsoft.com/office/drawing/2014/main" id="{1EAB5F68-F26C-F74E-A962-6EB73F3CDB9D}"/>
              </a:ext>
            </a:extLst>
          </p:cNvPr>
          <p:cNvSpPr/>
          <p:nvPr/>
        </p:nvSpPr>
        <p:spPr>
          <a:xfrm>
            <a:off x="6552480" y="2053846"/>
            <a:ext cx="1973102" cy="268002"/>
          </a:xfrm>
          <a:prstGeom prst="roundRect">
            <a:avLst>
              <a:gd name="adj" fmla="val 50000"/>
            </a:avLst>
          </a:prstGeom>
          <a:ln w="11088">
            <a:solidFill>
              <a:srgbClr val="999999"/>
            </a:solidFill>
          </a:ln>
        </p:spPr>
        <p:txBody>
          <a:bodyPr wrap="square" lIns="0" tIns="0" rIns="0" bIns="0" rtlCol="0"/>
          <a:lstStyle/>
          <a:p>
            <a:endParaRPr lang="en-US">
              <a:solidFill>
                <a:schemeClr val="tx1"/>
              </a:solidFill>
            </a:endParaRPr>
          </a:p>
        </p:txBody>
      </p:sp>
      <p:sp>
        <p:nvSpPr>
          <p:cNvPr id="120" name="object 6"/>
          <p:cNvSpPr txBox="1"/>
          <p:nvPr/>
        </p:nvSpPr>
        <p:spPr>
          <a:xfrm>
            <a:off x="6660232" y="2099693"/>
            <a:ext cx="1895271" cy="184025"/>
          </a:xfrm>
          <a:prstGeom prst="rect">
            <a:avLst/>
          </a:prstGeom>
        </p:spPr>
        <p:txBody>
          <a:bodyPr vert="horz" wrap="square" lIns="0" tIns="14605" rIns="0" bIns="0" rtlCol="0">
            <a:spAutoFit/>
          </a:bodyPr>
          <a:lstStyle/>
          <a:p>
            <a:pPr marL="12700">
              <a:spcBef>
                <a:spcPts val="115"/>
              </a:spcBef>
            </a:pPr>
            <a:r>
              <a:rPr lang="en-US" sz="1100" b="1" spc="-10" dirty="0">
                <a:latin typeface="Calibri" panose="020F0502020204030204" pitchFamily="34" charset="0"/>
                <a:cs typeface="Calibri" panose="020F0502020204030204" pitchFamily="34" charset="0"/>
              </a:rPr>
              <a:t>Digital Content Management</a:t>
            </a:r>
            <a:endParaRPr sz="1100" b="1" spc="-1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4077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584" y="1851670"/>
            <a:ext cx="3744417" cy="1006429"/>
          </a:xfrm>
          <a:prstGeom prst="rect">
            <a:avLst/>
          </a:prstGeom>
        </p:spPr>
        <p:txBody>
          <a:bodyPr wrap="square">
            <a:spAutoFit/>
          </a:bodyPr>
          <a:lstStyle/>
          <a:p>
            <a:pPr lvl="0" algn="r" defTabSz="685800">
              <a:lnSpc>
                <a:spcPct val="110000"/>
              </a:lnSpc>
              <a:spcBef>
                <a:spcPts val="600"/>
              </a:spcBef>
            </a:pPr>
            <a:r>
              <a:rPr lang="en-US" sz="5400" b="1" dirty="0"/>
              <a:t>Thank You</a:t>
            </a:r>
          </a:p>
        </p:txBody>
      </p:sp>
      <p:sp>
        <p:nvSpPr>
          <p:cNvPr id="4" name="Text Placeholder 3"/>
          <p:cNvSpPr>
            <a:spLocks noGrp="1"/>
          </p:cNvSpPr>
          <p:nvPr>
            <p:ph type="body" sz="quarter" idx="10"/>
          </p:nvPr>
        </p:nvSpPr>
        <p:spPr/>
        <p:txBody>
          <a:bodyPr/>
          <a:lstStyle/>
          <a:p>
            <a:r>
              <a:rPr lang="en-US" dirty="0">
                <a:solidFill>
                  <a:schemeClr val="tx1"/>
                </a:solidFill>
                <a:hlinkClick r:id="rId2"/>
              </a:rPr>
              <a:t>automation.datamatics.com</a:t>
            </a:r>
            <a:endParaRPr lang="en-IN" dirty="0">
              <a:solidFill>
                <a:schemeClr val="tx1"/>
              </a:solidFill>
            </a:endParaRPr>
          </a:p>
        </p:txBody>
      </p:sp>
      <p:sp>
        <p:nvSpPr>
          <p:cNvPr id="5" name="Shape 2859">
            <a:hlinkClick r:id="rId3"/>
            <a:extLst>
              <a:ext uri="{FF2B5EF4-FFF2-40B4-BE49-F238E27FC236}">
                <a16:creationId xmlns:a16="http://schemas.microsoft.com/office/drawing/2014/main" id="{0D18A377-1A71-4B0B-BA25-1C928D3742D3}"/>
              </a:ext>
            </a:extLst>
          </p:cNvPr>
          <p:cNvSpPr>
            <a:spLocks noChangeAspect="1"/>
          </p:cNvSpPr>
          <p:nvPr/>
        </p:nvSpPr>
        <p:spPr>
          <a:xfrm>
            <a:off x="6367685"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6" name="Shape 2860">
            <a:hlinkClick r:id="rId4"/>
            <a:extLst>
              <a:ext uri="{FF2B5EF4-FFF2-40B4-BE49-F238E27FC236}">
                <a16:creationId xmlns:a16="http://schemas.microsoft.com/office/drawing/2014/main" id="{C54162B6-DF11-4B6B-95FC-D0A066C5D359}"/>
              </a:ext>
            </a:extLst>
          </p:cNvPr>
          <p:cNvSpPr>
            <a:spLocks noChangeAspect="1"/>
          </p:cNvSpPr>
          <p:nvPr/>
        </p:nvSpPr>
        <p:spPr>
          <a:xfrm>
            <a:off x="6804248"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7" name="Shape 2865">
            <a:hlinkClick r:id="rId5"/>
            <a:extLst>
              <a:ext uri="{FF2B5EF4-FFF2-40B4-BE49-F238E27FC236}">
                <a16:creationId xmlns:a16="http://schemas.microsoft.com/office/drawing/2014/main" id="{CCBFF9B7-C51B-4FDD-A0BB-7CE3FD80B7AF}"/>
              </a:ext>
            </a:extLst>
          </p:cNvPr>
          <p:cNvSpPr>
            <a:spLocks noChangeAspect="1"/>
          </p:cNvSpPr>
          <p:nvPr/>
        </p:nvSpPr>
        <p:spPr>
          <a:xfrm>
            <a:off x="7240811"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Tree>
    <p:extLst>
      <p:ext uri="{BB962C8B-B14F-4D97-AF65-F5344CB8AC3E}">
        <p14:creationId xmlns:p14="http://schemas.microsoft.com/office/powerpoint/2010/main" val="2204634131"/>
      </p:ext>
    </p:extLst>
  </p:cSld>
  <p:clrMapOvr>
    <a:masterClrMapping/>
  </p:clrMapOvr>
</p:sld>
</file>

<file path=ppt/theme/theme1.xml><?xml version="1.0" encoding="utf-8"?>
<a:theme xmlns:a="http://schemas.openxmlformats.org/drawingml/2006/main" name="datamatics-light">
  <a:themeElements>
    <a:clrScheme name="datamatics1">
      <a:dk1>
        <a:srgbClr val="000000"/>
      </a:dk1>
      <a:lt1>
        <a:srgbClr val="FFFFFF"/>
      </a:lt1>
      <a:dk2>
        <a:srgbClr val="FFFFFF"/>
      </a:dk2>
      <a:lt2>
        <a:srgbClr val="11112F"/>
      </a:lt2>
      <a:accent1>
        <a:srgbClr val="BDCCD4"/>
      </a:accent1>
      <a:accent2>
        <a:srgbClr val="2F93E9"/>
      </a:accent2>
      <a:accent3>
        <a:srgbClr val="30BD7E"/>
      </a:accent3>
      <a:accent4>
        <a:srgbClr val="F65857"/>
      </a:accent4>
      <a:accent5>
        <a:srgbClr val="F79E3A"/>
      </a:accent5>
      <a:accent6>
        <a:srgbClr val="595958"/>
      </a:accent6>
      <a:hlink>
        <a:srgbClr val="891111"/>
      </a:hlink>
      <a:folHlink>
        <a:srgbClr val="954F72"/>
      </a:folHlink>
    </a:clrScheme>
    <a:fontScheme name="Datamatics">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ne">
      <a:srgbClr val="BDCCD4"/>
    </a:custClr>
    <a:custClr name="two">
      <a:srgbClr val="2F93E9"/>
    </a:custClr>
    <a:custClr name="three">
      <a:srgbClr val="30BD7E"/>
    </a:custClr>
    <a:custClr name="four">
      <a:srgbClr val="F65857"/>
    </a:custClr>
    <a:custClr name="five">
      <a:srgbClr val="F79E3A"/>
    </a:custClr>
    <a:custClr name="six">
      <a:srgbClr val="595958"/>
    </a:custClr>
  </a:custClrLst>
  <a:extLst>
    <a:ext uri="{05A4C25C-085E-4340-85A3-A5531E510DB2}">
      <thm15:themeFamily xmlns:thm15="http://schemas.microsoft.com/office/thememl/2012/main" name="Presentation1" id="{4F885922-9AE1-45E5-90E3-CAF817FEB8CC}" vid="{81FA929D-F8FD-4553-BA6D-B1AA99196D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75A64F10EB213419265EA4666FA259F" ma:contentTypeVersion="5" ma:contentTypeDescription="Create a new document." ma:contentTypeScope="" ma:versionID="f16f2626d8bb696f00fd86b56ae180ad">
  <xsd:schema xmlns:xsd="http://www.w3.org/2001/XMLSchema" xmlns:xs="http://www.w3.org/2001/XMLSchema" xmlns:p="http://schemas.microsoft.com/office/2006/metadata/properties" xmlns:ns3="feb1bb76-8fdc-4e51-9e7e-cf8695de8a90" xmlns:ns4="a7be7953-2fab-4804-aa2e-eb1f7bfe8b34" targetNamespace="http://schemas.microsoft.com/office/2006/metadata/properties" ma:root="true" ma:fieldsID="9644e12fddc687f035c43f46436ecbf5" ns3:_="" ns4:_="">
    <xsd:import namespace="feb1bb76-8fdc-4e51-9e7e-cf8695de8a90"/>
    <xsd:import namespace="a7be7953-2fab-4804-aa2e-eb1f7bfe8b3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b1bb76-8fdc-4e51-9e7e-cf8695de8a9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be7953-2fab-4804-aa2e-eb1f7bfe8b3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683E43-765A-4EFC-AF9C-6F5990495B6E}">
  <ds:schemaRefs>
    <ds:schemaRef ds:uri="a7be7953-2fab-4804-aa2e-eb1f7bfe8b34"/>
    <ds:schemaRef ds:uri="http://purl.org/dc/terms/"/>
    <ds:schemaRef ds:uri="feb1bb76-8fdc-4e51-9e7e-cf8695de8a90"/>
    <ds:schemaRef ds:uri="http://purl.org/dc/elements/1.1/"/>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E140B164-2825-44AC-BDDD-2C6E63A9D894}">
  <ds:schemaRefs>
    <ds:schemaRef ds:uri="http://schemas.microsoft.com/sharepoint/v3/contenttype/forms"/>
  </ds:schemaRefs>
</ds:datastoreItem>
</file>

<file path=customXml/itemProps3.xml><?xml version="1.0" encoding="utf-8"?>
<ds:datastoreItem xmlns:ds="http://schemas.openxmlformats.org/officeDocument/2006/customXml" ds:itemID="{281F5EED-3211-44DB-9E02-80AC5AE93B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b1bb76-8fdc-4e51-9e7e-cf8695de8a90"/>
    <ds:schemaRef ds:uri="a7be7953-2fab-4804-aa2e-eb1f7bfe8b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18850</TotalTime>
  <Words>551</Words>
  <Application>Microsoft Macintosh PowerPoint</Application>
  <PresentationFormat>On-screen Show (16:9)</PresentationFormat>
  <Paragraphs>174</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Gill Sans</vt:lpstr>
      <vt:lpstr>Segoe UI</vt:lpstr>
      <vt:lpstr>Wingdings</vt:lpstr>
      <vt:lpstr>datamatics-light</vt:lpstr>
      <vt:lpstr>Operational Efficiency for Document Centric Businesses</vt:lpstr>
      <vt:lpstr>PowerPoint Presentation</vt:lpstr>
      <vt:lpstr>Background Verification companies manage complex and variable documents</vt:lpstr>
      <vt:lpstr>30%-40% of manpower is dedicated to data capture and document management</vt:lpstr>
      <vt:lpstr>PowerPoint Presentation</vt:lpstr>
      <vt:lpstr>TruCap+ Feature Highlights</vt:lpstr>
      <vt:lpstr>TruCap+ improves core business efficiency, enabling non-linear growth</vt:lpstr>
      <vt:lpstr>Key benefits</vt:lpstr>
      <vt:lpstr>PowerPoint Presentation</vt:lpstr>
      <vt:lpstr>Automated data extraction from employee documents</vt:lpstr>
      <vt:lpstr>Automated data extraction from employee documents</vt:lpstr>
      <vt:lpstr>TruCap+ is highly regarded by Industry Analysts</vt:lpstr>
      <vt:lpstr>Datamatics is an expert in Enterprise Data Management and Intelligent Document Processing</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Everest RPA PEAK Matrix 2022</dc:title>
  <dc:creator>Manish Madhavi</dc:creator>
  <cp:lastModifiedBy>Microsoft Office User</cp:lastModifiedBy>
  <cp:revision>277</cp:revision>
  <dcterms:created xsi:type="dcterms:W3CDTF">2022-07-01T14:17:04Z</dcterms:created>
  <dcterms:modified xsi:type="dcterms:W3CDTF">2022-10-17T07:19:49Z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0x010100E75A64F10EB213419265EA4666FA259F</vt:lpwstr>
  </property>
</Properties>
</file>